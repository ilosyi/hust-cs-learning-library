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96"/>
  </p:notesMasterIdLst>
  <p:handoutMasterIdLst>
    <p:handoutMasterId r:id="rId97"/>
  </p:handoutMasterIdLst>
  <p:sldIdLst>
    <p:sldId id="7610" r:id="rId3"/>
    <p:sldId id="4751" r:id="rId4"/>
    <p:sldId id="7612" r:id="rId5"/>
    <p:sldId id="7613" r:id="rId6"/>
    <p:sldId id="7614" r:id="rId7"/>
    <p:sldId id="7615" r:id="rId8"/>
    <p:sldId id="7616" r:id="rId9"/>
    <p:sldId id="7617" r:id="rId10"/>
    <p:sldId id="7618" r:id="rId11"/>
    <p:sldId id="7619" r:id="rId12"/>
    <p:sldId id="7710" r:id="rId13"/>
    <p:sldId id="7621" r:id="rId14"/>
    <p:sldId id="7622" r:id="rId15"/>
    <p:sldId id="7623" r:id="rId16"/>
    <p:sldId id="7711" r:id="rId17"/>
    <p:sldId id="7625" r:id="rId18"/>
    <p:sldId id="7626" r:id="rId19"/>
    <p:sldId id="7627" r:id="rId20"/>
    <p:sldId id="7628" r:id="rId21"/>
    <p:sldId id="7629" r:id="rId22"/>
    <p:sldId id="7630" r:id="rId23"/>
    <p:sldId id="7717" r:id="rId24"/>
    <p:sldId id="7631" r:id="rId25"/>
    <p:sldId id="7632" r:id="rId26"/>
    <p:sldId id="7633" r:id="rId27"/>
    <p:sldId id="7634" r:id="rId28"/>
    <p:sldId id="7635" r:id="rId29"/>
    <p:sldId id="7636" r:id="rId30"/>
    <p:sldId id="7637" r:id="rId31"/>
    <p:sldId id="7642" r:id="rId32"/>
    <p:sldId id="7638" r:id="rId33"/>
    <p:sldId id="7639" r:id="rId34"/>
    <p:sldId id="7640" r:id="rId35"/>
    <p:sldId id="7641" r:id="rId36"/>
    <p:sldId id="7643" r:id="rId37"/>
    <p:sldId id="7644" r:id="rId38"/>
    <p:sldId id="7645" r:id="rId39"/>
    <p:sldId id="7646" r:id="rId40"/>
    <p:sldId id="7647" r:id="rId41"/>
    <p:sldId id="7648" r:id="rId42"/>
    <p:sldId id="7649" r:id="rId43"/>
    <p:sldId id="7650" r:id="rId44"/>
    <p:sldId id="7712" r:id="rId45"/>
    <p:sldId id="7652" r:id="rId46"/>
    <p:sldId id="7653" r:id="rId47"/>
    <p:sldId id="7654" r:id="rId48"/>
    <p:sldId id="7655" r:id="rId49"/>
    <p:sldId id="7656" r:id="rId50"/>
    <p:sldId id="7657" r:id="rId51"/>
    <p:sldId id="7658" r:id="rId52"/>
    <p:sldId id="7659" r:id="rId53"/>
    <p:sldId id="7713" r:id="rId54"/>
    <p:sldId id="7661" r:id="rId55"/>
    <p:sldId id="7662" r:id="rId56"/>
    <p:sldId id="7663" r:id="rId57"/>
    <p:sldId id="7664" r:id="rId58"/>
    <p:sldId id="7665" r:id="rId59"/>
    <p:sldId id="7666" r:id="rId60"/>
    <p:sldId id="7667" r:id="rId61"/>
    <p:sldId id="7668" r:id="rId62"/>
    <p:sldId id="7718" r:id="rId63"/>
    <p:sldId id="7671" r:id="rId64"/>
    <p:sldId id="7714" r:id="rId65"/>
    <p:sldId id="7673" r:id="rId66"/>
    <p:sldId id="7674" r:id="rId67"/>
    <p:sldId id="7675" r:id="rId68"/>
    <p:sldId id="7676" r:id="rId69"/>
    <p:sldId id="7677" r:id="rId70"/>
    <p:sldId id="7678" r:id="rId71"/>
    <p:sldId id="7679" r:id="rId72"/>
    <p:sldId id="7680" r:id="rId73"/>
    <p:sldId id="7715" r:id="rId74"/>
    <p:sldId id="7682" r:id="rId75"/>
    <p:sldId id="7683" r:id="rId76"/>
    <p:sldId id="7684" r:id="rId77"/>
    <p:sldId id="7685" r:id="rId78"/>
    <p:sldId id="7686" r:id="rId79"/>
    <p:sldId id="7687" r:id="rId80"/>
    <p:sldId id="7688" r:id="rId81"/>
    <p:sldId id="7689" r:id="rId82"/>
    <p:sldId id="7690" r:id="rId83"/>
    <p:sldId id="7691" r:id="rId84"/>
    <p:sldId id="7716" r:id="rId85"/>
    <p:sldId id="7694" r:id="rId86"/>
    <p:sldId id="7697" r:id="rId87"/>
    <p:sldId id="7698" r:id="rId88"/>
    <p:sldId id="7699" r:id="rId89"/>
    <p:sldId id="7701" r:id="rId90"/>
    <p:sldId id="7702" r:id="rId91"/>
    <p:sldId id="7703" r:id="rId92"/>
    <p:sldId id="7704" r:id="rId93"/>
    <p:sldId id="7705" r:id="rId94"/>
    <p:sldId id="7706" r:id="rId95"/>
  </p:sldIdLst>
  <p:sldSz cx="12192000" cy="6858000"/>
  <p:notesSz cx="6797675" cy="9928225"/>
  <p:embeddedFontLst>
    <p:embeddedFont>
      <p:font typeface="MT Extra" panose="05050102010205020202" pitchFamily="18" charset="2"/>
      <p:regular r:id="rId98"/>
    </p:embeddedFont>
    <p:embeddedFont>
      <p:font typeface="等线" panose="02010600030101010101" pitchFamily="2" charset="-122"/>
      <p:regular r:id="rId99"/>
      <p:bold r:id="rId100"/>
    </p:embeddedFont>
    <p:embeddedFont>
      <p:font typeface="等线 Light" panose="02010600030101010101" pitchFamily="2" charset="-122"/>
      <p:regular r:id="rId101"/>
    </p:embeddedFont>
    <p:embeddedFont>
      <p:font typeface="黑体" panose="02010609060101010101" pitchFamily="49" charset="-122"/>
      <p:regular r:id="rId102"/>
    </p:embeddedFont>
    <p:embeddedFont>
      <p:font typeface="义启小楷书" panose="02010600030101010101" charset="-128"/>
      <p:regular r:id="rId103"/>
    </p:embeddedFont>
    <p:embeddedFont>
      <p:font typeface="微软雅黑" panose="020B0503020204020204" pitchFamily="34" charset="-122"/>
      <p:regular r:id="rId104"/>
      <p:bold r:id="rId105"/>
    </p:embeddedFont>
    <p:embeddedFont>
      <p:font typeface="Segoe UI" panose="020B0502040204020203" pitchFamily="34" charset="0"/>
      <p:regular r:id="rId106"/>
      <p:bold r:id="rId107"/>
      <p:italic r:id="rId108"/>
      <p:boldItalic r:id="rId109"/>
    </p:embeddedFont>
  </p:embeddedFontLst>
  <p:custDataLst>
    <p:tags r:id="rId1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4997" userDrawn="1">
          <p15:clr>
            <a:srgbClr val="A4A3A4"/>
          </p15:clr>
        </p15:guide>
        <p15:guide id="3" pos="4543" userDrawn="1">
          <p15:clr>
            <a:srgbClr val="A4A3A4"/>
          </p15:clr>
        </p15:guide>
        <p15:guide id="4" pos="2547" userDrawn="1">
          <p15:clr>
            <a:srgbClr val="A4A3A4"/>
          </p15:clr>
        </p15:guide>
        <p15:guide id="5" orient="horz" pos="3113" userDrawn="1">
          <p15:clr>
            <a:srgbClr val="A4A3A4"/>
          </p15:clr>
        </p15:guide>
        <p15:guide id="6" orient="horz" pos="391" userDrawn="1">
          <p15:clr>
            <a:srgbClr val="A4A3A4"/>
          </p15:clr>
        </p15:guide>
        <p15:guide id="8" orient="horz" pos="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7B7"/>
    <a:srgbClr val="FFCC00"/>
    <a:srgbClr val="92D050"/>
    <a:srgbClr val="0000FF"/>
    <a:srgbClr val="66FF33"/>
    <a:srgbClr val="0099FF"/>
    <a:srgbClr val="FF99FF"/>
    <a:srgbClr val="C5E0B4"/>
    <a:srgbClr val="D60093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4" autoAdjust="0"/>
    <p:restoredTop sz="69697" autoAdjust="0"/>
  </p:normalViewPr>
  <p:slideViewPr>
    <p:cSldViewPr snapToGrid="0">
      <p:cViewPr varScale="1">
        <p:scale>
          <a:sx n="134" d="100"/>
          <a:sy n="134" d="100"/>
        </p:scale>
        <p:origin x="542" y="41"/>
      </p:cViewPr>
      <p:guideLst>
        <p:guide orient="horz" pos="2931"/>
        <p:guide pos="4997"/>
        <p:guide pos="4543"/>
        <p:guide pos="2547"/>
        <p:guide orient="horz" pos="3113"/>
        <p:guide orient="horz" pos="391"/>
        <p:guide orient="horz" pos="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1796"/>
    </p:cViewPr>
  </p:sorterViewPr>
  <p:notesViewPr>
    <p:cSldViewPr snapToGrid="0">
      <p:cViewPr varScale="1">
        <p:scale>
          <a:sx n="84" d="100"/>
          <a:sy n="84" d="100"/>
        </p:scale>
        <p:origin x="38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viewProps" Target="viewProps.xml"/><Relationship Id="rId16" Type="http://schemas.openxmlformats.org/officeDocument/2006/relationships/slide" Target="slides/slide14.xml"/><Relationship Id="rId107" Type="http://schemas.openxmlformats.org/officeDocument/2006/relationships/font" Target="fonts/font10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5.fntdata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6.fntdata"/><Relationship Id="rId108" Type="http://schemas.openxmlformats.org/officeDocument/2006/relationships/font" Target="fonts/font11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font" Target="fonts/font9.fntdata"/><Relationship Id="rId114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12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handoutMaster" Target="handoutMasters/handoutMaster1.xml"/><Relationship Id="rId104" Type="http://schemas.openxmlformats.org/officeDocument/2006/relationships/font" Target="fonts/font7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ags" Target="tags/tag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font" Target="fonts/font1.fntdata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65A9D10-00A1-4316-9DBF-1CFF2F39C327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1C21E0D4-31D8-4080-A573-64BBB9E87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C117FD3C-5E99-4122-A1EC-C8FBF6B0781B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D5CE584D-DA30-42E6-B6AB-C9D2BEA4D8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387B7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314765"/>
            <a:ext cx="9588416" cy="5153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0" name="图片 9" descr="计算机学院logo-组合01"/>
          <p:cNvPicPr>
            <a:picLocks noChangeAspect="1"/>
          </p:cNvPicPr>
          <p:nvPr userDrawn="1"/>
        </p:nvPicPr>
        <p:blipFill>
          <a:blip r:embed="rId2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836539"/>
            <a:ext cx="11296078" cy="5855423"/>
          </a:xfrm>
          <a:prstGeom prst="rect">
            <a:avLst/>
          </a:prstGeom>
        </p:spPr>
        <p:txBody>
          <a:bodyPr/>
          <a:lstStyle>
            <a:lvl1pPr marL="342900" indent="-3429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1370C-D34B-9CB8-1157-5845938D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7E413-A7CC-42AB-2050-20C616B7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72C67-892D-B813-2696-FC8507A8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2B4F-B315-4AEE-AD0A-906BD70E9D26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17D77-4797-66B0-5615-626949E2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F7B80-0CCD-87F5-C732-430CF1E1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7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4BA11-5D4C-1551-F114-5040AF62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A83358-049F-5F46-91E5-54C9EFBD3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6183-9480-D0D1-6AD3-BD4BD99DC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C2B4F-B315-4AEE-AD0A-906BD70E9D26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E4784-CE7B-5435-C635-BA9FCBBDD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765BB-9FC4-48EA-13F2-69E4F019C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86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建筑与房屋的城市空拍图&#10;&#10;描述已自动生成">
            <a:extLst>
              <a:ext uri="{FF2B5EF4-FFF2-40B4-BE49-F238E27FC236}">
                <a16:creationId xmlns:a16="http://schemas.microsoft.com/office/drawing/2014/main" id="{FFABC4E3-9008-1252-55AD-4B3208516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" b="783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306242-1912-1CE6-24E4-71CC43A84D55}"/>
              </a:ext>
            </a:extLst>
          </p:cNvPr>
          <p:cNvSpPr/>
          <p:nvPr/>
        </p:nvSpPr>
        <p:spPr>
          <a:xfrm>
            <a:off x="0" y="1820036"/>
            <a:ext cx="12192000" cy="220133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571A97-6D78-3238-27A7-F9892A690A6B}"/>
              </a:ext>
            </a:extLst>
          </p:cNvPr>
          <p:cNvSpPr txBox="1"/>
          <p:nvPr/>
        </p:nvSpPr>
        <p:spPr>
          <a:xfrm>
            <a:off x="692150" y="3094855"/>
            <a:ext cx="10807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义启小楷书" panose="02010601030101010101" pitchFamily="2" charset="-128"/>
                <a:ea typeface="义启小楷书" panose="02010601030101010101" pitchFamily="2" charset="-128"/>
              </a:rPr>
              <a:t>第九章 文件系统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义启小楷书" panose="02010601030101010101" pitchFamily="2" charset="-128"/>
              <a:ea typeface="义启小楷书" panose="02010601030101010101" pitchFamily="2" charset="-128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4BA244-BA5F-F95F-8038-16F87B389C73}"/>
              </a:ext>
            </a:extLst>
          </p:cNvPr>
          <p:cNvSpPr/>
          <p:nvPr/>
        </p:nvSpPr>
        <p:spPr>
          <a:xfrm>
            <a:off x="5043217" y="4535163"/>
            <a:ext cx="2077967" cy="4235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授课人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：邵志远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F74E75DC-A14B-431B-A421-29C34056D506}"/>
              </a:ext>
            </a:extLst>
          </p:cNvPr>
          <p:cNvGrpSpPr/>
          <p:nvPr/>
        </p:nvGrpSpPr>
        <p:grpSpPr>
          <a:xfrm>
            <a:off x="3195205" y="5684519"/>
            <a:ext cx="5801591" cy="1173481"/>
            <a:chOff x="3195205" y="5355433"/>
            <a:chExt cx="5801591" cy="1502568"/>
          </a:xfrm>
        </p:grpSpPr>
        <p:sp>
          <p:nvSpPr>
            <p:cNvPr id="1464" name="任意多边形: 形状 1463">
              <a:extLst>
                <a:ext uri="{FF2B5EF4-FFF2-40B4-BE49-F238E27FC236}">
                  <a16:creationId xmlns:a16="http://schemas.microsoft.com/office/drawing/2014/main" id="{763CBC8B-063C-44E4-A46B-54C482ED9829}"/>
                </a:ext>
              </a:extLst>
            </p:cNvPr>
            <p:cNvSpPr/>
            <p:nvPr/>
          </p:nvSpPr>
          <p:spPr>
            <a:xfrm>
              <a:off x="3195205" y="6788810"/>
              <a:ext cx="5801591" cy="12580"/>
            </a:xfrm>
            <a:custGeom>
              <a:avLst/>
              <a:gdLst>
                <a:gd name="connsiteX0" fmla="*/ 4590003 w 4590002"/>
                <a:gd name="connsiteY0" fmla="*/ 0 h 9525"/>
                <a:gd name="connsiteX1" fmla="*/ 0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45900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5" name="任意多边形: 形状 1464">
              <a:extLst>
                <a:ext uri="{FF2B5EF4-FFF2-40B4-BE49-F238E27FC236}">
                  <a16:creationId xmlns:a16="http://schemas.microsoft.com/office/drawing/2014/main" id="{F087AED9-4415-4603-87D9-67F316B18C43}"/>
                </a:ext>
              </a:extLst>
            </p:cNvPr>
            <p:cNvSpPr/>
            <p:nvPr/>
          </p:nvSpPr>
          <p:spPr>
            <a:xfrm>
              <a:off x="3554696" y="5962548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6" name="任意多边形: 形状 1465">
              <a:extLst>
                <a:ext uri="{FF2B5EF4-FFF2-40B4-BE49-F238E27FC236}">
                  <a16:creationId xmlns:a16="http://schemas.microsoft.com/office/drawing/2014/main" id="{5BBDDF1C-1CD4-486B-AA75-6D73B25DA693}"/>
                </a:ext>
              </a:extLst>
            </p:cNvPr>
            <p:cNvSpPr/>
            <p:nvPr/>
          </p:nvSpPr>
          <p:spPr>
            <a:xfrm>
              <a:off x="3554696" y="600544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7" name="任意多边形: 形状 1466">
              <a:extLst>
                <a:ext uri="{FF2B5EF4-FFF2-40B4-BE49-F238E27FC236}">
                  <a16:creationId xmlns:a16="http://schemas.microsoft.com/office/drawing/2014/main" id="{C420D71F-4BC0-45EA-837C-2709B1F447DA}"/>
                </a:ext>
              </a:extLst>
            </p:cNvPr>
            <p:cNvSpPr/>
            <p:nvPr/>
          </p:nvSpPr>
          <p:spPr>
            <a:xfrm>
              <a:off x="3554696" y="6038657"/>
              <a:ext cx="761000" cy="12580"/>
            </a:xfrm>
            <a:custGeom>
              <a:avLst/>
              <a:gdLst>
                <a:gd name="connsiteX0" fmla="*/ 0 w 602075"/>
                <a:gd name="connsiteY0" fmla="*/ 0 h 9525"/>
                <a:gd name="connsiteX1" fmla="*/ 602075 w 602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2075" h="9525">
                  <a:moveTo>
                    <a:pt x="0" y="0"/>
                  </a:moveTo>
                  <a:lnTo>
                    <a:pt x="60207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8" name="任意多边形: 形状 1467">
              <a:extLst>
                <a:ext uri="{FF2B5EF4-FFF2-40B4-BE49-F238E27FC236}">
                  <a16:creationId xmlns:a16="http://schemas.microsoft.com/office/drawing/2014/main" id="{E95F3514-9CD3-4CB7-8A52-D1B612D92B41}"/>
                </a:ext>
              </a:extLst>
            </p:cNvPr>
            <p:cNvSpPr/>
            <p:nvPr/>
          </p:nvSpPr>
          <p:spPr>
            <a:xfrm>
              <a:off x="4315696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9" name="任意多边形: 形状 1468">
              <a:extLst>
                <a:ext uri="{FF2B5EF4-FFF2-40B4-BE49-F238E27FC236}">
                  <a16:creationId xmlns:a16="http://schemas.microsoft.com/office/drawing/2014/main" id="{A00FD6C6-EF1C-4D69-A04A-DA48587D9215}"/>
                </a:ext>
              </a:extLst>
            </p:cNvPr>
            <p:cNvSpPr/>
            <p:nvPr/>
          </p:nvSpPr>
          <p:spPr>
            <a:xfrm>
              <a:off x="4427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0" name="任意多边形: 形状 1469">
              <a:extLst>
                <a:ext uri="{FF2B5EF4-FFF2-40B4-BE49-F238E27FC236}">
                  <a16:creationId xmlns:a16="http://schemas.microsoft.com/office/drawing/2014/main" id="{BC41B059-A18D-4980-961E-F625C2F44674}"/>
                </a:ext>
              </a:extLst>
            </p:cNvPr>
            <p:cNvSpPr/>
            <p:nvPr/>
          </p:nvSpPr>
          <p:spPr>
            <a:xfrm>
              <a:off x="449977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1" name="任意多边形: 形状 1470">
              <a:extLst>
                <a:ext uri="{FF2B5EF4-FFF2-40B4-BE49-F238E27FC236}">
                  <a16:creationId xmlns:a16="http://schemas.microsoft.com/office/drawing/2014/main" id="{EEE811FB-3971-476F-A534-480EC6B90F3B}"/>
                </a:ext>
              </a:extLst>
            </p:cNvPr>
            <p:cNvSpPr/>
            <p:nvPr/>
          </p:nvSpPr>
          <p:spPr>
            <a:xfrm>
              <a:off x="45266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2" name="任意多边形: 形状 1471">
              <a:extLst>
                <a:ext uri="{FF2B5EF4-FFF2-40B4-BE49-F238E27FC236}">
                  <a16:creationId xmlns:a16="http://schemas.microsoft.com/office/drawing/2014/main" id="{432A2015-98EC-4620-9742-15AB7D0AF6D1}"/>
                </a:ext>
              </a:extLst>
            </p:cNvPr>
            <p:cNvSpPr/>
            <p:nvPr/>
          </p:nvSpPr>
          <p:spPr>
            <a:xfrm>
              <a:off x="459320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3" name="任意多边形: 形状 1472">
              <a:extLst>
                <a:ext uri="{FF2B5EF4-FFF2-40B4-BE49-F238E27FC236}">
                  <a16:creationId xmlns:a16="http://schemas.microsoft.com/office/drawing/2014/main" id="{A2117474-704B-4552-BD08-21E184BADEA5}"/>
                </a:ext>
              </a:extLst>
            </p:cNvPr>
            <p:cNvSpPr/>
            <p:nvPr/>
          </p:nvSpPr>
          <p:spPr>
            <a:xfrm>
              <a:off x="468662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4" name="任意多边形: 形状 1473">
              <a:extLst>
                <a:ext uri="{FF2B5EF4-FFF2-40B4-BE49-F238E27FC236}">
                  <a16:creationId xmlns:a16="http://schemas.microsoft.com/office/drawing/2014/main" id="{6AAD5869-6237-401D-9939-B1BA067D812D}"/>
                </a:ext>
              </a:extLst>
            </p:cNvPr>
            <p:cNvSpPr/>
            <p:nvPr/>
          </p:nvSpPr>
          <p:spPr>
            <a:xfrm>
              <a:off x="478005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5" name="任意多边形: 形状 1474">
              <a:extLst>
                <a:ext uri="{FF2B5EF4-FFF2-40B4-BE49-F238E27FC236}">
                  <a16:creationId xmlns:a16="http://schemas.microsoft.com/office/drawing/2014/main" id="{7E5C6484-AE2D-4A89-8B79-0DC711E3272A}"/>
                </a:ext>
              </a:extLst>
            </p:cNvPr>
            <p:cNvSpPr/>
            <p:nvPr/>
          </p:nvSpPr>
          <p:spPr>
            <a:xfrm>
              <a:off x="462004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6" name="任意多边形: 形状 1475">
              <a:extLst>
                <a:ext uri="{FF2B5EF4-FFF2-40B4-BE49-F238E27FC236}">
                  <a16:creationId xmlns:a16="http://schemas.microsoft.com/office/drawing/2014/main" id="{494F99E2-1AF7-4774-AE61-E8080ABC6030}"/>
                </a:ext>
              </a:extLst>
            </p:cNvPr>
            <p:cNvSpPr/>
            <p:nvPr/>
          </p:nvSpPr>
          <p:spPr>
            <a:xfrm>
              <a:off x="4713353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7" name="任意多边形: 形状 1476">
              <a:extLst>
                <a:ext uri="{FF2B5EF4-FFF2-40B4-BE49-F238E27FC236}">
                  <a16:creationId xmlns:a16="http://schemas.microsoft.com/office/drawing/2014/main" id="{6ADD3A69-94D7-480C-945B-1C09CB6A80B6}"/>
                </a:ext>
              </a:extLst>
            </p:cNvPr>
            <p:cNvSpPr/>
            <p:nvPr/>
          </p:nvSpPr>
          <p:spPr>
            <a:xfrm>
              <a:off x="4806778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8" name="任意多边形: 形状 1477">
              <a:extLst>
                <a:ext uri="{FF2B5EF4-FFF2-40B4-BE49-F238E27FC236}">
                  <a16:creationId xmlns:a16="http://schemas.microsoft.com/office/drawing/2014/main" id="{6A55A089-E9E1-4FA9-8ED9-C2138B9955E9}"/>
                </a:ext>
              </a:extLst>
            </p:cNvPr>
            <p:cNvSpPr/>
            <p:nvPr/>
          </p:nvSpPr>
          <p:spPr>
            <a:xfrm>
              <a:off x="488166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9" name="任意多边形: 形状 1478">
              <a:extLst>
                <a:ext uri="{FF2B5EF4-FFF2-40B4-BE49-F238E27FC236}">
                  <a16:creationId xmlns:a16="http://schemas.microsoft.com/office/drawing/2014/main" id="{DAB6C82D-50B2-4E4B-8550-5A164FC9A72C}"/>
                </a:ext>
              </a:extLst>
            </p:cNvPr>
            <p:cNvSpPr/>
            <p:nvPr/>
          </p:nvSpPr>
          <p:spPr>
            <a:xfrm>
              <a:off x="4427662" y="596833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0" name="任意多边形: 形状 1479">
              <a:extLst>
                <a:ext uri="{FF2B5EF4-FFF2-40B4-BE49-F238E27FC236}">
                  <a16:creationId xmlns:a16="http://schemas.microsoft.com/office/drawing/2014/main" id="{59F502F7-08C3-4E12-BBD2-BECB90CDE736}"/>
                </a:ext>
              </a:extLst>
            </p:cNvPr>
            <p:cNvSpPr/>
            <p:nvPr/>
          </p:nvSpPr>
          <p:spPr>
            <a:xfrm>
              <a:off x="4526624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1" name="任意多边形: 形状 1480">
              <a:extLst>
                <a:ext uri="{FF2B5EF4-FFF2-40B4-BE49-F238E27FC236}">
                  <a16:creationId xmlns:a16="http://schemas.microsoft.com/office/drawing/2014/main" id="{48EF7173-38E6-4AB8-BE2F-3792069026A9}"/>
                </a:ext>
              </a:extLst>
            </p:cNvPr>
            <p:cNvSpPr/>
            <p:nvPr/>
          </p:nvSpPr>
          <p:spPr>
            <a:xfrm>
              <a:off x="4618845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2" name="任意多边形: 形状 1481">
              <a:extLst>
                <a:ext uri="{FF2B5EF4-FFF2-40B4-BE49-F238E27FC236}">
                  <a16:creationId xmlns:a16="http://schemas.microsoft.com/office/drawing/2014/main" id="{F7FA9A37-EAB9-48C1-BCB8-9785AF42BF3C}"/>
                </a:ext>
              </a:extLst>
            </p:cNvPr>
            <p:cNvSpPr/>
            <p:nvPr/>
          </p:nvSpPr>
          <p:spPr>
            <a:xfrm>
              <a:off x="4712028" y="596833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3" name="任意多边形: 形状 1482">
              <a:extLst>
                <a:ext uri="{FF2B5EF4-FFF2-40B4-BE49-F238E27FC236}">
                  <a16:creationId xmlns:a16="http://schemas.microsoft.com/office/drawing/2014/main" id="{97DB3453-AA05-4EC5-BEAC-6442F663BDBE}"/>
                </a:ext>
              </a:extLst>
            </p:cNvPr>
            <p:cNvSpPr/>
            <p:nvPr/>
          </p:nvSpPr>
          <p:spPr>
            <a:xfrm>
              <a:off x="4805694" y="596833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4" name="任意多边形: 形状 1483">
              <a:extLst>
                <a:ext uri="{FF2B5EF4-FFF2-40B4-BE49-F238E27FC236}">
                  <a16:creationId xmlns:a16="http://schemas.microsoft.com/office/drawing/2014/main" id="{D74AB78E-AC70-4A2B-8063-F037A14AD03C}"/>
                </a:ext>
              </a:extLst>
            </p:cNvPr>
            <p:cNvSpPr/>
            <p:nvPr/>
          </p:nvSpPr>
          <p:spPr>
            <a:xfrm>
              <a:off x="4427662" y="5887445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5" name="任意多边形: 形状 1484">
              <a:extLst>
                <a:ext uri="{FF2B5EF4-FFF2-40B4-BE49-F238E27FC236}">
                  <a16:creationId xmlns:a16="http://schemas.microsoft.com/office/drawing/2014/main" id="{8B1360D4-70B9-4889-B171-C6C49EA2C642}"/>
                </a:ext>
              </a:extLst>
            </p:cNvPr>
            <p:cNvSpPr/>
            <p:nvPr/>
          </p:nvSpPr>
          <p:spPr>
            <a:xfrm>
              <a:off x="4526624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6" name="任意多边形: 形状 1485">
              <a:extLst>
                <a:ext uri="{FF2B5EF4-FFF2-40B4-BE49-F238E27FC236}">
                  <a16:creationId xmlns:a16="http://schemas.microsoft.com/office/drawing/2014/main" id="{67AA32F2-85D8-4C3D-A841-14293591275D}"/>
                </a:ext>
              </a:extLst>
            </p:cNvPr>
            <p:cNvSpPr/>
            <p:nvPr/>
          </p:nvSpPr>
          <p:spPr>
            <a:xfrm>
              <a:off x="4618845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7" name="任意多边形: 形状 1486">
              <a:extLst>
                <a:ext uri="{FF2B5EF4-FFF2-40B4-BE49-F238E27FC236}">
                  <a16:creationId xmlns:a16="http://schemas.microsoft.com/office/drawing/2014/main" id="{5E16D8A1-A6C7-4303-A3E9-59FD276863FE}"/>
                </a:ext>
              </a:extLst>
            </p:cNvPr>
            <p:cNvSpPr/>
            <p:nvPr/>
          </p:nvSpPr>
          <p:spPr>
            <a:xfrm>
              <a:off x="4712028" y="5887445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8" name="任意多边形: 形状 1487">
              <a:extLst>
                <a:ext uri="{FF2B5EF4-FFF2-40B4-BE49-F238E27FC236}">
                  <a16:creationId xmlns:a16="http://schemas.microsoft.com/office/drawing/2014/main" id="{8F3BF359-B4C1-45BE-9186-D4439ED2A66A}"/>
                </a:ext>
              </a:extLst>
            </p:cNvPr>
            <p:cNvSpPr/>
            <p:nvPr/>
          </p:nvSpPr>
          <p:spPr>
            <a:xfrm>
              <a:off x="4805694" y="5887445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9" name="任意多边形: 形状 1488">
              <a:extLst>
                <a:ext uri="{FF2B5EF4-FFF2-40B4-BE49-F238E27FC236}">
                  <a16:creationId xmlns:a16="http://schemas.microsoft.com/office/drawing/2014/main" id="{ECB99DA2-C0CC-4AFC-A5CC-C51EE30DE2E6}"/>
                </a:ext>
              </a:extLst>
            </p:cNvPr>
            <p:cNvSpPr/>
            <p:nvPr/>
          </p:nvSpPr>
          <p:spPr>
            <a:xfrm>
              <a:off x="4315696" y="585863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0" name="任意多边形: 形状 1489">
              <a:extLst>
                <a:ext uri="{FF2B5EF4-FFF2-40B4-BE49-F238E27FC236}">
                  <a16:creationId xmlns:a16="http://schemas.microsoft.com/office/drawing/2014/main" id="{46AECB12-9E0D-4318-9780-E7F14D005713}"/>
                </a:ext>
              </a:extLst>
            </p:cNvPr>
            <p:cNvSpPr/>
            <p:nvPr/>
          </p:nvSpPr>
          <p:spPr>
            <a:xfrm>
              <a:off x="4427662" y="603752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1" name="任意多边形: 形状 1490">
              <a:extLst>
                <a:ext uri="{FF2B5EF4-FFF2-40B4-BE49-F238E27FC236}">
                  <a16:creationId xmlns:a16="http://schemas.microsoft.com/office/drawing/2014/main" id="{CB8529E9-DC5B-430A-B321-F82844B357CD}"/>
                </a:ext>
              </a:extLst>
            </p:cNvPr>
            <p:cNvSpPr/>
            <p:nvPr/>
          </p:nvSpPr>
          <p:spPr>
            <a:xfrm>
              <a:off x="4526624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2" name="任意多边形: 形状 1491">
              <a:extLst>
                <a:ext uri="{FF2B5EF4-FFF2-40B4-BE49-F238E27FC236}">
                  <a16:creationId xmlns:a16="http://schemas.microsoft.com/office/drawing/2014/main" id="{F03F07E6-D045-4311-92E8-E5CBE9175392}"/>
                </a:ext>
              </a:extLst>
            </p:cNvPr>
            <p:cNvSpPr/>
            <p:nvPr/>
          </p:nvSpPr>
          <p:spPr>
            <a:xfrm>
              <a:off x="4618845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3" name="任意多边形: 形状 1492">
              <a:extLst>
                <a:ext uri="{FF2B5EF4-FFF2-40B4-BE49-F238E27FC236}">
                  <a16:creationId xmlns:a16="http://schemas.microsoft.com/office/drawing/2014/main" id="{A1332637-71E2-4DFA-875A-3EFB05CF5672}"/>
                </a:ext>
              </a:extLst>
            </p:cNvPr>
            <p:cNvSpPr/>
            <p:nvPr/>
          </p:nvSpPr>
          <p:spPr>
            <a:xfrm>
              <a:off x="4712028" y="603752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4" name="任意多边形: 形状 1493">
              <a:extLst>
                <a:ext uri="{FF2B5EF4-FFF2-40B4-BE49-F238E27FC236}">
                  <a16:creationId xmlns:a16="http://schemas.microsoft.com/office/drawing/2014/main" id="{312D20A7-EC43-4D36-8474-AAD6F18C7ECD}"/>
                </a:ext>
              </a:extLst>
            </p:cNvPr>
            <p:cNvSpPr/>
            <p:nvPr/>
          </p:nvSpPr>
          <p:spPr>
            <a:xfrm>
              <a:off x="4805694" y="603752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5" name="任意多边形: 形状 1494">
              <a:extLst>
                <a:ext uri="{FF2B5EF4-FFF2-40B4-BE49-F238E27FC236}">
                  <a16:creationId xmlns:a16="http://schemas.microsoft.com/office/drawing/2014/main" id="{49D552E9-0BB1-4845-A48E-066C4725B189}"/>
                </a:ext>
              </a:extLst>
            </p:cNvPr>
            <p:cNvSpPr/>
            <p:nvPr/>
          </p:nvSpPr>
          <p:spPr>
            <a:xfrm>
              <a:off x="4427662" y="6128103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6" name="任意多边形: 形状 1495">
              <a:extLst>
                <a:ext uri="{FF2B5EF4-FFF2-40B4-BE49-F238E27FC236}">
                  <a16:creationId xmlns:a16="http://schemas.microsoft.com/office/drawing/2014/main" id="{6907788A-4BC8-48A6-AA7D-8151C38A62D1}"/>
                </a:ext>
              </a:extLst>
            </p:cNvPr>
            <p:cNvSpPr/>
            <p:nvPr/>
          </p:nvSpPr>
          <p:spPr>
            <a:xfrm>
              <a:off x="4526624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7" name="任意多边形: 形状 1496">
              <a:extLst>
                <a:ext uri="{FF2B5EF4-FFF2-40B4-BE49-F238E27FC236}">
                  <a16:creationId xmlns:a16="http://schemas.microsoft.com/office/drawing/2014/main" id="{37607A14-1CBC-4798-8ACC-FC73FED2E5DA}"/>
                </a:ext>
              </a:extLst>
            </p:cNvPr>
            <p:cNvSpPr/>
            <p:nvPr/>
          </p:nvSpPr>
          <p:spPr>
            <a:xfrm>
              <a:off x="4618845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8" name="任意多边形: 形状 1497">
              <a:extLst>
                <a:ext uri="{FF2B5EF4-FFF2-40B4-BE49-F238E27FC236}">
                  <a16:creationId xmlns:a16="http://schemas.microsoft.com/office/drawing/2014/main" id="{D38C936B-D446-45F6-9FEA-1B004BABD488}"/>
                </a:ext>
              </a:extLst>
            </p:cNvPr>
            <p:cNvSpPr/>
            <p:nvPr/>
          </p:nvSpPr>
          <p:spPr>
            <a:xfrm>
              <a:off x="4712028" y="6128103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9" name="任意多边形: 形状 1498">
              <a:extLst>
                <a:ext uri="{FF2B5EF4-FFF2-40B4-BE49-F238E27FC236}">
                  <a16:creationId xmlns:a16="http://schemas.microsoft.com/office/drawing/2014/main" id="{EF3DF52B-20CD-4CEA-8B4B-F340A585E6AE}"/>
                </a:ext>
              </a:extLst>
            </p:cNvPr>
            <p:cNvSpPr/>
            <p:nvPr/>
          </p:nvSpPr>
          <p:spPr>
            <a:xfrm>
              <a:off x="4805694" y="6128103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0" name="任意多边形: 形状 1499">
              <a:extLst>
                <a:ext uri="{FF2B5EF4-FFF2-40B4-BE49-F238E27FC236}">
                  <a16:creationId xmlns:a16="http://schemas.microsoft.com/office/drawing/2014/main" id="{5A8B68FE-D134-430D-98CB-1DBD3F557EEE}"/>
                </a:ext>
              </a:extLst>
            </p:cNvPr>
            <p:cNvSpPr/>
            <p:nvPr/>
          </p:nvSpPr>
          <p:spPr>
            <a:xfrm>
              <a:off x="4427662" y="621088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1" name="任意多边形: 形状 1500">
              <a:extLst>
                <a:ext uri="{FF2B5EF4-FFF2-40B4-BE49-F238E27FC236}">
                  <a16:creationId xmlns:a16="http://schemas.microsoft.com/office/drawing/2014/main" id="{1BB7A3F5-9552-48E4-B607-127B0E839106}"/>
                </a:ext>
              </a:extLst>
            </p:cNvPr>
            <p:cNvSpPr/>
            <p:nvPr/>
          </p:nvSpPr>
          <p:spPr>
            <a:xfrm>
              <a:off x="4526624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2" name="任意多边形: 形状 1501">
              <a:extLst>
                <a:ext uri="{FF2B5EF4-FFF2-40B4-BE49-F238E27FC236}">
                  <a16:creationId xmlns:a16="http://schemas.microsoft.com/office/drawing/2014/main" id="{F8380F8D-7524-402F-9CF7-E9E916BF3EA2}"/>
                </a:ext>
              </a:extLst>
            </p:cNvPr>
            <p:cNvSpPr/>
            <p:nvPr/>
          </p:nvSpPr>
          <p:spPr>
            <a:xfrm>
              <a:off x="4618845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3" name="任意多边形: 形状 1502">
              <a:extLst>
                <a:ext uri="{FF2B5EF4-FFF2-40B4-BE49-F238E27FC236}">
                  <a16:creationId xmlns:a16="http://schemas.microsoft.com/office/drawing/2014/main" id="{7DF4377D-CEA3-4307-85F8-D2347586EA6A}"/>
                </a:ext>
              </a:extLst>
            </p:cNvPr>
            <p:cNvSpPr/>
            <p:nvPr/>
          </p:nvSpPr>
          <p:spPr>
            <a:xfrm>
              <a:off x="4712028" y="621088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4" name="任意多边形: 形状 1503">
              <a:extLst>
                <a:ext uri="{FF2B5EF4-FFF2-40B4-BE49-F238E27FC236}">
                  <a16:creationId xmlns:a16="http://schemas.microsoft.com/office/drawing/2014/main" id="{9B1CA50D-1D2D-4F4B-9E96-A0CB0D4C398D}"/>
                </a:ext>
              </a:extLst>
            </p:cNvPr>
            <p:cNvSpPr/>
            <p:nvPr/>
          </p:nvSpPr>
          <p:spPr>
            <a:xfrm>
              <a:off x="4805694" y="621088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5" name="任意多边形: 形状 1504">
              <a:extLst>
                <a:ext uri="{FF2B5EF4-FFF2-40B4-BE49-F238E27FC236}">
                  <a16:creationId xmlns:a16="http://schemas.microsoft.com/office/drawing/2014/main" id="{450087B9-99BC-4966-8887-A24BEA639CC2}"/>
                </a:ext>
              </a:extLst>
            </p:cNvPr>
            <p:cNvSpPr/>
            <p:nvPr/>
          </p:nvSpPr>
          <p:spPr>
            <a:xfrm>
              <a:off x="4427662" y="6304476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6" name="任意多边形: 形状 1505">
              <a:extLst>
                <a:ext uri="{FF2B5EF4-FFF2-40B4-BE49-F238E27FC236}">
                  <a16:creationId xmlns:a16="http://schemas.microsoft.com/office/drawing/2014/main" id="{611385C7-95A2-4E03-A788-05F0C62DA761}"/>
                </a:ext>
              </a:extLst>
            </p:cNvPr>
            <p:cNvSpPr/>
            <p:nvPr/>
          </p:nvSpPr>
          <p:spPr>
            <a:xfrm>
              <a:off x="4526624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7" name="任意多边形: 形状 1506">
              <a:extLst>
                <a:ext uri="{FF2B5EF4-FFF2-40B4-BE49-F238E27FC236}">
                  <a16:creationId xmlns:a16="http://schemas.microsoft.com/office/drawing/2014/main" id="{3245B335-F54A-41BF-A95F-9BA4C5169536}"/>
                </a:ext>
              </a:extLst>
            </p:cNvPr>
            <p:cNvSpPr/>
            <p:nvPr/>
          </p:nvSpPr>
          <p:spPr>
            <a:xfrm>
              <a:off x="4618845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8" name="任意多边形: 形状 1507">
              <a:extLst>
                <a:ext uri="{FF2B5EF4-FFF2-40B4-BE49-F238E27FC236}">
                  <a16:creationId xmlns:a16="http://schemas.microsoft.com/office/drawing/2014/main" id="{13E3A823-0E99-43D2-8C15-1483033AF2D9}"/>
                </a:ext>
              </a:extLst>
            </p:cNvPr>
            <p:cNvSpPr/>
            <p:nvPr/>
          </p:nvSpPr>
          <p:spPr>
            <a:xfrm>
              <a:off x="4712028" y="6304476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9" name="任意多边形: 形状 1508">
              <a:extLst>
                <a:ext uri="{FF2B5EF4-FFF2-40B4-BE49-F238E27FC236}">
                  <a16:creationId xmlns:a16="http://schemas.microsoft.com/office/drawing/2014/main" id="{638AF2E0-17EE-42BA-93F2-C1F1ADD854A7}"/>
                </a:ext>
              </a:extLst>
            </p:cNvPr>
            <p:cNvSpPr/>
            <p:nvPr/>
          </p:nvSpPr>
          <p:spPr>
            <a:xfrm>
              <a:off x="4805694" y="6304476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0" name="任意多边形: 形状 1509">
              <a:extLst>
                <a:ext uri="{FF2B5EF4-FFF2-40B4-BE49-F238E27FC236}">
                  <a16:creationId xmlns:a16="http://schemas.microsoft.com/office/drawing/2014/main" id="{B145B445-6A65-4C5B-ADBD-EDF87DA63FD1}"/>
                </a:ext>
              </a:extLst>
            </p:cNvPr>
            <p:cNvSpPr/>
            <p:nvPr/>
          </p:nvSpPr>
          <p:spPr>
            <a:xfrm>
              <a:off x="4427662" y="638146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1" name="任意多边形: 形状 1510">
              <a:extLst>
                <a:ext uri="{FF2B5EF4-FFF2-40B4-BE49-F238E27FC236}">
                  <a16:creationId xmlns:a16="http://schemas.microsoft.com/office/drawing/2014/main" id="{7418897E-6B62-48D2-A02E-B01FE27BB159}"/>
                </a:ext>
              </a:extLst>
            </p:cNvPr>
            <p:cNvSpPr/>
            <p:nvPr/>
          </p:nvSpPr>
          <p:spPr>
            <a:xfrm>
              <a:off x="4526624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2" name="任意多边形: 形状 1511">
              <a:extLst>
                <a:ext uri="{FF2B5EF4-FFF2-40B4-BE49-F238E27FC236}">
                  <a16:creationId xmlns:a16="http://schemas.microsoft.com/office/drawing/2014/main" id="{825FBC20-CF5C-4937-902D-24FBAE299B60}"/>
                </a:ext>
              </a:extLst>
            </p:cNvPr>
            <p:cNvSpPr/>
            <p:nvPr/>
          </p:nvSpPr>
          <p:spPr>
            <a:xfrm>
              <a:off x="4618845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3" name="任意多边形: 形状 1512">
              <a:extLst>
                <a:ext uri="{FF2B5EF4-FFF2-40B4-BE49-F238E27FC236}">
                  <a16:creationId xmlns:a16="http://schemas.microsoft.com/office/drawing/2014/main" id="{8DD8C731-C502-4418-87DF-6648B52F1FF7}"/>
                </a:ext>
              </a:extLst>
            </p:cNvPr>
            <p:cNvSpPr/>
            <p:nvPr/>
          </p:nvSpPr>
          <p:spPr>
            <a:xfrm>
              <a:off x="4712028" y="638146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4" name="任意多边形: 形状 1513">
              <a:extLst>
                <a:ext uri="{FF2B5EF4-FFF2-40B4-BE49-F238E27FC236}">
                  <a16:creationId xmlns:a16="http://schemas.microsoft.com/office/drawing/2014/main" id="{28EA80F1-52C4-4F5C-9952-C08963CB5169}"/>
                </a:ext>
              </a:extLst>
            </p:cNvPr>
            <p:cNvSpPr/>
            <p:nvPr/>
          </p:nvSpPr>
          <p:spPr>
            <a:xfrm>
              <a:off x="4805694" y="638146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5" name="任意多边形: 形状 1514">
              <a:extLst>
                <a:ext uri="{FF2B5EF4-FFF2-40B4-BE49-F238E27FC236}">
                  <a16:creationId xmlns:a16="http://schemas.microsoft.com/office/drawing/2014/main" id="{1A2E25B0-7F37-46F7-B50C-494378D5741D}"/>
                </a:ext>
              </a:extLst>
            </p:cNvPr>
            <p:cNvSpPr/>
            <p:nvPr/>
          </p:nvSpPr>
          <p:spPr>
            <a:xfrm>
              <a:off x="4427662" y="6479717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6" name="任意多边形: 形状 1515">
              <a:extLst>
                <a:ext uri="{FF2B5EF4-FFF2-40B4-BE49-F238E27FC236}">
                  <a16:creationId xmlns:a16="http://schemas.microsoft.com/office/drawing/2014/main" id="{3633D75E-1A2C-46E8-8F30-15FF9BDF8EF0}"/>
                </a:ext>
              </a:extLst>
            </p:cNvPr>
            <p:cNvSpPr/>
            <p:nvPr/>
          </p:nvSpPr>
          <p:spPr>
            <a:xfrm>
              <a:off x="4526624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7" name="任意多边形: 形状 1516">
              <a:extLst>
                <a:ext uri="{FF2B5EF4-FFF2-40B4-BE49-F238E27FC236}">
                  <a16:creationId xmlns:a16="http://schemas.microsoft.com/office/drawing/2014/main" id="{2521EAAA-DB7A-4614-8918-76B38861AFA8}"/>
                </a:ext>
              </a:extLst>
            </p:cNvPr>
            <p:cNvSpPr/>
            <p:nvPr/>
          </p:nvSpPr>
          <p:spPr>
            <a:xfrm>
              <a:off x="4618845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8" name="任意多边形: 形状 1517">
              <a:extLst>
                <a:ext uri="{FF2B5EF4-FFF2-40B4-BE49-F238E27FC236}">
                  <a16:creationId xmlns:a16="http://schemas.microsoft.com/office/drawing/2014/main" id="{9382E400-1B78-48C6-9EBA-FC2F4AED3936}"/>
                </a:ext>
              </a:extLst>
            </p:cNvPr>
            <p:cNvSpPr/>
            <p:nvPr/>
          </p:nvSpPr>
          <p:spPr>
            <a:xfrm>
              <a:off x="4712028" y="6479717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9" name="任意多边形: 形状 1518">
              <a:extLst>
                <a:ext uri="{FF2B5EF4-FFF2-40B4-BE49-F238E27FC236}">
                  <a16:creationId xmlns:a16="http://schemas.microsoft.com/office/drawing/2014/main" id="{177B9ED4-FE16-4998-9B46-F3B1077FD910}"/>
                </a:ext>
              </a:extLst>
            </p:cNvPr>
            <p:cNvSpPr/>
            <p:nvPr/>
          </p:nvSpPr>
          <p:spPr>
            <a:xfrm>
              <a:off x="4805694" y="6479717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0" name="任意多边形: 形状 1519">
              <a:extLst>
                <a:ext uri="{FF2B5EF4-FFF2-40B4-BE49-F238E27FC236}">
                  <a16:creationId xmlns:a16="http://schemas.microsoft.com/office/drawing/2014/main" id="{91893236-DB68-4AAF-B87B-ACEDBC1148D4}"/>
                </a:ext>
              </a:extLst>
            </p:cNvPr>
            <p:cNvSpPr/>
            <p:nvPr/>
          </p:nvSpPr>
          <p:spPr>
            <a:xfrm>
              <a:off x="4427662" y="6553814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1" name="任意多边形: 形状 1520">
              <a:extLst>
                <a:ext uri="{FF2B5EF4-FFF2-40B4-BE49-F238E27FC236}">
                  <a16:creationId xmlns:a16="http://schemas.microsoft.com/office/drawing/2014/main" id="{B6BBC09A-BF25-4A9F-AC9F-03B07444C9C8}"/>
                </a:ext>
              </a:extLst>
            </p:cNvPr>
            <p:cNvSpPr/>
            <p:nvPr/>
          </p:nvSpPr>
          <p:spPr>
            <a:xfrm>
              <a:off x="4526624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2" name="任意多边形: 形状 1521">
              <a:extLst>
                <a:ext uri="{FF2B5EF4-FFF2-40B4-BE49-F238E27FC236}">
                  <a16:creationId xmlns:a16="http://schemas.microsoft.com/office/drawing/2014/main" id="{A9113251-F2E3-4528-8615-C7A5CD1FCEBA}"/>
                </a:ext>
              </a:extLst>
            </p:cNvPr>
            <p:cNvSpPr/>
            <p:nvPr/>
          </p:nvSpPr>
          <p:spPr>
            <a:xfrm>
              <a:off x="4618845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3" name="任意多边形: 形状 1522">
              <a:extLst>
                <a:ext uri="{FF2B5EF4-FFF2-40B4-BE49-F238E27FC236}">
                  <a16:creationId xmlns:a16="http://schemas.microsoft.com/office/drawing/2014/main" id="{3D69904A-8545-4755-8B84-796F8285FCB2}"/>
                </a:ext>
              </a:extLst>
            </p:cNvPr>
            <p:cNvSpPr/>
            <p:nvPr/>
          </p:nvSpPr>
          <p:spPr>
            <a:xfrm>
              <a:off x="4712028" y="6553814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4" name="任意多边形: 形状 1523">
              <a:extLst>
                <a:ext uri="{FF2B5EF4-FFF2-40B4-BE49-F238E27FC236}">
                  <a16:creationId xmlns:a16="http://schemas.microsoft.com/office/drawing/2014/main" id="{8FDF7C31-FE17-441A-91E9-D57BE98E6C78}"/>
                </a:ext>
              </a:extLst>
            </p:cNvPr>
            <p:cNvSpPr/>
            <p:nvPr/>
          </p:nvSpPr>
          <p:spPr>
            <a:xfrm>
              <a:off x="4805694" y="6553814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5" name="任意多边形: 形状 1524">
              <a:extLst>
                <a:ext uri="{FF2B5EF4-FFF2-40B4-BE49-F238E27FC236}">
                  <a16:creationId xmlns:a16="http://schemas.microsoft.com/office/drawing/2014/main" id="{576210EB-356C-4B66-A836-5B31BACB75B5}"/>
                </a:ext>
              </a:extLst>
            </p:cNvPr>
            <p:cNvSpPr/>
            <p:nvPr/>
          </p:nvSpPr>
          <p:spPr>
            <a:xfrm>
              <a:off x="4427662" y="6653070"/>
              <a:ext cx="72114" cy="12580"/>
            </a:xfrm>
            <a:custGeom>
              <a:avLst/>
              <a:gdLst>
                <a:gd name="connsiteX0" fmla="*/ 57055 w 57054"/>
                <a:gd name="connsiteY0" fmla="*/ 0 h 9525"/>
                <a:gd name="connsiteX1" fmla="*/ 0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57055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6" name="任意多边形: 形状 1525">
              <a:extLst>
                <a:ext uri="{FF2B5EF4-FFF2-40B4-BE49-F238E27FC236}">
                  <a16:creationId xmlns:a16="http://schemas.microsoft.com/office/drawing/2014/main" id="{2F889AE5-EB18-46EA-AE72-7BD0B675271C}"/>
                </a:ext>
              </a:extLst>
            </p:cNvPr>
            <p:cNvSpPr/>
            <p:nvPr/>
          </p:nvSpPr>
          <p:spPr>
            <a:xfrm>
              <a:off x="4526624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7" name="任意多边形: 形状 1526">
              <a:extLst>
                <a:ext uri="{FF2B5EF4-FFF2-40B4-BE49-F238E27FC236}">
                  <a16:creationId xmlns:a16="http://schemas.microsoft.com/office/drawing/2014/main" id="{895AFBBE-8FD3-48E9-BEC9-E3D8CEEE51B3}"/>
                </a:ext>
              </a:extLst>
            </p:cNvPr>
            <p:cNvSpPr/>
            <p:nvPr/>
          </p:nvSpPr>
          <p:spPr>
            <a:xfrm>
              <a:off x="4618845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8" name="任意多边形: 形状 1527">
              <a:extLst>
                <a:ext uri="{FF2B5EF4-FFF2-40B4-BE49-F238E27FC236}">
                  <a16:creationId xmlns:a16="http://schemas.microsoft.com/office/drawing/2014/main" id="{48D94B39-9F08-48F8-95AA-01347B3D836F}"/>
                </a:ext>
              </a:extLst>
            </p:cNvPr>
            <p:cNvSpPr/>
            <p:nvPr/>
          </p:nvSpPr>
          <p:spPr>
            <a:xfrm>
              <a:off x="4712028" y="6653070"/>
              <a:ext cx="68743" cy="12580"/>
            </a:xfrm>
            <a:custGeom>
              <a:avLst/>
              <a:gdLst>
                <a:gd name="connsiteX0" fmla="*/ 54388 w 54387"/>
                <a:gd name="connsiteY0" fmla="*/ 0 h 9525"/>
                <a:gd name="connsiteX1" fmla="*/ 0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54388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9" name="任意多边形: 形状 1528">
              <a:extLst>
                <a:ext uri="{FF2B5EF4-FFF2-40B4-BE49-F238E27FC236}">
                  <a16:creationId xmlns:a16="http://schemas.microsoft.com/office/drawing/2014/main" id="{7ADB7E62-C05F-4150-8099-F1AFC9FB61A9}"/>
                </a:ext>
              </a:extLst>
            </p:cNvPr>
            <p:cNvSpPr/>
            <p:nvPr/>
          </p:nvSpPr>
          <p:spPr>
            <a:xfrm>
              <a:off x="4805694" y="6653070"/>
              <a:ext cx="75967" cy="12580"/>
            </a:xfrm>
            <a:custGeom>
              <a:avLst/>
              <a:gdLst>
                <a:gd name="connsiteX0" fmla="*/ 60103 w 60102"/>
                <a:gd name="connsiteY0" fmla="*/ 0 h 9525"/>
                <a:gd name="connsiteX1" fmla="*/ 0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6010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0" name="任意多边形: 形状 1529">
              <a:extLst>
                <a:ext uri="{FF2B5EF4-FFF2-40B4-BE49-F238E27FC236}">
                  <a16:creationId xmlns:a16="http://schemas.microsoft.com/office/drawing/2014/main" id="{4A7EB533-7675-4511-A8B5-53AA16265B54}"/>
                </a:ext>
              </a:extLst>
            </p:cNvPr>
            <p:cNvSpPr/>
            <p:nvPr/>
          </p:nvSpPr>
          <p:spPr>
            <a:xfrm>
              <a:off x="4315696" y="5828948"/>
              <a:ext cx="654453" cy="12580"/>
            </a:xfrm>
            <a:custGeom>
              <a:avLst/>
              <a:gdLst>
                <a:gd name="connsiteX0" fmla="*/ 0 w 517779"/>
                <a:gd name="connsiteY0" fmla="*/ 0 h 9525"/>
                <a:gd name="connsiteX1" fmla="*/ 517779 w 5177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779" h="9525">
                  <a:moveTo>
                    <a:pt x="0" y="0"/>
                  </a:moveTo>
                  <a:lnTo>
                    <a:pt x="517779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1" name="任意多边形: 形状 1530">
              <a:extLst>
                <a:ext uri="{FF2B5EF4-FFF2-40B4-BE49-F238E27FC236}">
                  <a16:creationId xmlns:a16="http://schemas.microsoft.com/office/drawing/2014/main" id="{1E3E3CF6-9198-46FF-9439-15D8D33E8199}"/>
                </a:ext>
              </a:extLst>
            </p:cNvPr>
            <p:cNvSpPr/>
            <p:nvPr/>
          </p:nvSpPr>
          <p:spPr>
            <a:xfrm>
              <a:off x="49701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2" name="任意多边形: 形状 1531">
              <a:extLst>
                <a:ext uri="{FF2B5EF4-FFF2-40B4-BE49-F238E27FC236}">
                  <a16:creationId xmlns:a16="http://schemas.microsoft.com/office/drawing/2014/main" id="{D6DF5F6F-276E-4A70-A93C-FA221D5D1BF4}"/>
                </a:ext>
              </a:extLst>
            </p:cNvPr>
            <p:cNvSpPr/>
            <p:nvPr/>
          </p:nvSpPr>
          <p:spPr>
            <a:xfrm>
              <a:off x="4970150" y="5485260"/>
              <a:ext cx="2251699" cy="33463"/>
            </a:xfrm>
            <a:custGeom>
              <a:avLst/>
              <a:gdLst>
                <a:gd name="connsiteX0" fmla="*/ 0 w 1781460"/>
                <a:gd name="connsiteY0" fmla="*/ 0 h 25336"/>
                <a:gd name="connsiteX1" fmla="*/ 1781461 w 1781460"/>
                <a:gd name="connsiteY1" fmla="*/ 0 h 25336"/>
                <a:gd name="connsiteX2" fmla="*/ 1781461 w 1781460"/>
                <a:gd name="connsiteY2" fmla="*/ 25337 h 25336"/>
                <a:gd name="connsiteX3" fmla="*/ 0 w 1781460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1460" h="25336">
                  <a:moveTo>
                    <a:pt x="0" y="0"/>
                  </a:moveTo>
                  <a:lnTo>
                    <a:pt x="1781461" y="0"/>
                  </a:lnTo>
                  <a:lnTo>
                    <a:pt x="1781461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3" name="任意多边形: 形状 1532">
              <a:extLst>
                <a:ext uri="{FF2B5EF4-FFF2-40B4-BE49-F238E27FC236}">
                  <a16:creationId xmlns:a16="http://schemas.microsoft.com/office/drawing/2014/main" id="{7F011A2B-1D01-4EBA-8FEA-43B29FE0E958}"/>
                </a:ext>
              </a:extLst>
            </p:cNvPr>
            <p:cNvSpPr/>
            <p:nvPr/>
          </p:nvSpPr>
          <p:spPr>
            <a:xfrm>
              <a:off x="4927532" y="5410911"/>
              <a:ext cx="2336937" cy="33463"/>
            </a:xfrm>
            <a:custGeom>
              <a:avLst/>
              <a:gdLst>
                <a:gd name="connsiteX0" fmla="*/ 0 w 1848897"/>
                <a:gd name="connsiteY0" fmla="*/ 0 h 25336"/>
                <a:gd name="connsiteX1" fmla="*/ 1848898 w 1848897"/>
                <a:gd name="connsiteY1" fmla="*/ 0 h 25336"/>
                <a:gd name="connsiteX2" fmla="*/ 1848898 w 1848897"/>
                <a:gd name="connsiteY2" fmla="*/ 25337 h 25336"/>
                <a:gd name="connsiteX3" fmla="*/ 0 w 1848897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8897" h="25336">
                  <a:moveTo>
                    <a:pt x="0" y="0"/>
                  </a:moveTo>
                  <a:lnTo>
                    <a:pt x="1848898" y="0"/>
                  </a:lnTo>
                  <a:lnTo>
                    <a:pt x="1848898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4" name="任意多边形: 形状 1533">
              <a:extLst>
                <a:ext uri="{FF2B5EF4-FFF2-40B4-BE49-F238E27FC236}">
                  <a16:creationId xmlns:a16="http://schemas.microsoft.com/office/drawing/2014/main" id="{2A0292BA-ACD1-42BE-8584-4F2B0D766327}"/>
                </a:ext>
              </a:extLst>
            </p:cNvPr>
            <p:cNvSpPr/>
            <p:nvPr/>
          </p:nvSpPr>
          <p:spPr>
            <a:xfrm>
              <a:off x="4947156" y="5444373"/>
              <a:ext cx="2297569" cy="40885"/>
            </a:xfrm>
            <a:custGeom>
              <a:avLst/>
              <a:gdLst>
                <a:gd name="connsiteX0" fmla="*/ 0 w 1817751"/>
                <a:gd name="connsiteY0" fmla="*/ 0 h 30956"/>
                <a:gd name="connsiteX1" fmla="*/ 1817751 w 1817751"/>
                <a:gd name="connsiteY1" fmla="*/ 0 h 30956"/>
                <a:gd name="connsiteX2" fmla="*/ 1817751 w 1817751"/>
                <a:gd name="connsiteY2" fmla="*/ 30956 h 30956"/>
                <a:gd name="connsiteX3" fmla="*/ 0 w 1817751"/>
                <a:gd name="connsiteY3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7751" h="30956">
                  <a:moveTo>
                    <a:pt x="0" y="0"/>
                  </a:moveTo>
                  <a:lnTo>
                    <a:pt x="1817751" y="0"/>
                  </a:lnTo>
                  <a:lnTo>
                    <a:pt x="1817751" y="30956"/>
                  </a:lnTo>
                  <a:lnTo>
                    <a:pt x="0" y="30956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5" name="任意多边形: 形状 1534">
              <a:extLst>
                <a:ext uri="{FF2B5EF4-FFF2-40B4-BE49-F238E27FC236}">
                  <a16:creationId xmlns:a16="http://schemas.microsoft.com/office/drawing/2014/main" id="{96048DA1-EDFE-46B1-B23F-DD5032300236}"/>
                </a:ext>
              </a:extLst>
            </p:cNvPr>
            <p:cNvSpPr/>
            <p:nvPr/>
          </p:nvSpPr>
          <p:spPr>
            <a:xfrm>
              <a:off x="507356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6" name="任意多边形: 形状 1535">
              <a:extLst>
                <a:ext uri="{FF2B5EF4-FFF2-40B4-BE49-F238E27FC236}">
                  <a16:creationId xmlns:a16="http://schemas.microsoft.com/office/drawing/2014/main" id="{1F436763-B6C8-4A54-AED6-4C11EB63AE78}"/>
                </a:ext>
              </a:extLst>
            </p:cNvPr>
            <p:cNvSpPr/>
            <p:nvPr/>
          </p:nvSpPr>
          <p:spPr>
            <a:xfrm>
              <a:off x="5274502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7" name="任意多边形: 形状 1536">
              <a:extLst>
                <a:ext uri="{FF2B5EF4-FFF2-40B4-BE49-F238E27FC236}">
                  <a16:creationId xmlns:a16="http://schemas.microsoft.com/office/drawing/2014/main" id="{82C4560B-5949-4F36-9D9A-452C5282DD24}"/>
                </a:ext>
              </a:extLst>
            </p:cNvPr>
            <p:cNvSpPr/>
            <p:nvPr/>
          </p:nvSpPr>
          <p:spPr>
            <a:xfrm>
              <a:off x="5483263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8" name="任意多边形: 形状 1537">
              <a:extLst>
                <a:ext uri="{FF2B5EF4-FFF2-40B4-BE49-F238E27FC236}">
                  <a16:creationId xmlns:a16="http://schemas.microsoft.com/office/drawing/2014/main" id="{758EF036-EB07-4923-ACFF-5B9C6433E81F}"/>
                </a:ext>
              </a:extLst>
            </p:cNvPr>
            <p:cNvSpPr/>
            <p:nvPr/>
          </p:nvSpPr>
          <p:spPr>
            <a:xfrm>
              <a:off x="569214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9" name="任意多边形: 形状 1538">
              <a:extLst>
                <a:ext uri="{FF2B5EF4-FFF2-40B4-BE49-F238E27FC236}">
                  <a16:creationId xmlns:a16="http://schemas.microsoft.com/office/drawing/2014/main" id="{52C8855C-FFF8-49DF-B401-F22A102E19AD}"/>
                </a:ext>
              </a:extLst>
            </p:cNvPr>
            <p:cNvSpPr/>
            <p:nvPr/>
          </p:nvSpPr>
          <p:spPr>
            <a:xfrm>
              <a:off x="59009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0" name="任意多边形: 形状 1539">
              <a:extLst>
                <a:ext uri="{FF2B5EF4-FFF2-40B4-BE49-F238E27FC236}">
                  <a16:creationId xmlns:a16="http://schemas.microsoft.com/office/drawing/2014/main" id="{2B8BAA33-EC86-4E97-A966-E0B9FF7A1199}"/>
                </a:ext>
              </a:extLst>
            </p:cNvPr>
            <p:cNvSpPr/>
            <p:nvPr/>
          </p:nvSpPr>
          <p:spPr>
            <a:xfrm>
              <a:off x="610966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1" name="任意多边形: 形状 1540">
              <a:extLst>
                <a:ext uri="{FF2B5EF4-FFF2-40B4-BE49-F238E27FC236}">
                  <a16:creationId xmlns:a16="http://schemas.microsoft.com/office/drawing/2014/main" id="{6FB805A3-6412-4D52-8352-35E26CFD175A}"/>
                </a:ext>
              </a:extLst>
            </p:cNvPr>
            <p:cNvSpPr/>
            <p:nvPr/>
          </p:nvSpPr>
          <p:spPr>
            <a:xfrm>
              <a:off x="6318425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2" name="任意多边形: 形状 1541">
              <a:extLst>
                <a:ext uri="{FF2B5EF4-FFF2-40B4-BE49-F238E27FC236}">
                  <a16:creationId xmlns:a16="http://schemas.microsoft.com/office/drawing/2014/main" id="{BD85431B-606B-4F94-B863-4E19C57F9BE9}"/>
                </a:ext>
              </a:extLst>
            </p:cNvPr>
            <p:cNvSpPr/>
            <p:nvPr/>
          </p:nvSpPr>
          <p:spPr>
            <a:xfrm>
              <a:off x="652730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3" name="任意多边形: 形状 1542">
              <a:extLst>
                <a:ext uri="{FF2B5EF4-FFF2-40B4-BE49-F238E27FC236}">
                  <a16:creationId xmlns:a16="http://schemas.microsoft.com/office/drawing/2014/main" id="{679D9B23-859C-4820-8636-24FA9E75187A}"/>
                </a:ext>
              </a:extLst>
            </p:cNvPr>
            <p:cNvSpPr/>
            <p:nvPr/>
          </p:nvSpPr>
          <p:spPr>
            <a:xfrm>
              <a:off x="6736066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4" name="任意多边形: 形状 1543">
              <a:extLst>
                <a:ext uri="{FF2B5EF4-FFF2-40B4-BE49-F238E27FC236}">
                  <a16:creationId xmlns:a16="http://schemas.microsoft.com/office/drawing/2014/main" id="{A864BBB1-47C8-41FC-B239-5737EAA22A30}"/>
                </a:ext>
              </a:extLst>
            </p:cNvPr>
            <p:cNvSpPr/>
            <p:nvPr/>
          </p:nvSpPr>
          <p:spPr>
            <a:xfrm>
              <a:off x="6944827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5" name="任意多边形: 形状 1544">
              <a:extLst>
                <a:ext uri="{FF2B5EF4-FFF2-40B4-BE49-F238E27FC236}">
                  <a16:creationId xmlns:a16="http://schemas.microsoft.com/office/drawing/2014/main" id="{F9BE573D-C224-4EF4-80C4-E9715AA5397A}"/>
                </a:ext>
              </a:extLst>
            </p:cNvPr>
            <p:cNvSpPr/>
            <p:nvPr/>
          </p:nvSpPr>
          <p:spPr>
            <a:xfrm>
              <a:off x="7109404" y="5444373"/>
              <a:ext cx="12039" cy="40885"/>
            </a:xfrm>
            <a:custGeom>
              <a:avLst/>
              <a:gdLst>
                <a:gd name="connsiteX0" fmla="*/ 0 w 9525"/>
                <a:gd name="connsiteY0" fmla="*/ 0 h 30956"/>
                <a:gd name="connsiteX1" fmla="*/ 0 w 9525"/>
                <a:gd name="connsiteY1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0956">
                  <a:moveTo>
                    <a:pt x="0" y="0"/>
                  </a:moveTo>
                  <a:lnTo>
                    <a:pt x="0" y="3095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6" name="任意多边形: 形状 1545">
              <a:extLst>
                <a:ext uri="{FF2B5EF4-FFF2-40B4-BE49-F238E27FC236}">
                  <a16:creationId xmlns:a16="http://schemas.microsoft.com/office/drawing/2014/main" id="{B0A73F75-55C2-44EB-85C6-09E3DC34F5D1}"/>
                </a:ext>
              </a:extLst>
            </p:cNvPr>
            <p:cNvSpPr/>
            <p:nvPr/>
          </p:nvSpPr>
          <p:spPr>
            <a:xfrm>
              <a:off x="5109926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7" name="任意多边形: 形状 1546">
              <a:extLst>
                <a:ext uri="{FF2B5EF4-FFF2-40B4-BE49-F238E27FC236}">
                  <a16:creationId xmlns:a16="http://schemas.microsoft.com/office/drawing/2014/main" id="{2D5D36EF-7EE0-44C1-B88F-6B14E254D714}"/>
                </a:ext>
              </a:extLst>
            </p:cNvPr>
            <p:cNvSpPr/>
            <p:nvPr/>
          </p:nvSpPr>
          <p:spPr>
            <a:xfrm>
              <a:off x="5155796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8" name="任意多边形: 形状 1547">
              <a:extLst>
                <a:ext uri="{FF2B5EF4-FFF2-40B4-BE49-F238E27FC236}">
                  <a16:creationId xmlns:a16="http://schemas.microsoft.com/office/drawing/2014/main" id="{44438E01-5997-4784-B58A-C04B3B24CA09}"/>
                </a:ext>
              </a:extLst>
            </p:cNvPr>
            <p:cNvSpPr/>
            <p:nvPr/>
          </p:nvSpPr>
          <p:spPr>
            <a:xfrm>
              <a:off x="5209851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9" name="任意多边形: 形状 1548">
              <a:extLst>
                <a:ext uri="{FF2B5EF4-FFF2-40B4-BE49-F238E27FC236}">
                  <a16:creationId xmlns:a16="http://schemas.microsoft.com/office/drawing/2014/main" id="{6C25D387-A5B2-461E-B5C7-BCFF0185AB8E}"/>
                </a:ext>
              </a:extLst>
            </p:cNvPr>
            <p:cNvSpPr/>
            <p:nvPr/>
          </p:nvSpPr>
          <p:spPr>
            <a:xfrm>
              <a:off x="5263787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0" name="任意多边形: 形状 1549">
              <a:extLst>
                <a:ext uri="{FF2B5EF4-FFF2-40B4-BE49-F238E27FC236}">
                  <a16:creationId xmlns:a16="http://schemas.microsoft.com/office/drawing/2014/main" id="{EDBFACD6-9A79-4B05-8E69-3F7D9582FDB1}"/>
                </a:ext>
              </a:extLst>
            </p:cNvPr>
            <p:cNvSpPr/>
            <p:nvPr/>
          </p:nvSpPr>
          <p:spPr>
            <a:xfrm>
              <a:off x="6842253" y="5355433"/>
              <a:ext cx="239700" cy="55478"/>
            </a:xfrm>
            <a:custGeom>
              <a:avLst/>
              <a:gdLst>
                <a:gd name="connsiteX0" fmla="*/ 0 w 189642"/>
                <a:gd name="connsiteY0" fmla="*/ 0 h 42005"/>
                <a:gd name="connsiteX1" fmla="*/ 189643 w 189642"/>
                <a:gd name="connsiteY1" fmla="*/ 0 h 42005"/>
                <a:gd name="connsiteX2" fmla="*/ 189643 w 189642"/>
                <a:gd name="connsiteY2" fmla="*/ 42005 h 42005"/>
                <a:gd name="connsiteX3" fmla="*/ 0 w 189642"/>
                <a:gd name="connsiteY3" fmla="*/ 4200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642" h="42005">
                  <a:moveTo>
                    <a:pt x="0" y="0"/>
                  </a:moveTo>
                  <a:lnTo>
                    <a:pt x="189643" y="0"/>
                  </a:lnTo>
                  <a:lnTo>
                    <a:pt x="189643" y="42005"/>
                  </a:lnTo>
                  <a:lnTo>
                    <a:pt x="0" y="42005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1" name="任意多边形: 形状 1550">
              <a:extLst>
                <a:ext uri="{FF2B5EF4-FFF2-40B4-BE49-F238E27FC236}">
                  <a16:creationId xmlns:a16="http://schemas.microsoft.com/office/drawing/2014/main" id="{D95176F0-C79D-4A42-9E8D-23649168CA83}"/>
                </a:ext>
              </a:extLst>
            </p:cNvPr>
            <p:cNvSpPr/>
            <p:nvPr/>
          </p:nvSpPr>
          <p:spPr>
            <a:xfrm>
              <a:off x="7014775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2" name="任意多边形: 形状 1551">
              <a:extLst>
                <a:ext uri="{FF2B5EF4-FFF2-40B4-BE49-F238E27FC236}">
                  <a16:creationId xmlns:a16="http://schemas.microsoft.com/office/drawing/2014/main" id="{27471495-6EA5-4A51-A304-18BA473C1AA2}"/>
                </a:ext>
              </a:extLst>
            </p:cNvPr>
            <p:cNvSpPr/>
            <p:nvPr/>
          </p:nvSpPr>
          <p:spPr>
            <a:xfrm>
              <a:off x="6960839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4 w 16954"/>
                <a:gd name="connsiteY1" fmla="*/ 0 h 26670"/>
                <a:gd name="connsiteX2" fmla="*/ 16954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4" y="0"/>
                  </a:lnTo>
                  <a:lnTo>
                    <a:pt x="16954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3" name="任意多边形: 形状 1552">
              <a:extLst>
                <a:ext uri="{FF2B5EF4-FFF2-40B4-BE49-F238E27FC236}">
                  <a16:creationId xmlns:a16="http://schemas.microsoft.com/office/drawing/2014/main" id="{51500045-35C1-4696-9F90-1E8230FB311E}"/>
                </a:ext>
              </a:extLst>
            </p:cNvPr>
            <p:cNvSpPr/>
            <p:nvPr/>
          </p:nvSpPr>
          <p:spPr>
            <a:xfrm>
              <a:off x="6906783" y="5375687"/>
              <a:ext cx="21429" cy="35224"/>
            </a:xfrm>
            <a:custGeom>
              <a:avLst/>
              <a:gdLst>
                <a:gd name="connsiteX0" fmla="*/ 0 w 16954"/>
                <a:gd name="connsiteY0" fmla="*/ 0 h 26670"/>
                <a:gd name="connsiteX1" fmla="*/ 16955 w 16954"/>
                <a:gd name="connsiteY1" fmla="*/ 0 h 26670"/>
                <a:gd name="connsiteX2" fmla="*/ 16955 w 16954"/>
                <a:gd name="connsiteY2" fmla="*/ 26670 h 26670"/>
                <a:gd name="connsiteX3" fmla="*/ 0 w 16954"/>
                <a:gd name="connsiteY3" fmla="*/ 26670 h 2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26670">
                  <a:moveTo>
                    <a:pt x="0" y="0"/>
                  </a:moveTo>
                  <a:lnTo>
                    <a:pt x="16955" y="0"/>
                  </a:lnTo>
                  <a:lnTo>
                    <a:pt x="16955" y="26670"/>
                  </a:lnTo>
                  <a:lnTo>
                    <a:pt x="0" y="26670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4" name="任意多边形: 形状 1553">
              <a:extLst>
                <a:ext uri="{FF2B5EF4-FFF2-40B4-BE49-F238E27FC236}">
                  <a16:creationId xmlns:a16="http://schemas.microsoft.com/office/drawing/2014/main" id="{1291ABE6-B4B4-4120-B869-EC4147C6CB46}"/>
                </a:ext>
              </a:extLst>
            </p:cNvPr>
            <p:cNvSpPr/>
            <p:nvPr/>
          </p:nvSpPr>
          <p:spPr>
            <a:xfrm>
              <a:off x="5178309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5" name="任意多边形: 形状 1554">
              <a:extLst>
                <a:ext uri="{FF2B5EF4-FFF2-40B4-BE49-F238E27FC236}">
                  <a16:creationId xmlns:a16="http://schemas.microsoft.com/office/drawing/2014/main" id="{B92A285F-920D-45DF-9787-A7F2C0C1BDE6}"/>
                </a:ext>
              </a:extLst>
            </p:cNvPr>
            <p:cNvSpPr/>
            <p:nvPr/>
          </p:nvSpPr>
          <p:spPr>
            <a:xfrm>
              <a:off x="4970150" y="5672954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6" name="任意多边形: 形状 1555">
              <a:extLst>
                <a:ext uri="{FF2B5EF4-FFF2-40B4-BE49-F238E27FC236}">
                  <a16:creationId xmlns:a16="http://schemas.microsoft.com/office/drawing/2014/main" id="{60E125AE-0006-40FC-94C1-B8605B9B4B6D}"/>
                </a:ext>
              </a:extLst>
            </p:cNvPr>
            <p:cNvSpPr/>
            <p:nvPr/>
          </p:nvSpPr>
          <p:spPr>
            <a:xfrm>
              <a:off x="7221850" y="5485260"/>
              <a:ext cx="12039" cy="1303550"/>
            </a:xfrm>
            <a:custGeom>
              <a:avLst/>
              <a:gdLst>
                <a:gd name="connsiteX0" fmla="*/ 0 w 9525"/>
                <a:gd name="connsiteY0" fmla="*/ 0 h 986980"/>
                <a:gd name="connsiteX1" fmla="*/ 0 w 9525"/>
                <a:gd name="connsiteY1" fmla="*/ 986981 h 98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86980">
                  <a:moveTo>
                    <a:pt x="0" y="0"/>
                  </a:moveTo>
                  <a:lnTo>
                    <a:pt x="0" y="986981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7" name="任意多边形: 形状 1556">
              <a:extLst>
                <a:ext uri="{FF2B5EF4-FFF2-40B4-BE49-F238E27FC236}">
                  <a16:creationId xmlns:a16="http://schemas.microsoft.com/office/drawing/2014/main" id="{802AFFB2-178D-4A12-817B-9EE72BDBEBCB}"/>
                </a:ext>
              </a:extLst>
            </p:cNvPr>
            <p:cNvSpPr/>
            <p:nvPr/>
          </p:nvSpPr>
          <p:spPr>
            <a:xfrm>
              <a:off x="4970150" y="5704530"/>
              <a:ext cx="2251699" cy="12580"/>
            </a:xfrm>
            <a:custGeom>
              <a:avLst/>
              <a:gdLst>
                <a:gd name="connsiteX0" fmla="*/ 1781461 w 1781460"/>
                <a:gd name="connsiteY0" fmla="*/ 0 h 9525"/>
                <a:gd name="connsiteX1" fmla="*/ 0 w 178146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460" h="9525">
                  <a:moveTo>
                    <a:pt x="178146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8" name="任意多边形: 形状 1557">
              <a:extLst>
                <a:ext uri="{FF2B5EF4-FFF2-40B4-BE49-F238E27FC236}">
                  <a16:creationId xmlns:a16="http://schemas.microsoft.com/office/drawing/2014/main" id="{1658AA84-3EB9-40E6-A40C-B59C74884428}"/>
                </a:ext>
              </a:extLst>
            </p:cNvPr>
            <p:cNvSpPr/>
            <p:nvPr/>
          </p:nvSpPr>
          <p:spPr>
            <a:xfrm>
              <a:off x="5039014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6 w 59626"/>
                <a:gd name="connsiteY1" fmla="*/ 0 h 792861"/>
                <a:gd name="connsiteX2" fmla="*/ 59626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6" y="0"/>
                  </a:lnTo>
                  <a:lnTo>
                    <a:pt x="59626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9" name="任意多边形: 形状 1558">
              <a:extLst>
                <a:ext uri="{FF2B5EF4-FFF2-40B4-BE49-F238E27FC236}">
                  <a16:creationId xmlns:a16="http://schemas.microsoft.com/office/drawing/2014/main" id="{49E02B65-89E1-40EB-99CA-F1A867B4FFE2}"/>
                </a:ext>
              </a:extLst>
            </p:cNvPr>
            <p:cNvSpPr/>
            <p:nvPr/>
          </p:nvSpPr>
          <p:spPr>
            <a:xfrm>
              <a:off x="5039014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6 w 59626"/>
                <a:gd name="connsiteY1" fmla="*/ 0 h 71628"/>
                <a:gd name="connsiteX2" fmla="*/ 59626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6" y="0"/>
                  </a:lnTo>
                  <a:lnTo>
                    <a:pt x="59626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0" name="任意多边形: 形状 1559">
              <a:extLst>
                <a:ext uri="{FF2B5EF4-FFF2-40B4-BE49-F238E27FC236}">
                  <a16:creationId xmlns:a16="http://schemas.microsoft.com/office/drawing/2014/main" id="{BFCD3B41-DF6B-4F8E-8FA9-EA785727C65D}"/>
                </a:ext>
              </a:extLst>
            </p:cNvPr>
            <p:cNvSpPr/>
            <p:nvPr/>
          </p:nvSpPr>
          <p:spPr>
            <a:xfrm>
              <a:off x="6995754" y="5518722"/>
              <a:ext cx="12039" cy="1270088"/>
            </a:xfrm>
            <a:custGeom>
              <a:avLst/>
              <a:gdLst>
                <a:gd name="connsiteX0" fmla="*/ 0 w 9525"/>
                <a:gd name="connsiteY0" fmla="*/ 0 h 961644"/>
                <a:gd name="connsiteX1" fmla="*/ 0 w 9525"/>
                <a:gd name="connsiteY1" fmla="*/ 961644 h 96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61644">
                  <a:moveTo>
                    <a:pt x="0" y="0"/>
                  </a:moveTo>
                  <a:lnTo>
                    <a:pt x="0" y="961644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1" name="任意多边形: 形状 1560">
              <a:extLst>
                <a:ext uri="{FF2B5EF4-FFF2-40B4-BE49-F238E27FC236}">
                  <a16:creationId xmlns:a16="http://schemas.microsoft.com/office/drawing/2014/main" id="{628EF48D-2FE4-4DF9-9D01-F806ECDB2B59}"/>
                </a:ext>
              </a:extLst>
            </p:cNvPr>
            <p:cNvSpPr/>
            <p:nvPr/>
          </p:nvSpPr>
          <p:spPr>
            <a:xfrm>
              <a:off x="5039014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2" name="任意多边形: 形状 1561">
              <a:extLst>
                <a:ext uri="{FF2B5EF4-FFF2-40B4-BE49-F238E27FC236}">
                  <a16:creationId xmlns:a16="http://schemas.microsoft.com/office/drawing/2014/main" id="{5E7CA35E-C74C-4607-B849-61CD1970CB00}"/>
                </a:ext>
              </a:extLst>
            </p:cNvPr>
            <p:cNvSpPr/>
            <p:nvPr/>
          </p:nvSpPr>
          <p:spPr>
            <a:xfrm>
              <a:off x="5039014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3" name="任意多边形: 形状 1562">
              <a:extLst>
                <a:ext uri="{FF2B5EF4-FFF2-40B4-BE49-F238E27FC236}">
                  <a16:creationId xmlns:a16="http://schemas.microsoft.com/office/drawing/2014/main" id="{075B85A3-E3A8-4795-84DE-14683EB524FB}"/>
                </a:ext>
              </a:extLst>
            </p:cNvPr>
            <p:cNvSpPr/>
            <p:nvPr/>
          </p:nvSpPr>
          <p:spPr>
            <a:xfrm>
              <a:off x="5039014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4" name="任意多边形: 形状 1563">
              <a:extLst>
                <a:ext uri="{FF2B5EF4-FFF2-40B4-BE49-F238E27FC236}">
                  <a16:creationId xmlns:a16="http://schemas.microsoft.com/office/drawing/2014/main" id="{B929C5F0-47C8-4733-8C64-3425F1072C1D}"/>
                </a:ext>
              </a:extLst>
            </p:cNvPr>
            <p:cNvSpPr/>
            <p:nvPr/>
          </p:nvSpPr>
          <p:spPr>
            <a:xfrm>
              <a:off x="5039014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5" name="任意多边形: 形状 1564">
              <a:extLst>
                <a:ext uri="{FF2B5EF4-FFF2-40B4-BE49-F238E27FC236}">
                  <a16:creationId xmlns:a16="http://schemas.microsoft.com/office/drawing/2014/main" id="{4CF4F700-6942-4325-8438-C1834B294425}"/>
                </a:ext>
              </a:extLst>
            </p:cNvPr>
            <p:cNvSpPr/>
            <p:nvPr/>
          </p:nvSpPr>
          <p:spPr>
            <a:xfrm>
              <a:off x="5039014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6" name="任意多边形: 形状 1565">
              <a:extLst>
                <a:ext uri="{FF2B5EF4-FFF2-40B4-BE49-F238E27FC236}">
                  <a16:creationId xmlns:a16="http://schemas.microsoft.com/office/drawing/2014/main" id="{0EA30840-978A-4A76-A278-A07E1977B26D}"/>
                </a:ext>
              </a:extLst>
            </p:cNvPr>
            <p:cNvSpPr/>
            <p:nvPr/>
          </p:nvSpPr>
          <p:spPr>
            <a:xfrm>
              <a:off x="5039014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7" name="任意多边形: 形状 1566">
              <a:extLst>
                <a:ext uri="{FF2B5EF4-FFF2-40B4-BE49-F238E27FC236}">
                  <a16:creationId xmlns:a16="http://schemas.microsoft.com/office/drawing/2014/main" id="{4BF362FD-35EA-4C0F-86ED-F87563B90DEA}"/>
                </a:ext>
              </a:extLst>
            </p:cNvPr>
            <p:cNvSpPr/>
            <p:nvPr/>
          </p:nvSpPr>
          <p:spPr>
            <a:xfrm>
              <a:off x="5039014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8" name="任意多边形: 形状 1567">
              <a:extLst>
                <a:ext uri="{FF2B5EF4-FFF2-40B4-BE49-F238E27FC236}">
                  <a16:creationId xmlns:a16="http://schemas.microsoft.com/office/drawing/2014/main" id="{87040D81-741E-486F-A365-89EE455D53A6}"/>
                </a:ext>
              </a:extLst>
            </p:cNvPr>
            <p:cNvSpPr/>
            <p:nvPr/>
          </p:nvSpPr>
          <p:spPr>
            <a:xfrm>
              <a:off x="5039014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9" name="任意多边形: 形状 1568">
              <a:extLst>
                <a:ext uri="{FF2B5EF4-FFF2-40B4-BE49-F238E27FC236}">
                  <a16:creationId xmlns:a16="http://schemas.microsoft.com/office/drawing/2014/main" id="{B1DB153E-BE94-4DD6-8B29-D341705CFEF5}"/>
                </a:ext>
              </a:extLst>
            </p:cNvPr>
            <p:cNvSpPr/>
            <p:nvPr/>
          </p:nvSpPr>
          <p:spPr>
            <a:xfrm>
              <a:off x="7071119" y="5741642"/>
              <a:ext cx="75365" cy="1047168"/>
            </a:xfrm>
            <a:custGeom>
              <a:avLst/>
              <a:gdLst>
                <a:gd name="connsiteX0" fmla="*/ 0 w 59626"/>
                <a:gd name="connsiteY0" fmla="*/ 0 h 792861"/>
                <a:gd name="connsiteX1" fmla="*/ 59627 w 59626"/>
                <a:gd name="connsiteY1" fmla="*/ 0 h 792861"/>
                <a:gd name="connsiteX2" fmla="*/ 59627 w 59626"/>
                <a:gd name="connsiteY2" fmla="*/ 792861 h 792861"/>
                <a:gd name="connsiteX3" fmla="*/ 0 w 59626"/>
                <a:gd name="connsiteY3" fmla="*/ 792861 h 79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92861">
                  <a:moveTo>
                    <a:pt x="0" y="0"/>
                  </a:moveTo>
                  <a:lnTo>
                    <a:pt x="59627" y="0"/>
                  </a:lnTo>
                  <a:lnTo>
                    <a:pt x="59627" y="792861"/>
                  </a:lnTo>
                  <a:lnTo>
                    <a:pt x="0" y="792861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0" name="任意多边形: 形状 1569">
              <a:extLst>
                <a:ext uri="{FF2B5EF4-FFF2-40B4-BE49-F238E27FC236}">
                  <a16:creationId xmlns:a16="http://schemas.microsoft.com/office/drawing/2014/main" id="{F8A2056C-D072-44BB-B24F-019BB891050A}"/>
                </a:ext>
              </a:extLst>
            </p:cNvPr>
            <p:cNvSpPr/>
            <p:nvPr/>
          </p:nvSpPr>
          <p:spPr>
            <a:xfrm>
              <a:off x="7071119" y="5810330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1" name="任意多边形: 形状 1570">
              <a:extLst>
                <a:ext uri="{FF2B5EF4-FFF2-40B4-BE49-F238E27FC236}">
                  <a16:creationId xmlns:a16="http://schemas.microsoft.com/office/drawing/2014/main" id="{DBC73ADB-2316-489E-BFB9-24D4F02D933B}"/>
                </a:ext>
              </a:extLst>
            </p:cNvPr>
            <p:cNvSpPr/>
            <p:nvPr/>
          </p:nvSpPr>
          <p:spPr>
            <a:xfrm>
              <a:off x="7071119" y="5897635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2" name="任意多边形: 形状 1571">
              <a:extLst>
                <a:ext uri="{FF2B5EF4-FFF2-40B4-BE49-F238E27FC236}">
                  <a16:creationId xmlns:a16="http://schemas.microsoft.com/office/drawing/2014/main" id="{718A97BF-1D12-4E52-8C44-DFB50AB138C2}"/>
                </a:ext>
              </a:extLst>
            </p:cNvPr>
            <p:cNvSpPr/>
            <p:nvPr/>
          </p:nvSpPr>
          <p:spPr>
            <a:xfrm>
              <a:off x="7071119" y="5984942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3" name="任意多边形: 形状 1572">
              <a:extLst>
                <a:ext uri="{FF2B5EF4-FFF2-40B4-BE49-F238E27FC236}">
                  <a16:creationId xmlns:a16="http://schemas.microsoft.com/office/drawing/2014/main" id="{E1CF712A-6959-410D-9F2D-8104C65F398F}"/>
                </a:ext>
              </a:extLst>
            </p:cNvPr>
            <p:cNvSpPr/>
            <p:nvPr/>
          </p:nvSpPr>
          <p:spPr>
            <a:xfrm>
              <a:off x="7071119" y="607224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4" name="任意多边形: 形状 1573">
              <a:extLst>
                <a:ext uri="{FF2B5EF4-FFF2-40B4-BE49-F238E27FC236}">
                  <a16:creationId xmlns:a16="http://schemas.microsoft.com/office/drawing/2014/main" id="{6B81FBB6-656D-4E99-951C-11F605CA039B}"/>
                </a:ext>
              </a:extLst>
            </p:cNvPr>
            <p:cNvSpPr/>
            <p:nvPr/>
          </p:nvSpPr>
          <p:spPr>
            <a:xfrm>
              <a:off x="7071119" y="6159679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5" name="任意多边形: 形状 1574">
              <a:extLst>
                <a:ext uri="{FF2B5EF4-FFF2-40B4-BE49-F238E27FC236}">
                  <a16:creationId xmlns:a16="http://schemas.microsoft.com/office/drawing/2014/main" id="{F7FE758C-3CD5-4B09-B97C-BCF150833539}"/>
                </a:ext>
              </a:extLst>
            </p:cNvPr>
            <p:cNvSpPr/>
            <p:nvPr/>
          </p:nvSpPr>
          <p:spPr>
            <a:xfrm>
              <a:off x="7071119" y="6246984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6" name="任意多边形: 形状 1575">
              <a:extLst>
                <a:ext uri="{FF2B5EF4-FFF2-40B4-BE49-F238E27FC236}">
                  <a16:creationId xmlns:a16="http://schemas.microsoft.com/office/drawing/2014/main" id="{96B0B197-5C50-43F9-AE93-5B00BC4A8D3E}"/>
                </a:ext>
              </a:extLst>
            </p:cNvPr>
            <p:cNvSpPr/>
            <p:nvPr/>
          </p:nvSpPr>
          <p:spPr>
            <a:xfrm>
              <a:off x="7071119" y="6334291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7" name="任意多边形: 形状 1576">
              <a:extLst>
                <a:ext uri="{FF2B5EF4-FFF2-40B4-BE49-F238E27FC236}">
                  <a16:creationId xmlns:a16="http://schemas.microsoft.com/office/drawing/2014/main" id="{13230490-F53B-49DF-962D-B9DDAF5D3E07}"/>
                </a:ext>
              </a:extLst>
            </p:cNvPr>
            <p:cNvSpPr/>
            <p:nvPr/>
          </p:nvSpPr>
          <p:spPr>
            <a:xfrm>
              <a:off x="7071119" y="6421596"/>
              <a:ext cx="75365" cy="12580"/>
            </a:xfrm>
            <a:custGeom>
              <a:avLst/>
              <a:gdLst>
                <a:gd name="connsiteX0" fmla="*/ 0 w 59626"/>
                <a:gd name="connsiteY0" fmla="*/ 0 h 9525"/>
                <a:gd name="connsiteX1" fmla="*/ 59627 w 5962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626" h="9525">
                  <a:moveTo>
                    <a:pt x="0" y="0"/>
                  </a:moveTo>
                  <a:lnTo>
                    <a:pt x="59627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8" name="任意多边形: 形状 1577">
              <a:extLst>
                <a:ext uri="{FF2B5EF4-FFF2-40B4-BE49-F238E27FC236}">
                  <a16:creationId xmlns:a16="http://schemas.microsoft.com/office/drawing/2014/main" id="{98F55BE0-DA7D-4888-8F04-8CFC5ED01CAD}"/>
                </a:ext>
              </a:extLst>
            </p:cNvPr>
            <p:cNvSpPr/>
            <p:nvPr/>
          </p:nvSpPr>
          <p:spPr>
            <a:xfrm>
              <a:off x="7071119" y="5547154"/>
              <a:ext cx="75365" cy="94602"/>
            </a:xfrm>
            <a:custGeom>
              <a:avLst/>
              <a:gdLst>
                <a:gd name="connsiteX0" fmla="*/ 0 w 59626"/>
                <a:gd name="connsiteY0" fmla="*/ 0 h 71628"/>
                <a:gd name="connsiteX1" fmla="*/ 59627 w 59626"/>
                <a:gd name="connsiteY1" fmla="*/ 0 h 71628"/>
                <a:gd name="connsiteX2" fmla="*/ 59627 w 59626"/>
                <a:gd name="connsiteY2" fmla="*/ 71628 h 71628"/>
                <a:gd name="connsiteX3" fmla="*/ 0 w 59626"/>
                <a:gd name="connsiteY3" fmla="*/ 71628 h 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26" h="71628">
                  <a:moveTo>
                    <a:pt x="0" y="0"/>
                  </a:moveTo>
                  <a:lnTo>
                    <a:pt x="59627" y="0"/>
                  </a:lnTo>
                  <a:lnTo>
                    <a:pt x="59627" y="71628"/>
                  </a:lnTo>
                  <a:lnTo>
                    <a:pt x="0" y="71628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9" name="任意多边形: 形状 1578">
              <a:extLst>
                <a:ext uri="{FF2B5EF4-FFF2-40B4-BE49-F238E27FC236}">
                  <a16:creationId xmlns:a16="http://schemas.microsoft.com/office/drawing/2014/main" id="{C3892FC7-1F7E-4A5F-A9BE-0CBE82A54CBF}"/>
                </a:ext>
              </a:extLst>
            </p:cNvPr>
            <p:cNvSpPr/>
            <p:nvPr/>
          </p:nvSpPr>
          <p:spPr>
            <a:xfrm>
              <a:off x="5360221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0" name="任意多边形: 形状 1579">
              <a:extLst>
                <a:ext uri="{FF2B5EF4-FFF2-40B4-BE49-F238E27FC236}">
                  <a16:creationId xmlns:a16="http://schemas.microsoft.com/office/drawing/2014/main" id="{DCB86A41-FF88-4321-8C2E-562191E1DE85}"/>
                </a:ext>
              </a:extLst>
            </p:cNvPr>
            <p:cNvSpPr/>
            <p:nvPr/>
          </p:nvSpPr>
          <p:spPr>
            <a:xfrm>
              <a:off x="5406452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1" name="任意多边形: 形状 1580">
              <a:extLst>
                <a:ext uri="{FF2B5EF4-FFF2-40B4-BE49-F238E27FC236}">
                  <a16:creationId xmlns:a16="http://schemas.microsoft.com/office/drawing/2014/main" id="{95229E50-7017-432C-9FF8-424D63977B9D}"/>
                </a:ext>
              </a:extLst>
            </p:cNvPr>
            <p:cNvSpPr/>
            <p:nvPr/>
          </p:nvSpPr>
          <p:spPr>
            <a:xfrm>
              <a:off x="5563925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2" name="任意多边形: 形状 1581">
              <a:extLst>
                <a:ext uri="{FF2B5EF4-FFF2-40B4-BE49-F238E27FC236}">
                  <a16:creationId xmlns:a16="http://schemas.microsoft.com/office/drawing/2014/main" id="{E3E62CE8-74D1-423F-8E63-B211DB3F3B03}"/>
                </a:ext>
              </a:extLst>
            </p:cNvPr>
            <p:cNvSpPr/>
            <p:nvPr/>
          </p:nvSpPr>
          <p:spPr>
            <a:xfrm>
              <a:off x="5767509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3" name="任意多边形: 形状 1582">
              <a:extLst>
                <a:ext uri="{FF2B5EF4-FFF2-40B4-BE49-F238E27FC236}">
                  <a16:creationId xmlns:a16="http://schemas.microsoft.com/office/drawing/2014/main" id="{EB3248DC-F1AD-4277-83AD-F3E76D4390A2}"/>
                </a:ext>
              </a:extLst>
            </p:cNvPr>
            <p:cNvSpPr/>
            <p:nvPr/>
          </p:nvSpPr>
          <p:spPr>
            <a:xfrm>
              <a:off x="5971093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4" name="任意多边形: 形状 1583">
              <a:extLst>
                <a:ext uri="{FF2B5EF4-FFF2-40B4-BE49-F238E27FC236}">
                  <a16:creationId xmlns:a16="http://schemas.microsoft.com/office/drawing/2014/main" id="{115E5C9B-1AF7-4EEE-B3A8-780F603FA41C}"/>
                </a:ext>
              </a:extLst>
            </p:cNvPr>
            <p:cNvSpPr/>
            <p:nvPr/>
          </p:nvSpPr>
          <p:spPr>
            <a:xfrm>
              <a:off x="6174677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5" name="任意多边形: 形状 1584">
              <a:extLst>
                <a:ext uri="{FF2B5EF4-FFF2-40B4-BE49-F238E27FC236}">
                  <a16:creationId xmlns:a16="http://schemas.microsoft.com/office/drawing/2014/main" id="{EDC4DE74-9171-49CE-B20C-6186A65655BB}"/>
                </a:ext>
              </a:extLst>
            </p:cNvPr>
            <p:cNvSpPr/>
            <p:nvPr/>
          </p:nvSpPr>
          <p:spPr>
            <a:xfrm>
              <a:off x="637826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6" name="任意多边形: 形状 1585">
              <a:extLst>
                <a:ext uri="{FF2B5EF4-FFF2-40B4-BE49-F238E27FC236}">
                  <a16:creationId xmlns:a16="http://schemas.microsoft.com/office/drawing/2014/main" id="{A0FC859A-282D-4EA6-832E-4D8EF83BA0C1}"/>
                </a:ext>
              </a:extLst>
            </p:cNvPr>
            <p:cNvSpPr/>
            <p:nvPr/>
          </p:nvSpPr>
          <p:spPr>
            <a:xfrm>
              <a:off x="658184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7" name="任意多边形: 形状 1586">
              <a:extLst>
                <a:ext uri="{FF2B5EF4-FFF2-40B4-BE49-F238E27FC236}">
                  <a16:creationId xmlns:a16="http://schemas.microsoft.com/office/drawing/2014/main" id="{62FE2A7C-53D9-4670-899C-A9CBEC61D807}"/>
                </a:ext>
              </a:extLst>
            </p:cNvPr>
            <p:cNvSpPr/>
            <p:nvPr/>
          </p:nvSpPr>
          <p:spPr>
            <a:xfrm>
              <a:off x="678554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8" name="任意多边形: 形状 1587">
              <a:extLst>
                <a:ext uri="{FF2B5EF4-FFF2-40B4-BE49-F238E27FC236}">
                  <a16:creationId xmlns:a16="http://schemas.microsoft.com/office/drawing/2014/main" id="{D595FE71-4001-4954-8C93-65AD9B6EDBF2}"/>
                </a:ext>
              </a:extLst>
            </p:cNvPr>
            <p:cNvSpPr/>
            <p:nvPr/>
          </p:nvSpPr>
          <p:spPr>
            <a:xfrm>
              <a:off x="5610156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9" name="任意多边形: 形状 1588">
              <a:extLst>
                <a:ext uri="{FF2B5EF4-FFF2-40B4-BE49-F238E27FC236}">
                  <a16:creationId xmlns:a16="http://schemas.microsoft.com/office/drawing/2014/main" id="{3404617B-4C4D-482A-B858-8ED38F649899}"/>
                </a:ext>
              </a:extLst>
            </p:cNvPr>
            <p:cNvSpPr/>
            <p:nvPr/>
          </p:nvSpPr>
          <p:spPr>
            <a:xfrm>
              <a:off x="581374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0" name="任意多边形: 形状 1589">
              <a:extLst>
                <a:ext uri="{FF2B5EF4-FFF2-40B4-BE49-F238E27FC236}">
                  <a16:creationId xmlns:a16="http://schemas.microsoft.com/office/drawing/2014/main" id="{BBC71911-F5B4-44AA-B4FB-272D0E328F70}"/>
                </a:ext>
              </a:extLst>
            </p:cNvPr>
            <p:cNvSpPr/>
            <p:nvPr/>
          </p:nvSpPr>
          <p:spPr>
            <a:xfrm>
              <a:off x="601732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1" name="任意多边形: 形状 1590">
              <a:extLst>
                <a:ext uri="{FF2B5EF4-FFF2-40B4-BE49-F238E27FC236}">
                  <a16:creationId xmlns:a16="http://schemas.microsoft.com/office/drawing/2014/main" id="{A89BA5B7-7CD5-4E8D-BA78-5DD2B6B8FC11}"/>
                </a:ext>
              </a:extLst>
            </p:cNvPr>
            <p:cNvSpPr/>
            <p:nvPr/>
          </p:nvSpPr>
          <p:spPr>
            <a:xfrm>
              <a:off x="622090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2" name="任意多边形: 形状 1591">
              <a:extLst>
                <a:ext uri="{FF2B5EF4-FFF2-40B4-BE49-F238E27FC236}">
                  <a16:creationId xmlns:a16="http://schemas.microsoft.com/office/drawing/2014/main" id="{E6EFB4D6-58B1-4F07-8C83-30587A812FE7}"/>
                </a:ext>
              </a:extLst>
            </p:cNvPr>
            <p:cNvSpPr/>
            <p:nvPr/>
          </p:nvSpPr>
          <p:spPr>
            <a:xfrm>
              <a:off x="6424490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3" name="任意多边形: 形状 1592">
              <a:extLst>
                <a:ext uri="{FF2B5EF4-FFF2-40B4-BE49-F238E27FC236}">
                  <a16:creationId xmlns:a16="http://schemas.microsoft.com/office/drawing/2014/main" id="{EE02265D-4EB4-4E8E-8107-F1C2A06BA8A2}"/>
                </a:ext>
              </a:extLst>
            </p:cNvPr>
            <p:cNvSpPr/>
            <p:nvPr/>
          </p:nvSpPr>
          <p:spPr>
            <a:xfrm>
              <a:off x="6628194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4" name="任意多边形: 形状 1593">
              <a:extLst>
                <a:ext uri="{FF2B5EF4-FFF2-40B4-BE49-F238E27FC236}">
                  <a16:creationId xmlns:a16="http://schemas.microsoft.com/office/drawing/2014/main" id="{0F24A429-FEF3-4114-886F-0B3CCE4A648A}"/>
                </a:ext>
              </a:extLst>
            </p:cNvPr>
            <p:cNvSpPr/>
            <p:nvPr/>
          </p:nvSpPr>
          <p:spPr>
            <a:xfrm>
              <a:off x="6831778" y="5518722"/>
              <a:ext cx="12039" cy="154231"/>
            </a:xfrm>
            <a:custGeom>
              <a:avLst/>
              <a:gdLst>
                <a:gd name="connsiteX0" fmla="*/ 0 w 9525"/>
                <a:gd name="connsiteY0" fmla="*/ 0 h 116776"/>
                <a:gd name="connsiteX1" fmla="*/ 0 w 9525"/>
                <a:gd name="connsiteY1" fmla="*/ 116777 h 11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6776">
                  <a:moveTo>
                    <a:pt x="0" y="0"/>
                  </a:moveTo>
                  <a:lnTo>
                    <a:pt x="0" y="116777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5" name="任意多边形: 形状 1594">
              <a:extLst>
                <a:ext uri="{FF2B5EF4-FFF2-40B4-BE49-F238E27FC236}">
                  <a16:creationId xmlns:a16="http://schemas.microsoft.com/office/drawing/2014/main" id="{101AB260-6490-423C-AA25-693023A02C63}"/>
                </a:ext>
              </a:extLst>
            </p:cNvPr>
            <p:cNvSpPr/>
            <p:nvPr/>
          </p:nvSpPr>
          <p:spPr>
            <a:xfrm>
              <a:off x="5178309" y="563206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6" name="任意多边形: 形状 1595">
              <a:extLst>
                <a:ext uri="{FF2B5EF4-FFF2-40B4-BE49-F238E27FC236}">
                  <a16:creationId xmlns:a16="http://schemas.microsoft.com/office/drawing/2014/main" id="{B4BE3FDB-7605-49A1-950A-978F587A33C2}"/>
                </a:ext>
              </a:extLst>
            </p:cNvPr>
            <p:cNvSpPr/>
            <p:nvPr/>
          </p:nvSpPr>
          <p:spPr>
            <a:xfrm>
              <a:off x="5406452" y="563206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7" name="任意多边形: 形状 1596">
              <a:extLst>
                <a:ext uri="{FF2B5EF4-FFF2-40B4-BE49-F238E27FC236}">
                  <a16:creationId xmlns:a16="http://schemas.microsoft.com/office/drawing/2014/main" id="{2522D434-EF66-4E7D-B75A-5C30711F2653}"/>
                </a:ext>
              </a:extLst>
            </p:cNvPr>
            <p:cNvSpPr/>
            <p:nvPr/>
          </p:nvSpPr>
          <p:spPr>
            <a:xfrm>
              <a:off x="5610156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8" name="任意多边形: 形状 1597">
              <a:extLst>
                <a:ext uri="{FF2B5EF4-FFF2-40B4-BE49-F238E27FC236}">
                  <a16:creationId xmlns:a16="http://schemas.microsoft.com/office/drawing/2014/main" id="{0747E45C-0F34-4ABE-855F-F3332BA66BB3}"/>
                </a:ext>
              </a:extLst>
            </p:cNvPr>
            <p:cNvSpPr/>
            <p:nvPr/>
          </p:nvSpPr>
          <p:spPr>
            <a:xfrm>
              <a:off x="581374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9" name="任意多边形: 形状 1598">
              <a:extLst>
                <a:ext uri="{FF2B5EF4-FFF2-40B4-BE49-F238E27FC236}">
                  <a16:creationId xmlns:a16="http://schemas.microsoft.com/office/drawing/2014/main" id="{601DC7F5-40D1-423B-A708-A735D3C41AEB}"/>
                </a:ext>
              </a:extLst>
            </p:cNvPr>
            <p:cNvSpPr/>
            <p:nvPr/>
          </p:nvSpPr>
          <p:spPr>
            <a:xfrm>
              <a:off x="601732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0" name="任意多边形: 形状 1599">
              <a:extLst>
                <a:ext uri="{FF2B5EF4-FFF2-40B4-BE49-F238E27FC236}">
                  <a16:creationId xmlns:a16="http://schemas.microsoft.com/office/drawing/2014/main" id="{00B58F4F-9DE5-4E3E-B847-CC43ED39CEFF}"/>
                </a:ext>
              </a:extLst>
            </p:cNvPr>
            <p:cNvSpPr/>
            <p:nvPr/>
          </p:nvSpPr>
          <p:spPr>
            <a:xfrm>
              <a:off x="6220908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1" name="任意多边形: 形状 1600">
              <a:extLst>
                <a:ext uri="{FF2B5EF4-FFF2-40B4-BE49-F238E27FC236}">
                  <a16:creationId xmlns:a16="http://schemas.microsoft.com/office/drawing/2014/main" id="{92760767-4DCD-4F9B-9CB2-51BE890D779C}"/>
                </a:ext>
              </a:extLst>
            </p:cNvPr>
            <p:cNvSpPr/>
            <p:nvPr/>
          </p:nvSpPr>
          <p:spPr>
            <a:xfrm>
              <a:off x="6424490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2" name="任意多边形: 形状 1601">
              <a:extLst>
                <a:ext uri="{FF2B5EF4-FFF2-40B4-BE49-F238E27FC236}">
                  <a16:creationId xmlns:a16="http://schemas.microsoft.com/office/drawing/2014/main" id="{E0CFE801-07F7-4F91-9965-DBA4C91D2466}"/>
                </a:ext>
              </a:extLst>
            </p:cNvPr>
            <p:cNvSpPr/>
            <p:nvPr/>
          </p:nvSpPr>
          <p:spPr>
            <a:xfrm>
              <a:off x="6628194" y="563206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3" name="任意多边形: 形状 1602">
              <a:extLst>
                <a:ext uri="{FF2B5EF4-FFF2-40B4-BE49-F238E27FC236}">
                  <a16:creationId xmlns:a16="http://schemas.microsoft.com/office/drawing/2014/main" id="{F4127A4E-87CA-4812-B617-F46FA9F0B239}"/>
                </a:ext>
              </a:extLst>
            </p:cNvPr>
            <p:cNvSpPr/>
            <p:nvPr/>
          </p:nvSpPr>
          <p:spPr>
            <a:xfrm>
              <a:off x="6831778" y="563206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4" name="任意多边形: 形状 1603">
              <a:extLst>
                <a:ext uri="{FF2B5EF4-FFF2-40B4-BE49-F238E27FC236}">
                  <a16:creationId xmlns:a16="http://schemas.microsoft.com/office/drawing/2014/main" id="{3C2C98A2-19B4-4E0B-95F2-C320F71F6DBF}"/>
                </a:ext>
              </a:extLst>
            </p:cNvPr>
            <p:cNvSpPr/>
            <p:nvPr/>
          </p:nvSpPr>
          <p:spPr>
            <a:xfrm>
              <a:off x="5360221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5" name="任意多边形: 形状 1604">
              <a:extLst>
                <a:ext uri="{FF2B5EF4-FFF2-40B4-BE49-F238E27FC236}">
                  <a16:creationId xmlns:a16="http://schemas.microsoft.com/office/drawing/2014/main" id="{E89A09E0-EE41-4452-8C9B-DF36200E344B}"/>
                </a:ext>
              </a:extLst>
            </p:cNvPr>
            <p:cNvSpPr/>
            <p:nvPr/>
          </p:nvSpPr>
          <p:spPr>
            <a:xfrm>
              <a:off x="5406452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6" name="任意多边形: 形状 1605">
              <a:extLst>
                <a:ext uri="{FF2B5EF4-FFF2-40B4-BE49-F238E27FC236}">
                  <a16:creationId xmlns:a16="http://schemas.microsoft.com/office/drawing/2014/main" id="{6B42DC81-40DE-4C8F-9655-A4D26ABE953F}"/>
                </a:ext>
              </a:extLst>
            </p:cNvPr>
            <p:cNvSpPr/>
            <p:nvPr/>
          </p:nvSpPr>
          <p:spPr>
            <a:xfrm>
              <a:off x="5563925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7" name="任意多边形: 形状 1606">
              <a:extLst>
                <a:ext uri="{FF2B5EF4-FFF2-40B4-BE49-F238E27FC236}">
                  <a16:creationId xmlns:a16="http://schemas.microsoft.com/office/drawing/2014/main" id="{C3474451-86D9-4BDD-876E-D15750898DC6}"/>
                </a:ext>
              </a:extLst>
            </p:cNvPr>
            <p:cNvSpPr/>
            <p:nvPr/>
          </p:nvSpPr>
          <p:spPr>
            <a:xfrm>
              <a:off x="5767509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8" name="任意多边形: 形状 1607">
              <a:extLst>
                <a:ext uri="{FF2B5EF4-FFF2-40B4-BE49-F238E27FC236}">
                  <a16:creationId xmlns:a16="http://schemas.microsoft.com/office/drawing/2014/main" id="{34B8692D-38C0-4FCC-AF49-20698BF18B0F}"/>
                </a:ext>
              </a:extLst>
            </p:cNvPr>
            <p:cNvSpPr/>
            <p:nvPr/>
          </p:nvSpPr>
          <p:spPr>
            <a:xfrm>
              <a:off x="5971093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9" name="任意多边形: 形状 1608">
              <a:extLst>
                <a:ext uri="{FF2B5EF4-FFF2-40B4-BE49-F238E27FC236}">
                  <a16:creationId xmlns:a16="http://schemas.microsoft.com/office/drawing/2014/main" id="{FBE8C123-A379-4A68-97AF-90CCEC66A4DB}"/>
                </a:ext>
              </a:extLst>
            </p:cNvPr>
            <p:cNvSpPr/>
            <p:nvPr/>
          </p:nvSpPr>
          <p:spPr>
            <a:xfrm>
              <a:off x="6174677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0" name="任意多边形: 形状 1609">
              <a:extLst>
                <a:ext uri="{FF2B5EF4-FFF2-40B4-BE49-F238E27FC236}">
                  <a16:creationId xmlns:a16="http://schemas.microsoft.com/office/drawing/2014/main" id="{40F45A4C-CC95-4D69-B3A1-8BCF41B616D2}"/>
                </a:ext>
              </a:extLst>
            </p:cNvPr>
            <p:cNvSpPr/>
            <p:nvPr/>
          </p:nvSpPr>
          <p:spPr>
            <a:xfrm>
              <a:off x="637826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1" name="任意多边形: 形状 1610">
              <a:extLst>
                <a:ext uri="{FF2B5EF4-FFF2-40B4-BE49-F238E27FC236}">
                  <a16:creationId xmlns:a16="http://schemas.microsoft.com/office/drawing/2014/main" id="{FB31C934-8C83-4508-94A8-7B2D2A019066}"/>
                </a:ext>
              </a:extLst>
            </p:cNvPr>
            <p:cNvSpPr/>
            <p:nvPr/>
          </p:nvSpPr>
          <p:spPr>
            <a:xfrm>
              <a:off x="658184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2" name="任意多边形: 形状 1611">
              <a:extLst>
                <a:ext uri="{FF2B5EF4-FFF2-40B4-BE49-F238E27FC236}">
                  <a16:creationId xmlns:a16="http://schemas.microsoft.com/office/drawing/2014/main" id="{D945FA26-CB49-4EC3-8C55-81E308F7931E}"/>
                </a:ext>
              </a:extLst>
            </p:cNvPr>
            <p:cNvSpPr/>
            <p:nvPr/>
          </p:nvSpPr>
          <p:spPr>
            <a:xfrm>
              <a:off x="678554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3" name="任意多边形: 形状 1612">
              <a:extLst>
                <a:ext uri="{FF2B5EF4-FFF2-40B4-BE49-F238E27FC236}">
                  <a16:creationId xmlns:a16="http://schemas.microsoft.com/office/drawing/2014/main" id="{82A1EE3C-59C7-4AEB-897D-0D297D328592}"/>
                </a:ext>
              </a:extLst>
            </p:cNvPr>
            <p:cNvSpPr/>
            <p:nvPr/>
          </p:nvSpPr>
          <p:spPr>
            <a:xfrm>
              <a:off x="5610156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4" name="任意多边形: 形状 1613">
              <a:extLst>
                <a:ext uri="{FF2B5EF4-FFF2-40B4-BE49-F238E27FC236}">
                  <a16:creationId xmlns:a16="http://schemas.microsoft.com/office/drawing/2014/main" id="{B7109F93-4784-4658-9DBB-765EBAD74D84}"/>
                </a:ext>
              </a:extLst>
            </p:cNvPr>
            <p:cNvSpPr/>
            <p:nvPr/>
          </p:nvSpPr>
          <p:spPr>
            <a:xfrm>
              <a:off x="581374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5" name="任意多边形: 形状 1614">
              <a:extLst>
                <a:ext uri="{FF2B5EF4-FFF2-40B4-BE49-F238E27FC236}">
                  <a16:creationId xmlns:a16="http://schemas.microsoft.com/office/drawing/2014/main" id="{5B8BB7FF-884D-4B41-B6AE-8B38E5F4F1AF}"/>
                </a:ext>
              </a:extLst>
            </p:cNvPr>
            <p:cNvSpPr/>
            <p:nvPr/>
          </p:nvSpPr>
          <p:spPr>
            <a:xfrm>
              <a:off x="601732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6" name="任意多边形: 形状 1615">
              <a:extLst>
                <a:ext uri="{FF2B5EF4-FFF2-40B4-BE49-F238E27FC236}">
                  <a16:creationId xmlns:a16="http://schemas.microsoft.com/office/drawing/2014/main" id="{453F8346-C960-4AB8-9F58-98BC1C513A26}"/>
                </a:ext>
              </a:extLst>
            </p:cNvPr>
            <p:cNvSpPr/>
            <p:nvPr/>
          </p:nvSpPr>
          <p:spPr>
            <a:xfrm>
              <a:off x="622090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7" name="任意多边形: 形状 1616">
              <a:extLst>
                <a:ext uri="{FF2B5EF4-FFF2-40B4-BE49-F238E27FC236}">
                  <a16:creationId xmlns:a16="http://schemas.microsoft.com/office/drawing/2014/main" id="{F6F16A54-570E-4B19-8482-AE2C7304A6FF}"/>
                </a:ext>
              </a:extLst>
            </p:cNvPr>
            <p:cNvSpPr/>
            <p:nvPr/>
          </p:nvSpPr>
          <p:spPr>
            <a:xfrm>
              <a:off x="6424490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8" name="任意多边形: 形状 1617">
              <a:extLst>
                <a:ext uri="{FF2B5EF4-FFF2-40B4-BE49-F238E27FC236}">
                  <a16:creationId xmlns:a16="http://schemas.microsoft.com/office/drawing/2014/main" id="{9DCD7555-25A8-40B9-ABB3-7D9CF21129DA}"/>
                </a:ext>
              </a:extLst>
            </p:cNvPr>
            <p:cNvSpPr/>
            <p:nvPr/>
          </p:nvSpPr>
          <p:spPr>
            <a:xfrm>
              <a:off x="6628194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9" name="任意多边形: 形状 1618">
              <a:extLst>
                <a:ext uri="{FF2B5EF4-FFF2-40B4-BE49-F238E27FC236}">
                  <a16:creationId xmlns:a16="http://schemas.microsoft.com/office/drawing/2014/main" id="{588460B7-2EE7-426B-844E-70B0748D9117}"/>
                </a:ext>
              </a:extLst>
            </p:cNvPr>
            <p:cNvSpPr/>
            <p:nvPr/>
          </p:nvSpPr>
          <p:spPr>
            <a:xfrm>
              <a:off x="6831778" y="5704530"/>
              <a:ext cx="12039" cy="1084278"/>
            </a:xfrm>
            <a:custGeom>
              <a:avLst/>
              <a:gdLst>
                <a:gd name="connsiteX0" fmla="*/ 0 w 9525"/>
                <a:gd name="connsiteY0" fmla="*/ 0 h 820959"/>
                <a:gd name="connsiteX1" fmla="*/ 0 w 9525"/>
                <a:gd name="connsiteY1" fmla="*/ 820960 h 82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20959">
                  <a:moveTo>
                    <a:pt x="0" y="0"/>
                  </a:moveTo>
                  <a:lnTo>
                    <a:pt x="0" y="82096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0" name="任意多边形: 形状 1619">
              <a:extLst>
                <a:ext uri="{FF2B5EF4-FFF2-40B4-BE49-F238E27FC236}">
                  <a16:creationId xmlns:a16="http://schemas.microsoft.com/office/drawing/2014/main" id="{906397B2-7CB1-470F-94DB-5861F9AB05ED}"/>
                </a:ext>
              </a:extLst>
            </p:cNvPr>
            <p:cNvSpPr/>
            <p:nvPr/>
          </p:nvSpPr>
          <p:spPr>
            <a:xfrm>
              <a:off x="5178309" y="580114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1" name="任意多边形: 形状 1620">
              <a:extLst>
                <a:ext uri="{FF2B5EF4-FFF2-40B4-BE49-F238E27FC236}">
                  <a16:creationId xmlns:a16="http://schemas.microsoft.com/office/drawing/2014/main" id="{336B2783-DFA3-483E-BFD1-D6D93438062F}"/>
                </a:ext>
              </a:extLst>
            </p:cNvPr>
            <p:cNvSpPr/>
            <p:nvPr/>
          </p:nvSpPr>
          <p:spPr>
            <a:xfrm>
              <a:off x="5406452" y="580114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2" name="任意多边形: 形状 1621">
              <a:extLst>
                <a:ext uri="{FF2B5EF4-FFF2-40B4-BE49-F238E27FC236}">
                  <a16:creationId xmlns:a16="http://schemas.microsoft.com/office/drawing/2014/main" id="{C4AB1F88-C393-422D-B188-0725B5A698A5}"/>
                </a:ext>
              </a:extLst>
            </p:cNvPr>
            <p:cNvSpPr/>
            <p:nvPr/>
          </p:nvSpPr>
          <p:spPr>
            <a:xfrm>
              <a:off x="5610156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3" name="任意多边形: 形状 1622">
              <a:extLst>
                <a:ext uri="{FF2B5EF4-FFF2-40B4-BE49-F238E27FC236}">
                  <a16:creationId xmlns:a16="http://schemas.microsoft.com/office/drawing/2014/main" id="{3D843479-E7AE-468E-B390-A9D674873662}"/>
                </a:ext>
              </a:extLst>
            </p:cNvPr>
            <p:cNvSpPr/>
            <p:nvPr/>
          </p:nvSpPr>
          <p:spPr>
            <a:xfrm>
              <a:off x="581374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4" name="任意多边形: 形状 1623">
              <a:extLst>
                <a:ext uri="{FF2B5EF4-FFF2-40B4-BE49-F238E27FC236}">
                  <a16:creationId xmlns:a16="http://schemas.microsoft.com/office/drawing/2014/main" id="{645E7652-C558-46AF-B073-20A28C586FB4}"/>
                </a:ext>
              </a:extLst>
            </p:cNvPr>
            <p:cNvSpPr/>
            <p:nvPr/>
          </p:nvSpPr>
          <p:spPr>
            <a:xfrm>
              <a:off x="601732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5" name="任意多边形: 形状 1624">
              <a:extLst>
                <a:ext uri="{FF2B5EF4-FFF2-40B4-BE49-F238E27FC236}">
                  <a16:creationId xmlns:a16="http://schemas.microsoft.com/office/drawing/2014/main" id="{73AF20E4-EC7F-49F3-A6CA-0488FE691512}"/>
                </a:ext>
              </a:extLst>
            </p:cNvPr>
            <p:cNvSpPr/>
            <p:nvPr/>
          </p:nvSpPr>
          <p:spPr>
            <a:xfrm>
              <a:off x="6220908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6" name="任意多边形: 形状 1625">
              <a:extLst>
                <a:ext uri="{FF2B5EF4-FFF2-40B4-BE49-F238E27FC236}">
                  <a16:creationId xmlns:a16="http://schemas.microsoft.com/office/drawing/2014/main" id="{312A460B-9EE2-46FC-B92A-8E53F20AF7FB}"/>
                </a:ext>
              </a:extLst>
            </p:cNvPr>
            <p:cNvSpPr/>
            <p:nvPr/>
          </p:nvSpPr>
          <p:spPr>
            <a:xfrm>
              <a:off x="6424490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7" name="任意多边形: 形状 1626">
              <a:extLst>
                <a:ext uri="{FF2B5EF4-FFF2-40B4-BE49-F238E27FC236}">
                  <a16:creationId xmlns:a16="http://schemas.microsoft.com/office/drawing/2014/main" id="{253CCD2D-3403-4834-9CDD-86F1EE0FBFAF}"/>
                </a:ext>
              </a:extLst>
            </p:cNvPr>
            <p:cNvSpPr/>
            <p:nvPr/>
          </p:nvSpPr>
          <p:spPr>
            <a:xfrm>
              <a:off x="6628194" y="580114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8" name="任意多边形: 形状 1627">
              <a:extLst>
                <a:ext uri="{FF2B5EF4-FFF2-40B4-BE49-F238E27FC236}">
                  <a16:creationId xmlns:a16="http://schemas.microsoft.com/office/drawing/2014/main" id="{C8308D10-81D1-439D-8AFD-2660D9A556E1}"/>
                </a:ext>
              </a:extLst>
            </p:cNvPr>
            <p:cNvSpPr/>
            <p:nvPr/>
          </p:nvSpPr>
          <p:spPr>
            <a:xfrm>
              <a:off x="6831778" y="580114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9" name="任意多边形: 形状 1628">
              <a:extLst>
                <a:ext uri="{FF2B5EF4-FFF2-40B4-BE49-F238E27FC236}">
                  <a16:creationId xmlns:a16="http://schemas.microsoft.com/office/drawing/2014/main" id="{654ACBFD-500D-4E3C-B4CD-B9227DDEB3F8}"/>
                </a:ext>
              </a:extLst>
            </p:cNvPr>
            <p:cNvSpPr/>
            <p:nvPr/>
          </p:nvSpPr>
          <p:spPr>
            <a:xfrm>
              <a:off x="5178309" y="587914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0" name="任意多边形: 形状 1629">
              <a:extLst>
                <a:ext uri="{FF2B5EF4-FFF2-40B4-BE49-F238E27FC236}">
                  <a16:creationId xmlns:a16="http://schemas.microsoft.com/office/drawing/2014/main" id="{3D230F49-6E06-4E2E-AF60-BF5EF70A64C1}"/>
                </a:ext>
              </a:extLst>
            </p:cNvPr>
            <p:cNvSpPr/>
            <p:nvPr/>
          </p:nvSpPr>
          <p:spPr>
            <a:xfrm>
              <a:off x="5178309" y="5957139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1" name="任意多边形: 形状 1630">
              <a:extLst>
                <a:ext uri="{FF2B5EF4-FFF2-40B4-BE49-F238E27FC236}">
                  <a16:creationId xmlns:a16="http://schemas.microsoft.com/office/drawing/2014/main" id="{38639470-EA05-4065-94D4-C047821C7931}"/>
                </a:ext>
              </a:extLst>
            </p:cNvPr>
            <p:cNvSpPr/>
            <p:nvPr/>
          </p:nvSpPr>
          <p:spPr>
            <a:xfrm>
              <a:off x="5178309" y="603513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2" name="任意多边形: 形状 1631">
              <a:extLst>
                <a:ext uri="{FF2B5EF4-FFF2-40B4-BE49-F238E27FC236}">
                  <a16:creationId xmlns:a16="http://schemas.microsoft.com/office/drawing/2014/main" id="{70E22607-BC99-40E4-A251-541F89C41267}"/>
                </a:ext>
              </a:extLst>
            </p:cNvPr>
            <p:cNvSpPr/>
            <p:nvPr/>
          </p:nvSpPr>
          <p:spPr>
            <a:xfrm>
              <a:off x="5178309" y="6113132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3" name="任意多边形: 形状 1632">
              <a:extLst>
                <a:ext uri="{FF2B5EF4-FFF2-40B4-BE49-F238E27FC236}">
                  <a16:creationId xmlns:a16="http://schemas.microsoft.com/office/drawing/2014/main" id="{74BFD76D-8653-42E1-9A2F-AB2CBB3AFBE7}"/>
                </a:ext>
              </a:extLst>
            </p:cNvPr>
            <p:cNvSpPr/>
            <p:nvPr/>
          </p:nvSpPr>
          <p:spPr>
            <a:xfrm>
              <a:off x="5178309" y="6191255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4" name="任意多边形: 形状 1633">
              <a:extLst>
                <a:ext uri="{FF2B5EF4-FFF2-40B4-BE49-F238E27FC236}">
                  <a16:creationId xmlns:a16="http://schemas.microsoft.com/office/drawing/2014/main" id="{161FFF46-D3A8-4252-8FBD-B36BA72D16C0}"/>
                </a:ext>
              </a:extLst>
            </p:cNvPr>
            <p:cNvSpPr/>
            <p:nvPr/>
          </p:nvSpPr>
          <p:spPr>
            <a:xfrm>
              <a:off x="5406452" y="587914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5" name="任意多边形: 形状 1634">
              <a:extLst>
                <a:ext uri="{FF2B5EF4-FFF2-40B4-BE49-F238E27FC236}">
                  <a16:creationId xmlns:a16="http://schemas.microsoft.com/office/drawing/2014/main" id="{B6CD4A51-F312-46A7-930D-AF1D67FD5AF5}"/>
                </a:ext>
              </a:extLst>
            </p:cNvPr>
            <p:cNvSpPr/>
            <p:nvPr/>
          </p:nvSpPr>
          <p:spPr>
            <a:xfrm>
              <a:off x="5406452" y="5957139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6" name="任意多边形: 形状 1635">
              <a:extLst>
                <a:ext uri="{FF2B5EF4-FFF2-40B4-BE49-F238E27FC236}">
                  <a16:creationId xmlns:a16="http://schemas.microsoft.com/office/drawing/2014/main" id="{374CD46C-1C87-4969-A9D9-193888196544}"/>
                </a:ext>
              </a:extLst>
            </p:cNvPr>
            <p:cNvSpPr/>
            <p:nvPr/>
          </p:nvSpPr>
          <p:spPr>
            <a:xfrm>
              <a:off x="5406452" y="603513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7" name="任意多边形: 形状 1636">
              <a:extLst>
                <a:ext uri="{FF2B5EF4-FFF2-40B4-BE49-F238E27FC236}">
                  <a16:creationId xmlns:a16="http://schemas.microsoft.com/office/drawing/2014/main" id="{1507593B-AC12-46C5-AE42-91596A067AE4}"/>
                </a:ext>
              </a:extLst>
            </p:cNvPr>
            <p:cNvSpPr/>
            <p:nvPr/>
          </p:nvSpPr>
          <p:spPr>
            <a:xfrm>
              <a:off x="5406452" y="6113132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8" name="任意多边形: 形状 1637">
              <a:extLst>
                <a:ext uri="{FF2B5EF4-FFF2-40B4-BE49-F238E27FC236}">
                  <a16:creationId xmlns:a16="http://schemas.microsoft.com/office/drawing/2014/main" id="{6BC06EF3-BF38-4886-9BB9-FC5B32AF6760}"/>
                </a:ext>
              </a:extLst>
            </p:cNvPr>
            <p:cNvSpPr/>
            <p:nvPr/>
          </p:nvSpPr>
          <p:spPr>
            <a:xfrm>
              <a:off x="5406452" y="6191255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9" name="任意多边形: 形状 1638">
              <a:extLst>
                <a:ext uri="{FF2B5EF4-FFF2-40B4-BE49-F238E27FC236}">
                  <a16:creationId xmlns:a16="http://schemas.microsoft.com/office/drawing/2014/main" id="{FA8005DF-D15F-4019-9FC2-7FFDF703B4BA}"/>
                </a:ext>
              </a:extLst>
            </p:cNvPr>
            <p:cNvSpPr/>
            <p:nvPr/>
          </p:nvSpPr>
          <p:spPr>
            <a:xfrm>
              <a:off x="5610156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0" name="任意多边形: 形状 1639">
              <a:extLst>
                <a:ext uri="{FF2B5EF4-FFF2-40B4-BE49-F238E27FC236}">
                  <a16:creationId xmlns:a16="http://schemas.microsoft.com/office/drawing/2014/main" id="{BD908E77-2764-4843-A6F8-F6A6FE5F8A89}"/>
                </a:ext>
              </a:extLst>
            </p:cNvPr>
            <p:cNvSpPr/>
            <p:nvPr/>
          </p:nvSpPr>
          <p:spPr>
            <a:xfrm>
              <a:off x="5610156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1" name="任意多边形: 形状 1640">
              <a:extLst>
                <a:ext uri="{FF2B5EF4-FFF2-40B4-BE49-F238E27FC236}">
                  <a16:creationId xmlns:a16="http://schemas.microsoft.com/office/drawing/2014/main" id="{257657DA-FF8A-4B83-9817-F4E7520BDFB8}"/>
                </a:ext>
              </a:extLst>
            </p:cNvPr>
            <p:cNvSpPr/>
            <p:nvPr/>
          </p:nvSpPr>
          <p:spPr>
            <a:xfrm>
              <a:off x="5610156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2" name="任意多边形: 形状 1641">
              <a:extLst>
                <a:ext uri="{FF2B5EF4-FFF2-40B4-BE49-F238E27FC236}">
                  <a16:creationId xmlns:a16="http://schemas.microsoft.com/office/drawing/2014/main" id="{73C3D606-3905-4633-9A6B-BE080A1875C3}"/>
                </a:ext>
              </a:extLst>
            </p:cNvPr>
            <p:cNvSpPr/>
            <p:nvPr/>
          </p:nvSpPr>
          <p:spPr>
            <a:xfrm>
              <a:off x="5610156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3" name="任意多边形: 形状 1642">
              <a:extLst>
                <a:ext uri="{FF2B5EF4-FFF2-40B4-BE49-F238E27FC236}">
                  <a16:creationId xmlns:a16="http://schemas.microsoft.com/office/drawing/2014/main" id="{2F183F32-92E0-4BAD-9959-31D9F7ED5F00}"/>
                </a:ext>
              </a:extLst>
            </p:cNvPr>
            <p:cNvSpPr/>
            <p:nvPr/>
          </p:nvSpPr>
          <p:spPr>
            <a:xfrm>
              <a:off x="5610156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4" name="任意多边形: 形状 1643">
              <a:extLst>
                <a:ext uri="{FF2B5EF4-FFF2-40B4-BE49-F238E27FC236}">
                  <a16:creationId xmlns:a16="http://schemas.microsoft.com/office/drawing/2014/main" id="{83B583E5-F570-4841-8F39-F0010ED80303}"/>
                </a:ext>
              </a:extLst>
            </p:cNvPr>
            <p:cNvSpPr/>
            <p:nvPr/>
          </p:nvSpPr>
          <p:spPr>
            <a:xfrm>
              <a:off x="581374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5" name="任意多边形: 形状 1644">
              <a:extLst>
                <a:ext uri="{FF2B5EF4-FFF2-40B4-BE49-F238E27FC236}">
                  <a16:creationId xmlns:a16="http://schemas.microsoft.com/office/drawing/2014/main" id="{E45433F5-540F-4F84-99C7-0A6193B64084}"/>
                </a:ext>
              </a:extLst>
            </p:cNvPr>
            <p:cNvSpPr/>
            <p:nvPr/>
          </p:nvSpPr>
          <p:spPr>
            <a:xfrm>
              <a:off x="581374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6" name="任意多边形: 形状 1645">
              <a:extLst>
                <a:ext uri="{FF2B5EF4-FFF2-40B4-BE49-F238E27FC236}">
                  <a16:creationId xmlns:a16="http://schemas.microsoft.com/office/drawing/2014/main" id="{6171C486-D325-4F1D-8927-64AA0A7B0EDE}"/>
                </a:ext>
              </a:extLst>
            </p:cNvPr>
            <p:cNvSpPr/>
            <p:nvPr/>
          </p:nvSpPr>
          <p:spPr>
            <a:xfrm>
              <a:off x="581374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7" name="任意多边形: 形状 1646">
              <a:extLst>
                <a:ext uri="{FF2B5EF4-FFF2-40B4-BE49-F238E27FC236}">
                  <a16:creationId xmlns:a16="http://schemas.microsoft.com/office/drawing/2014/main" id="{BC6E7D88-3F6A-4FD2-9678-9BFA7990052D}"/>
                </a:ext>
              </a:extLst>
            </p:cNvPr>
            <p:cNvSpPr/>
            <p:nvPr/>
          </p:nvSpPr>
          <p:spPr>
            <a:xfrm>
              <a:off x="581374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8" name="任意多边形: 形状 1647">
              <a:extLst>
                <a:ext uri="{FF2B5EF4-FFF2-40B4-BE49-F238E27FC236}">
                  <a16:creationId xmlns:a16="http://schemas.microsoft.com/office/drawing/2014/main" id="{C4691073-AE82-4174-B040-926B5D200F9A}"/>
                </a:ext>
              </a:extLst>
            </p:cNvPr>
            <p:cNvSpPr/>
            <p:nvPr/>
          </p:nvSpPr>
          <p:spPr>
            <a:xfrm>
              <a:off x="581374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9" name="任意多边形: 形状 1648">
              <a:extLst>
                <a:ext uri="{FF2B5EF4-FFF2-40B4-BE49-F238E27FC236}">
                  <a16:creationId xmlns:a16="http://schemas.microsoft.com/office/drawing/2014/main" id="{C23F617B-5D97-4506-86C4-B808C419D40C}"/>
                </a:ext>
              </a:extLst>
            </p:cNvPr>
            <p:cNvSpPr/>
            <p:nvPr/>
          </p:nvSpPr>
          <p:spPr>
            <a:xfrm>
              <a:off x="601732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0" name="任意多边形: 形状 1649">
              <a:extLst>
                <a:ext uri="{FF2B5EF4-FFF2-40B4-BE49-F238E27FC236}">
                  <a16:creationId xmlns:a16="http://schemas.microsoft.com/office/drawing/2014/main" id="{4BA7FFFE-3231-4872-AD41-F0E817CCF47A}"/>
                </a:ext>
              </a:extLst>
            </p:cNvPr>
            <p:cNvSpPr/>
            <p:nvPr/>
          </p:nvSpPr>
          <p:spPr>
            <a:xfrm>
              <a:off x="601732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1" name="任意多边形: 形状 1650">
              <a:extLst>
                <a:ext uri="{FF2B5EF4-FFF2-40B4-BE49-F238E27FC236}">
                  <a16:creationId xmlns:a16="http://schemas.microsoft.com/office/drawing/2014/main" id="{F41B66EB-043A-45E3-BB12-D0D8BFBC8623}"/>
                </a:ext>
              </a:extLst>
            </p:cNvPr>
            <p:cNvSpPr/>
            <p:nvPr/>
          </p:nvSpPr>
          <p:spPr>
            <a:xfrm>
              <a:off x="601732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2" name="任意多边形: 形状 1651">
              <a:extLst>
                <a:ext uri="{FF2B5EF4-FFF2-40B4-BE49-F238E27FC236}">
                  <a16:creationId xmlns:a16="http://schemas.microsoft.com/office/drawing/2014/main" id="{1613F429-326C-402A-A067-12B4E4AD7789}"/>
                </a:ext>
              </a:extLst>
            </p:cNvPr>
            <p:cNvSpPr/>
            <p:nvPr/>
          </p:nvSpPr>
          <p:spPr>
            <a:xfrm>
              <a:off x="601732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3" name="任意多边形: 形状 1652">
              <a:extLst>
                <a:ext uri="{FF2B5EF4-FFF2-40B4-BE49-F238E27FC236}">
                  <a16:creationId xmlns:a16="http://schemas.microsoft.com/office/drawing/2014/main" id="{5445EF6F-A955-45CD-8543-F698E59AF9EA}"/>
                </a:ext>
              </a:extLst>
            </p:cNvPr>
            <p:cNvSpPr/>
            <p:nvPr/>
          </p:nvSpPr>
          <p:spPr>
            <a:xfrm>
              <a:off x="601732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4" name="任意多边形: 形状 1653">
              <a:extLst>
                <a:ext uri="{FF2B5EF4-FFF2-40B4-BE49-F238E27FC236}">
                  <a16:creationId xmlns:a16="http://schemas.microsoft.com/office/drawing/2014/main" id="{FBC4D429-4C86-4071-A917-10D7632BDA6E}"/>
                </a:ext>
              </a:extLst>
            </p:cNvPr>
            <p:cNvSpPr/>
            <p:nvPr/>
          </p:nvSpPr>
          <p:spPr>
            <a:xfrm>
              <a:off x="6220908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5" name="任意多边形: 形状 1654">
              <a:extLst>
                <a:ext uri="{FF2B5EF4-FFF2-40B4-BE49-F238E27FC236}">
                  <a16:creationId xmlns:a16="http://schemas.microsoft.com/office/drawing/2014/main" id="{1378791E-ACEC-4C67-95D1-9711543AD172}"/>
                </a:ext>
              </a:extLst>
            </p:cNvPr>
            <p:cNvSpPr/>
            <p:nvPr/>
          </p:nvSpPr>
          <p:spPr>
            <a:xfrm>
              <a:off x="6220908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6" name="任意多边形: 形状 1655">
              <a:extLst>
                <a:ext uri="{FF2B5EF4-FFF2-40B4-BE49-F238E27FC236}">
                  <a16:creationId xmlns:a16="http://schemas.microsoft.com/office/drawing/2014/main" id="{8D605787-C247-454B-8C13-27D93289F487}"/>
                </a:ext>
              </a:extLst>
            </p:cNvPr>
            <p:cNvSpPr/>
            <p:nvPr/>
          </p:nvSpPr>
          <p:spPr>
            <a:xfrm>
              <a:off x="6220908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7" name="任意多边形: 形状 1656">
              <a:extLst>
                <a:ext uri="{FF2B5EF4-FFF2-40B4-BE49-F238E27FC236}">
                  <a16:creationId xmlns:a16="http://schemas.microsoft.com/office/drawing/2014/main" id="{7E4A38FE-9D03-4BDD-AC4E-5A1DA11F60DD}"/>
                </a:ext>
              </a:extLst>
            </p:cNvPr>
            <p:cNvSpPr/>
            <p:nvPr/>
          </p:nvSpPr>
          <p:spPr>
            <a:xfrm>
              <a:off x="6220908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8" name="任意多边形: 形状 1657">
              <a:extLst>
                <a:ext uri="{FF2B5EF4-FFF2-40B4-BE49-F238E27FC236}">
                  <a16:creationId xmlns:a16="http://schemas.microsoft.com/office/drawing/2014/main" id="{542CD81C-0DE4-4B8B-8008-629BE1F9F8C1}"/>
                </a:ext>
              </a:extLst>
            </p:cNvPr>
            <p:cNvSpPr/>
            <p:nvPr/>
          </p:nvSpPr>
          <p:spPr>
            <a:xfrm>
              <a:off x="6220908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9" name="任意多边形: 形状 1658">
              <a:extLst>
                <a:ext uri="{FF2B5EF4-FFF2-40B4-BE49-F238E27FC236}">
                  <a16:creationId xmlns:a16="http://schemas.microsoft.com/office/drawing/2014/main" id="{8B12F6E9-049A-4E08-BFF3-3D23C3A9CB16}"/>
                </a:ext>
              </a:extLst>
            </p:cNvPr>
            <p:cNvSpPr/>
            <p:nvPr/>
          </p:nvSpPr>
          <p:spPr>
            <a:xfrm>
              <a:off x="6424490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0" name="任意多边形: 形状 1659">
              <a:extLst>
                <a:ext uri="{FF2B5EF4-FFF2-40B4-BE49-F238E27FC236}">
                  <a16:creationId xmlns:a16="http://schemas.microsoft.com/office/drawing/2014/main" id="{609B10B0-0BAF-493E-8757-6E154C1E0B79}"/>
                </a:ext>
              </a:extLst>
            </p:cNvPr>
            <p:cNvSpPr/>
            <p:nvPr/>
          </p:nvSpPr>
          <p:spPr>
            <a:xfrm>
              <a:off x="6424490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1" name="任意多边形: 形状 1660">
              <a:extLst>
                <a:ext uri="{FF2B5EF4-FFF2-40B4-BE49-F238E27FC236}">
                  <a16:creationId xmlns:a16="http://schemas.microsoft.com/office/drawing/2014/main" id="{89580F04-BA54-44DE-80DB-10033BEB6276}"/>
                </a:ext>
              </a:extLst>
            </p:cNvPr>
            <p:cNvSpPr/>
            <p:nvPr/>
          </p:nvSpPr>
          <p:spPr>
            <a:xfrm>
              <a:off x="6424490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2" name="任意多边形: 形状 1661">
              <a:extLst>
                <a:ext uri="{FF2B5EF4-FFF2-40B4-BE49-F238E27FC236}">
                  <a16:creationId xmlns:a16="http://schemas.microsoft.com/office/drawing/2014/main" id="{D7489D59-EAD7-407B-AD56-F08285EE2E7B}"/>
                </a:ext>
              </a:extLst>
            </p:cNvPr>
            <p:cNvSpPr/>
            <p:nvPr/>
          </p:nvSpPr>
          <p:spPr>
            <a:xfrm>
              <a:off x="6424490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3" name="任意多边形: 形状 1662">
              <a:extLst>
                <a:ext uri="{FF2B5EF4-FFF2-40B4-BE49-F238E27FC236}">
                  <a16:creationId xmlns:a16="http://schemas.microsoft.com/office/drawing/2014/main" id="{B7060F5C-DC84-4078-821F-70825B0FC2F7}"/>
                </a:ext>
              </a:extLst>
            </p:cNvPr>
            <p:cNvSpPr/>
            <p:nvPr/>
          </p:nvSpPr>
          <p:spPr>
            <a:xfrm>
              <a:off x="6424490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4" name="任意多边形: 形状 1663">
              <a:extLst>
                <a:ext uri="{FF2B5EF4-FFF2-40B4-BE49-F238E27FC236}">
                  <a16:creationId xmlns:a16="http://schemas.microsoft.com/office/drawing/2014/main" id="{D737B053-E02F-4813-BDB1-C03BAB7395CA}"/>
                </a:ext>
              </a:extLst>
            </p:cNvPr>
            <p:cNvSpPr/>
            <p:nvPr/>
          </p:nvSpPr>
          <p:spPr>
            <a:xfrm>
              <a:off x="6628194" y="587914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5" name="任意多边形: 形状 1664">
              <a:extLst>
                <a:ext uri="{FF2B5EF4-FFF2-40B4-BE49-F238E27FC236}">
                  <a16:creationId xmlns:a16="http://schemas.microsoft.com/office/drawing/2014/main" id="{32D85A95-DECA-48E2-B8E4-92B719422BE1}"/>
                </a:ext>
              </a:extLst>
            </p:cNvPr>
            <p:cNvSpPr/>
            <p:nvPr/>
          </p:nvSpPr>
          <p:spPr>
            <a:xfrm>
              <a:off x="6628194" y="5957139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6" name="任意多边形: 形状 1665">
              <a:extLst>
                <a:ext uri="{FF2B5EF4-FFF2-40B4-BE49-F238E27FC236}">
                  <a16:creationId xmlns:a16="http://schemas.microsoft.com/office/drawing/2014/main" id="{CC24EC84-4FBE-406F-831B-EC60134AC25C}"/>
                </a:ext>
              </a:extLst>
            </p:cNvPr>
            <p:cNvSpPr/>
            <p:nvPr/>
          </p:nvSpPr>
          <p:spPr>
            <a:xfrm>
              <a:off x="6628194" y="603513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7" name="任意多边形: 形状 1666">
              <a:extLst>
                <a:ext uri="{FF2B5EF4-FFF2-40B4-BE49-F238E27FC236}">
                  <a16:creationId xmlns:a16="http://schemas.microsoft.com/office/drawing/2014/main" id="{6C625647-B20B-4249-A7DF-F66FBC27D69F}"/>
                </a:ext>
              </a:extLst>
            </p:cNvPr>
            <p:cNvSpPr/>
            <p:nvPr/>
          </p:nvSpPr>
          <p:spPr>
            <a:xfrm>
              <a:off x="6628194" y="6113132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8" name="任意多边形: 形状 1667">
              <a:extLst>
                <a:ext uri="{FF2B5EF4-FFF2-40B4-BE49-F238E27FC236}">
                  <a16:creationId xmlns:a16="http://schemas.microsoft.com/office/drawing/2014/main" id="{9942E446-D850-476C-B53C-45A89F9941BB}"/>
                </a:ext>
              </a:extLst>
            </p:cNvPr>
            <p:cNvSpPr/>
            <p:nvPr/>
          </p:nvSpPr>
          <p:spPr>
            <a:xfrm>
              <a:off x="6628194" y="6191255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9" name="任意多边形: 形状 1668">
              <a:extLst>
                <a:ext uri="{FF2B5EF4-FFF2-40B4-BE49-F238E27FC236}">
                  <a16:creationId xmlns:a16="http://schemas.microsoft.com/office/drawing/2014/main" id="{862B0379-5C4D-4498-B22F-435B1C822C95}"/>
                </a:ext>
              </a:extLst>
            </p:cNvPr>
            <p:cNvSpPr/>
            <p:nvPr/>
          </p:nvSpPr>
          <p:spPr>
            <a:xfrm>
              <a:off x="6831778" y="587914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0" name="任意多边形: 形状 1669">
              <a:extLst>
                <a:ext uri="{FF2B5EF4-FFF2-40B4-BE49-F238E27FC236}">
                  <a16:creationId xmlns:a16="http://schemas.microsoft.com/office/drawing/2014/main" id="{9674F859-B025-48A4-9C14-06A941E36A5C}"/>
                </a:ext>
              </a:extLst>
            </p:cNvPr>
            <p:cNvSpPr/>
            <p:nvPr/>
          </p:nvSpPr>
          <p:spPr>
            <a:xfrm>
              <a:off x="6831778" y="5957139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1" name="任意多边形: 形状 1670">
              <a:extLst>
                <a:ext uri="{FF2B5EF4-FFF2-40B4-BE49-F238E27FC236}">
                  <a16:creationId xmlns:a16="http://schemas.microsoft.com/office/drawing/2014/main" id="{E7523F18-D9A2-4E24-8B78-97926979C0E7}"/>
                </a:ext>
              </a:extLst>
            </p:cNvPr>
            <p:cNvSpPr/>
            <p:nvPr/>
          </p:nvSpPr>
          <p:spPr>
            <a:xfrm>
              <a:off x="6831778" y="603513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2" name="任意多边形: 形状 1671">
              <a:extLst>
                <a:ext uri="{FF2B5EF4-FFF2-40B4-BE49-F238E27FC236}">
                  <a16:creationId xmlns:a16="http://schemas.microsoft.com/office/drawing/2014/main" id="{A97E76EF-60C4-402C-8176-5CF6612D96B1}"/>
                </a:ext>
              </a:extLst>
            </p:cNvPr>
            <p:cNvSpPr/>
            <p:nvPr/>
          </p:nvSpPr>
          <p:spPr>
            <a:xfrm>
              <a:off x="6831778" y="6113132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3" name="任意多边形: 形状 1672">
              <a:extLst>
                <a:ext uri="{FF2B5EF4-FFF2-40B4-BE49-F238E27FC236}">
                  <a16:creationId xmlns:a16="http://schemas.microsoft.com/office/drawing/2014/main" id="{05A2B170-EE14-42CF-B5EF-1A869571B6DD}"/>
                </a:ext>
              </a:extLst>
            </p:cNvPr>
            <p:cNvSpPr/>
            <p:nvPr/>
          </p:nvSpPr>
          <p:spPr>
            <a:xfrm>
              <a:off x="6831778" y="6191255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4" name="任意多边形: 形状 1673">
              <a:extLst>
                <a:ext uri="{FF2B5EF4-FFF2-40B4-BE49-F238E27FC236}">
                  <a16:creationId xmlns:a16="http://schemas.microsoft.com/office/drawing/2014/main" id="{59E38D6C-F5C0-40C1-82D1-8294F3882250}"/>
                </a:ext>
              </a:extLst>
            </p:cNvPr>
            <p:cNvSpPr/>
            <p:nvPr/>
          </p:nvSpPr>
          <p:spPr>
            <a:xfrm>
              <a:off x="5178309" y="6300827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5" name="任意多边形: 形状 1674">
              <a:extLst>
                <a:ext uri="{FF2B5EF4-FFF2-40B4-BE49-F238E27FC236}">
                  <a16:creationId xmlns:a16="http://schemas.microsoft.com/office/drawing/2014/main" id="{89816892-C3A7-4AE9-8C49-02B4731A37CC}"/>
                </a:ext>
              </a:extLst>
            </p:cNvPr>
            <p:cNvSpPr/>
            <p:nvPr/>
          </p:nvSpPr>
          <p:spPr>
            <a:xfrm>
              <a:off x="5178309" y="6410400"/>
              <a:ext cx="181912" cy="12580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6" name="任意多边形: 形状 1675">
              <a:extLst>
                <a:ext uri="{FF2B5EF4-FFF2-40B4-BE49-F238E27FC236}">
                  <a16:creationId xmlns:a16="http://schemas.microsoft.com/office/drawing/2014/main" id="{FF2C3605-1FEA-49E0-8BD6-22F68B064F00}"/>
                </a:ext>
              </a:extLst>
            </p:cNvPr>
            <p:cNvSpPr/>
            <p:nvPr/>
          </p:nvSpPr>
          <p:spPr>
            <a:xfrm>
              <a:off x="5406452" y="6300827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7" name="任意多边形: 形状 1676">
              <a:extLst>
                <a:ext uri="{FF2B5EF4-FFF2-40B4-BE49-F238E27FC236}">
                  <a16:creationId xmlns:a16="http://schemas.microsoft.com/office/drawing/2014/main" id="{F3366D66-AF80-4F8D-8A57-3107008C1841}"/>
                </a:ext>
              </a:extLst>
            </p:cNvPr>
            <p:cNvSpPr/>
            <p:nvPr/>
          </p:nvSpPr>
          <p:spPr>
            <a:xfrm>
              <a:off x="5406452" y="6410400"/>
              <a:ext cx="157473" cy="12580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8" name="任意多边形: 形状 1677">
              <a:extLst>
                <a:ext uri="{FF2B5EF4-FFF2-40B4-BE49-F238E27FC236}">
                  <a16:creationId xmlns:a16="http://schemas.microsoft.com/office/drawing/2014/main" id="{CB31357C-1C29-4CED-BE37-DFB4E0876BBE}"/>
                </a:ext>
              </a:extLst>
            </p:cNvPr>
            <p:cNvSpPr/>
            <p:nvPr/>
          </p:nvSpPr>
          <p:spPr>
            <a:xfrm>
              <a:off x="5610156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9" name="任意多边形: 形状 1678">
              <a:extLst>
                <a:ext uri="{FF2B5EF4-FFF2-40B4-BE49-F238E27FC236}">
                  <a16:creationId xmlns:a16="http://schemas.microsoft.com/office/drawing/2014/main" id="{AC10113A-101A-4363-BE0E-EBFFE0ED8CCE}"/>
                </a:ext>
              </a:extLst>
            </p:cNvPr>
            <p:cNvSpPr/>
            <p:nvPr/>
          </p:nvSpPr>
          <p:spPr>
            <a:xfrm>
              <a:off x="5610156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0" name="任意多边形: 形状 1679">
              <a:extLst>
                <a:ext uri="{FF2B5EF4-FFF2-40B4-BE49-F238E27FC236}">
                  <a16:creationId xmlns:a16="http://schemas.microsoft.com/office/drawing/2014/main" id="{EDC9A8C7-C864-4AB0-9C42-272F610B0B5A}"/>
                </a:ext>
              </a:extLst>
            </p:cNvPr>
            <p:cNvSpPr/>
            <p:nvPr/>
          </p:nvSpPr>
          <p:spPr>
            <a:xfrm>
              <a:off x="581374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1" name="任意多边形: 形状 1680">
              <a:extLst>
                <a:ext uri="{FF2B5EF4-FFF2-40B4-BE49-F238E27FC236}">
                  <a16:creationId xmlns:a16="http://schemas.microsoft.com/office/drawing/2014/main" id="{3EB469DF-52B2-41D7-A2D4-D9352343DAE5}"/>
                </a:ext>
              </a:extLst>
            </p:cNvPr>
            <p:cNvSpPr/>
            <p:nvPr/>
          </p:nvSpPr>
          <p:spPr>
            <a:xfrm>
              <a:off x="581374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2" name="任意多边形: 形状 1681">
              <a:extLst>
                <a:ext uri="{FF2B5EF4-FFF2-40B4-BE49-F238E27FC236}">
                  <a16:creationId xmlns:a16="http://schemas.microsoft.com/office/drawing/2014/main" id="{4DB0D0DF-34AB-4C5D-AFF1-4B285F7F2EF5}"/>
                </a:ext>
              </a:extLst>
            </p:cNvPr>
            <p:cNvSpPr/>
            <p:nvPr/>
          </p:nvSpPr>
          <p:spPr>
            <a:xfrm>
              <a:off x="601732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3" name="任意多边形: 形状 1682">
              <a:extLst>
                <a:ext uri="{FF2B5EF4-FFF2-40B4-BE49-F238E27FC236}">
                  <a16:creationId xmlns:a16="http://schemas.microsoft.com/office/drawing/2014/main" id="{A272292F-6C9F-41FE-927C-3D2D26C6A954}"/>
                </a:ext>
              </a:extLst>
            </p:cNvPr>
            <p:cNvSpPr/>
            <p:nvPr/>
          </p:nvSpPr>
          <p:spPr>
            <a:xfrm>
              <a:off x="601732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4" name="任意多边形: 形状 1683">
              <a:extLst>
                <a:ext uri="{FF2B5EF4-FFF2-40B4-BE49-F238E27FC236}">
                  <a16:creationId xmlns:a16="http://schemas.microsoft.com/office/drawing/2014/main" id="{D561AE30-F71A-41FB-9F5E-3BE76C911A85}"/>
                </a:ext>
              </a:extLst>
            </p:cNvPr>
            <p:cNvSpPr/>
            <p:nvPr/>
          </p:nvSpPr>
          <p:spPr>
            <a:xfrm>
              <a:off x="6220908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5" name="任意多边形: 形状 1684">
              <a:extLst>
                <a:ext uri="{FF2B5EF4-FFF2-40B4-BE49-F238E27FC236}">
                  <a16:creationId xmlns:a16="http://schemas.microsoft.com/office/drawing/2014/main" id="{A00DD79C-CDFE-4130-83A7-2EB138375DA5}"/>
                </a:ext>
              </a:extLst>
            </p:cNvPr>
            <p:cNvSpPr/>
            <p:nvPr/>
          </p:nvSpPr>
          <p:spPr>
            <a:xfrm>
              <a:off x="6220908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6" name="任意多边形: 形状 1685">
              <a:extLst>
                <a:ext uri="{FF2B5EF4-FFF2-40B4-BE49-F238E27FC236}">
                  <a16:creationId xmlns:a16="http://schemas.microsoft.com/office/drawing/2014/main" id="{2B14E292-F35C-4F4B-AE52-358FD30C0634}"/>
                </a:ext>
              </a:extLst>
            </p:cNvPr>
            <p:cNvSpPr/>
            <p:nvPr/>
          </p:nvSpPr>
          <p:spPr>
            <a:xfrm>
              <a:off x="6424490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7" name="任意多边形: 形状 1686">
              <a:extLst>
                <a:ext uri="{FF2B5EF4-FFF2-40B4-BE49-F238E27FC236}">
                  <a16:creationId xmlns:a16="http://schemas.microsoft.com/office/drawing/2014/main" id="{7824EA20-BB75-4D26-9772-EB792D17E9C4}"/>
                </a:ext>
              </a:extLst>
            </p:cNvPr>
            <p:cNvSpPr/>
            <p:nvPr/>
          </p:nvSpPr>
          <p:spPr>
            <a:xfrm>
              <a:off x="6424490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8" name="任意多边形: 形状 1687">
              <a:extLst>
                <a:ext uri="{FF2B5EF4-FFF2-40B4-BE49-F238E27FC236}">
                  <a16:creationId xmlns:a16="http://schemas.microsoft.com/office/drawing/2014/main" id="{42287B43-7D1A-46D7-ADD0-36EE21BB4F9F}"/>
                </a:ext>
              </a:extLst>
            </p:cNvPr>
            <p:cNvSpPr/>
            <p:nvPr/>
          </p:nvSpPr>
          <p:spPr>
            <a:xfrm>
              <a:off x="6628194" y="6300827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9" name="任意多边形: 形状 1688">
              <a:extLst>
                <a:ext uri="{FF2B5EF4-FFF2-40B4-BE49-F238E27FC236}">
                  <a16:creationId xmlns:a16="http://schemas.microsoft.com/office/drawing/2014/main" id="{4CAFFF14-CAD2-460E-9700-3F5111A4539B}"/>
                </a:ext>
              </a:extLst>
            </p:cNvPr>
            <p:cNvSpPr/>
            <p:nvPr/>
          </p:nvSpPr>
          <p:spPr>
            <a:xfrm>
              <a:off x="6628194" y="6410400"/>
              <a:ext cx="157352" cy="12580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0" name="任意多边形: 形状 1689">
              <a:extLst>
                <a:ext uri="{FF2B5EF4-FFF2-40B4-BE49-F238E27FC236}">
                  <a16:creationId xmlns:a16="http://schemas.microsoft.com/office/drawing/2014/main" id="{72F64533-B01F-4EF0-8E55-0E830B55AE9A}"/>
                </a:ext>
              </a:extLst>
            </p:cNvPr>
            <p:cNvSpPr/>
            <p:nvPr/>
          </p:nvSpPr>
          <p:spPr>
            <a:xfrm>
              <a:off x="6831778" y="6300827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1" name="任意多边形: 形状 1690">
              <a:extLst>
                <a:ext uri="{FF2B5EF4-FFF2-40B4-BE49-F238E27FC236}">
                  <a16:creationId xmlns:a16="http://schemas.microsoft.com/office/drawing/2014/main" id="{C3FE488E-3185-453C-A6FE-55A9F3C18132}"/>
                </a:ext>
              </a:extLst>
            </p:cNvPr>
            <p:cNvSpPr/>
            <p:nvPr/>
          </p:nvSpPr>
          <p:spPr>
            <a:xfrm>
              <a:off x="6831778" y="6410400"/>
              <a:ext cx="163974" cy="12580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2" name="任意多边形: 形状 1691">
              <a:extLst>
                <a:ext uri="{FF2B5EF4-FFF2-40B4-BE49-F238E27FC236}">
                  <a16:creationId xmlns:a16="http://schemas.microsoft.com/office/drawing/2014/main" id="{F4A12B60-9BA8-4432-815C-0A8192520C9D}"/>
                </a:ext>
              </a:extLst>
            </p:cNvPr>
            <p:cNvSpPr/>
            <p:nvPr/>
          </p:nvSpPr>
          <p:spPr>
            <a:xfrm>
              <a:off x="4275245" y="5758373"/>
              <a:ext cx="694905" cy="33463"/>
            </a:xfrm>
            <a:custGeom>
              <a:avLst/>
              <a:gdLst>
                <a:gd name="connsiteX0" fmla="*/ 0 w 549783"/>
                <a:gd name="connsiteY0" fmla="*/ 0 h 25336"/>
                <a:gd name="connsiteX1" fmla="*/ 549783 w 549783"/>
                <a:gd name="connsiteY1" fmla="*/ 0 h 25336"/>
                <a:gd name="connsiteX2" fmla="*/ 549783 w 549783"/>
                <a:gd name="connsiteY2" fmla="*/ 25337 h 25336"/>
                <a:gd name="connsiteX3" fmla="*/ 0 w 549783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3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3" name="任意多边形: 形状 1692">
              <a:extLst>
                <a:ext uri="{FF2B5EF4-FFF2-40B4-BE49-F238E27FC236}">
                  <a16:creationId xmlns:a16="http://schemas.microsoft.com/office/drawing/2014/main" id="{D5C0D0D7-32A8-429F-A3E0-B0FECB47BF1A}"/>
                </a:ext>
              </a:extLst>
            </p:cNvPr>
            <p:cNvSpPr/>
            <p:nvPr/>
          </p:nvSpPr>
          <p:spPr>
            <a:xfrm>
              <a:off x="4299805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4" name="任意多边形: 形状 1693">
              <a:extLst>
                <a:ext uri="{FF2B5EF4-FFF2-40B4-BE49-F238E27FC236}">
                  <a16:creationId xmlns:a16="http://schemas.microsoft.com/office/drawing/2014/main" id="{21962A87-78BD-49BC-95C9-9BFC8C07E7D1}"/>
                </a:ext>
              </a:extLst>
            </p:cNvPr>
            <p:cNvSpPr/>
            <p:nvPr/>
          </p:nvSpPr>
          <p:spPr>
            <a:xfrm>
              <a:off x="4462094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5" name="任意多边形: 形状 1694">
              <a:extLst>
                <a:ext uri="{FF2B5EF4-FFF2-40B4-BE49-F238E27FC236}">
                  <a16:creationId xmlns:a16="http://schemas.microsoft.com/office/drawing/2014/main" id="{4B8B9EC5-3977-4B5F-BBEF-2E3EE34E77A3}"/>
                </a:ext>
              </a:extLst>
            </p:cNvPr>
            <p:cNvSpPr/>
            <p:nvPr/>
          </p:nvSpPr>
          <p:spPr>
            <a:xfrm>
              <a:off x="4653277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6" name="任意多边形: 形状 1695">
              <a:extLst>
                <a:ext uri="{FF2B5EF4-FFF2-40B4-BE49-F238E27FC236}">
                  <a16:creationId xmlns:a16="http://schemas.microsoft.com/office/drawing/2014/main" id="{BFC3A484-4E42-4ACA-9CA4-ADA3FB2E38D1}"/>
                </a:ext>
              </a:extLst>
            </p:cNvPr>
            <p:cNvSpPr/>
            <p:nvPr/>
          </p:nvSpPr>
          <p:spPr>
            <a:xfrm>
              <a:off x="4844702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7" name="任意多边形: 形状 1696">
              <a:extLst>
                <a:ext uri="{FF2B5EF4-FFF2-40B4-BE49-F238E27FC236}">
                  <a16:creationId xmlns:a16="http://schemas.microsoft.com/office/drawing/2014/main" id="{774B5F62-80A8-4F84-8EF6-7A46FE1A62F7}"/>
                </a:ext>
              </a:extLst>
            </p:cNvPr>
            <p:cNvSpPr/>
            <p:nvPr/>
          </p:nvSpPr>
          <p:spPr>
            <a:xfrm>
              <a:off x="42293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8" name="任意多边形: 形状 1697">
              <a:extLst>
                <a:ext uri="{FF2B5EF4-FFF2-40B4-BE49-F238E27FC236}">
                  <a16:creationId xmlns:a16="http://schemas.microsoft.com/office/drawing/2014/main" id="{11E79E48-A4A5-4D38-AC44-19E5442700CE}"/>
                </a:ext>
              </a:extLst>
            </p:cNvPr>
            <p:cNvSpPr/>
            <p:nvPr/>
          </p:nvSpPr>
          <p:spPr>
            <a:xfrm>
              <a:off x="420975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9" name="任意多边形: 形状 1698">
              <a:extLst>
                <a:ext uri="{FF2B5EF4-FFF2-40B4-BE49-F238E27FC236}">
                  <a16:creationId xmlns:a16="http://schemas.microsoft.com/office/drawing/2014/main" id="{B707E18A-7842-4EB7-9A46-0935703F99E7}"/>
                </a:ext>
              </a:extLst>
            </p:cNvPr>
            <p:cNvSpPr/>
            <p:nvPr/>
          </p:nvSpPr>
          <p:spPr>
            <a:xfrm>
              <a:off x="411801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0" name="任意多边形: 形状 1699">
              <a:extLst>
                <a:ext uri="{FF2B5EF4-FFF2-40B4-BE49-F238E27FC236}">
                  <a16:creationId xmlns:a16="http://schemas.microsoft.com/office/drawing/2014/main" id="{D7DC2644-4D17-48C4-8825-CA4F1EBC898F}"/>
                </a:ext>
              </a:extLst>
            </p:cNvPr>
            <p:cNvSpPr/>
            <p:nvPr/>
          </p:nvSpPr>
          <p:spPr>
            <a:xfrm>
              <a:off x="409826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1" name="任意多边形: 形状 1700">
              <a:extLst>
                <a:ext uri="{FF2B5EF4-FFF2-40B4-BE49-F238E27FC236}">
                  <a16:creationId xmlns:a16="http://schemas.microsoft.com/office/drawing/2014/main" id="{4163B909-8BBC-47D2-83A1-91D84575D192}"/>
                </a:ext>
              </a:extLst>
            </p:cNvPr>
            <p:cNvSpPr/>
            <p:nvPr/>
          </p:nvSpPr>
          <p:spPr>
            <a:xfrm>
              <a:off x="400652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2" name="任意多边形: 形状 1701">
              <a:extLst>
                <a:ext uri="{FF2B5EF4-FFF2-40B4-BE49-F238E27FC236}">
                  <a16:creationId xmlns:a16="http://schemas.microsoft.com/office/drawing/2014/main" id="{2C1EECD5-5DF7-470A-A0D5-2D75B5BEE1F5}"/>
                </a:ext>
              </a:extLst>
            </p:cNvPr>
            <p:cNvSpPr/>
            <p:nvPr/>
          </p:nvSpPr>
          <p:spPr>
            <a:xfrm>
              <a:off x="398678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3" name="任意多边形: 形状 1702">
              <a:extLst>
                <a:ext uri="{FF2B5EF4-FFF2-40B4-BE49-F238E27FC236}">
                  <a16:creationId xmlns:a16="http://schemas.microsoft.com/office/drawing/2014/main" id="{DF9DF045-4A94-4D30-9DA9-E96EE9F45882}"/>
                </a:ext>
              </a:extLst>
            </p:cNvPr>
            <p:cNvSpPr/>
            <p:nvPr/>
          </p:nvSpPr>
          <p:spPr>
            <a:xfrm>
              <a:off x="3895046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4" name="任意多边形: 形状 1703">
              <a:extLst>
                <a:ext uri="{FF2B5EF4-FFF2-40B4-BE49-F238E27FC236}">
                  <a16:creationId xmlns:a16="http://schemas.microsoft.com/office/drawing/2014/main" id="{FCD2B734-C15A-4D81-899A-6983FCD76D14}"/>
                </a:ext>
              </a:extLst>
            </p:cNvPr>
            <p:cNvSpPr/>
            <p:nvPr/>
          </p:nvSpPr>
          <p:spPr>
            <a:xfrm>
              <a:off x="387542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5" name="任意多边形: 形状 1704">
              <a:extLst>
                <a:ext uri="{FF2B5EF4-FFF2-40B4-BE49-F238E27FC236}">
                  <a16:creationId xmlns:a16="http://schemas.microsoft.com/office/drawing/2014/main" id="{B0F50B49-9D01-4F13-8B87-D0DCCFFBCAA9}"/>
                </a:ext>
              </a:extLst>
            </p:cNvPr>
            <p:cNvSpPr/>
            <p:nvPr/>
          </p:nvSpPr>
          <p:spPr>
            <a:xfrm>
              <a:off x="378368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6" name="任意多边形: 形状 1705">
              <a:extLst>
                <a:ext uri="{FF2B5EF4-FFF2-40B4-BE49-F238E27FC236}">
                  <a16:creationId xmlns:a16="http://schemas.microsoft.com/office/drawing/2014/main" id="{52B62F2A-CAB5-4936-BFEF-DCCD44D0BF07}"/>
                </a:ext>
              </a:extLst>
            </p:cNvPr>
            <p:cNvSpPr/>
            <p:nvPr/>
          </p:nvSpPr>
          <p:spPr>
            <a:xfrm>
              <a:off x="376393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7" name="任意多边形: 形状 1706">
              <a:extLst>
                <a:ext uri="{FF2B5EF4-FFF2-40B4-BE49-F238E27FC236}">
                  <a16:creationId xmlns:a16="http://schemas.microsoft.com/office/drawing/2014/main" id="{F55DF667-1146-41FD-AB79-F2B4B6E316AB}"/>
                </a:ext>
              </a:extLst>
            </p:cNvPr>
            <p:cNvSpPr/>
            <p:nvPr/>
          </p:nvSpPr>
          <p:spPr>
            <a:xfrm>
              <a:off x="367219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8" name="任意多边形: 形状 1707">
              <a:extLst>
                <a:ext uri="{FF2B5EF4-FFF2-40B4-BE49-F238E27FC236}">
                  <a16:creationId xmlns:a16="http://schemas.microsoft.com/office/drawing/2014/main" id="{22509B8D-B30D-44D5-AC35-42B9F3EECBDB}"/>
                </a:ext>
              </a:extLst>
            </p:cNvPr>
            <p:cNvSpPr/>
            <p:nvPr/>
          </p:nvSpPr>
          <p:spPr>
            <a:xfrm>
              <a:off x="365257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9" name="任意多边形: 形状 1708">
              <a:extLst>
                <a:ext uri="{FF2B5EF4-FFF2-40B4-BE49-F238E27FC236}">
                  <a16:creationId xmlns:a16="http://schemas.microsoft.com/office/drawing/2014/main" id="{75FC054C-061C-4278-B39C-4B1AE3A6AF12}"/>
                </a:ext>
              </a:extLst>
            </p:cNvPr>
            <p:cNvSpPr/>
            <p:nvPr/>
          </p:nvSpPr>
          <p:spPr>
            <a:xfrm>
              <a:off x="367219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0" name="任意多边形: 形状 1709">
              <a:extLst>
                <a:ext uri="{FF2B5EF4-FFF2-40B4-BE49-F238E27FC236}">
                  <a16:creationId xmlns:a16="http://schemas.microsoft.com/office/drawing/2014/main" id="{6885CDE6-D554-406B-B642-91B5076E6D3F}"/>
                </a:ext>
              </a:extLst>
            </p:cNvPr>
            <p:cNvSpPr/>
            <p:nvPr/>
          </p:nvSpPr>
          <p:spPr>
            <a:xfrm>
              <a:off x="378368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1" name="任意多边形: 形状 1710">
              <a:extLst>
                <a:ext uri="{FF2B5EF4-FFF2-40B4-BE49-F238E27FC236}">
                  <a16:creationId xmlns:a16="http://schemas.microsoft.com/office/drawing/2014/main" id="{6CBC9457-5B83-42DF-9B8D-BC029637BE13}"/>
                </a:ext>
              </a:extLst>
            </p:cNvPr>
            <p:cNvSpPr/>
            <p:nvPr/>
          </p:nvSpPr>
          <p:spPr>
            <a:xfrm>
              <a:off x="3895046" y="615590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2" name="任意多边形: 形状 1711">
              <a:extLst>
                <a:ext uri="{FF2B5EF4-FFF2-40B4-BE49-F238E27FC236}">
                  <a16:creationId xmlns:a16="http://schemas.microsoft.com/office/drawing/2014/main" id="{4F18BA20-30AE-4EEE-A264-46861144B69A}"/>
                </a:ext>
              </a:extLst>
            </p:cNvPr>
            <p:cNvSpPr/>
            <p:nvPr/>
          </p:nvSpPr>
          <p:spPr>
            <a:xfrm>
              <a:off x="4006529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3" name="任意多边形: 形状 1712">
              <a:extLst>
                <a:ext uri="{FF2B5EF4-FFF2-40B4-BE49-F238E27FC236}">
                  <a16:creationId xmlns:a16="http://schemas.microsoft.com/office/drawing/2014/main" id="{4DDD381B-4002-42A8-816B-747E00984B86}"/>
                </a:ext>
              </a:extLst>
            </p:cNvPr>
            <p:cNvSpPr/>
            <p:nvPr/>
          </p:nvSpPr>
          <p:spPr>
            <a:xfrm>
              <a:off x="4118013" y="615590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4" name="任意多边形: 形状 1713">
              <a:extLst>
                <a:ext uri="{FF2B5EF4-FFF2-40B4-BE49-F238E27FC236}">
                  <a16:creationId xmlns:a16="http://schemas.microsoft.com/office/drawing/2014/main" id="{49CB9B90-F969-46EC-9C0F-F55C5D3E7D27}"/>
                </a:ext>
              </a:extLst>
            </p:cNvPr>
            <p:cNvSpPr/>
            <p:nvPr/>
          </p:nvSpPr>
          <p:spPr>
            <a:xfrm>
              <a:off x="4229375" y="615590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5" name="任意多边形: 形状 1714">
              <a:extLst>
                <a:ext uri="{FF2B5EF4-FFF2-40B4-BE49-F238E27FC236}">
                  <a16:creationId xmlns:a16="http://schemas.microsoft.com/office/drawing/2014/main" id="{746E463B-0D4E-41BD-8105-0E1D0A08BEA8}"/>
                </a:ext>
              </a:extLst>
            </p:cNvPr>
            <p:cNvSpPr/>
            <p:nvPr/>
          </p:nvSpPr>
          <p:spPr>
            <a:xfrm>
              <a:off x="367219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6" name="任意多边形: 形状 1715">
              <a:extLst>
                <a:ext uri="{FF2B5EF4-FFF2-40B4-BE49-F238E27FC236}">
                  <a16:creationId xmlns:a16="http://schemas.microsoft.com/office/drawing/2014/main" id="{2FD060EE-2C0E-4B62-ABDA-845934C7E4F0}"/>
                </a:ext>
              </a:extLst>
            </p:cNvPr>
            <p:cNvSpPr/>
            <p:nvPr/>
          </p:nvSpPr>
          <p:spPr>
            <a:xfrm>
              <a:off x="378368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7" name="任意多边形: 形状 1716">
              <a:extLst>
                <a:ext uri="{FF2B5EF4-FFF2-40B4-BE49-F238E27FC236}">
                  <a16:creationId xmlns:a16="http://schemas.microsoft.com/office/drawing/2014/main" id="{47BBDE7D-4222-45E6-85F7-6E5D7672F348}"/>
                </a:ext>
              </a:extLst>
            </p:cNvPr>
            <p:cNvSpPr/>
            <p:nvPr/>
          </p:nvSpPr>
          <p:spPr>
            <a:xfrm>
              <a:off x="3895046" y="6196035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8" name="任意多边形: 形状 1717">
              <a:extLst>
                <a:ext uri="{FF2B5EF4-FFF2-40B4-BE49-F238E27FC236}">
                  <a16:creationId xmlns:a16="http://schemas.microsoft.com/office/drawing/2014/main" id="{06A074D3-A575-4803-BECB-71878F28BD15}"/>
                </a:ext>
              </a:extLst>
            </p:cNvPr>
            <p:cNvSpPr/>
            <p:nvPr/>
          </p:nvSpPr>
          <p:spPr>
            <a:xfrm>
              <a:off x="4006529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9" name="任意多边形: 形状 1718">
              <a:extLst>
                <a:ext uri="{FF2B5EF4-FFF2-40B4-BE49-F238E27FC236}">
                  <a16:creationId xmlns:a16="http://schemas.microsoft.com/office/drawing/2014/main" id="{B5584F5A-D64F-424B-A603-2E0E627D2A84}"/>
                </a:ext>
              </a:extLst>
            </p:cNvPr>
            <p:cNvSpPr/>
            <p:nvPr/>
          </p:nvSpPr>
          <p:spPr>
            <a:xfrm>
              <a:off x="4118013" y="6196035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0" name="任意多边形: 形状 1719">
              <a:extLst>
                <a:ext uri="{FF2B5EF4-FFF2-40B4-BE49-F238E27FC236}">
                  <a16:creationId xmlns:a16="http://schemas.microsoft.com/office/drawing/2014/main" id="{5C391F9E-35D3-4F73-AD42-00102E089D24}"/>
                </a:ext>
              </a:extLst>
            </p:cNvPr>
            <p:cNvSpPr/>
            <p:nvPr/>
          </p:nvSpPr>
          <p:spPr>
            <a:xfrm>
              <a:off x="4229375" y="6196035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1" name="任意多边形: 形状 1720">
              <a:extLst>
                <a:ext uri="{FF2B5EF4-FFF2-40B4-BE49-F238E27FC236}">
                  <a16:creationId xmlns:a16="http://schemas.microsoft.com/office/drawing/2014/main" id="{07B94113-194F-41C9-93F3-3268D84FE72D}"/>
                </a:ext>
              </a:extLst>
            </p:cNvPr>
            <p:cNvSpPr/>
            <p:nvPr/>
          </p:nvSpPr>
          <p:spPr>
            <a:xfrm>
              <a:off x="367219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2" name="任意多边形: 形状 1721">
              <a:extLst>
                <a:ext uri="{FF2B5EF4-FFF2-40B4-BE49-F238E27FC236}">
                  <a16:creationId xmlns:a16="http://schemas.microsoft.com/office/drawing/2014/main" id="{2C2E16C0-9145-481F-B531-A1EBF44BC33E}"/>
                </a:ext>
              </a:extLst>
            </p:cNvPr>
            <p:cNvSpPr/>
            <p:nvPr/>
          </p:nvSpPr>
          <p:spPr>
            <a:xfrm>
              <a:off x="378368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3" name="任意多边形: 形状 1722">
              <a:extLst>
                <a:ext uri="{FF2B5EF4-FFF2-40B4-BE49-F238E27FC236}">
                  <a16:creationId xmlns:a16="http://schemas.microsoft.com/office/drawing/2014/main" id="{F1944D6A-DBB8-4349-A040-E145A5E09820}"/>
                </a:ext>
              </a:extLst>
            </p:cNvPr>
            <p:cNvSpPr/>
            <p:nvPr/>
          </p:nvSpPr>
          <p:spPr>
            <a:xfrm>
              <a:off x="3895046" y="6214654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4" name="任意多边形: 形状 1723">
              <a:extLst>
                <a:ext uri="{FF2B5EF4-FFF2-40B4-BE49-F238E27FC236}">
                  <a16:creationId xmlns:a16="http://schemas.microsoft.com/office/drawing/2014/main" id="{02F02DE8-B6E0-4ACB-8157-25125F316EF6}"/>
                </a:ext>
              </a:extLst>
            </p:cNvPr>
            <p:cNvSpPr/>
            <p:nvPr/>
          </p:nvSpPr>
          <p:spPr>
            <a:xfrm>
              <a:off x="4006529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5" name="任意多边形: 形状 1724">
              <a:extLst>
                <a:ext uri="{FF2B5EF4-FFF2-40B4-BE49-F238E27FC236}">
                  <a16:creationId xmlns:a16="http://schemas.microsoft.com/office/drawing/2014/main" id="{E1DBCF92-8EF6-41EF-9F6F-88D1C79D2FAE}"/>
                </a:ext>
              </a:extLst>
            </p:cNvPr>
            <p:cNvSpPr/>
            <p:nvPr/>
          </p:nvSpPr>
          <p:spPr>
            <a:xfrm>
              <a:off x="4118013" y="6214654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6" name="任意多边形: 形状 1725">
              <a:extLst>
                <a:ext uri="{FF2B5EF4-FFF2-40B4-BE49-F238E27FC236}">
                  <a16:creationId xmlns:a16="http://schemas.microsoft.com/office/drawing/2014/main" id="{1F816BE9-6EAA-4DA8-BC52-79C45E1E34D6}"/>
                </a:ext>
              </a:extLst>
            </p:cNvPr>
            <p:cNvSpPr/>
            <p:nvPr/>
          </p:nvSpPr>
          <p:spPr>
            <a:xfrm>
              <a:off x="4229375" y="6214654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7" name="任意多边形: 形状 1726">
              <a:extLst>
                <a:ext uri="{FF2B5EF4-FFF2-40B4-BE49-F238E27FC236}">
                  <a16:creationId xmlns:a16="http://schemas.microsoft.com/office/drawing/2014/main" id="{173949B8-A86F-4292-A105-59B66B25CDD9}"/>
                </a:ext>
              </a:extLst>
            </p:cNvPr>
            <p:cNvSpPr/>
            <p:nvPr/>
          </p:nvSpPr>
          <p:spPr>
            <a:xfrm>
              <a:off x="367219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8" name="任意多边形: 形状 1727">
              <a:extLst>
                <a:ext uri="{FF2B5EF4-FFF2-40B4-BE49-F238E27FC236}">
                  <a16:creationId xmlns:a16="http://schemas.microsoft.com/office/drawing/2014/main" id="{B3C86955-3ACC-4C28-97D1-21ABB2EF873C}"/>
                </a:ext>
              </a:extLst>
            </p:cNvPr>
            <p:cNvSpPr/>
            <p:nvPr/>
          </p:nvSpPr>
          <p:spPr>
            <a:xfrm>
              <a:off x="378368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9" name="任意多边形: 形状 1728">
              <a:extLst>
                <a:ext uri="{FF2B5EF4-FFF2-40B4-BE49-F238E27FC236}">
                  <a16:creationId xmlns:a16="http://schemas.microsoft.com/office/drawing/2014/main" id="{D35F600A-E139-4E35-A267-B8E4F577E4EB}"/>
                </a:ext>
              </a:extLst>
            </p:cNvPr>
            <p:cNvSpPr/>
            <p:nvPr/>
          </p:nvSpPr>
          <p:spPr>
            <a:xfrm>
              <a:off x="3895046" y="631718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0" name="任意多边形: 形状 1729">
              <a:extLst>
                <a:ext uri="{FF2B5EF4-FFF2-40B4-BE49-F238E27FC236}">
                  <a16:creationId xmlns:a16="http://schemas.microsoft.com/office/drawing/2014/main" id="{0F7F01B7-7718-4DA1-A17F-6FA6E86BB71D}"/>
                </a:ext>
              </a:extLst>
            </p:cNvPr>
            <p:cNvSpPr/>
            <p:nvPr/>
          </p:nvSpPr>
          <p:spPr>
            <a:xfrm>
              <a:off x="4006529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1" name="任意多边形: 形状 1730">
              <a:extLst>
                <a:ext uri="{FF2B5EF4-FFF2-40B4-BE49-F238E27FC236}">
                  <a16:creationId xmlns:a16="http://schemas.microsoft.com/office/drawing/2014/main" id="{70BAA96A-A793-4C56-9B06-993053643B70}"/>
                </a:ext>
              </a:extLst>
            </p:cNvPr>
            <p:cNvSpPr/>
            <p:nvPr/>
          </p:nvSpPr>
          <p:spPr>
            <a:xfrm>
              <a:off x="4118013" y="631718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2" name="任意多边形: 形状 1731">
              <a:extLst>
                <a:ext uri="{FF2B5EF4-FFF2-40B4-BE49-F238E27FC236}">
                  <a16:creationId xmlns:a16="http://schemas.microsoft.com/office/drawing/2014/main" id="{4744EF48-9420-4D18-B8D8-0F57251D8073}"/>
                </a:ext>
              </a:extLst>
            </p:cNvPr>
            <p:cNvSpPr/>
            <p:nvPr/>
          </p:nvSpPr>
          <p:spPr>
            <a:xfrm>
              <a:off x="4229375" y="631718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3" name="任意多边形: 形状 1732">
              <a:extLst>
                <a:ext uri="{FF2B5EF4-FFF2-40B4-BE49-F238E27FC236}">
                  <a16:creationId xmlns:a16="http://schemas.microsoft.com/office/drawing/2014/main" id="{F21E9E68-0268-4FCF-AF8D-C678496F5A4C}"/>
                </a:ext>
              </a:extLst>
            </p:cNvPr>
            <p:cNvSpPr/>
            <p:nvPr/>
          </p:nvSpPr>
          <p:spPr>
            <a:xfrm>
              <a:off x="367219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4" name="任意多边形: 形状 1733">
              <a:extLst>
                <a:ext uri="{FF2B5EF4-FFF2-40B4-BE49-F238E27FC236}">
                  <a16:creationId xmlns:a16="http://schemas.microsoft.com/office/drawing/2014/main" id="{D112BFAB-93D2-4982-8DFD-A15FAB14E8B8}"/>
                </a:ext>
              </a:extLst>
            </p:cNvPr>
            <p:cNvSpPr/>
            <p:nvPr/>
          </p:nvSpPr>
          <p:spPr>
            <a:xfrm>
              <a:off x="378368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5" name="任意多边形: 形状 1734">
              <a:extLst>
                <a:ext uri="{FF2B5EF4-FFF2-40B4-BE49-F238E27FC236}">
                  <a16:creationId xmlns:a16="http://schemas.microsoft.com/office/drawing/2014/main" id="{8CFC8D90-893B-48C7-949E-E8772E6DB777}"/>
                </a:ext>
              </a:extLst>
            </p:cNvPr>
            <p:cNvSpPr/>
            <p:nvPr/>
          </p:nvSpPr>
          <p:spPr>
            <a:xfrm>
              <a:off x="3895046" y="635731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6" name="任意多边形: 形状 1735">
              <a:extLst>
                <a:ext uri="{FF2B5EF4-FFF2-40B4-BE49-F238E27FC236}">
                  <a16:creationId xmlns:a16="http://schemas.microsoft.com/office/drawing/2014/main" id="{F8EB3718-C1FF-4BBB-8620-B0B436A78B7A}"/>
                </a:ext>
              </a:extLst>
            </p:cNvPr>
            <p:cNvSpPr/>
            <p:nvPr/>
          </p:nvSpPr>
          <p:spPr>
            <a:xfrm>
              <a:off x="4006529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7" name="任意多边形: 形状 1736">
              <a:extLst>
                <a:ext uri="{FF2B5EF4-FFF2-40B4-BE49-F238E27FC236}">
                  <a16:creationId xmlns:a16="http://schemas.microsoft.com/office/drawing/2014/main" id="{C90DFE64-E2E1-42E7-BD40-04458646CCF8}"/>
                </a:ext>
              </a:extLst>
            </p:cNvPr>
            <p:cNvSpPr/>
            <p:nvPr/>
          </p:nvSpPr>
          <p:spPr>
            <a:xfrm>
              <a:off x="4118013" y="635731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8" name="任意多边形: 形状 1737">
              <a:extLst>
                <a:ext uri="{FF2B5EF4-FFF2-40B4-BE49-F238E27FC236}">
                  <a16:creationId xmlns:a16="http://schemas.microsoft.com/office/drawing/2014/main" id="{5572EA75-1D64-4E26-81EC-9028037D62A5}"/>
                </a:ext>
              </a:extLst>
            </p:cNvPr>
            <p:cNvSpPr/>
            <p:nvPr/>
          </p:nvSpPr>
          <p:spPr>
            <a:xfrm>
              <a:off x="4229375" y="635731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9" name="任意多边形: 形状 1738">
              <a:extLst>
                <a:ext uri="{FF2B5EF4-FFF2-40B4-BE49-F238E27FC236}">
                  <a16:creationId xmlns:a16="http://schemas.microsoft.com/office/drawing/2014/main" id="{DDAF44E3-2109-4289-9A06-63EAE9FB13BD}"/>
                </a:ext>
              </a:extLst>
            </p:cNvPr>
            <p:cNvSpPr/>
            <p:nvPr/>
          </p:nvSpPr>
          <p:spPr>
            <a:xfrm>
              <a:off x="367219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0" name="任意多边形: 形状 1739">
              <a:extLst>
                <a:ext uri="{FF2B5EF4-FFF2-40B4-BE49-F238E27FC236}">
                  <a16:creationId xmlns:a16="http://schemas.microsoft.com/office/drawing/2014/main" id="{286D2C1A-8713-4AB0-B8EA-42139B76F48D}"/>
                </a:ext>
              </a:extLst>
            </p:cNvPr>
            <p:cNvSpPr/>
            <p:nvPr/>
          </p:nvSpPr>
          <p:spPr>
            <a:xfrm>
              <a:off x="378368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1" name="任意多边形: 形状 1740">
              <a:extLst>
                <a:ext uri="{FF2B5EF4-FFF2-40B4-BE49-F238E27FC236}">
                  <a16:creationId xmlns:a16="http://schemas.microsoft.com/office/drawing/2014/main" id="{8F4B490A-956E-49B5-B5D6-0F7E825D5156}"/>
                </a:ext>
              </a:extLst>
            </p:cNvPr>
            <p:cNvSpPr/>
            <p:nvPr/>
          </p:nvSpPr>
          <p:spPr>
            <a:xfrm>
              <a:off x="3895046" y="637593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2" name="任意多边形: 形状 1741">
              <a:extLst>
                <a:ext uri="{FF2B5EF4-FFF2-40B4-BE49-F238E27FC236}">
                  <a16:creationId xmlns:a16="http://schemas.microsoft.com/office/drawing/2014/main" id="{53205C83-F06E-4A95-9DBA-C4E3DEF8D3EE}"/>
                </a:ext>
              </a:extLst>
            </p:cNvPr>
            <p:cNvSpPr/>
            <p:nvPr/>
          </p:nvSpPr>
          <p:spPr>
            <a:xfrm>
              <a:off x="4006529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3" name="任意多边形: 形状 1742">
              <a:extLst>
                <a:ext uri="{FF2B5EF4-FFF2-40B4-BE49-F238E27FC236}">
                  <a16:creationId xmlns:a16="http://schemas.microsoft.com/office/drawing/2014/main" id="{4C45EE2A-E783-40D2-BA78-C93777E4DE62}"/>
                </a:ext>
              </a:extLst>
            </p:cNvPr>
            <p:cNvSpPr/>
            <p:nvPr/>
          </p:nvSpPr>
          <p:spPr>
            <a:xfrm>
              <a:off x="4118013" y="637593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4" name="任意多边形: 形状 1743">
              <a:extLst>
                <a:ext uri="{FF2B5EF4-FFF2-40B4-BE49-F238E27FC236}">
                  <a16:creationId xmlns:a16="http://schemas.microsoft.com/office/drawing/2014/main" id="{34238D98-0785-4AF6-B210-43C5FD12DCCB}"/>
                </a:ext>
              </a:extLst>
            </p:cNvPr>
            <p:cNvSpPr/>
            <p:nvPr/>
          </p:nvSpPr>
          <p:spPr>
            <a:xfrm>
              <a:off x="4229375" y="637593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5" name="任意多边形: 形状 1744">
              <a:extLst>
                <a:ext uri="{FF2B5EF4-FFF2-40B4-BE49-F238E27FC236}">
                  <a16:creationId xmlns:a16="http://schemas.microsoft.com/office/drawing/2014/main" id="{B4B06252-767E-41BC-BBD6-D7B2BFE2F957}"/>
                </a:ext>
              </a:extLst>
            </p:cNvPr>
            <p:cNvSpPr/>
            <p:nvPr/>
          </p:nvSpPr>
          <p:spPr>
            <a:xfrm>
              <a:off x="367219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6" name="任意多边形: 形状 1745">
              <a:extLst>
                <a:ext uri="{FF2B5EF4-FFF2-40B4-BE49-F238E27FC236}">
                  <a16:creationId xmlns:a16="http://schemas.microsoft.com/office/drawing/2014/main" id="{737C2922-DA84-4549-BE93-BD1F182A017D}"/>
                </a:ext>
              </a:extLst>
            </p:cNvPr>
            <p:cNvSpPr/>
            <p:nvPr/>
          </p:nvSpPr>
          <p:spPr>
            <a:xfrm>
              <a:off x="378368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7" name="任意多边形: 形状 1746">
              <a:extLst>
                <a:ext uri="{FF2B5EF4-FFF2-40B4-BE49-F238E27FC236}">
                  <a16:creationId xmlns:a16="http://schemas.microsoft.com/office/drawing/2014/main" id="{B9E155E3-0BE2-4A00-8169-78CF63061FAB}"/>
                </a:ext>
              </a:extLst>
            </p:cNvPr>
            <p:cNvSpPr/>
            <p:nvPr/>
          </p:nvSpPr>
          <p:spPr>
            <a:xfrm>
              <a:off x="3895046" y="6468772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8" name="任意多边形: 形状 1747">
              <a:extLst>
                <a:ext uri="{FF2B5EF4-FFF2-40B4-BE49-F238E27FC236}">
                  <a16:creationId xmlns:a16="http://schemas.microsoft.com/office/drawing/2014/main" id="{E9DA7589-53D2-4877-AF64-E08B11F95CFF}"/>
                </a:ext>
              </a:extLst>
            </p:cNvPr>
            <p:cNvSpPr/>
            <p:nvPr/>
          </p:nvSpPr>
          <p:spPr>
            <a:xfrm>
              <a:off x="4006529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9" name="任意多边形: 形状 1748">
              <a:extLst>
                <a:ext uri="{FF2B5EF4-FFF2-40B4-BE49-F238E27FC236}">
                  <a16:creationId xmlns:a16="http://schemas.microsoft.com/office/drawing/2014/main" id="{90246529-0BD1-4568-99AF-E69CCD48D144}"/>
                </a:ext>
              </a:extLst>
            </p:cNvPr>
            <p:cNvSpPr/>
            <p:nvPr/>
          </p:nvSpPr>
          <p:spPr>
            <a:xfrm>
              <a:off x="4118013" y="6468772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0" name="任意多边形: 形状 1749">
              <a:extLst>
                <a:ext uri="{FF2B5EF4-FFF2-40B4-BE49-F238E27FC236}">
                  <a16:creationId xmlns:a16="http://schemas.microsoft.com/office/drawing/2014/main" id="{20E29E97-35D0-4AB0-9BDE-F9D2CB91CD03}"/>
                </a:ext>
              </a:extLst>
            </p:cNvPr>
            <p:cNvSpPr/>
            <p:nvPr/>
          </p:nvSpPr>
          <p:spPr>
            <a:xfrm>
              <a:off x="4229375" y="6468772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1" name="任意多边形: 形状 1750">
              <a:extLst>
                <a:ext uri="{FF2B5EF4-FFF2-40B4-BE49-F238E27FC236}">
                  <a16:creationId xmlns:a16="http://schemas.microsoft.com/office/drawing/2014/main" id="{587727A9-4118-4973-8868-F13D28DC5ADF}"/>
                </a:ext>
              </a:extLst>
            </p:cNvPr>
            <p:cNvSpPr/>
            <p:nvPr/>
          </p:nvSpPr>
          <p:spPr>
            <a:xfrm>
              <a:off x="367219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2" name="任意多边形: 形状 1751">
              <a:extLst>
                <a:ext uri="{FF2B5EF4-FFF2-40B4-BE49-F238E27FC236}">
                  <a16:creationId xmlns:a16="http://schemas.microsoft.com/office/drawing/2014/main" id="{68B95E2C-2DBE-452E-B93C-2BA16CC2E0CF}"/>
                </a:ext>
              </a:extLst>
            </p:cNvPr>
            <p:cNvSpPr/>
            <p:nvPr/>
          </p:nvSpPr>
          <p:spPr>
            <a:xfrm>
              <a:off x="378368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3" name="任意多边形: 形状 1752">
              <a:extLst>
                <a:ext uri="{FF2B5EF4-FFF2-40B4-BE49-F238E27FC236}">
                  <a16:creationId xmlns:a16="http://schemas.microsoft.com/office/drawing/2014/main" id="{75DBD1A5-8BF7-470B-85F9-2E0A4608E93E}"/>
                </a:ext>
              </a:extLst>
            </p:cNvPr>
            <p:cNvSpPr/>
            <p:nvPr/>
          </p:nvSpPr>
          <p:spPr>
            <a:xfrm>
              <a:off x="3895046" y="6508903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4" name="任意多边形: 形状 1753">
              <a:extLst>
                <a:ext uri="{FF2B5EF4-FFF2-40B4-BE49-F238E27FC236}">
                  <a16:creationId xmlns:a16="http://schemas.microsoft.com/office/drawing/2014/main" id="{01BB7BAB-60C9-4FC9-ACA6-B322D73E2B31}"/>
                </a:ext>
              </a:extLst>
            </p:cNvPr>
            <p:cNvSpPr/>
            <p:nvPr/>
          </p:nvSpPr>
          <p:spPr>
            <a:xfrm>
              <a:off x="4006529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5" name="任意多边形: 形状 1754">
              <a:extLst>
                <a:ext uri="{FF2B5EF4-FFF2-40B4-BE49-F238E27FC236}">
                  <a16:creationId xmlns:a16="http://schemas.microsoft.com/office/drawing/2014/main" id="{2EE0037B-EF0F-4609-A7CE-2E486AA50577}"/>
                </a:ext>
              </a:extLst>
            </p:cNvPr>
            <p:cNvSpPr/>
            <p:nvPr/>
          </p:nvSpPr>
          <p:spPr>
            <a:xfrm>
              <a:off x="4118013" y="6508903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6" name="任意多边形: 形状 1755">
              <a:extLst>
                <a:ext uri="{FF2B5EF4-FFF2-40B4-BE49-F238E27FC236}">
                  <a16:creationId xmlns:a16="http://schemas.microsoft.com/office/drawing/2014/main" id="{94DA0C49-BA20-4B6F-BC3D-7D3468E0C771}"/>
                </a:ext>
              </a:extLst>
            </p:cNvPr>
            <p:cNvSpPr/>
            <p:nvPr/>
          </p:nvSpPr>
          <p:spPr>
            <a:xfrm>
              <a:off x="4229375" y="6508903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7" name="任意多边形: 形状 1756">
              <a:extLst>
                <a:ext uri="{FF2B5EF4-FFF2-40B4-BE49-F238E27FC236}">
                  <a16:creationId xmlns:a16="http://schemas.microsoft.com/office/drawing/2014/main" id="{DDB1110E-549B-40E7-B40F-C849B9E00040}"/>
                </a:ext>
              </a:extLst>
            </p:cNvPr>
            <p:cNvSpPr/>
            <p:nvPr/>
          </p:nvSpPr>
          <p:spPr>
            <a:xfrm>
              <a:off x="367219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8" name="任意多边形: 形状 1757">
              <a:extLst>
                <a:ext uri="{FF2B5EF4-FFF2-40B4-BE49-F238E27FC236}">
                  <a16:creationId xmlns:a16="http://schemas.microsoft.com/office/drawing/2014/main" id="{9370D0D4-6B47-4F7E-95E8-8485FD40B2A9}"/>
                </a:ext>
              </a:extLst>
            </p:cNvPr>
            <p:cNvSpPr/>
            <p:nvPr/>
          </p:nvSpPr>
          <p:spPr>
            <a:xfrm>
              <a:off x="378368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9" name="任意多边形: 形状 1758">
              <a:extLst>
                <a:ext uri="{FF2B5EF4-FFF2-40B4-BE49-F238E27FC236}">
                  <a16:creationId xmlns:a16="http://schemas.microsoft.com/office/drawing/2014/main" id="{C391B0F5-4550-40D3-AC4D-D36244120112}"/>
                </a:ext>
              </a:extLst>
            </p:cNvPr>
            <p:cNvSpPr/>
            <p:nvPr/>
          </p:nvSpPr>
          <p:spPr>
            <a:xfrm>
              <a:off x="3895046" y="6527521"/>
              <a:ext cx="91858" cy="12580"/>
            </a:xfrm>
            <a:custGeom>
              <a:avLst/>
              <a:gdLst>
                <a:gd name="connsiteX0" fmla="*/ 0 w 72675"/>
                <a:gd name="connsiteY0" fmla="*/ 0 h 9525"/>
                <a:gd name="connsiteX1" fmla="*/ 72676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0" y="0"/>
                  </a:moveTo>
                  <a:lnTo>
                    <a:pt x="72676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0" name="任意多边形: 形状 1759">
              <a:extLst>
                <a:ext uri="{FF2B5EF4-FFF2-40B4-BE49-F238E27FC236}">
                  <a16:creationId xmlns:a16="http://schemas.microsoft.com/office/drawing/2014/main" id="{FD9F0A1F-4EBD-4C1F-BCD3-BDEF635C85B3}"/>
                </a:ext>
              </a:extLst>
            </p:cNvPr>
            <p:cNvSpPr/>
            <p:nvPr/>
          </p:nvSpPr>
          <p:spPr>
            <a:xfrm>
              <a:off x="4006529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1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1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1" name="任意多边形: 形状 1760">
              <a:extLst>
                <a:ext uri="{FF2B5EF4-FFF2-40B4-BE49-F238E27FC236}">
                  <a16:creationId xmlns:a16="http://schemas.microsoft.com/office/drawing/2014/main" id="{A052631E-7D56-4947-ABAB-958A262D909B}"/>
                </a:ext>
              </a:extLst>
            </p:cNvPr>
            <p:cNvSpPr/>
            <p:nvPr/>
          </p:nvSpPr>
          <p:spPr>
            <a:xfrm>
              <a:off x="4118013" y="6527521"/>
              <a:ext cx="91738" cy="12580"/>
            </a:xfrm>
            <a:custGeom>
              <a:avLst/>
              <a:gdLst>
                <a:gd name="connsiteX0" fmla="*/ 0 w 72580"/>
                <a:gd name="connsiteY0" fmla="*/ 0 h 9525"/>
                <a:gd name="connsiteX1" fmla="*/ 7258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0" y="0"/>
                  </a:moveTo>
                  <a:lnTo>
                    <a:pt x="7258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2" name="任意多边形: 形状 1761">
              <a:extLst>
                <a:ext uri="{FF2B5EF4-FFF2-40B4-BE49-F238E27FC236}">
                  <a16:creationId xmlns:a16="http://schemas.microsoft.com/office/drawing/2014/main" id="{509F155E-E06B-437F-ABBA-0CC9F220AFAF}"/>
                </a:ext>
              </a:extLst>
            </p:cNvPr>
            <p:cNvSpPr/>
            <p:nvPr/>
          </p:nvSpPr>
          <p:spPr>
            <a:xfrm>
              <a:off x="4229375" y="6527521"/>
              <a:ext cx="86321" cy="12580"/>
            </a:xfrm>
            <a:custGeom>
              <a:avLst/>
              <a:gdLst>
                <a:gd name="connsiteX0" fmla="*/ 0 w 68294"/>
                <a:gd name="connsiteY0" fmla="*/ 0 h 9525"/>
                <a:gd name="connsiteX1" fmla="*/ 68294 w 6829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294" h="9525">
                  <a:moveTo>
                    <a:pt x="0" y="0"/>
                  </a:moveTo>
                  <a:lnTo>
                    <a:pt x="68294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3" name="任意多边形: 形状 1762">
              <a:extLst>
                <a:ext uri="{FF2B5EF4-FFF2-40B4-BE49-F238E27FC236}">
                  <a16:creationId xmlns:a16="http://schemas.microsoft.com/office/drawing/2014/main" id="{DC554114-3C04-4481-A6D8-DB0849699642}"/>
                </a:ext>
              </a:extLst>
            </p:cNvPr>
            <p:cNvSpPr/>
            <p:nvPr/>
          </p:nvSpPr>
          <p:spPr>
            <a:xfrm>
              <a:off x="367219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4" name="任意多边形: 形状 1763">
              <a:extLst>
                <a:ext uri="{FF2B5EF4-FFF2-40B4-BE49-F238E27FC236}">
                  <a16:creationId xmlns:a16="http://schemas.microsoft.com/office/drawing/2014/main" id="{97B8BB5F-7C12-4BFF-8299-93D9D2DC85DC}"/>
                </a:ext>
              </a:extLst>
            </p:cNvPr>
            <p:cNvSpPr/>
            <p:nvPr/>
          </p:nvSpPr>
          <p:spPr>
            <a:xfrm>
              <a:off x="378368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5" name="任意多边形: 形状 1764">
              <a:extLst>
                <a:ext uri="{FF2B5EF4-FFF2-40B4-BE49-F238E27FC236}">
                  <a16:creationId xmlns:a16="http://schemas.microsoft.com/office/drawing/2014/main" id="{79322BC8-4264-445E-9442-406F1FF41B51}"/>
                </a:ext>
              </a:extLst>
            </p:cNvPr>
            <p:cNvSpPr/>
            <p:nvPr/>
          </p:nvSpPr>
          <p:spPr>
            <a:xfrm>
              <a:off x="3895046" y="6078901"/>
              <a:ext cx="91858" cy="24419"/>
            </a:xfrm>
            <a:custGeom>
              <a:avLst/>
              <a:gdLst>
                <a:gd name="connsiteX0" fmla="*/ 0 w 72675"/>
                <a:gd name="connsiteY0" fmla="*/ 18489 h 18489"/>
                <a:gd name="connsiteX1" fmla="*/ 62810 w 72675"/>
                <a:gd name="connsiteY1" fmla="*/ 8623 h 18489"/>
                <a:gd name="connsiteX2" fmla="*/ 72676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0" y="18489"/>
                  </a:moveTo>
                  <a:cubicBezTo>
                    <a:pt x="14620" y="-1580"/>
                    <a:pt x="42742" y="-5997"/>
                    <a:pt x="62810" y="8623"/>
                  </a:cubicBezTo>
                  <a:cubicBezTo>
                    <a:pt x="66592" y="11379"/>
                    <a:pt x="69920" y="14708"/>
                    <a:pt x="72676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6" name="任意多边形: 形状 1765">
              <a:extLst>
                <a:ext uri="{FF2B5EF4-FFF2-40B4-BE49-F238E27FC236}">
                  <a16:creationId xmlns:a16="http://schemas.microsoft.com/office/drawing/2014/main" id="{A155DA03-8002-4D83-9B60-5763DA497A4D}"/>
                </a:ext>
              </a:extLst>
            </p:cNvPr>
            <p:cNvSpPr/>
            <p:nvPr/>
          </p:nvSpPr>
          <p:spPr>
            <a:xfrm>
              <a:off x="4006529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1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1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7" name="任意多边形: 形状 1766">
              <a:extLst>
                <a:ext uri="{FF2B5EF4-FFF2-40B4-BE49-F238E27FC236}">
                  <a16:creationId xmlns:a16="http://schemas.microsoft.com/office/drawing/2014/main" id="{0DFA0C1A-A011-4ADD-92D0-48513E200DC8}"/>
                </a:ext>
              </a:extLst>
            </p:cNvPr>
            <p:cNvSpPr/>
            <p:nvPr/>
          </p:nvSpPr>
          <p:spPr>
            <a:xfrm>
              <a:off x="4118013" y="6078900"/>
              <a:ext cx="91738" cy="24421"/>
            </a:xfrm>
            <a:custGeom>
              <a:avLst/>
              <a:gdLst>
                <a:gd name="connsiteX0" fmla="*/ 0 w 72580"/>
                <a:gd name="connsiteY0" fmla="*/ 18490 h 18490"/>
                <a:gd name="connsiteX1" fmla="*/ 62666 w 72580"/>
                <a:gd name="connsiteY1" fmla="*/ 8575 h 18490"/>
                <a:gd name="connsiteX2" fmla="*/ 7258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0" y="18490"/>
                  </a:moveTo>
                  <a:cubicBezTo>
                    <a:pt x="14567" y="-1552"/>
                    <a:pt x="42623" y="-5991"/>
                    <a:pt x="62666" y="8575"/>
                  </a:cubicBezTo>
                  <a:cubicBezTo>
                    <a:pt x="66470" y="11341"/>
                    <a:pt x="69815" y="14686"/>
                    <a:pt x="7258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8" name="任意多边形: 形状 1767">
              <a:extLst>
                <a:ext uri="{FF2B5EF4-FFF2-40B4-BE49-F238E27FC236}">
                  <a16:creationId xmlns:a16="http://schemas.microsoft.com/office/drawing/2014/main" id="{349FCF9E-7986-4A42-B646-321CC15D3541}"/>
                </a:ext>
              </a:extLst>
            </p:cNvPr>
            <p:cNvSpPr/>
            <p:nvPr/>
          </p:nvSpPr>
          <p:spPr>
            <a:xfrm>
              <a:off x="4229375" y="6078882"/>
              <a:ext cx="86321" cy="24437"/>
            </a:xfrm>
            <a:custGeom>
              <a:avLst/>
              <a:gdLst>
                <a:gd name="connsiteX0" fmla="*/ 0 w 68294"/>
                <a:gd name="connsiteY0" fmla="*/ 18502 h 18502"/>
                <a:gd name="connsiteX1" fmla="*/ 56417 w 68294"/>
                <a:gd name="connsiteY1" fmla="*/ 6625 h 18502"/>
                <a:gd name="connsiteX2" fmla="*/ 68294 w 68294"/>
                <a:gd name="connsiteY2" fmla="*/ 18502 h 1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294" h="18502">
                  <a:moveTo>
                    <a:pt x="0" y="18502"/>
                  </a:moveTo>
                  <a:cubicBezTo>
                    <a:pt x="12299" y="-356"/>
                    <a:pt x="37557" y="-5675"/>
                    <a:pt x="56417" y="6625"/>
                  </a:cubicBezTo>
                  <a:cubicBezTo>
                    <a:pt x="61157" y="9717"/>
                    <a:pt x="65202" y="13762"/>
                    <a:pt x="68294" y="18502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9" name="任意多边形: 形状 1768">
              <a:extLst>
                <a:ext uri="{FF2B5EF4-FFF2-40B4-BE49-F238E27FC236}">
                  <a16:creationId xmlns:a16="http://schemas.microsoft.com/office/drawing/2014/main" id="{F0B61318-D314-486B-8CF4-676B4C10BEC6}"/>
                </a:ext>
              </a:extLst>
            </p:cNvPr>
            <p:cNvSpPr/>
            <p:nvPr/>
          </p:nvSpPr>
          <p:spPr>
            <a:xfrm>
              <a:off x="3554696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0" name="任意多边形: 形状 1769">
              <a:extLst>
                <a:ext uri="{FF2B5EF4-FFF2-40B4-BE49-F238E27FC236}">
                  <a16:creationId xmlns:a16="http://schemas.microsoft.com/office/drawing/2014/main" id="{A6FA6752-4E0D-459C-89D2-8D34162EA58C}"/>
                </a:ext>
              </a:extLst>
            </p:cNvPr>
            <p:cNvSpPr/>
            <p:nvPr/>
          </p:nvSpPr>
          <p:spPr>
            <a:xfrm>
              <a:off x="7876423" y="5962548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1" name="任意多边形: 形状 1770">
              <a:extLst>
                <a:ext uri="{FF2B5EF4-FFF2-40B4-BE49-F238E27FC236}">
                  <a16:creationId xmlns:a16="http://schemas.microsoft.com/office/drawing/2014/main" id="{3B1BDCC3-7A93-43CF-AD0D-0B9E2309B82F}"/>
                </a:ext>
              </a:extLst>
            </p:cNvPr>
            <p:cNvSpPr/>
            <p:nvPr/>
          </p:nvSpPr>
          <p:spPr>
            <a:xfrm>
              <a:off x="7876423" y="600544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2" name="任意多边形: 形状 1771">
              <a:extLst>
                <a:ext uri="{FF2B5EF4-FFF2-40B4-BE49-F238E27FC236}">
                  <a16:creationId xmlns:a16="http://schemas.microsoft.com/office/drawing/2014/main" id="{94ADAA1B-5580-4AD6-B3C3-9951FD773C69}"/>
                </a:ext>
              </a:extLst>
            </p:cNvPr>
            <p:cNvSpPr/>
            <p:nvPr/>
          </p:nvSpPr>
          <p:spPr>
            <a:xfrm>
              <a:off x="7876423" y="6038657"/>
              <a:ext cx="760879" cy="12580"/>
            </a:xfrm>
            <a:custGeom>
              <a:avLst/>
              <a:gdLst>
                <a:gd name="connsiteX0" fmla="*/ 601980 w 601979"/>
                <a:gd name="connsiteY0" fmla="*/ 0 h 9525"/>
                <a:gd name="connsiteX1" fmla="*/ 0 w 6019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979" h="9525">
                  <a:moveTo>
                    <a:pt x="6019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3" name="任意多边形: 形状 1772">
              <a:extLst>
                <a:ext uri="{FF2B5EF4-FFF2-40B4-BE49-F238E27FC236}">
                  <a16:creationId xmlns:a16="http://schemas.microsoft.com/office/drawing/2014/main" id="{58DDD206-5633-4F11-B5A7-FEA3958D7909}"/>
                </a:ext>
              </a:extLst>
            </p:cNvPr>
            <p:cNvSpPr/>
            <p:nvPr/>
          </p:nvSpPr>
          <p:spPr>
            <a:xfrm>
              <a:off x="7876423" y="5828948"/>
              <a:ext cx="12039" cy="959861"/>
            </a:xfrm>
            <a:custGeom>
              <a:avLst/>
              <a:gdLst>
                <a:gd name="connsiteX0" fmla="*/ 0 w 9525"/>
                <a:gd name="connsiteY0" fmla="*/ 0 h 726757"/>
                <a:gd name="connsiteX1" fmla="*/ 0 w 9525"/>
                <a:gd name="connsiteY1" fmla="*/ 726758 h 72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26757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4" name="任意多边形: 形状 1773">
              <a:extLst>
                <a:ext uri="{FF2B5EF4-FFF2-40B4-BE49-F238E27FC236}">
                  <a16:creationId xmlns:a16="http://schemas.microsoft.com/office/drawing/2014/main" id="{4B154B02-2D38-449C-BAFC-12CFCA7C9F90}"/>
                </a:ext>
              </a:extLst>
            </p:cNvPr>
            <p:cNvSpPr/>
            <p:nvPr/>
          </p:nvSpPr>
          <p:spPr>
            <a:xfrm>
              <a:off x="7764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5" name="任意多边形: 形状 1774">
              <a:extLst>
                <a:ext uri="{FF2B5EF4-FFF2-40B4-BE49-F238E27FC236}">
                  <a16:creationId xmlns:a16="http://schemas.microsoft.com/office/drawing/2014/main" id="{096BAC5C-D2DF-4AFE-B634-472762091DC7}"/>
                </a:ext>
              </a:extLst>
            </p:cNvPr>
            <p:cNvSpPr/>
            <p:nvPr/>
          </p:nvSpPr>
          <p:spPr>
            <a:xfrm>
              <a:off x="769222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6" name="任意多边形: 形状 1775">
              <a:extLst>
                <a:ext uri="{FF2B5EF4-FFF2-40B4-BE49-F238E27FC236}">
                  <a16:creationId xmlns:a16="http://schemas.microsoft.com/office/drawing/2014/main" id="{ABD8DC1C-EB10-4429-8DE9-64A650DFAEF3}"/>
                </a:ext>
              </a:extLst>
            </p:cNvPr>
            <p:cNvSpPr/>
            <p:nvPr/>
          </p:nvSpPr>
          <p:spPr>
            <a:xfrm>
              <a:off x="7665376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7" name="任意多边形: 形状 1776">
              <a:extLst>
                <a:ext uri="{FF2B5EF4-FFF2-40B4-BE49-F238E27FC236}">
                  <a16:creationId xmlns:a16="http://schemas.microsoft.com/office/drawing/2014/main" id="{C77D8234-9C13-46A5-8141-B40F929F117B}"/>
                </a:ext>
              </a:extLst>
            </p:cNvPr>
            <p:cNvSpPr/>
            <p:nvPr/>
          </p:nvSpPr>
          <p:spPr>
            <a:xfrm>
              <a:off x="759879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8" name="任意多边形: 形状 1777">
              <a:extLst>
                <a:ext uri="{FF2B5EF4-FFF2-40B4-BE49-F238E27FC236}">
                  <a16:creationId xmlns:a16="http://schemas.microsoft.com/office/drawing/2014/main" id="{14D335EC-F886-41AC-8CE7-6628231D230E}"/>
                </a:ext>
              </a:extLst>
            </p:cNvPr>
            <p:cNvSpPr/>
            <p:nvPr/>
          </p:nvSpPr>
          <p:spPr>
            <a:xfrm>
              <a:off x="7505374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9" name="任意多边形: 形状 1778">
              <a:extLst>
                <a:ext uri="{FF2B5EF4-FFF2-40B4-BE49-F238E27FC236}">
                  <a16:creationId xmlns:a16="http://schemas.microsoft.com/office/drawing/2014/main" id="{C602B57B-3C61-49E5-A15D-E30DBBEFC7EE}"/>
                </a:ext>
              </a:extLst>
            </p:cNvPr>
            <p:cNvSpPr/>
            <p:nvPr/>
          </p:nvSpPr>
          <p:spPr>
            <a:xfrm>
              <a:off x="7411950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0" name="任意多边形: 形状 1779">
              <a:extLst>
                <a:ext uri="{FF2B5EF4-FFF2-40B4-BE49-F238E27FC236}">
                  <a16:creationId xmlns:a16="http://schemas.microsoft.com/office/drawing/2014/main" id="{63CB89A4-9BCD-4029-80DC-F74060348609}"/>
                </a:ext>
              </a:extLst>
            </p:cNvPr>
            <p:cNvSpPr/>
            <p:nvPr/>
          </p:nvSpPr>
          <p:spPr>
            <a:xfrm>
              <a:off x="7572071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1" name="任意多边形: 形状 1780">
              <a:extLst>
                <a:ext uri="{FF2B5EF4-FFF2-40B4-BE49-F238E27FC236}">
                  <a16:creationId xmlns:a16="http://schemas.microsoft.com/office/drawing/2014/main" id="{6AABE1D7-B17B-451A-885F-CCED101CA8D5}"/>
                </a:ext>
              </a:extLst>
            </p:cNvPr>
            <p:cNvSpPr/>
            <p:nvPr/>
          </p:nvSpPr>
          <p:spPr>
            <a:xfrm>
              <a:off x="7478647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2" name="任意多边形: 形状 1781">
              <a:extLst>
                <a:ext uri="{FF2B5EF4-FFF2-40B4-BE49-F238E27FC236}">
                  <a16:creationId xmlns:a16="http://schemas.microsoft.com/office/drawing/2014/main" id="{09498875-676A-4D5A-8154-EE68E51B26D3}"/>
                </a:ext>
              </a:extLst>
            </p:cNvPr>
            <p:cNvSpPr/>
            <p:nvPr/>
          </p:nvSpPr>
          <p:spPr>
            <a:xfrm>
              <a:off x="7385222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3" name="任意多边形: 形状 1782">
              <a:extLst>
                <a:ext uri="{FF2B5EF4-FFF2-40B4-BE49-F238E27FC236}">
                  <a16:creationId xmlns:a16="http://schemas.microsoft.com/office/drawing/2014/main" id="{7DE29287-92B8-4D2D-AF51-8C1AD6BF8B8D}"/>
                </a:ext>
              </a:extLst>
            </p:cNvPr>
            <p:cNvSpPr/>
            <p:nvPr/>
          </p:nvSpPr>
          <p:spPr>
            <a:xfrm>
              <a:off x="7310339" y="5858638"/>
              <a:ext cx="12039" cy="930173"/>
            </a:xfrm>
            <a:custGeom>
              <a:avLst/>
              <a:gdLst>
                <a:gd name="connsiteX0" fmla="*/ 0 w 9525"/>
                <a:gd name="connsiteY0" fmla="*/ 0 h 704278"/>
                <a:gd name="connsiteX1" fmla="*/ 0 w 9525"/>
                <a:gd name="connsiteY1" fmla="*/ 704279 h 704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04278">
                  <a:moveTo>
                    <a:pt x="0" y="0"/>
                  </a:moveTo>
                  <a:lnTo>
                    <a:pt x="0" y="70427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4" name="任意多边形: 形状 1783">
              <a:extLst>
                <a:ext uri="{FF2B5EF4-FFF2-40B4-BE49-F238E27FC236}">
                  <a16:creationId xmlns:a16="http://schemas.microsoft.com/office/drawing/2014/main" id="{967C563A-B644-4CA3-A64E-D103EBBBEB47}"/>
                </a:ext>
              </a:extLst>
            </p:cNvPr>
            <p:cNvSpPr/>
            <p:nvPr/>
          </p:nvSpPr>
          <p:spPr>
            <a:xfrm>
              <a:off x="7692224" y="596833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5" name="任意多边形: 形状 1784">
              <a:extLst>
                <a:ext uri="{FF2B5EF4-FFF2-40B4-BE49-F238E27FC236}">
                  <a16:creationId xmlns:a16="http://schemas.microsoft.com/office/drawing/2014/main" id="{CE6DF1AB-B37B-4825-BF5C-7243411ED15E}"/>
                </a:ext>
              </a:extLst>
            </p:cNvPr>
            <p:cNvSpPr/>
            <p:nvPr/>
          </p:nvSpPr>
          <p:spPr>
            <a:xfrm>
              <a:off x="759663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6" name="任意多边形: 形状 1785">
              <a:extLst>
                <a:ext uri="{FF2B5EF4-FFF2-40B4-BE49-F238E27FC236}">
                  <a16:creationId xmlns:a16="http://schemas.microsoft.com/office/drawing/2014/main" id="{3F6673A6-2C62-4578-88CD-E0470517CC78}"/>
                </a:ext>
              </a:extLst>
            </p:cNvPr>
            <p:cNvSpPr/>
            <p:nvPr/>
          </p:nvSpPr>
          <p:spPr>
            <a:xfrm>
              <a:off x="7504411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7" name="任意多边形: 形状 1786">
              <a:extLst>
                <a:ext uri="{FF2B5EF4-FFF2-40B4-BE49-F238E27FC236}">
                  <a16:creationId xmlns:a16="http://schemas.microsoft.com/office/drawing/2014/main" id="{C7129C8A-C2CE-4050-A6B1-4AEDEC50F7AA}"/>
                </a:ext>
              </a:extLst>
            </p:cNvPr>
            <p:cNvSpPr/>
            <p:nvPr/>
          </p:nvSpPr>
          <p:spPr>
            <a:xfrm>
              <a:off x="7411227" y="596833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8" name="任意多边形: 形状 1787">
              <a:extLst>
                <a:ext uri="{FF2B5EF4-FFF2-40B4-BE49-F238E27FC236}">
                  <a16:creationId xmlns:a16="http://schemas.microsoft.com/office/drawing/2014/main" id="{0DB7BB77-4F9A-4495-8D22-B32E7E293B03}"/>
                </a:ext>
              </a:extLst>
            </p:cNvPr>
            <p:cNvSpPr/>
            <p:nvPr/>
          </p:nvSpPr>
          <p:spPr>
            <a:xfrm>
              <a:off x="7310339" y="596833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9" name="任意多边形: 形状 1788">
              <a:extLst>
                <a:ext uri="{FF2B5EF4-FFF2-40B4-BE49-F238E27FC236}">
                  <a16:creationId xmlns:a16="http://schemas.microsoft.com/office/drawing/2014/main" id="{E2DED915-CC3F-42C7-B5F7-12C9F63CDF45}"/>
                </a:ext>
              </a:extLst>
            </p:cNvPr>
            <p:cNvSpPr/>
            <p:nvPr/>
          </p:nvSpPr>
          <p:spPr>
            <a:xfrm>
              <a:off x="7692224" y="5887445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0" name="任意多边形: 形状 1789">
              <a:extLst>
                <a:ext uri="{FF2B5EF4-FFF2-40B4-BE49-F238E27FC236}">
                  <a16:creationId xmlns:a16="http://schemas.microsoft.com/office/drawing/2014/main" id="{182B36B3-77B1-4CFB-BBF7-9C698ED3A6AD}"/>
                </a:ext>
              </a:extLst>
            </p:cNvPr>
            <p:cNvSpPr/>
            <p:nvPr/>
          </p:nvSpPr>
          <p:spPr>
            <a:xfrm>
              <a:off x="759663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1" name="任意多边形: 形状 1790">
              <a:extLst>
                <a:ext uri="{FF2B5EF4-FFF2-40B4-BE49-F238E27FC236}">
                  <a16:creationId xmlns:a16="http://schemas.microsoft.com/office/drawing/2014/main" id="{97835EE7-92CF-46DB-A0D8-E131E629B740}"/>
                </a:ext>
              </a:extLst>
            </p:cNvPr>
            <p:cNvSpPr/>
            <p:nvPr/>
          </p:nvSpPr>
          <p:spPr>
            <a:xfrm>
              <a:off x="7504411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2" name="任意多边形: 形状 1791">
              <a:extLst>
                <a:ext uri="{FF2B5EF4-FFF2-40B4-BE49-F238E27FC236}">
                  <a16:creationId xmlns:a16="http://schemas.microsoft.com/office/drawing/2014/main" id="{A504633D-2A01-4F74-BBCF-6B11FDB34C1C}"/>
                </a:ext>
              </a:extLst>
            </p:cNvPr>
            <p:cNvSpPr/>
            <p:nvPr/>
          </p:nvSpPr>
          <p:spPr>
            <a:xfrm>
              <a:off x="7411227" y="5887445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3" name="任意多边形: 形状 1792">
              <a:extLst>
                <a:ext uri="{FF2B5EF4-FFF2-40B4-BE49-F238E27FC236}">
                  <a16:creationId xmlns:a16="http://schemas.microsoft.com/office/drawing/2014/main" id="{AFFCB8DC-6357-447B-96FE-04CB4FF9ED76}"/>
                </a:ext>
              </a:extLst>
            </p:cNvPr>
            <p:cNvSpPr/>
            <p:nvPr/>
          </p:nvSpPr>
          <p:spPr>
            <a:xfrm>
              <a:off x="7310339" y="5887445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4" name="任意多边形: 形状 1793">
              <a:extLst>
                <a:ext uri="{FF2B5EF4-FFF2-40B4-BE49-F238E27FC236}">
                  <a16:creationId xmlns:a16="http://schemas.microsoft.com/office/drawing/2014/main" id="{FA3CE383-4987-47C5-AF8E-B103BE46FF2C}"/>
                </a:ext>
              </a:extLst>
            </p:cNvPr>
            <p:cNvSpPr/>
            <p:nvPr/>
          </p:nvSpPr>
          <p:spPr>
            <a:xfrm>
              <a:off x="7221850" y="585863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5" name="任意多边形: 形状 1794">
              <a:extLst>
                <a:ext uri="{FF2B5EF4-FFF2-40B4-BE49-F238E27FC236}">
                  <a16:creationId xmlns:a16="http://schemas.microsoft.com/office/drawing/2014/main" id="{61B040AE-5FF8-4C42-AA2F-F8443A091ECD}"/>
                </a:ext>
              </a:extLst>
            </p:cNvPr>
            <p:cNvSpPr/>
            <p:nvPr/>
          </p:nvSpPr>
          <p:spPr>
            <a:xfrm>
              <a:off x="7692224" y="603752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6" name="任意多边形: 形状 1795">
              <a:extLst>
                <a:ext uri="{FF2B5EF4-FFF2-40B4-BE49-F238E27FC236}">
                  <a16:creationId xmlns:a16="http://schemas.microsoft.com/office/drawing/2014/main" id="{0DD1019D-718B-4FF0-8F99-5E6F25460BF2}"/>
                </a:ext>
              </a:extLst>
            </p:cNvPr>
            <p:cNvSpPr/>
            <p:nvPr/>
          </p:nvSpPr>
          <p:spPr>
            <a:xfrm>
              <a:off x="759663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7" name="任意多边形: 形状 1796">
              <a:extLst>
                <a:ext uri="{FF2B5EF4-FFF2-40B4-BE49-F238E27FC236}">
                  <a16:creationId xmlns:a16="http://schemas.microsoft.com/office/drawing/2014/main" id="{F372896C-58D8-43BB-8782-832B90C1136A}"/>
                </a:ext>
              </a:extLst>
            </p:cNvPr>
            <p:cNvSpPr/>
            <p:nvPr/>
          </p:nvSpPr>
          <p:spPr>
            <a:xfrm>
              <a:off x="7504411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8" name="任意多边形: 形状 1797">
              <a:extLst>
                <a:ext uri="{FF2B5EF4-FFF2-40B4-BE49-F238E27FC236}">
                  <a16:creationId xmlns:a16="http://schemas.microsoft.com/office/drawing/2014/main" id="{1BA871B0-C341-438B-84EB-2CD25DEDFD4D}"/>
                </a:ext>
              </a:extLst>
            </p:cNvPr>
            <p:cNvSpPr/>
            <p:nvPr/>
          </p:nvSpPr>
          <p:spPr>
            <a:xfrm>
              <a:off x="7411227" y="603752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9" name="任意多边形: 形状 1798">
              <a:extLst>
                <a:ext uri="{FF2B5EF4-FFF2-40B4-BE49-F238E27FC236}">
                  <a16:creationId xmlns:a16="http://schemas.microsoft.com/office/drawing/2014/main" id="{B6764506-74C3-4713-A92E-4214405AE86B}"/>
                </a:ext>
              </a:extLst>
            </p:cNvPr>
            <p:cNvSpPr/>
            <p:nvPr/>
          </p:nvSpPr>
          <p:spPr>
            <a:xfrm>
              <a:off x="7310339" y="603752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0" name="任意多边形: 形状 1799">
              <a:extLst>
                <a:ext uri="{FF2B5EF4-FFF2-40B4-BE49-F238E27FC236}">
                  <a16:creationId xmlns:a16="http://schemas.microsoft.com/office/drawing/2014/main" id="{77FD01B8-1F5F-4A17-AD52-3BBBA11B6E05}"/>
                </a:ext>
              </a:extLst>
            </p:cNvPr>
            <p:cNvSpPr/>
            <p:nvPr/>
          </p:nvSpPr>
          <p:spPr>
            <a:xfrm>
              <a:off x="7692224" y="6128103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1" name="任意多边形: 形状 1800">
              <a:extLst>
                <a:ext uri="{FF2B5EF4-FFF2-40B4-BE49-F238E27FC236}">
                  <a16:creationId xmlns:a16="http://schemas.microsoft.com/office/drawing/2014/main" id="{78D77900-5BD1-4C5E-B413-3656EF33164D}"/>
                </a:ext>
              </a:extLst>
            </p:cNvPr>
            <p:cNvSpPr/>
            <p:nvPr/>
          </p:nvSpPr>
          <p:spPr>
            <a:xfrm>
              <a:off x="759663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2" name="任意多边形: 形状 1801">
              <a:extLst>
                <a:ext uri="{FF2B5EF4-FFF2-40B4-BE49-F238E27FC236}">
                  <a16:creationId xmlns:a16="http://schemas.microsoft.com/office/drawing/2014/main" id="{EBC13808-5A9E-465B-98B7-39250E2B37E3}"/>
                </a:ext>
              </a:extLst>
            </p:cNvPr>
            <p:cNvSpPr/>
            <p:nvPr/>
          </p:nvSpPr>
          <p:spPr>
            <a:xfrm>
              <a:off x="7504411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3" name="任意多边形: 形状 1802">
              <a:extLst>
                <a:ext uri="{FF2B5EF4-FFF2-40B4-BE49-F238E27FC236}">
                  <a16:creationId xmlns:a16="http://schemas.microsoft.com/office/drawing/2014/main" id="{27D04B77-5CD6-407C-9512-5C5A2140EFC8}"/>
                </a:ext>
              </a:extLst>
            </p:cNvPr>
            <p:cNvSpPr/>
            <p:nvPr/>
          </p:nvSpPr>
          <p:spPr>
            <a:xfrm>
              <a:off x="7411227" y="6128103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4" name="任意多边形: 形状 1803">
              <a:extLst>
                <a:ext uri="{FF2B5EF4-FFF2-40B4-BE49-F238E27FC236}">
                  <a16:creationId xmlns:a16="http://schemas.microsoft.com/office/drawing/2014/main" id="{EF8A4EFB-97E4-43AC-9A15-C9E095CA34D8}"/>
                </a:ext>
              </a:extLst>
            </p:cNvPr>
            <p:cNvSpPr/>
            <p:nvPr/>
          </p:nvSpPr>
          <p:spPr>
            <a:xfrm>
              <a:off x="7310339" y="6128103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5" name="任意多边形: 形状 1804">
              <a:extLst>
                <a:ext uri="{FF2B5EF4-FFF2-40B4-BE49-F238E27FC236}">
                  <a16:creationId xmlns:a16="http://schemas.microsoft.com/office/drawing/2014/main" id="{A95A6C3F-3E48-4B76-9567-6FECFCD9EB92}"/>
                </a:ext>
              </a:extLst>
            </p:cNvPr>
            <p:cNvSpPr/>
            <p:nvPr/>
          </p:nvSpPr>
          <p:spPr>
            <a:xfrm>
              <a:off x="7692224" y="621088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6" name="任意多边形: 形状 1805">
              <a:extLst>
                <a:ext uri="{FF2B5EF4-FFF2-40B4-BE49-F238E27FC236}">
                  <a16:creationId xmlns:a16="http://schemas.microsoft.com/office/drawing/2014/main" id="{7079872F-B2BD-4336-AD4E-F1F3DFC198D6}"/>
                </a:ext>
              </a:extLst>
            </p:cNvPr>
            <p:cNvSpPr/>
            <p:nvPr/>
          </p:nvSpPr>
          <p:spPr>
            <a:xfrm>
              <a:off x="759663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7" name="任意多边形: 形状 1806">
              <a:extLst>
                <a:ext uri="{FF2B5EF4-FFF2-40B4-BE49-F238E27FC236}">
                  <a16:creationId xmlns:a16="http://schemas.microsoft.com/office/drawing/2014/main" id="{6E056118-07E4-4F40-B214-E19961C0F69D}"/>
                </a:ext>
              </a:extLst>
            </p:cNvPr>
            <p:cNvSpPr/>
            <p:nvPr/>
          </p:nvSpPr>
          <p:spPr>
            <a:xfrm>
              <a:off x="7504411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8" name="任意多边形: 形状 1807">
              <a:extLst>
                <a:ext uri="{FF2B5EF4-FFF2-40B4-BE49-F238E27FC236}">
                  <a16:creationId xmlns:a16="http://schemas.microsoft.com/office/drawing/2014/main" id="{449CAD4A-9AF0-4D69-B8CC-AD2A639003D1}"/>
                </a:ext>
              </a:extLst>
            </p:cNvPr>
            <p:cNvSpPr/>
            <p:nvPr/>
          </p:nvSpPr>
          <p:spPr>
            <a:xfrm>
              <a:off x="7411227" y="621088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9" name="任意多边形: 形状 1808">
              <a:extLst>
                <a:ext uri="{FF2B5EF4-FFF2-40B4-BE49-F238E27FC236}">
                  <a16:creationId xmlns:a16="http://schemas.microsoft.com/office/drawing/2014/main" id="{7DC05ABB-59FA-4B72-A4E6-812A66ADC289}"/>
                </a:ext>
              </a:extLst>
            </p:cNvPr>
            <p:cNvSpPr/>
            <p:nvPr/>
          </p:nvSpPr>
          <p:spPr>
            <a:xfrm>
              <a:off x="7310339" y="621088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0" name="任意多边形: 形状 1809">
              <a:extLst>
                <a:ext uri="{FF2B5EF4-FFF2-40B4-BE49-F238E27FC236}">
                  <a16:creationId xmlns:a16="http://schemas.microsoft.com/office/drawing/2014/main" id="{F50B533B-1524-4C44-9C61-700403132E04}"/>
                </a:ext>
              </a:extLst>
            </p:cNvPr>
            <p:cNvSpPr/>
            <p:nvPr/>
          </p:nvSpPr>
          <p:spPr>
            <a:xfrm>
              <a:off x="7692224" y="6304476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1" name="任意多边形: 形状 1810">
              <a:extLst>
                <a:ext uri="{FF2B5EF4-FFF2-40B4-BE49-F238E27FC236}">
                  <a16:creationId xmlns:a16="http://schemas.microsoft.com/office/drawing/2014/main" id="{544F021F-2B3D-44A0-8C6E-3E80483DFAAF}"/>
                </a:ext>
              </a:extLst>
            </p:cNvPr>
            <p:cNvSpPr/>
            <p:nvPr/>
          </p:nvSpPr>
          <p:spPr>
            <a:xfrm>
              <a:off x="759663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2" name="任意多边形: 形状 1811">
              <a:extLst>
                <a:ext uri="{FF2B5EF4-FFF2-40B4-BE49-F238E27FC236}">
                  <a16:creationId xmlns:a16="http://schemas.microsoft.com/office/drawing/2014/main" id="{76275557-AA17-4A58-B0A6-AE0244447A4C}"/>
                </a:ext>
              </a:extLst>
            </p:cNvPr>
            <p:cNvSpPr/>
            <p:nvPr/>
          </p:nvSpPr>
          <p:spPr>
            <a:xfrm>
              <a:off x="7504411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3" name="任意多边形: 形状 1812">
              <a:extLst>
                <a:ext uri="{FF2B5EF4-FFF2-40B4-BE49-F238E27FC236}">
                  <a16:creationId xmlns:a16="http://schemas.microsoft.com/office/drawing/2014/main" id="{6E3A29CE-82AC-4260-9E5E-0622ED637669}"/>
                </a:ext>
              </a:extLst>
            </p:cNvPr>
            <p:cNvSpPr/>
            <p:nvPr/>
          </p:nvSpPr>
          <p:spPr>
            <a:xfrm>
              <a:off x="7411227" y="6304476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4" name="任意多边形: 形状 1813">
              <a:extLst>
                <a:ext uri="{FF2B5EF4-FFF2-40B4-BE49-F238E27FC236}">
                  <a16:creationId xmlns:a16="http://schemas.microsoft.com/office/drawing/2014/main" id="{3052B1F4-DB76-4B78-8418-BFF5E1BDFE5E}"/>
                </a:ext>
              </a:extLst>
            </p:cNvPr>
            <p:cNvSpPr/>
            <p:nvPr/>
          </p:nvSpPr>
          <p:spPr>
            <a:xfrm>
              <a:off x="7310339" y="6304476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5" name="任意多边形: 形状 1814">
              <a:extLst>
                <a:ext uri="{FF2B5EF4-FFF2-40B4-BE49-F238E27FC236}">
                  <a16:creationId xmlns:a16="http://schemas.microsoft.com/office/drawing/2014/main" id="{2C4C1499-4128-4D0E-841B-4FF039321689}"/>
                </a:ext>
              </a:extLst>
            </p:cNvPr>
            <p:cNvSpPr/>
            <p:nvPr/>
          </p:nvSpPr>
          <p:spPr>
            <a:xfrm>
              <a:off x="7692224" y="638146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6" name="任意多边形: 形状 1815">
              <a:extLst>
                <a:ext uri="{FF2B5EF4-FFF2-40B4-BE49-F238E27FC236}">
                  <a16:creationId xmlns:a16="http://schemas.microsoft.com/office/drawing/2014/main" id="{37F590E9-AA8A-4EF4-9E5A-14C1DC758356}"/>
                </a:ext>
              </a:extLst>
            </p:cNvPr>
            <p:cNvSpPr/>
            <p:nvPr/>
          </p:nvSpPr>
          <p:spPr>
            <a:xfrm>
              <a:off x="759663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7" name="任意多边形: 形状 1816">
              <a:extLst>
                <a:ext uri="{FF2B5EF4-FFF2-40B4-BE49-F238E27FC236}">
                  <a16:creationId xmlns:a16="http://schemas.microsoft.com/office/drawing/2014/main" id="{7ECFE487-0C98-4373-A9D0-E75091A7BF6D}"/>
                </a:ext>
              </a:extLst>
            </p:cNvPr>
            <p:cNvSpPr/>
            <p:nvPr/>
          </p:nvSpPr>
          <p:spPr>
            <a:xfrm>
              <a:off x="7504411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8" name="任意多边形: 形状 1817">
              <a:extLst>
                <a:ext uri="{FF2B5EF4-FFF2-40B4-BE49-F238E27FC236}">
                  <a16:creationId xmlns:a16="http://schemas.microsoft.com/office/drawing/2014/main" id="{EB89760C-9EEA-4681-BE61-FDC4B4DFF5A9}"/>
                </a:ext>
              </a:extLst>
            </p:cNvPr>
            <p:cNvSpPr/>
            <p:nvPr/>
          </p:nvSpPr>
          <p:spPr>
            <a:xfrm>
              <a:off x="7411227" y="638146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9" name="任意多边形: 形状 1818">
              <a:extLst>
                <a:ext uri="{FF2B5EF4-FFF2-40B4-BE49-F238E27FC236}">
                  <a16:creationId xmlns:a16="http://schemas.microsoft.com/office/drawing/2014/main" id="{72F7E8CE-DCA8-43B9-AADB-EEA31E258461}"/>
                </a:ext>
              </a:extLst>
            </p:cNvPr>
            <p:cNvSpPr/>
            <p:nvPr/>
          </p:nvSpPr>
          <p:spPr>
            <a:xfrm>
              <a:off x="7310339" y="638146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0" name="任意多边形: 形状 1819">
              <a:extLst>
                <a:ext uri="{FF2B5EF4-FFF2-40B4-BE49-F238E27FC236}">
                  <a16:creationId xmlns:a16="http://schemas.microsoft.com/office/drawing/2014/main" id="{8D235098-DA53-491B-B942-6FA78C707215}"/>
                </a:ext>
              </a:extLst>
            </p:cNvPr>
            <p:cNvSpPr/>
            <p:nvPr/>
          </p:nvSpPr>
          <p:spPr>
            <a:xfrm>
              <a:off x="7692224" y="6479717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1" name="任意多边形: 形状 1820">
              <a:extLst>
                <a:ext uri="{FF2B5EF4-FFF2-40B4-BE49-F238E27FC236}">
                  <a16:creationId xmlns:a16="http://schemas.microsoft.com/office/drawing/2014/main" id="{B8D93C8F-0444-4932-B0CE-AAD515A3D68B}"/>
                </a:ext>
              </a:extLst>
            </p:cNvPr>
            <p:cNvSpPr/>
            <p:nvPr/>
          </p:nvSpPr>
          <p:spPr>
            <a:xfrm>
              <a:off x="759663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2" name="任意多边形: 形状 1821">
              <a:extLst>
                <a:ext uri="{FF2B5EF4-FFF2-40B4-BE49-F238E27FC236}">
                  <a16:creationId xmlns:a16="http://schemas.microsoft.com/office/drawing/2014/main" id="{0044A4F7-BD32-4AC0-9EE8-0C0021DDAB3B}"/>
                </a:ext>
              </a:extLst>
            </p:cNvPr>
            <p:cNvSpPr/>
            <p:nvPr/>
          </p:nvSpPr>
          <p:spPr>
            <a:xfrm>
              <a:off x="7504411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3" name="任意多边形: 形状 1822">
              <a:extLst>
                <a:ext uri="{FF2B5EF4-FFF2-40B4-BE49-F238E27FC236}">
                  <a16:creationId xmlns:a16="http://schemas.microsoft.com/office/drawing/2014/main" id="{06FD1670-B834-4C63-BF4A-94687046360F}"/>
                </a:ext>
              </a:extLst>
            </p:cNvPr>
            <p:cNvSpPr/>
            <p:nvPr/>
          </p:nvSpPr>
          <p:spPr>
            <a:xfrm>
              <a:off x="7411227" y="6479717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4" name="任意多边形: 形状 1823">
              <a:extLst>
                <a:ext uri="{FF2B5EF4-FFF2-40B4-BE49-F238E27FC236}">
                  <a16:creationId xmlns:a16="http://schemas.microsoft.com/office/drawing/2014/main" id="{ABCE5274-931B-472A-8962-63635063ECFD}"/>
                </a:ext>
              </a:extLst>
            </p:cNvPr>
            <p:cNvSpPr/>
            <p:nvPr/>
          </p:nvSpPr>
          <p:spPr>
            <a:xfrm>
              <a:off x="7310339" y="6479717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5" name="任意多边形: 形状 1824">
              <a:extLst>
                <a:ext uri="{FF2B5EF4-FFF2-40B4-BE49-F238E27FC236}">
                  <a16:creationId xmlns:a16="http://schemas.microsoft.com/office/drawing/2014/main" id="{3594A260-B959-4A6F-A5A7-5B30BB254B3B}"/>
                </a:ext>
              </a:extLst>
            </p:cNvPr>
            <p:cNvSpPr/>
            <p:nvPr/>
          </p:nvSpPr>
          <p:spPr>
            <a:xfrm>
              <a:off x="7692224" y="6553814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6" name="任意多边形: 形状 1825">
              <a:extLst>
                <a:ext uri="{FF2B5EF4-FFF2-40B4-BE49-F238E27FC236}">
                  <a16:creationId xmlns:a16="http://schemas.microsoft.com/office/drawing/2014/main" id="{72C6B481-97D7-44B8-973B-66F96C47CC11}"/>
                </a:ext>
              </a:extLst>
            </p:cNvPr>
            <p:cNvSpPr/>
            <p:nvPr/>
          </p:nvSpPr>
          <p:spPr>
            <a:xfrm>
              <a:off x="759663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7" name="任意多边形: 形状 1826">
              <a:extLst>
                <a:ext uri="{FF2B5EF4-FFF2-40B4-BE49-F238E27FC236}">
                  <a16:creationId xmlns:a16="http://schemas.microsoft.com/office/drawing/2014/main" id="{EED936F1-81A6-42BC-BC1A-8B4B641CBD77}"/>
                </a:ext>
              </a:extLst>
            </p:cNvPr>
            <p:cNvSpPr/>
            <p:nvPr/>
          </p:nvSpPr>
          <p:spPr>
            <a:xfrm>
              <a:off x="7504411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8" name="任意多边形: 形状 1827">
              <a:extLst>
                <a:ext uri="{FF2B5EF4-FFF2-40B4-BE49-F238E27FC236}">
                  <a16:creationId xmlns:a16="http://schemas.microsoft.com/office/drawing/2014/main" id="{A9B6ED77-0C02-4A65-B887-8B938F0D06EE}"/>
                </a:ext>
              </a:extLst>
            </p:cNvPr>
            <p:cNvSpPr/>
            <p:nvPr/>
          </p:nvSpPr>
          <p:spPr>
            <a:xfrm>
              <a:off x="7411227" y="6553814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9" name="任意多边形: 形状 1828">
              <a:extLst>
                <a:ext uri="{FF2B5EF4-FFF2-40B4-BE49-F238E27FC236}">
                  <a16:creationId xmlns:a16="http://schemas.microsoft.com/office/drawing/2014/main" id="{85D9F2CD-5208-4253-9ABF-CC48E61B653A}"/>
                </a:ext>
              </a:extLst>
            </p:cNvPr>
            <p:cNvSpPr/>
            <p:nvPr/>
          </p:nvSpPr>
          <p:spPr>
            <a:xfrm>
              <a:off x="7310339" y="6553814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0" name="任意多边形: 形状 1829">
              <a:extLst>
                <a:ext uri="{FF2B5EF4-FFF2-40B4-BE49-F238E27FC236}">
                  <a16:creationId xmlns:a16="http://schemas.microsoft.com/office/drawing/2014/main" id="{915F6A91-4090-4391-A3EE-67143AD88C4E}"/>
                </a:ext>
              </a:extLst>
            </p:cNvPr>
            <p:cNvSpPr/>
            <p:nvPr/>
          </p:nvSpPr>
          <p:spPr>
            <a:xfrm>
              <a:off x="7692224" y="6653070"/>
              <a:ext cx="72114" cy="12580"/>
            </a:xfrm>
            <a:custGeom>
              <a:avLst/>
              <a:gdLst>
                <a:gd name="connsiteX0" fmla="*/ 0 w 57054"/>
                <a:gd name="connsiteY0" fmla="*/ 0 h 9525"/>
                <a:gd name="connsiteX1" fmla="*/ 57055 w 5705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54" h="9525">
                  <a:moveTo>
                    <a:pt x="0" y="0"/>
                  </a:moveTo>
                  <a:lnTo>
                    <a:pt x="57055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1" name="任意多边形: 形状 1830">
              <a:extLst>
                <a:ext uri="{FF2B5EF4-FFF2-40B4-BE49-F238E27FC236}">
                  <a16:creationId xmlns:a16="http://schemas.microsoft.com/office/drawing/2014/main" id="{F965F1BB-C6B4-47B3-8E7C-2790A62C7202}"/>
                </a:ext>
              </a:extLst>
            </p:cNvPr>
            <p:cNvSpPr/>
            <p:nvPr/>
          </p:nvSpPr>
          <p:spPr>
            <a:xfrm>
              <a:off x="759663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2" name="任意多边形: 形状 1831">
              <a:extLst>
                <a:ext uri="{FF2B5EF4-FFF2-40B4-BE49-F238E27FC236}">
                  <a16:creationId xmlns:a16="http://schemas.microsoft.com/office/drawing/2014/main" id="{4997210F-D347-42E2-8E11-27DEAE5645A6}"/>
                </a:ext>
              </a:extLst>
            </p:cNvPr>
            <p:cNvSpPr/>
            <p:nvPr/>
          </p:nvSpPr>
          <p:spPr>
            <a:xfrm>
              <a:off x="7504411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3" name="任意多边形: 形状 1832">
              <a:extLst>
                <a:ext uri="{FF2B5EF4-FFF2-40B4-BE49-F238E27FC236}">
                  <a16:creationId xmlns:a16="http://schemas.microsoft.com/office/drawing/2014/main" id="{FD551B5B-7CD0-4596-83B6-437EFA8CB1E4}"/>
                </a:ext>
              </a:extLst>
            </p:cNvPr>
            <p:cNvSpPr/>
            <p:nvPr/>
          </p:nvSpPr>
          <p:spPr>
            <a:xfrm>
              <a:off x="7411227" y="6653070"/>
              <a:ext cx="68743" cy="12580"/>
            </a:xfrm>
            <a:custGeom>
              <a:avLst/>
              <a:gdLst>
                <a:gd name="connsiteX0" fmla="*/ 0 w 54387"/>
                <a:gd name="connsiteY0" fmla="*/ 0 h 9525"/>
                <a:gd name="connsiteX1" fmla="*/ 54388 w 543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387" h="9525">
                  <a:moveTo>
                    <a:pt x="0" y="0"/>
                  </a:moveTo>
                  <a:lnTo>
                    <a:pt x="54388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4" name="任意多边形: 形状 1833">
              <a:extLst>
                <a:ext uri="{FF2B5EF4-FFF2-40B4-BE49-F238E27FC236}">
                  <a16:creationId xmlns:a16="http://schemas.microsoft.com/office/drawing/2014/main" id="{AADFF044-D36E-4024-AA34-10246C039323}"/>
                </a:ext>
              </a:extLst>
            </p:cNvPr>
            <p:cNvSpPr/>
            <p:nvPr/>
          </p:nvSpPr>
          <p:spPr>
            <a:xfrm>
              <a:off x="7310339" y="6653070"/>
              <a:ext cx="75967" cy="12580"/>
            </a:xfrm>
            <a:custGeom>
              <a:avLst/>
              <a:gdLst>
                <a:gd name="connsiteX0" fmla="*/ 0 w 60102"/>
                <a:gd name="connsiteY0" fmla="*/ 0 h 9525"/>
                <a:gd name="connsiteX1" fmla="*/ 60103 w 601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102" h="9525">
                  <a:moveTo>
                    <a:pt x="0" y="0"/>
                  </a:moveTo>
                  <a:lnTo>
                    <a:pt x="601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5" name="任意多边形: 形状 1834">
              <a:extLst>
                <a:ext uri="{FF2B5EF4-FFF2-40B4-BE49-F238E27FC236}">
                  <a16:creationId xmlns:a16="http://schemas.microsoft.com/office/drawing/2014/main" id="{A1D0838F-1F7B-42BD-85D0-E4C3BD2BED70}"/>
                </a:ext>
              </a:extLst>
            </p:cNvPr>
            <p:cNvSpPr/>
            <p:nvPr/>
          </p:nvSpPr>
          <p:spPr>
            <a:xfrm>
              <a:off x="7221850" y="5828948"/>
              <a:ext cx="654573" cy="12580"/>
            </a:xfrm>
            <a:custGeom>
              <a:avLst/>
              <a:gdLst>
                <a:gd name="connsiteX0" fmla="*/ 517874 w 517874"/>
                <a:gd name="connsiteY0" fmla="*/ 0 h 9525"/>
                <a:gd name="connsiteX1" fmla="*/ 0 w 517874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874" h="9525">
                  <a:moveTo>
                    <a:pt x="517874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6" name="任意多边形: 形状 1835">
              <a:extLst>
                <a:ext uri="{FF2B5EF4-FFF2-40B4-BE49-F238E27FC236}">
                  <a16:creationId xmlns:a16="http://schemas.microsoft.com/office/drawing/2014/main" id="{D62E030B-0DC2-46C5-87CE-835300FD5689}"/>
                </a:ext>
              </a:extLst>
            </p:cNvPr>
            <p:cNvSpPr/>
            <p:nvPr/>
          </p:nvSpPr>
          <p:spPr>
            <a:xfrm>
              <a:off x="7221850" y="5758373"/>
              <a:ext cx="694904" cy="33463"/>
            </a:xfrm>
            <a:custGeom>
              <a:avLst/>
              <a:gdLst>
                <a:gd name="connsiteX0" fmla="*/ 0 w 549782"/>
                <a:gd name="connsiteY0" fmla="*/ 0 h 25336"/>
                <a:gd name="connsiteX1" fmla="*/ 549783 w 549782"/>
                <a:gd name="connsiteY1" fmla="*/ 0 h 25336"/>
                <a:gd name="connsiteX2" fmla="*/ 549783 w 549782"/>
                <a:gd name="connsiteY2" fmla="*/ 25337 h 25336"/>
                <a:gd name="connsiteX3" fmla="*/ 0 w 549782"/>
                <a:gd name="connsiteY3" fmla="*/ 25337 h 25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782" h="25336">
                  <a:moveTo>
                    <a:pt x="0" y="0"/>
                  </a:moveTo>
                  <a:lnTo>
                    <a:pt x="549783" y="0"/>
                  </a:lnTo>
                  <a:lnTo>
                    <a:pt x="549783" y="25337"/>
                  </a:lnTo>
                  <a:lnTo>
                    <a:pt x="0" y="25337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7" name="任意多边形: 形状 1836">
              <a:extLst>
                <a:ext uri="{FF2B5EF4-FFF2-40B4-BE49-F238E27FC236}">
                  <a16:creationId xmlns:a16="http://schemas.microsoft.com/office/drawing/2014/main" id="{948C7D7C-0325-4FE9-8F32-B2358C1B216F}"/>
                </a:ext>
              </a:extLst>
            </p:cNvPr>
            <p:cNvSpPr/>
            <p:nvPr/>
          </p:nvSpPr>
          <p:spPr>
            <a:xfrm>
              <a:off x="7221850" y="5791837"/>
              <a:ext cx="670224" cy="37111"/>
            </a:xfrm>
            <a:custGeom>
              <a:avLst/>
              <a:gdLst>
                <a:gd name="connsiteX0" fmla="*/ 0 w 530256"/>
                <a:gd name="connsiteY0" fmla="*/ 0 h 28098"/>
                <a:gd name="connsiteX1" fmla="*/ 530257 w 530256"/>
                <a:gd name="connsiteY1" fmla="*/ 0 h 28098"/>
                <a:gd name="connsiteX2" fmla="*/ 530257 w 530256"/>
                <a:gd name="connsiteY2" fmla="*/ 28099 h 28098"/>
                <a:gd name="connsiteX3" fmla="*/ 0 w 530256"/>
                <a:gd name="connsiteY3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256" h="28098">
                  <a:moveTo>
                    <a:pt x="0" y="0"/>
                  </a:moveTo>
                  <a:lnTo>
                    <a:pt x="530257" y="0"/>
                  </a:lnTo>
                  <a:lnTo>
                    <a:pt x="530257" y="28099"/>
                  </a:lnTo>
                  <a:lnTo>
                    <a:pt x="0" y="28099"/>
                  </a:lnTo>
                  <a:close/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8" name="任意多边形: 形状 1837">
              <a:extLst>
                <a:ext uri="{FF2B5EF4-FFF2-40B4-BE49-F238E27FC236}">
                  <a16:creationId xmlns:a16="http://schemas.microsoft.com/office/drawing/2014/main" id="{13B81844-A245-4D07-8AA8-7DDF3CB239AE}"/>
                </a:ext>
              </a:extLst>
            </p:cNvPr>
            <p:cNvSpPr/>
            <p:nvPr/>
          </p:nvSpPr>
          <p:spPr>
            <a:xfrm>
              <a:off x="7729906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9" name="任意多边形: 形状 1838">
              <a:extLst>
                <a:ext uri="{FF2B5EF4-FFF2-40B4-BE49-F238E27FC236}">
                  <a16:creationId xmlns:a16="http://schemas.microsoft.com/office/drawing/2014/main" id="{A30D5BD3-163F-4E96-BC4E-F220C9E75F63}"/>
                </a:ext>
              </a:extLst>
            </p:cNvPr>
            <p:cNvSpPr/>
            <p:nvPr/>
          </p:nvSpPr>
          <p:spPr>
            <a:xfrm>
              <a:off x="7538723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0" name="任意多边形: 形状 1839">
              <a:extLst>
                <a:ext uri="{FF2B5EF4-FFF2-40B4-BE49-F238E27FC236}">
                  <a16:creationId xmlns:a16="http://schemas.microsoft.com/office/drawing/2014/main" id="{24E3E887-01CF-4467-B14D-59218FF8A991}"/>
                </a:ext>
              </a:extLst>
            </p:cNvPr>
            <p:cNvSpPr/>
            <p:nvPr/>
          </p:nvSpPr>
          <p:spPr>
            <a:xfrm>
              <a:off x="7347299" y="5791837"/>
              <a:ext cx="12039" cy="37111"/>
            </a:xfrm>
            <a:custGeom>
              <a:avLst/>
              <a:gdLst>
                <a:gd name="connsiteX0" fmla="*/ 0 w 9525"/>
                <a:gd name="connsiteY0" fmla="*/ 0 h 28098"/>
                <a:gd name="connsiteX1" fmla="*/ 0 w 9525"/>
                <a:gd name="connsiteY1" fmla="*/ 28099 h 2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098">
                  <a:moveTo>
                    <a:pt x="0" y="0"/>
                  </a:moveTo>
                  <a:lnTo>
                    <a:pt x="0" y="28099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1" name="任意多边形: 形状 1840">
              <a:extLst>
                <a:ext uri="{FF2B5EF4-FFF2-40B4-BE49-F238E27FC236}">
                  <a16:creationId xmlns:a16="http://schemas.microsoft.com/office/drawing/2014/main" id="{D4A5B9A1-6E1E-4F68-A44C-A21F968C1F7E}"/>
                </a:ext>
              </a:extLst>
            </p:cNvPr>
            <p:cNvSpPr/>
            <p:nvPr/>
          </p:nvSpPr>
          <p:spPr>
            <a:xfrm>
              <a:off x="7962624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2" name="任意多边形: 形状 1841">
              <a:extLst>
                <a:ext uri="{FF2B5EF4-FFF2-40B4-BE49-F238E27FC236}">
                  <a16:creationId xmlns:a16="http://schemas.microsoft.com/office/drawing/2014/main" id="{A995088A-CE26-4772-A417-3B5B7DDDF0D1}"/>
                </a:ext>
              </a:extLst>
            </p:cNvPr>
            <p:cNvSpPr/>
            <p:nvPr/>
          </p:nvSpPr>
          <p:spPr>
            <a:xfrm>
              <a:off x="7982249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3" name="任意多边形: 形状 1842">
              <a:extLst>
                <a:ext uri="{FF2B5EF4-FFF2-40B4-BE49-F238E27FC236}">
                  <a16:creationId xmlns:a16="http://schemas.microsoft.com/office/drawing/2014/main" id="{2BCC1EC9-2EEB-4F75-ADA3-F5B599E5C69C}"/>
                </a:ext>
              </a:extLst>
            </p:cNvPr>
            <p:cNvSpPr/>
            <p:nvPr/>
          </p:nvSpPr>
          <p:spPr>
            <a:xfrm>
              <a:off x="807410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4" name="任意多边形: 形状 1843">
              <a:extLst>
                <a:ext uri="{FF2B5EF4-FFF2-40B4-BE49-F238E27FC236}">
                  <a16:creationId xmlns:a16="http://schemas.microsoft.com/office/drawing/2014/main" id="{09D3C266-5673-4D4C-98C7-A60918759AEC}"/>
                </a:ext>
              </a:extLst>
            </p:cNvPr>
            <p:cNvSpPr/>
            <p:nvPr/>
          </p:nvSpPr>
          <p:spPr>
            <a:xfrm>
              <a:off x="8093733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5" name="任意多边形: 形状 1844">
              <a:extLst>
                <a:ext uri="{FF2B5EF4-FFF2-40B4-BE49-F238E27FC236}">
                  <a16:creationId xmlns:a16="http://schemas.microsoft.com/office/drawing/2014/main" id="{E7C5642A-15BB-4B64-86BC-08EA502EAB35}"/>
                </a:ext>
              </a:extLst>
            </p:cNvPr>
            <p:cNvSpPr/>
            <p:nvPr/>
          </p:nvSpPr>
          <p:spPr>
            <a:xfrm>
              <a:off x="818547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6" name="任意多边形: 形状 1845">
              <a:extLst>
                <a:ext uri="{FF2B5EF4-FFF2-40B4-BE49-F238E27FC236}">
                  <a16:creationId xmlns:a16="http://schemas.microsoft.com/office/drawing/2014/main" id="{3FC0A225-9C1D-4716-BA53-BA36EA577856}"/>
                </a:ext>
              </a:extLst>
            </p:cNvPr>
            <p:cNvSpPr/>
            <p:nvPr/>
          </p:nvSpPr>
          <p:spPr>
            <a:xfrm>
              <a:off x="820521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7" name="任意多边形: 形状 1846">
              <a:extLst>
                <a:ext uri="{FF2B5EF4-FFF2-40B4-BE49-F238E27FC236}">
                  <a16:creationId xmlns:a16="http://schemas.microsoft.com/office/drawing/2014/main" id="{32CA270C-8372-46B4-900F-2CC87D7F0BA6}"/>
                </a:ext>
              </a:extLst>
            </p:cNvPr>
            <p:cNvSpPr/>
            <p:nvPr/>
          </p:nvSpPr>
          <p:spPr>
            <a:xfrm>
              <a:off x="829695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8" name="任意多边形: 形状 1847">
              <a:extLst>
                <a:ext uri="{FF2B5EF4-FFF2-40B4-BE49-F238E27FC236}">
                  <a16:creationId xmlns:a16="http://schemas.microsoft.com/office/drawing/2014/main" id="{80D7F56E-0E45-4CCE-A9C9-A8DCC8410C75}"/>
                </a:ext>
              </a:extLst>
            </p:cNvPr>
            <p:cNvSpPr/>
            <p:nvPr/>
          </p:nvSpPr>
          <p:spPr>
            <a:xfrm>
              <a:off x="831657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9" name="任意多边形: 形状 1848">
              <a:extLst>
                <a:ext uri="{FF2B5EF4-FFF2-40B4-BE49-F238E27FC236}">
                  <a16:creationId xmlns:a16="http://schemas.microsoft.com/office/drawing/2014/main" id="{9CA40F6A-00D8-4EDE-B4C5-B9D4682547F7}"/>
                </a:ext>
              </a:extLst>
            </p:cNvPr>
            <p:cNvSpPr/>
            <p:nvPr/>
          </p:nvSpPr>
          <p:spPr>
            <a:xfrm>
              <a:off x="8408438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0" name="任意多边形: 形状 1849">
              <a:extLst>
                <a:ext uri="{FF2B5EF4-FFF2-40B4-BE49-F238E27FC236}">
                  <a16:creationId xmlns:a16="http://schemas.microsoft.com/office/drawing/2014/main" id="{520C8F0E-3CCF-4D00-B2D9-735D1B5F43A1}"/>
                </a:ext>
              </a:extLst>
            </p:cNvPr>
            <p:cNvSpPr/>
            <p:nvPr/>
          </p:nvSpPr>
          <p:spPr>
            <a:xfrm>
              <a:off x="8428062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1" name="任意多边形: 形状 1850">
              <a:extLst>
                <a:ext uri="{FF2B5EF4-FFF2-40B4-BE49-F238E27FC236}">
                  <a16:creationId xmlns:a16="http://schemas.microsoft.com/office/drawing/2014/main" id="{0682C2A1-E9D1-4007-BCB4-0E66BC9E79E5}"/>
                </a:ext>
              </a:extLst>
            </p:cNvPr>
            <p:cNvSpPr/>
            <p:nvPr/>
          </p:nvSpPr>
          <p:spPr>
            <a:xfrm>
              <a:off x="8519801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2" name="任意多边形: 形状 1851">
              <a:extLst>
                <a:ext uri="{FF2B5EF4-FFF2-40B4-BE49-F238E27FC236}">
                  <a16:creationId xmlns:a16="http://schemas.microsoft.com/office/drawing/2014/main" id="{EB084904-10D0-43EE-82A8-ED67BD38A618}"/>
                </a:ext>
              </a:extLst>
            </p:cNvPr>
            <p:cNvSpPr/>
            <p:nvPr/>
          </p:nvSpPr>
          <p:spPr>
            <a:xfrm>
              <a:off x="8539545" y="6038657"/>
              <a:ext cx="12039" cy="750151"/>
            </a:xfrm>
            <a:custGeom>
              <a:avLst/>
              <a:gdLst>
                <a:gd name="connsiteX0" fmla="*/ 0 w 9525"/>
                <a:gd name="connsiteY0" fmla="*/ 0 h 567975"/>
                <a:gd name="connsiteX1" fmla="*/ 0 w 9525"/>
                <a:gd name="connsiteY1" fmla="*/ 567976 h 56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67975">
                  <a:moveTo>
                    <a:pt x="0" y="0"/>
                  </a:moveTo>
                  <a:lnTo>
                    <a:pt x="0" y="567976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3" name="任意多边形: 形状 1852">
              <a:extLst>
                <a:ext uri="{FF2B5EF4-FFF2-40B4-BE49-F238E27FC236}">
                  <a16:creationId xmlns:a16="http://schemas.microsoft.com/office/drawing/2014/main" id="{9212049E-6FFD-4628-A453-48C15F2449A9}"/>
                </a:ext>
              </a:extLst>
            </p:cNvPr>
            <p:cNvSpPr/>
            <p:nvPr/>
          </p:nvSpPr>
          <p:spPr>
            <a:xfrm>
              <a:off x="8428062" y="615590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4" name="任意多边形: 形状 1853">
              <a:extLst>
                <a:ext uri="{FF2B5EF4-FFF2-40B4-BE49-F238E27FC236}">
                  <a16:creationId xmlns:a16="http://schemas.microsoft.com/office/drawing/2014/main" id="{4978F14A-8E47-42FA-B653-FA01B265D4CA}"/>
                </a:ext>
              </a:extLst>
            </p:cNvPr>
            <p:cNvSpPr/>
            <p:nvPr/>
          </p:nvSpPr>
          <p:spPr>
            <a:xfrm>
              <a:off x="8316578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5" name="任意多边形: 形状 1854">
              <a:extLst>
                <a:ext uri="{FF2B5EF4-FFF2-40B4-BE49-F238E27FC236}">
                  <a16:creationId xmlns:a16="http://schemas.microsoft.com/office/drawing/2014/main" id="{D93AB6E9-0A9F-44D8-8089-A1E7820F4003}"/>
                </a:ext>
              </a:extLst>
            </p:cNvPr>
            <p:cNvSpPr/>
            <p:nvPr/>
          </p:nvSpPr>
          <p:spPr>
            <a:xfrm>
              <a:off x="8205215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6" name="任意多边形: 形状 1855">
              <a:extLst>
                <a:ext uri="{FF2B5EF4-FFF2-40B4-BE49-F238E27FC236}">
                  <a16:creationId xmlns:a16="http://schemas.microsoft.com/office/drawing/2014/main" id="{EFC262CD-EF42-40E4-B4C4-7ECA7BD20FB4}"/>
                </a:ext>
              </a:extLst>
            </p:cNvPr>
            <p:cNvSpPr/>
            <p:nvPr/>
          </p:nvSpPr>
          <p:spPr>
            <a:xfrm>
              <a:off x="8093733" y="615590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7" name="任意多边形: 形状 1856">
              <a:extLst>
                <a:ext uri="{FF2B5EF4-FFF2-40B4-BE49-F238E27FC236}">
                  <a16:creationId xmlns:a16="http://schemas.microsoft.com/office/drawing/2014/main" id="{222C7BF3-2138-49C9-98BA-FACC8DFF1718}"/>
                </a:ext>
              </a:extLst>
            </p:cNvPr>
            <p:cNvSpPr/>
            <p:nvPr/>
          </p:nvSpPr>
          <p:spPr>
            <a:xfrm>
              <a:off x="7982249" y="615590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8" name="任意多边形: 形状 1857">
              <a:extLst>
                <a:ext uri="{FF2B5EF4-FFF2-40B4-BE49-F238E27FC236}">
                  <a16:creationId xmlns:a16="http://schemas.microsoft.com/office/drawing/2014/main" id="{6BAF5CE4-B59D-41A4-AD43-D2E11D6D4C7E}"/>
                </a:ext>
              </a:extLst>
            </p:cNvPr>
            <p:cNvSpPr/>
            <p:nvPr/>
          </p:nvSpPr>
          <p:spPr>
            <a:xfrm>
              <a:off x="7876423" y="615590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9" name="任意多边形: 形状 1858">
              <a:extLst>
                <a:ext uri="{FF2B5EF4-FFF2-40B4-BE49-F238E27FC236}">
                  <a16:creationId xmlns:a16="http://schemas.microsoft.com/office/drawing/2014/main" id="{7F176284-B654-4F2C-9E02-7A70F689172A}"/>
                </a:ext>
              </a:extLst>
            </p:cNvPr>
            <p:cNvSpPr/>
            <p:nvPr/>
          </p:nvSpPr>
          <p:spPr>
            <a:xfrm>
              <a:off x="8428062" y="6196035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0" name="任意多边形: 形状 1859">
              <a:extLst>
                <a:ext uri="{FF2B5EF4-FFF2-40B4-BE49-F238E27FC236}">
                  <a16:creationId xmlns:a16="http://schemas.microsoft.com/office/drawing/2014/main" id="{6DCB6790-B525-436D-94A9-BDDBA5AA2E0A}"/>
                </a:ext>
              </a:extLst>
            </p:cNvPr>
            <p:cNvSpPr/>
            <p:nvPr/>
          </p:nvSpPr>
          <p:spPr>
            <a:xfrm>
              <a:off x="8316578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1" name="任意多边形: 形状 1860">
              <a:extLst>
                <a:ext uri="{FF2B5EF4-FFF2-40B4-BE49-F238E27FC236}">
                  <a16:creationId xmlns:a16="http://schemas.microsoft.com/office/drawing/2014/main" id="{391AE829-C013-473B-81F8-26F99A4FCA0C}"/>
                </a:ext>
              </a:extLst>
            </p:cNvPr>
            <p:cNvSpPr/>
            <p:nvPr/>
          </p:nvSpPr>
          <p:spPr>
            <a:xfrm>
              <a:off x="8205215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2" name="任意多边形: 形状 1861">
              <a:extLst>
                <a:ext uri="{FF2B5EF4-FFF2-40B4-BE49-F238E27FC236}">
                  <a16:creationId xmlns:a16="http://schemas.microsoft.com/office/drawing/2014/main" id="{6D28FFA3-5331-40E7-AC99-D6972D3A2273}"/>
                </a:ext>
              </a:extLst>
            </p:cNvPr>
            <p:cNvSpPr/>
            <p:nvPr/>
          </p:nvSpPr>
          <p:spPr>
            <a:xfrm>
              <a:off x="8093733" y="6196035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3" name="任意多边形: 形状 1862">
              <a:extLst>
                <a:ext uri="{FF2B5EF4-FFF2-40B4-BE49-F238E27FC236}">
                  <a16:creationId xmlns:a16="http://schemas.microsoft.com/office/drawing/2014/main" id="{3D097424-8DA8-4A7B-B72E-0868B40667B5}"/>
                </a:ext>
              </a:extLst>
            </p:cNvPr>
            <p:cNvSpPr/>
            <p:nvPr/>
          </p:nvSpPr>
          <p:spPr>
            <a:xfrm>
              <a:off x="7982249" y="6196035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4" name="任意多边形: 形状 1863">
              <a:extLst>
                <a:ext uri="{FF2B5EF4-FFF2-40B4-BE49-F238E27FC236}">
                  <a16:creationId xmlns:a16="http://schemas.microsoft.com/office/drawing/2014/main" id="{B659AA7B-70EE-4E88-983A-2E53C03DE110}"/>
                </a:ext>
              </a:extLst>
            </p:cNvPr>
            <p:cNvSpPr/>
            <p:nvPr/>
          </p:nvSpPr>
          <p:spPr>
            <a:xfrm>
              <a:off x="7876423" y="6196035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5" name="任意多边形: 形状 1864">
              <a:extLst>
                <a:ext uri="{FF2B5EF4-FFF2-40B4-BE49-F238E27FC236}">
                  <a16:creationId xmlns:a16="http://schemas.microsoft.com/office/drawing/2014/main" id="{28C6CA28-8BC1-4179-BC56-36A5E90E3A0E}"/>
                </a:ext>
              </a:extLst>
            </p:cNvPr>
            <p:cNvSpPr/>
            <p:nvPr/>
          </p:nvSpPr>
          <p:spPr>
            <a:xfrm>
              <a:off x="8428062" y="6214654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6" name="任意多边形: 形状 1865">
              <a:extLst>
                <a:ext uri="{FF2B5EF4-FFF2-40B4-BE49-F238E27FC236}">
                  <a16:creationId xmlns:a16="http://schemas.microsoft.com/office/drawing/2014/main" id="{CD85D8FA-B2B2-4AD2-A11A-14A2B7F119D0}"/>
                </a:ext>
              </a:extLst>
            </p:cNvPr>
            <p:cNvSpPr/>
            <p:nvPr/>
          </p:nvSpPr>
          <p:spPr>
            <a:xfrm>
              <a:off x="8316578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7" name="任意多边形: 形状 1866">
              <a:extLst>
                <a:ext uri="{FF2B5EF4-FFF2-40B4-BE49-F238E27FC236}">
                  <a16:creationId xmlns:a16="http://schemas.microsoft.com/office/drawing/2014/main" id="{D55B9216-AE17-484C-81C1-CD0ACA849548}"/>
                </a:ext>
              </a:extLst>
            </p:cNvPr>
            <p:cNvSpPr/>
            <p:nvPr/>
          </p:nvSpPr>
          <p:spPr>
            <a:xfrm>
              <a:off x="8205215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8" name="任意多边形: 形状 1867">
              <a:extLst>
                <a:ext uri="{FF2B5EF4-FFF2-40B4-BE49-F238E27FC236}">
                  <a16:creationId xmlns:a16="http://schemas.microsoft.com/office/drawing/2014/main" id="{1F7B5132-F107-49EE-AE41-6F2483D674F6}"/>
                </a:ext>
              </a:extLst>
            </p:cNvPr>
            <p:cNvSpPr/>
            <p:nvPr/>
          </p:nvSpPr>
          <p:spPr>
            <a:xfrm>
              <a:off x="8093733" y="6214654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9" name="任意多边形: 形状 1868">
              <a:extLst>
                <a:ext uri="{FF2B5EF4-FFF2-40B4-BE49-F238E27FC236}">
                  <a16:creationId xmlns:a16="http://schemas.microsoft.com/office/drawing/2014/main" id="{A4A8E594-E1D5-4F74-B3F2-AC94056B81C4}"/>
                </a:ext>
              </a:extLst>
            </p:cNvPr>
            <p:cNvSpPr/>
            <p:nvPr/>
          </p:nvSpPr>
          <p:spPr>
            <a:xfrm>
              <a:off x="7982249" y="6214654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0" name="任意多边形: 形状 1869">
              <a:extLst>
                <a:ext uri="{FF2B5EF4-FFF2-40B4-BE49-F238E27FC236}">
                  <a16:creationId xmlns:a16="http://schemas.microsoft.com/office/drawing/2014/main" id="{01C75F71-349D-4069-977A-907C6FA6236B}"/>
                </a:ext>
              </a:extLst>
            </p:cNvPr>
            <p:cNvSpPr/>
            <p:nvPr/>
          </p:nvSpPr>
          <p:spPr>
            <a:xfrm>
              <a:off x="7876423" y="6214654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1" name="任意多边形: 形状 1870">
              <a:extLst>
                <a:ext uri="{FF2B5EF4-FFF2-40B4-BE49-F238E27FC236}">
                  <a16:creationId xmlns:a16="http://schemas.microsoft.com/office/drawing/2014/main" id="{7FC7622A-FA98-45B1-9E5F-08654DF546F1}"/>
                </a:ext>
              </a:extLst>
            </p:cNvPr>
            <p:cNvSpPr/>
            <p:nvPr/>
          </p:nvSpPr>
          <p:spPr>
            <a:xfrm>
              <a:off x="8428062" y="631718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2" name="任意多边形: 形状 1871">
              <a:extLst>
                <a:ext uri="{FF2B5EF4-FFF2-40B4-BE49-F238E27FC236}">
                  <a16:creationId xmlns:a16="http://schemas.microsoft.com/office/drawing/2014/main" id="{D4CCBEDF-6EFD-4B3C-8AAF-F9F40B1F9355}"/>
                </a:ext>
              </a:extLst>
            </p:cNvPr>
            <p:cNvSpPr/>
            <p:nvPr/>
          </p:nvSpPr>
          <p:spPr>
            <a:xfrm>
              <a:off x="8316578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3" name="任意多边形: 形状 1872">
              <a:extLst>
                <a:ext uri="{FF2B5EF4-FFF2-40B4-BE49-F238E27FC236}">
                  <a16:creationId xmlns:a16="http://schemas.microsoft.com/office/drawing/2014/main" id="{AFDA4F1C-BF36-4803-A03C-F5E70FE12D2F}"/>
                </a:ext>
              </a:extLst>
            </p:cNvPr>
            <p:cNvSpPr/>
            <p:nvPr/>
          </p:nvSpPr>
          <p:spPr>
            <a:xfrm>
              <a:off x="8205215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4" name="任意多边形: 形状 1873">
              <a:extLst>
                <a:ext uri="{FF2B5EF4-FFF2-40B4-BE49-F238E27FC236}">
                  <a16:creationId xmlns:a16="http://schemas.microsoft.com/office/drawing/2014/main" id="{6D24CCD0-B351-4954-A307-C5FC93B04890}"/>
                </a:ext>
              </a:extLst>
            </p:cNvPr>
            <p:cNvSpPr/>
            <p:nvPr/>
          </p:nvSpPr>
          <p:spPr>
            <a:xfrm>
              <a:off x="8093733" y="631718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5" name="任意多边形: 形状 1874">
              <a:extLst>
                <a:ext uri="{FF2B5EF4-FFF2-40B4-BE49-F238E27FC236}">
                  <a16:creationId xmlns:a16="http://schemas.microsoft.com/office/drawing/2014/main" id="{C5158F3A-37A4-49D6-8F50-CF06E2528110}"/>
                </a:ext>
              </a:extLst>
            </p:cNvPr>
            <p:cNvSpPr/>
            <p:nvPr/>
          </p:nvSpPr>
          <p:spPr>
            <a:xfrm>
              <a:off x="7982249" y="631718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6" name="任意多边形: 形状 1875">
              <a:extLst>
                <a:ext uri="{FF2B5EF4-FFF2-40B4-BE49-F238E27FC236}">
                  <a16:creationId xmlns:a16="http://schemas.microsoft.com/office/drawing/2014/main" id="{4CD0CCF1-6CB4-478E-8AB2-019FCBDB1C8D}"/>
                </a:ext>
              </a:extLst>
            </p:cNvPr>
            <p:cNvSpPr/>
            <p:nvPr/>
          </p:nvSpPr>
          <p:spPr>
            <a:xfrm>
              <a:off x="7876423" y="631718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7" name="任意多边形: 形状 1876">
              <a:extLst>
                <a:ext uri="{FF2B5EF4-FFF2-40B4-BE49-F238E27FC236}">
                  <a16:creationId xmlns:a16="http://schemas.microsoft.com/office/drawing/2014/main" id="{A47AD01A-887C-4860-93E1-5EE8FE5E6BF3}"/>
                </a:ext>
              </a:extLst>
            </p:cNvPr>
            <p:cNvSpPr/>
            <p:nvPr/>
          </p:nvSpPr>
          <p:spPr>
            <a:xfrm>
              <a:off x="8428062" y="635731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8" name="任意多边形: 形状 1877">
              <a:extLst>
                <a:ext uri="{FF2B5EF4-FFF2-40B4-BE49-F238E27FC236}">
                  <a16:creationId xmlns:a16="http://schemas.microsoft.com/office/drawing/2014/main" id="{9D9C4BBA-3F9B-40D0-A82C-FC95251D0509}"/>
                </a:ext>
              </a:extLst>
            </p:cNvPr>
            <p:cNvSpPr/>
            <p:nvPr/>
          </p:nvSpPr>
          <p:spPr>
            <a:xfrm>
              <a:off x="8316578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9" name="任意多边形: 形状 1878">
              <a:extLst>
                <a:ext uri="{FF2B5EF4-FFF2-40B4-BE49-F238E27FC236}">
                  <a16:creationId xmlns:a16="http://schemas.microsoft.com/office/drawing/2014/main" id="{0474EA9A-2B91-42FF-AF74-62B11EE0B31B}"/>
                </a:ext>
              </a:extLst>
            </p:cNvPr>
            <p:cNvSpPr/>
            <p:nvPr/>
          </p:nvSpPr>
          <p:spPr>
            <a:xfrm>
              <a:off x="8205215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0" name="任意多边形: 形状 1879">
              <a:extLst>
                <a:ext uri="{FF2B5EF4-FFF2-40B4-BE49-F238E27FC236}">
                  <a16:creationId xmlns:a16="http://schemas.microsoft.com/office/drawing/2014/main" id="{BD975B3A-AECC-4B73-AD2A-A3963D518766}"/>
                </a:ext>
              </a:extLst>
            </p:cNvPr>
            <p:cNvSpPr/>
            <p:nvPr/>
          </p:nvSpPr>
          <p:spPr>
            <a:xfrm>
              <a:off x="8093733" y="635731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1" name="任意多边形: 形状 1880">
              <a:extLst>
                <a:ext uri="{FF2B5EF4-FFF2-40B4-BE49-F238E27FC236}">
                  <a16:creationId xmlns:a16="http://schemas.microsoft.com/office/drawing/2014/main" id="{BFCF84B7-4E1F-4D7A-A252-B5A340200DA9}"/>
                </a:ext>
              </a:extLst>
            </p:cNvPr>
            <p:cNvSpPr/>
            <p:nvPr/>
          </p:nvSpPr>
          <p:spPr>
            <a:xfrm>
              <a:off x="7982249" y="635731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2" name="任意多边形: 形状 1881">
              <a:extLst>
                <a:ext uri="{FF2B5EF4-FFF2-40B4-BE49-F238E27FC236}">
                  <a16:creationId xmlns:a16="http://schemas.microsoft.com/office/drawing/2014/main" id="{CB1F1E9D-787A-4E13-8379-EECC93A156E2}"/>
                </a:ext>
              </a:extLst>
            </p:cNvPr>
            <p:cNvSpPr/>
            <p:nvPr/>
          </p:nvSpPr>
          <p:spPr>
            <a:xfrm>
              <a:off x="7876423" y="635731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3" name="任意多边形: 形状 1882">
              <a:extLst>
                <a:ext uri="{FF2B5EF4-FFF2-40B4-BE49-F238E27FC236}">
                  <a16:creationId xmlns:a16="http://schemas.microsoft.com/office/drawing/2014/main" id="{E7CD195C-8C66-43EF-B3E1-F9F67AEDE0B6}"/>
                </a:ext>
              </a:extLst>
            </p:cNvPr>
            <p:cNvSpPr/>
            <p:nvPr/>
          </p:nvSpPr>
          <p:spPr>
            <a:xfrm>
              <a:off x="8428062" y="637593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4" name="任意多边形: 形状 1883">
              <a:extLst>
                <a:ext uri="{FF2B5EF4-FFF2-40B4-BE49-F238E27FC236}">
                  <a16:creationId xmlns:a16="http://schemas.microsoft.com/office/drawing/2014/main" id="{2C3A309C-8459-4339-9130-A14ECF4B28AC}"/>
                </a:ext>
              </a:extLst>
            </p:cNvPr>
            <p:cNvSpPr/>
            <p:nvPr/>
          </p:nvSpPr>
          <p:spPr>
            <a:xfrm>
              <a:off x="8316578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5" name="任意多边形: 形状 1884">
              <a:extLst>
                <a:ext uri="{FF2B5EF4-FFF2-40B4-BE49-F238E27FC236}">
                  <a16:creationId xmlns:a16="http://schemas.microsoft.com/office/drawing/2014/main" id="{11B88C07-5224-4CFF-A300-9BC2F794F6BB}"/>
                </a:ext>
              </a:extLst>
            </p:cNvPr>
            <p:cNvSpPr/>
            <p:nvPr/>
          </p:nvSpPr>
          <p:spPr>
            <a:xfrm>
              <a:off x="8205215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6" name="任意多边形: 形状 1885">
              <a:extLst>
                <a:ext uri="{FF2B5EF4-FFF2-40B4-BE49-F238E27FC236}">
                  <a16:creationId xmlns:a16="http://schemas.microsoft.com/office/drawing/2014/main" id="{345E6094-3052-4405-9807-A56A3FD266C6}"/>
                </a:ext>
              </a:extLst>
            </p:cNvPr>
            <p:cNvSpPr/>
            <p:nvPr/>
          </p:nvSpPr>
          <p:spPr>
            <a:xfrm>
              <a:off x="8093733" y="637593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7" name="任意多边形: 形状 1886">
              <a:extLst>
                <a:ext uri="{FF2B5EF4-FFF2-40B4-BE49-F238E27FC236}">
                  <a16:creationId xmlns:a16="http://schemas.microsoft.com/office/drawing/2014/main" id="{16054DDB-CA7F-4F7F-8BEB-80D0A431E3D3}"/>
                </a:ext>
              </a:extLst>
            </p:cNvPr>
            <p:cNvSpPr/>
            <p:nvPr/>
          </p:nvSpPr>
          <p:spPr>
            <a:xfrm>
              <a:off x="7982249" y="637593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8" name="任意多边形: 形状 1887">
              <a:extLst>
                <a:ext uri="{FF2B5EF4-FFF2-40B4-BE49-F238E27FC236}">
                  <a16:creationId xmlns:a16="http://schemas.microsoft.com/office/drawing/2014/main" id="{2B93C0E5-43A9-4FC6-9408-65D9C4926F50}"/>
                </a:ext>
              </a:extLst>
            </p:cNvPr>
            <p:cNvSpPr/>
            <p:nvPr/>
          </p:nvSpPr>
          <p:spPr>
            <a:xfrm>
              <a:off x="7876423" y="637593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9" name="任意多边形: 形状 1888">
              <a:extLst>
                <a:ext uri="{FF2B5EF4-FFF2-40B4-BE49-F238E27FC236}">
                  <a16:creationId xmlns:a16="http://schemas.microsoft.com/office/drawing/2014/main" id="{91FC97BB-6E3F-49E0-B785-564B9089E89D}"/>
                </a:ext>
              </a:extLst>
            </p:cNvPr>
            <p:cNvSpPr/>
            <p:nvPr/>
          </p:nvSpPr>
          <p:spPr>
            <a:xfrm>
              <a:off x="8428062" y="6468772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0" name="任意多边形: 形状 1889">
              <a:extLst>
                <a:ext uri="{FF2B5EF4-FFF2-40B4-BE49-F238E27FC236}">
                  <a16:creationId xmlns:a16="http://schemas.microsoft.com/office/drawing/2014/main" id="{1C0C6456-C85E-4DA2-9F75-3FE9B5F15CD2}"/>
                </a:ext>
              </a:extLst>
            </p:cNvPr>
            <p:cNvSpPr/>
            <p:nvPr/>
          </p:nvSpPr>
          <p:spPr>
            <a:xfrm>
              <a:off x="8316578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1" name="任意多边形: 形状 1890">
              <a:extLst>
                <a:ext uri="{FF2B5EF4-FFF2-40B4-BE49-F238E27FC236}">
                  <a16:creationId xmlns:a16="http://schemas.microsoft.com/office/drawing/2014/main" id="{2E8D3DFE-4B95-4517-9168-2F54F81488DC}"/>
                </a:ext>
              </a:extLst>
            </p:cNvPr>
            <p:cNvSpPr/>
            <p:nvPr/>
          </p:nvSpPr>
          <p:spPr>
            <a:xfrm>
              <a:off x="8205215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2" name="任意多边形: 形状 1891">
              <a:extLst>
                <a:ext uri="{FF2B5EF4-FFF2-40B4-BE49-F238E27FC236}">
                  <a16:creationId xmlns:a16="http://schemas.microsoft.com/office/drawing/2014/main" id="{C96B155D-A3E3-4C22-AD49-C57F00F10689}"/>
                </a:ext>
              </a:extLst>
            </p:cNvPr>
            <p:cNvSpPr/>
            <p:nvPr/>
          </p:nvSpPr>
          <p:spPr>
            <a:xfrm>
              <a:off x="8093733" y="6468772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3" name="任意多边形: 形状 1892">
              <a:extLst>
                <a:ext uri="{FF2B5EF4-FFF2-40B4-BE49-F238E27FC236}">
                  <a16:creationId xmlns:a16="http://schemas.microsoft.com/office/drawing/2014/main" id="{F924EC76-AC93-42B8-BCA5-0815B9BA093C}"/>
                </a:ext>
              </a:extLst>
            </p:cNvPr>
            <p:cNvSpPr/>
            <p:nvPr/>
          </p:nvSpPr>
          <p:spPr>
            <a:xfrm>
              <a:off x="7982249" y="6468772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4" name="任意多边形: 形状 1893">
              <a:extLst>
                <a:ext uri="{FF2B5EF4-FFF2-40B4-BE49-F238E27FC236}">
                  <a16:creationId xmlns:a16="http://schemas.microsoft.com/office/drawing/2014/main" id="{27CAA048-BB35-4718-8406-FB16421E985E}"/>
                </a:ext>
              </a:extLst>
            </p:cNvPr>
            <p:cNvSpPr/>
            <p:nvPr/>
          </p:nvSpPr>
          <p:spPr>
            <a:xfrm>
              <a:off x="7876423" y="6468772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5" name="任意多边形: 形状 1894">
              <a:extLst>
                <a:ext uri="{FF2B5EF4-FFF2-40B4-BE49-F238E27FC236}">
                  <a16:creationId xmlns:a16="http://schemas.microsoft.com/office/drawing/2014/main" id="{BE34C599-DF9F-4D38-A162-72FF96F34FA1}"/>
                </a:ext>
              </a:extLst>
            </p:cNvPr>
            <p:cNvSpPr/>
            <p:nvPr/>
          </p:nvSpPr>
          <p:spPr>
            <a:xfrm>
              <a:off x="8428062" y="6508903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6" name="任意多边形: 形状 1895">
              <a:extLst>
                <a:ext uri="{FF2B5EF4-FFF2-40B4-BE49-F238E27FC236}">
                  <a16:creationId xmlns:a16="http://schemas.microsoft.com/office/drawing/2014/main" id="{102EFBEC-2B59-4309-8CC4-69B0C6D54F36}"/>
                </a:ext>
              </a:extLst>
            </p:cNvPr>
            <p:cNvSpPr/>
            <p:nvPr/>
          </p:nvSpPr>
          <p:spPr>
            <a:xfrm>
              <a:off x="8316578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7" name="任意多边形: 形状 1896">
              <a:extLst>
                <a:ext uri="{FF2B5EF4-FFF2-40B4-BE49-F238E27FC236}">
                  <a16:creationId xmlns:a16="http://schemas.microsoft.com/office/drawing/2014/main" id="{4D830C55-2309-41D8-8152-5126BF51A4CA}"/>
                </a:ext>
              </a:extLst>
            </p:cNvPr>
            <p:cNvSpPr/>
            <p:nvPr/>
          </p:nvSpPr>
          <p:spPr>
            <a:xfrm>
              <a:off x="8205215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8" name="任意多边形: 形状 1897">
              <a:extLst>
                <a:ext uri="{FF2B5EF4-FFF2-40B4-BE49-F238E27FC236}">
                  <a16:creationId xmlns:a16="http://schemas.microsoft.com/office/drawing/2014/main" id="{000C0565-0F4F-46CE-9F8A-0501F2F9DCFB}"/>
                </a:ext>
              </a:extLst>
            </p:cNvPr>
            <p:cNvSpPr/>
            <p:nvPr/>
          </p:nvSpPr>
          <p:spPr>
            <a:xfrm>
              <a:off x="8093733" y="6508903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9" name="任意多边形: 形状 1898">
              <a:extLst>
                <a:ext uri="{FF2B5EF4-FFF2-40B4-BE49-F238E27FC236}">
                  <a16:creationId xmlns:a16="http://schemas.microsoft.com/office/drawing/2014/main" id="{7DAE6124-86C0-4D95-9C47-CBAC4F9CF254}"/>
                </a:ext>
              </a:extLst>
            </p:cNvPr>
            <p:cNvSpPr/>
            <p:nvPr/>
          </p:nvSpPr>
          <p:spPr>
            <a:xfrm>
              <a:off x="7982249" y="6508903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0" name="任意多边形: 形状 1899">
              <a:extLst>
                <a:ext uri="{FF2B5EF4-FFF2-40B4-BE49-F238E27FC236}">
                  <a16:creationId xmlns:a16="http://schemas.microsoft.com/office/drawing/2014/main" id="{FD089216-33B1-4BF7-9DC1-6B08F8FB472E}"/>
                </a:ext>
              </a:extLst>
            </p:cNvPr>
            <p:cNvSpPr/>
            <p:nvPr/>
          </p:nvSpPr>
          <p:spPr>
            <a:xfrm>
              <a:off x="7876423" y="6508903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1" name="任意多边形: 形状 1900">
              <a:extLst>
                <a:ext uri="{FF2B5EF4-FFF2-40B4-BE49-F238E27FC236}">
                  <a16:creationId xmlns:a16="http://schemas.microsoft.com/office/drawing/2014/main" id="{1DC89058-AD6F-4087-B474-C8DC411944D5}"/>
                </a:ext>
              </a:extLst>
            </p:cNvPr>
            <p:cNvSpPr/>
            <p:nvPr/>
          </p:nvSpPr>
          <p:spPr>
            <a:xfrm>
              <a:off x="8428062" y="6527521"/>
              <a:ext cx="91738" cy="12580"/>
            </a:xfrm>
            <a:custGeom>
              <a:avLst/>
              <a:gdLst>
                <a:gd name="connsiteX0" fmla="*/ 72580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2" name="任意多边形: 形状 1901">
              <a:extLst>
                <a:ext uri="{FF2B5EF4-FFF2-40B4-BE49-F238E27FC236}">
                  <a16:creationId xmlns:a16="http://schemas.microsoft.com/office/drawing/2014/main" id="{813EDD27-24E5-44FE-A13F-8CE8F78DF186}"/>
                </a:ext>
              </a:extLst>
            </p:cNvPr>
            <p:cNvSpPr/>
            <p:nvPr/>
          </p:nvSpPr>
          <p:spPr>
            <a:xfrm>
              <a:off x="8316578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3" name="任意多边形: 形状 1902">
              <a:extLst>
                <a:ext uri="{FF2B5EF4-FFF2-40B4-BE49-F238E27FC236}">
                  <a16:creationId xmlns:a16="http://schemas.microsoft.com/office/drawing/2014/main" id="{B2FD25EA-1706-4171-A4DD-C4D902A7FB29}"/>
                </a:ext>
              </a:extLst>
            </p:cNvPr>
            <p:cNvSpPr/>
            <p:nvPr/>
          </p:nvSpPr>
          <p:spPr>
            <a:xfrm>
              <a:off x="8205215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4" name="任意多边形: 形状 1903">
              <a:extLst>
                <a:ext uri="{FF2B5EF4-FFF2-40B4-BE49-F238E27FC236}">
                  <a16:creationId xmlns:a16="http://schemas.microsoft.com/office/drawing/2014/main" id="{BF23B4FA-0781-4AB2-9868-31E0159AFBA2}"/>
                </a:ext>
              </a:extLst>
            </p:cNvPr>
            <p:cNvSpPr/>
            <p:nvPr/>
          </p:nvSpPr>
          <p:spPr>
            <a:xfrm>
              <a:off x="8093733" y="6527521"/>
              <a:ext cx="91738" cy="12580"/>
            </a:xfrm>
            <a:custGeom>
              <a:avLst/>
              <a:gdLst>
                <a:gd name="connsiteX0" fmla="*/ 72581 w 72580"/>
                <a:gd name="connsiteY0" fmla="*/ 0 h 9525"/>
                <a:gd name="connsiteX1" fmla="*/ 0 w 7258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580" h="9525">
                  <a:moveTo>
                    <a:pt x="72581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5" name="任意多边形: 形状 1904">
              <a:extLst>
                <a:ext uri="{FF2B5EF4-FFF2-40B4-BE49-F238E27FC236}">
                  <a16:creationId xmlns:a16="http://schemas.microsoft.com/office/drawing/2014/main" id="{755371D2-55F0-4A9F-8239-7BD9207DC393}"/>
                </a:ext>
              </a:extLst>
            </p:cNvPr>
            <p:cNvSpPr/>
            <p:nvPr/>
          </p:nvSpPr>
          <p:spPr>
            <a:xfrm>
              <a:off x="7982249" y="6527521"/>
              <a:ext cx="91858" cy="12580"/>
            </a:xfrm>
            <a:custGeom>
              <a:avLst/>
              <a:gdLst>
                <a:gd name="connsiteX0" fmla="*/ 72676 w 72675"/>
                <a:gd name="connsiteY0" fmla="*/ 0 h 9525"/>
                <a:gd name="connsiteX1" fmla="*/ 0 w 726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5" h="9525">
                  <a:moveTo>
                    <a:pt x="72676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6" name="任意多边形: 形状 1905">
              <a:extLst>
                <a:ext uri="{FF2B5EF4-FFF2-40B4-BE49-F238E27FC236}">
                  <a16:creationId xmlns:a16="http://schemas.microsoft.com/office/drawing/2014/main" id="{C32941FA-06B0-4D5D-9201-24CFAA71B86A}"/>
                </a:ext>
              </a:extLst>
            </p:cNvPr>
            <p:cNvSpPr/>
            <p:nvPr/>
          </p:nvSpPr>
          <p:spPr>
            <a:xfrm>
              <a:off x="7876423" y="6527521"/>
              <a:ext cx="86201" cy="12580"/>
            </a:xfrm>
            <a:custGeom>
              <a:avLst/>
              <a:gdLst>
                <a:gd name="connsiteX0" fmla="*/ 68199 w 68199"/>
                <a:gd name="connsiteY0" fmla="*/ 0 h 9525"/>
                <a:gd name="connsiteX1" fmla="*/ 0 w 6819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9525">
                  <a:moveTo>
                    <a:pt x="68199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7" name="任意多边形: 形状 1906">
              <a:extLst>
                <a:ext uri="{FF2B5EF4-FFF2-40B4-BE49-F238E27FC236}">
                  <a16:creationId xmlns:a16="http://schemas.microsoft.com/office/drawing/2014/main" id="{28C879B6-304C-4E08-B903-564577C85E31}"/>
                </a:ext>
              </a:extLst>
            </p:cNvPr>
            <p:cNvSpPr/>
            <p:nvPr/>
          </p:nvSpPr>
          <p:spPr>
            <a:xfrm>
              <a:off x="8428062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6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6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8" name="任意多边形: 形状 1907">
              <a:extLst>
                <a:ext uri="{FF2B5EF4-FFF2-40B4-BE49-F238E27FC236}">
                  <a16:creationId xmlns:a16="http://schemas.microsoft.com/office/drawing/2014/main" id="{E2EBF460-FB30-4F11-BA8A-0F6CAB34DCD6}"/>
                </a:ext>
              </a:extLst>
            </p:cNvPr>
            <p:cNvSpPr/>
            <p:nvPr/>
          </p:nvSpPr>
          <p:spPr>
            <a:xfrm>
              <a:off x="8316338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9" name="任意多边形: 形状 1908">
              <a:extLst>
                <a:ext uri="{FF2B5EF4-FFF2-40B4-BE49-F238E27FC236}">
                  <a16:creationId xmlns:a16="http://schemas.microsoft.com/office/drawing/2014/main" id="{FD014C9D-7A4B-44AD-9912-7CFC61E92FF3}"/>
                </a:ext>
              </a:extLst>
            </p:cNvPr>
            <p:cNvSpPr/>
            <p:nvPr/>
          </p:nvSpPr>
          <p:spPr>
            <a:xfrm>
              <a:off x="8205215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0" name="任意多边形: 形状 1909">
              <a:extLst>
                <a:ext uri="{FF2B5EF4-FFF2-40B4-BE49-F238E27FC236}">
                  <a16:creationId xmlns:a16="http://schemas.microsoft.com/office/drawing/2014/main" id="{71D20B4A-4474-4A40-8A7A-36AB5BED8B38}"/>
                </a:ext>
              </a:extLst>
            </p:cNvPr>
            <p:cNvSpPr/>
            <p:nvPr/>
          </p:nvSpPr>
          <p:spPr>
            <a:xfrm>
              <a:off x="8093733" y="6078900"/>
              <a:ext cx="91738" cy="24421"/>
            </a:xfrm>
            <a:custGeom>
              <a:avLst/>
              <a:gdLst>
                <a:gd name="connsiteX0" fmla="*/ 72580 w 72580"/>
                <a:gd name="connsiteY0" fmla="*/ 18490 h 18490"/>
                <a:gd name="connsiteX1" fmla="*/ 9915 w 72580"/>
                <a:gd name="connsiteY1" fmla="*/ 8575 h 18490"/>
                <a:gd name="connsiteX2" fmla="*/ 0 w 72580"/>
                <a:gd name="connsiteY2" fmla="*/ 18490 h 1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580" h="18490">
                  <a:moveTo>
                    <a:pt x="72580" y="18490"/>
                  </a:moveTo>
                  <a:cubicBezTo>
                    <a:pt x="58017" y="-1552"/>
                    <a:pt x="29956" y="-5991"/>
                    <a:pt x="9915" y="8575"/>
                  </a:cubicBezTo>
                  <a:cubicBezTo>
                    <a:pt x="6115" y="11341"/>
                    <a:pt x="2762" y="14686"/>
                    <a:pt x="0" y="18490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1" name="任意多边形: 形状 1910">
              <a:extLst>
                <a:ext uri="{FF2B5EF4-FFF2-40B4-BE49-F238E27FC236}">
                  <a16:creationId xmlns:a16="http://schemas.microsoft.com/office/drawing/2014/main" id="{2D7A8B16-58FD-4043-807A-83857D748514}"/>
                </a:ext>
              </a:extLst>
            </p:cNvPr>
            <p:cNvSpPr/>
            <p:nvPr/>
          </p:nvSpPr>
          <p:spPr>
            <a:xfrm>
              <a:off x="7982249" y="6078901"/>
              <a:ext cx="91858" cy="24419"/>
            </a:xfrm>
            <a:custGeom>
              <a:avLst/>
              <a:gdLst>
                <a:gd name="connsiteX0" fmla="*/ 72676 w 72675"/>
                <a:gd name="connsiteY0" fmla="*/ 18489 h 18489"/>
                <a:gd name="connsiteX1" fmla="*/ 9868 w 72675"/>
                <a:gd name="connsiteY1" fmla="*/ 8623 h 18489"/>
                <a:gd name="connsiteX2" fmla="*/ 0 w 72675"/>
                <a:gd name="connsiteY2" fmla="*/ 18489 h 1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675" h="18489">
                  <a:moveTo>
                    <a:pt x="72676" y="18489"/>
                  </a:moveTo>
                  <a:cubicBezTo>
                    <a:pt x="58055" y="-1580"/>
                    <a:pt x="29937" y="-5997"/>
                    <a:pt x="9868" y="8623"/>
                  </a:cubicBezTo>
                  <a:cubicBezTo>
                    <a:pt x="6087" y="11379"/>
                    <a:pt x="2753" y="14708"/>
                    <a:pt x="0" y="1848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2" name="任意多边形: 形状 1911">
              <a:extLst>
                <a:ext uri="{FF2B5EF4-FFF2-40B4-BE49-F238E27FC236}">
                  <a16:creationId xmlns:a16="http://schemas.microsoft.com/office/drawing/2014/main" id="{26439A2A-086B-471F-A5FD-8E4F3AB31C74}"/>
                </a:ext>
              </a:extLst>
            </p:cNvPr>
            <p:cNvSpPr/>
            <p:nvPr/>
          </p:nvSpPr>
          <p:spPr>
            <a:xfrm>
              <a:off x="7876543" y="6078874"/>
              <a:ext cx="86201" cy="24444"/>
            </a:xfrm>
            <a:custGeom>
              <a:avLst/>
              <a:gdLst>
                <a:gd name="connsiteX0" fmla="*/ 68199 w 68199"/>
                <a:gd name="connsiteY0" fmla="*/ 18509 h 18508"/>
                <a:gd name="connsiteX1" fmla="*/ 11935 w 68199"/>
                <a:gd name="connsiteY1" fmla="*/ 6577 h 18508"/>
                <a:gd name="connsiteX2" fmla="*/ 0 w 68199"/>
                <a:gd name="connsiteY2" fmla="*/ 18509 h 1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99" h="18508">
                  <a:moveTo>
                    <a:pt x="68199" y="18509"/>
                  </a:moveTo>
                  <a:cubicBezTo>
                    <a:pt x="55959" y="-324"/>
                    <a:pt x="30766" y="-5666"/>
                    <a:pt x="11935" y="6577"/>
                  </a:cubicBezTo>
                  <a:cubicBezTo>
                    <a:pt x="7163" y="9676"/>
                    <a:pt x="3096" y="13741"/>
                    <a:pt x="0" y="18509"/>
                  </a:cubicBezTo>
                </a:path>
              </a:pathLst>
            </a:custGeom>
            <a:noFill/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3" name="任意多边形: 形状 1912">
              <a:extLst>
                <a:ext uri="{FF2B5EF4-FFF2-40B4-BE49-F238E27FC236}">
                  <a16:creationId xmlns:a16="http://schemas.microsoft.com/office/drawing/2014/main" id="{25C066E7-6109-444D-AC47-4822E960EFBD}"/>
                </a:ext>
              </a:extLst>
            </p:cNvPr>
            <p:cNvSpPr/>
            <p:nvPr/>
          </p:nvSpPr>
          <p:spPr>
            <a:xfrm>
              <a:off x="8637304" y="5962548"/>
              <a:ext cx="12039" cy="826261"/>
            </a:xfrm>
            <a:custGeom>
              <a:avLst/>
              <a:gdLst>
                <a:gd name="connsiteX0" fmla="*/ 0 w 9525"/>
                <a:gd name="connsiteY0" fmla="*/ 0 h 625602"/>
                <a:gd name="connsiteX1" fmla="*/ 0 w 9525"/>
                <a:gd name="connsiteY1" fmla="*/ 625602 h 62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602">
                  <a:moveTo>
                    <a:pt x="0" y="0"/>
                  </a:moveTo>
                  <a:lnTo>
                    <a:pt x="0" y="625602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4" name="任意多边形: 形状 1913">
              <a:extLst>
                <a:ext uri="{FF2B5EF4-FFF2-40B4-BE49-F238E27FC236}">
                  <a16:creationId xmlns:a16="http://schemas.microsoft.com/office/drawing/2014/main" id="{E984F316-DC72-40E4-8E5D-CC580FA2BEFE}"/>
                </a:ext>
              </a:extLst>
            </p:cNvPr>
            <p:cNvSpPr/>
            <p:nvPr/>
          </p:nvSpPr>
          <p:spPr>
            <a:xfrm>
              <a:off x="3195205" y="6845421"/>
              <a:ext cx="5801591" cy="12580"/>
            </a:xfrm>
            <a:custGeom>
              <a:avLst/>
              <a:gdLst>
                <a:gd name="connsiteX0" fmla="*/ 0 w 4590002"/>
                <a:gd name="connsiteY0" fmla="*/ 0 h 9525"/>
                <a:gd name="connsiteX1" fmla="*/ 4590003 w 45900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90002" h="9525">
                  <a:moveTo>
                    <a:pt x="0" y="0"/>
                  </a:moveTo>
                  <a:lnTo>
                    <a:pt x="4590003" y="0"/>
                  </a:lnTo>
                </a:path>
              </a:pathLst>
            </a:custGeom>
            <a:ln w="54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15" name="组合 1914">
            <a:extLst>
              <a:ext uri="{FF2B5EF4-FFF2-40B4-BE49-F238E27FC236}">
                <a16:creationId xmlns:a16="http://schemas.microsoft.com/office/drawing/2014/main" id="{30DE8C64-6284-49D7-9C7D-52E81F4C5779}"/>
              </a:ext>
            </a:extLst>
          </p:cNvPr>
          <p:cNvGrpSpPr/>
          <p:nvPr/>
        </p:nvGrpSpPr>
        <p:grpSpPr>
          <a:xfrm>
            <a:off x="5148627" y="5808850"/>
            <a:ext cx="1876437" cy="996007"/>
            <a:chOff x="4999887" y="5734072"/>
            <a:chExt cx="2189095" cy="1112008"/>
          </a:xfrm>
        </p:grpSpPr>
        <p:sp>
          <p:nvSpPr>
            <p:cNvPr id="1916" name="任意多边形: 形状 1915">
              <a:extLst>
                <a:ext uri="{FF2B5EF4-FFF2-40B4-BE49-F238E27FC236}">
                  <a16:creationId xmlns:a16="http://schemas.microsoft.com/office/drawing/2014/main" id="{D65FDEF7-45D9-40DA-ABD5-1891FF922885}"/>
                </a:ext>
              </a:extLst>
            </p:cNvPr>
            <p:cNvSpPr/>
            <p:nvPr/>
          </p:nvSpPr>
          <p:spPr>
            <a:xfrm>
              <a:off x="5178309" y="6534505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7" name="任意多边形: 形状 1916">
              <a:extLst>
                <a:ext uri="{FF2B5EF4-FFF2-40B4-BE49-F238E27FC236}">
                  <a16:creationId xmlns:a16="http://schemas.microsoft.com/office/drawing/2014/main" id="{E832ED96-E21A-4F32-A99A-647A2D0A8182}"/>
                </a:ext>
              </a:extLst>
            </p:cNvPr>
            <p:cNvSpPr/>
            <p:nvPr/>
          </p:nvSpPr>
          <p:spPr>
            <a:xfrm>
              <a:off x="5178309" y="6639487"/>
              <a:ext cx="181912" cy="12039"/>
            </a:xfrm>
            <a:custGeom>
              <a:avLst/>
              <a:gdLst>
                <a:gd name="connsiteX0" fmla="*/ 143923 w 143922"/>
                <a:gd name="connsiteY0" fmla="*/ 0 h 9525"/>
                <a:gd name="connsiteX1" fmla="*/ 0 w 14392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3922" h="9525">
                  <a:moveTo>
                    <a:pt x="143923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8" name="任意多边形: 形状 1917">
              <a:extLst>
                <a:ext uri="{FF2B5EF4-FFF2-40B4-BE49-F238E27FC236}">
                  <a16:creationId xmlns:a16="http://schemas.microsoft.com/office/drawing/2014/main" id="{36C82D48-FAC7-4CE4-8EE0-55A1558931DC}"/>
                </a:ext>
              </a:extLst>
            </p:cNvPr>
            <p:cNvSpPr/>
            <p:nvPr/>
          </p:nvSpPr>
          <p:spPr>
            <a:xfrm>
              <a:off x="5406452" y="6534505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9" name="任意多边形: 形状 1918">
              <a:extLst>
                <a:ext uri="{FF2B5EF4-FFF2-40B4-BE49-F238E27FC236}">
                  <a16:creationId xmlns:a16="http://schemas.microsoft.com/office/drawing/2014/main" id="{74319C16-688A-49D6-82BA-3B89E477DDFC}"/>
                </a:ext>
              </a:extLst>
            </p:cNvPr>
            <p:cNvSpPr/>
            <p:nvPr/>
          </p:nvSpPr>
          <p:spPr>
            <a:xfrm>
              <a:off x="5406452" y="6639487"/>
              <a:ext cx="157473" cy="12039"/>
            </a:xfrm>
            <a:custGeom>
              <a:avLst/>
              <a:gdLst>
                <a:gd name="connsiteX0" fmla="*/ 124587 w 124587"/>
                <a:gd name="connsiteY0" fmla="*/ 0 h 9525"/>
                <a:gd name="connsiteX1" fmla="*/ 0 w 124587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587" h="9525">
                  <a:moveTo>
                    <a:pt x="124587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0" name="任意多边形: 形状 1919">
              <a:extLst>
                <a:ext uri="{FF2B5EF4-FFF2-40B4-BE49-F238E27FC236}">
                  <a16:creationId xmlns:a16="http://schemas.microsoft.com/office/drawing/2014/main" id="{3074A823-42E0-4D4F-AC14-3553603E889B}"/>
                </a:ext>
              </a:extLst>
            </p:cNvPr>
            <p:cNvSpPr/>
            <p:nvPr/>
          </p:nvSpPr>
          <p:spPr>
            <a:xfrm>
              <a:off x="5610156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1" name="任意多边形: 形状 1920">
              <a:extLst>
                <a:ext uri="{FF2B5EF4-FFF2-40B4-BE49-F238E27FC236}">
                  <a16:creationId xmlns:a16="http://schemas.microsoft.com/office/drawing/2014/main" id="{E271876E-6164-4769-B409-DACE30891207}"/>
                </a:ext>
              </a:extLst>
            </p:cNvPr>
            <p:cNvSpPr/>
            <p:nvPr/>
          </p:nvSpPr>
          <p:spPr>
            <a:xfrm>
              <a:off x="5610156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2" name="任意多边形: 形状 1921">
              <a:extLst>
                <a:ext uri="{FF2B5EF4-FFF2-40B4-BE49-F238E27FC236}">
                  <a16:creationId xmlns:a16="http://schemas.microsoft.com/office/drawing/2014/main" id="{B8AFD035-8199-4819-BE20-0C928DCA0D6B}"/>
                </a:ext>
              </a:extLst>
            </p:cNvPr>
            <p:cNvSpPr/>
            <p:nvPr/>
          </p:nvSpPr>
          <p:spPr>
            <a:xfrm>
              <a:off x="581374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3" name="任意多边形: 形状 1922">
              <a:extLst>
                <a:ext uri="{FF2B5EF4-FFF2-40B4-BE49-F238E27FC236}">
                  <a16:creationId xmlns:a16="http://schemas.microsoft.com/office/drawing/2014/main" id="{FB5C04AF-1892-449C-9C0E-1F969DDA9CAE}"/>
                </a:ext>
              </a:extLst>
            </p:cNvPr>
            <p:cNvSpPr/>
            <p:nvPr/>
          </p:nvSpPr>
          <p:spPr>
            <a:xfrm>
              <a:off x="581374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4" name="任意多边形: 形状 1923">
              <a:extLst>
                <a:ext uri="{FF2B5EF4-FFF2-40B4-BE49-F238E27FC236}">
                  <a16:creationId xmlns:a16="http://schemas.microsoft.com/office/drawing/2014/main" id="{33EA4148-E398-4EB3-895A-D97F9EA84FCC}"/>
                </a:ext>
              </a:extLst>
            </p:cNvPr>
            <p:cNvSpPr/>
            <p:nvPr/>
          </p:nvSpPr>
          <p:spPr>
            <a:xfrm>
              <a:off x="601732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5" name="任意多边形: 形状 1924">
              <a:extLst>
                <a:ext uri="{FF2B5EF4-FFF2-40B4-BE49-F238E27FC236}">
                  <a16:creationId xmlns:a16="http://schemas.microsoft.com/office/drawing/2014/main" id="{078DD749-C419-43B8-BA20-40D10F88BCB6}"/>
                </a:ext>
              </a:extLst>
            </p:cNvPr>
            <p:cNvSpPr/>
            <p:nvPr/>
          </p:nvSpPr>
          <p:spPr>
            <a:xfrm>
              <a:off x="601732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6" name="任意多边形: 形状 1925">
              <a:extLst>
                <a:ext uri="{FF2B5EF4-FFF2-40B4-BE49-F238E27FC236}">
                  <a16:creationId xmlns:a16="http://schemas.microsoft.com/office/drawing/2014/main" id="{396DE378-2ECF-4666-8FD3-7429CD5F155D}"/>
                </a:ext>
              </a:extLst>
            </p:cNvPr>
            <p:cNvSpPr/>
            <p:nvPr/>
          </p:nvSpPr>
          <p:spPr>
            <a:xfrm>
              <a:off x="6220908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7" name="任意多边形: 形状 1926">
              <a:extLst>
                <a:ext uri="{FF2B5EF4-FFF2-40B4-BE49-F238E27FC236}">
                  <a16:creationId xmlns:a16="http://schemas.microsoft.com/office/drawing/2014/main" id="{3D40B755-6FF3-4D22-A304-A40206AD61B7}"/>
                </a:ext>
              </a:extLst>
            </p:cNvPr>
            <p:cNvSpPr/>
            <p:nvPr/>
          </p:nvSpPr>
          <p:spPr>
            <a:xfrm>
              <a:off x="6220908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8" name="任意多边形: 形状 1927">
              <a:extLst>
                <a:ext uri="{FF2B5EF4-FFF2-40B4-BE49-F238E27FC236}">
                  <a16:creationId xmlns:a16="http://schemas.microsoft.com/office/drawing/2014/main" id="{3F757300-412C-4A89-9620-D016DDF7275C}"/>
                </a:ext>
              </a:extLst>
            </p:cNvPr>
            <p:cNvSpPr/>
            <p:nvPr/>
          </p:nvSpPr>
          <p:spPr>
            <a:xfrm>
              <a:off x="6424490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9" name="任意多边形: 形状 1928">
              <a:extLst>
                <a:ext uri="{FF2B5EF4-FFF2-40B4-BE49-F238E27FC236}">
                  <a16:creationId xmlns:a16="http://schemas.microsoft.com/office/drawing/2014/main" id="{C57E9961-A47F-47AA-8121-D62008FC4DF8}"/>
                </a:ext>
              </a:extLst>
            </p:cNvPr>
            <p:cNvSpPr/>
            <p:nvPr/>
          </p:nvSpPr>
          <p:spPr>
            <a:xfrm>
              <a:off x="6424490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0" name="任意多边形: 形状 1929">
              <a:extLst>
                <a:ext uri="{FF2B5EF4-FFF2-40B4-BE49-F238E27FC236}">
                  <a16:creationId xmlns:a16="http://schemas.microsoft.com/office/drawing/2014/main" id="{26C6EA1C-87CD-47E6-9501-994714CC9878}"/>
                </a:ext>
              </a:extLst>
            </p:cNvPr>
            <p:cNvSpPr/>
            <p:nvPr/>
          </p:nvSpPr>
          <p:spPr>
            <a:xfrm>
              <a:off x="6628194" y="6534505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1" name="任意多边形: 形状 1930">
              <a:extLst>
                <a:ext uri="{FF2B5EF4-FFF2-40B4-BE49-F238E27FC236}">
                  <a16:creationId xmlns:a16="http://schemas.microsoft.com/office/drawing/2014/main" id="{24ABC0D3-4083-4E5E-8E0E-4EEF61895DE1}"/>
                </a:ext>
              </a:extLst>
            </p:cNvPr>
            <p:cNvSpPr/>
            <p:nvPr/>
          </p:nvSpPr>
          <p:spPr>
            <a:xfrm>
              <a:off x="6628194" y="6639487"/>
              <a:ext cx="157352" cy="12039"/>
            </a:xfrm>
            <a:custGeom>
              <a:avLst/>
              <a:gdLst>
                <a:gd name="connsiteX0" fmla="*/ 124492 w 124491"/>
                <a:gd name="connsiteY0" fmla="*/ 0 h 9525"/>
                <a:gd name="connsiteX1" fmla="*/ 0 w 12449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491" h="9525">
                  <a:moveTo>
                    <a:pt x="124492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2" name="任意多边形: 形状 1931">
              <a:extLst>
                <a:ext uri="{FF2B5EF4-FFF2-40B4-BE49-F238E27FC236}">
                  <a16:creationId xmlns:a16="http://schemas.microsoft.com/office/drawing/2014/main" id="{1AA3276F-DB44-4FDE-9600-BE44CF2021BB}"/>
                </a:ext>
              </a:extLst>
            </p:cNvPr>
            <p:cNvSpPr/>
            <p:nvPr/>
          </p:nvSpPr>
          <p:spPr>
            <a:xfrm>
              <a:off x="6831778" y="6534505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3" name="任意多边形: 形状 1932">
              <a:extLst>
                <a:ext uri="{FF2B5EF4-FFF2-40B4-BE49-F238E27FC236}">
                  <a16:creationId xmlns:a16="http://schemas.microsoft.com/office/drawing/2014/main" id="{582CAF1F-3F83-4CD2-A064-6824135359A0}"/>
                </a:ext>
              </a:extLst>
            </p:cNvPr>
            <p:cNvSpPr/>
            <p:nvPr/>
          </p:nvSpPr>
          <p:spPr>
            <a:xfrm>
              <a:off x="6831778" y="6639487"/>
              <a:ext cx="163974" cy="12039"/>
            </a:xfrm>
            <a:custGeom>
              <a:avLst/>
              <a:gdLst>
                <a:gd name="connsiteX0" fmla="*/ 129730 w 129730"/>
                <a:gd name="connsiteY0" fmla="*/ 0 h 9525"/>
                <a:gd name="connsiteX1" fmla="*/ 0 w 12973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730" h="9525">
                  <a:moveTo>
                    <a:pt x="129730" y="0"/>
                  </a:moveTo>
                  <a:lnTo>
                    <a:pt x="0" y="0"/>
                  </a:lnTo>
                </a:path>
              </a:pathLst>
            </a:custGeom>
            <a:ln w="5429" cap="flat">
              <a:solidFill>
                <a:srgbClr val="DAB866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4" name="任意多边形: 形状 1933">
              <a:extLst>
                <a:ext uri="{FF2B5EF4-FFF2-40B4-BE49-F238E27FC236}">
                  <a16:creationId xmlns:a16="http://schemas.microsoft.com/office/drawing/2014/main" id="{3C6B50F5-DE83-4D1E-8824-973CA1E76BD0}"/>
                </a:ext>
              </a:extLst>
            </p:cNvPr>
            <p:cNvSpPr/>
            <p:nvPr/>
          </p:nvSpPr>
          <p:spPr>
            <a:xfrm>
              <a:off x="5961076" y="5734072"/>
              <a:ext cx="284632" cy="951525"/>
            </a:xfrm>
            <a:custGeom>
              <a:avLst/>
              <a:gdLst>
                <a:gd name="connsiteX0" fmla="*/ 1924 w 225190"/>
                <a:gd name="connsiteY0" fmla="*/ 752812 h 752811"/>
                <a:gd name="connsiteX1" fmla="*/ 16307 w 225190"/>
                <a:gd name="connsiteY1" fmla="*/ 506591 h 752811"/>
                <a:gd name="connsiteX2" fmla="*/ 28022 w 225190"/>
                <a:gd name="connsiteY2" fmla="*/ 506591 h 752811"/>
                <a:gd name="connsiteX3" fmla="*/ 28784 w 225190"/>
                <a:gd name="connsiteY3" fmla="*/ 492970 h 752811"/>
                <a:gd name="connsiteX4" fmla="*/ 58979 w 225190"/>
                <a:gd name="connsiteY4" fmla="*/ 492970 h 752811"/>
                <a:gd name="connsiteX5" fmla="*/ 61170 w 225190"/>
                <a:gd name="connsiteY5" fmla="*/ 381432 h 752811"/>
                <a:gd name="connsiteX6" fmla="*/ 61170 w 225190"/>
                <a:gd name="connsiteY6" fmla="*/ 340665 h 752811"/>
                <a:gd name="connsiteX7" fmla="*/ 57359 w 225190"/>
                <a:gd name="connsiteY7" fmla="*/ 322472 h 752811"/>
                <a:gd name="connsiteX8" fmla="*/ 46120 w 225190"/>
                <a:gd name="connsiteY8" fmla="*/ 297993 h 752811"/>
                <a:gd name="connsiteX9" fmla="*/ 47072 w 225190"/>
                <a:gd name="connsiteY9" fmla="*/ 237128 h 752811"/>
                <a:gd name="connsiteX10" fmla="*/ 51930 w 225190"/>
                <a:gd name="connsiteY10" fmla="*/ 191694 h 752811"/>
                <a:gd name="connsiteX11" fmla="*/ 40596 w 225190"/>
                <a:gd name="connsiteY11" fmla="*/ 176930 h 752811"/>
                <a:gd name="connsiteX12" fmla="*/ 305 w 225190"/>
                <a:gd name="connsiteY12" fmla="*/ 102826 h 752811"/>
                <a:gd name="connsiteX13" fmla="*/ 2305 w 225190"/>
                <a:gd name="connsiteY13" fmla="*/ 61773 h 752811"/>
                <a:gd name="connsiteX14" fmla="*/ 10401 w 225190"/>
                <a:gd name="connsiteY14" fmla="*/ 56058 h 752811"/>
                <a:gd name="connsiteX15" fmla="*/ 8972 w 225190"/>
                <a:gd name="connsiteY15" fmla="*/ 27483 h 752811"/>
                <a:gd name="connsiteX16" fmla="*/ 9544 w 225190"/>
                <a:gd name="connsiteY16" fmla="*/ 12815 h 752811"/>
                <a:gd name="connsiteX17" fmla="*/ 27165 w 225190"/>
                <a:gd name="connsiteY17" fmla="*/ 908 h 752811"/>
                <a:gd name="connsiteX18" fmla="*/ 35071 w 225190"/>
                <a:gd name="connsiteY18" fmla="*/ 13958 h 752811"/>
                <a:gd name="connsiteX19" fmla="*/ 39548 w 225190"/>
                <a:gd name="connsiteY19" fmla="*/ 27483 h 752811"/>
                <a:gd name="connsiteX20" fmla="*/ 45644 w 225190"/>
                <a:gd name="connsiteY20" fmla="*/ 23768 h 752811"/>
                <a:gd name="connsiteX21" fmla="*/ 50406 w 225190"/>
                <a:gd name="connsiteY21" fmla="*/ 23768 h 752811"/>
                <a:gd name="connsiteX22" fmla="*/ 46501 w 225190"/>
                <a:gd name="connsiteY22" fmla="*/ 47962 h 752811"/>
                <a:gd name="connsiteX23" fmla="*/ 39262 w 225190"/>
                <a:gd name="connsiteY23" fmla="*/ 86062 h 752811"/>
                <a:gd name="connsiteX24" fmla="*/ 42120 w 225190"/>
                <a:gd name="connsiteY24" fmla="*/ 111494 h 752811"/>
                <a:gd name="connsiteX25" fmla="*/ 63360 w 225190"/>
                <a:gd name="connsiteY25" fmla="*/ 134163 h 752811"/>
                <a:gd name="connsiteX26" fmla="*/ 74600 w 225190"/>
                <a:gd name="connsiteY26" fmla="*/ 138545 h 752811"/>
                <a:gd name="connsiteX27" fmla="*/ 85077 w 225190"/>
                <a:gd name="connsiteY27" fmla="*/ 141593 h 752811"/>
                <a:gd name="connsiteX28" fmla="*/ 90411 w 225190"/>
                <a:gd name="connsiteY28" fmla="*/ 141593 h 752811"/>
                <a:gd name="connsiteX29" fmla="*/ 94697 w 225190"/>
                <a:gd name="connsiteY29" fmla="*/ 134639 h 752811"/>
                <a:gd name="connsiteX30" fmla="*/ 88887 w 225190"/>
                <a:gd name="connsiteY30" fmla="*/ 123305 h 752811"/>
                <a:gd name="connsiteX31" fmla="*/ 88887 w 225190"/>
                <a:gd name="connsiteY31" fmla="*/ 106064 h 752811"/>
                <a:gd name="connsiteX32" fmla="*/ 86411 w 225190"/>
                <a:gd name="connsiteY32" fmla="*/ 93301 h 752811"/>
                <a:gd name="connsiteX33" fmla="*/ 96698 w 225190"/>
                <a:gd name="connsiteY33" fmla="*/ 82252 h 752811"/>
                <a:gd name="connsiteX34" fmla="*/ 112700 w 225190"/>
                <a:gd name="connsiteY34" fmla="*/ 82252 h 752811"/>
                <a:gd name="connsiteX35" fmla="*/ 128226 w 225190"/>
                <a:gd name="connsiteY35" fmla="*/ 83109 h 752811"/>
                <a:gd name="connsiteX36" fmla="*/ 134226 w 225190"/>
                <a:gd name="connsiteY36" fmla="*/ 90824 h 752811"/>
                <a:gd name="connsiteX37" fmla="*/ 134226 w 225190"/>
                <a:gd name="connsiteY37" fmla="*/ 104064 h 752811"/>
                <a:gd name="connsiteX38" fmla="*/ 130797 w 225190"/>
                <a:gd name="connsiteY38" fmla="*/ 123114 h 752811"/>
                <a:gd name="connsiteX39" fmla="*/ 127178 w 225190"/>
                <a:gd name="connsiteY39" fmla="*/ 131115 h 752811"/>
                <a:gd name="connsiteX40" fmla="*/ 132893 w 225190"/>
                <a:gd name="connsiteY40" fmla="*/ 147498 h 752811"/>
                <a:gd name="connsiteX41" fmla="*/ 162516 w 225190"/>
                <a:gd name="connsiteY41" fmla="*/ 152832 h 752811"/>
                <a:gd name="connsiteX42" fmla="*/ 176803 w 225190"/>
                <a:gd name="connsiteY42" fmla="*/ 166929 h 752811"/>
                <a:gd name="connsiteX43" fmla="*/ 178899 w 225190"/>
                <a:gd name="connsiteY43" fmla="*/ 201505 h 752811"/>
                <a:gd name="connsiteX44" fmla="*/ 183947 w 225190"/>
                <a:gd name="connsiteY44" fmla="*/ 258655 h 752811"/>
                <a:gd name="connsiteX45" fmla="*/ 184613 w 225190"/>
                <a:gd name="connsiteY45" fmla="*/ 321901 h 752811"/>
                <a:gd name="connsiteX46" fmla="*/ 165563 w 225190"/>
                <a:gd name="connsiteY46" fmla="*/ 329807 h 752811"/>
                <a:gd name="connsiteX47" fmla="*/ 161277 w 225190"/>
                <a:gd name="connsiteY47" fmla="*/ 350762 h 752811"/>
                <a:gd name="connsiteX48" fmla="*/ 161754 w 225190"/>
                <a:gd name="connsiteY48" fmla="*/ 423628 h 752811"/>
                <a:gd name="connsiteX49" fmla="*/ 159277 w 225190"/>
                <a:gd name="connsiteY49" fmla="*/ 458775 h 752811"/>
                <a:gd name="connsiteX50" fmla="*/ 160515 w 225190"/>
                <a:gd name="connsiteY50" fmla="*/ 489922 h 752811"/>
                <a:gd name="connsiteX51" fmla="*/ 157753 w 225190"/>
                <a:gd name="connsiteY51" fmla="*/ 492970 h 752811"/>
                <a:gd name="connsiteX52" fmla="*/ 198330 w 225190"/>
                <a:gd name="connsiteY52" fmla="*/ 492970 h 752811"/>
                <a:gd name="connsiteX53" fmla="*/ 199187 w 225190"/>
                <a:gd name="connsiteY53" fmla="*/ 506591 h 752811"/>
                <a:gd name="connsiteX54" fmla="*/ 210903 w 225190"/>
                <a:gd name="connsiteY54" fmla="*/ 506591 h 752811"/>
                <a:gd name="connsiteX55" fmla="*/ 225190 w 225190"/>
                <a:gd name="connsiteY55" fmla="*/ 752812 h 7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5190" h="752811">
                  <a:moveTo>
                    <a:pt x="1924" y="752812"/>
                  </a:moveTo>
                  <a:lnTo>
                    <a:pt x="16307" y="506591"/>
                  </a:lnTo>
                  <a:lnTo>
                    <a:pt x="28022" y="506591"/>
                  </a:lnTo>
                  <a:lnTo>
                    <a:pt x="28784" y="492970"/>
                  </a:lnTo>
                  <a:lnTo>
                    <a:pt x="58979" y="492970"/>
                  </a:lnTo>
                  <a:lnTo>
                    <a:pt x="61170" y="381432"/>
                  </a:lnTo>
                  <a:lnTo>
                    <a:pt x="61170" y="340665"/>
                  </a:lnTo>
                  <a:lnTo>
                    <a:pt x="57359" y="322472"/>
                  </a:lnTo>
                  <a:cubicBezTo>
                    <a:pt x="54312" y="307709"/>
                    <a:pt x="42024" y="320948"/>
                    <a:pt x="46120" y="297993"/>
                  </a:cubicBezTo>
                  <a:cubicBezTo>
                    <a:pt x="47577" y="277738"/>
                    <a:pt x="47892" y="257418"/>
                    <a:pt x="47072" y="237128"/>
                  </a:cubicBezTo>
                  <a:cubicBezTo>
                    <a:pt x="47072" y="222460"/>
                    <a:pt x="51930" y="205886"/>
                    <a:pt x="51930" y="191694"/>
                  </a:cubicBezTo>
                  <a:cubicBezTo>
                    <a:pt x="50025" y="184550"/>
                    <a:pt x="45167" y="182169"/>
                    <a:pt x="40596" y="176930"/>
                  </a:cubicBezTo>
                  <a:cubicBezTo>
                    <a:pt x="24975" y="157880"/>
                    <a:pt x="305" y="139592"/>
                    <a:pt x="305" y="102826"/>
                  </a:cubicBezTo>
                  <a:cubicBezTo>
                    <a:pt x="-457" y="89109"/>
                    <a:pt x="209" y="75351"/>
                    <a:pt x="2305" y="61773"/>
                  </a:cubicBezTo>
                  <a:cubicBezTo>
                    <a:pt x="2781" y="59868"/>
                    <a:pt x="9925" y="58058"/>
                    <a:pt x="10401" y="56058"/>
                  </a:cubicBezTo>
                  <a:cubicBezTo>
                    <a:pt x="10554" y="46512"/>
                    <a:pt x="10077" y="36966"/>
                    <a:pt x="8972" y="27483"/>
                  </a:cubicBezTo>
                  <a:cubicBezTo>
                    <a:pt x="8972" y="22244"/>
                    <a:pt x="6496" y="16720"/>
                    <a:pt x="9544" y="12815"/>
                  </a:cubicBezTo>
                  <a:cubicBezTo>
                    <a:pt x="14326" y="7432"/>
                    <a:pt x="20384" y="3337"/>
                    <a:pt x="27165" y="908"/>
                  </a:cubicBezTo>
                  <a:cubicBezTo>
                    <a:pt x="32880" y="-1378"/>
                    <a:pt x="35071" y="-139"/>
                    <a:pt x="35071" y="13958"/>
                  </a:cubicBezTo>
                  <a:cubicBezTo>
                    <a:pt x="35243" y="18800"/>
                    <a:pt x="36795" y="23493"/>
                    <a:pt x="39548" y="27483"/>
                  </a:cubicBezTo>
                  <a:cubicBezTo>
                    <a:pt x="41358" y="29007"/>
                    <a:pt x="43548" y="25388"/>
                    <a:pt x="45644" y="23768"/>
                  </a:cubicBezTo>
                  <a:cubicBezTo>
                    <a:pt x="47739" y="22149"/>
                    <a:pt x="49168" y="21959"/>
                    <a:pt x="50406" y="23768"/>
                  </a:cubicBezTo>
                  <a:cubicBezTo>
                    <a:pt x="54512" y="31824"/>
                    <a:pt x="52930" y="41607"/>
                    <a:pt x="46501" y="47962"/>
                  </a:cubicBezTo>
                  <a:cubicBezTo>
                    <a:pt x="39357" y="55010"/>
                    <a:pt x="38691" y="71393"/>
                    <a:pt x="39262" y="86062"/>
                  </a:cubicBezTo>
                  <a:cubicBezTo>
                    <a:pt x="38681" y="94642"/>
                    <a:pt x="39653" y="103255"/>
                    <a:pt x="42120" y="111494"/>
                  </a:cubicBezTo>
                  <a:cubicBezTo>
                    <a:pt x="45949" y="121546"/>
                    <a:pt x="53578" y="129689"/>
                    <a:pt x="63360" y="134163"/>
                  </a:cubicBezTo>
                  <a:cubicBezTo>
                    <a:pt x="67008" y="135869"/>
                    <a:pt x="70761" y="137333"/>
                    <a:pt x="74600" y="138545"/>
                  </a:cubicBezTo>
                  <a:cubicBezTo>
                    <a:pt x="77924" y="140070"/>
                    <a:pt x="81458" y="141098"/>
                    <a:pt x="85077" y="141593"/>
                  </a:cubicBezTo>
                  <a:cubicBezTo>
                    <a:pt x="86506" y="141593"/>
                    <a:pt x="88983" y="142831"/>
                    <a:pt x="90411" y="141593"/>
                  </a:cubicBezTo>
                  <a:cubicBezTo>
                    <a:pt x="92554" y="139798"/>
                    <a:pt x="94059" y="137359"/>
                    <a:pt x="94697" y="134639"/>
                  </a:cubicBezTo>
                  <a:cubicBezTo>
                    <a:pt x="95364" y="131020"/>
                    <a:pt x="90316" y="128829"/>
                    <a:pt x="88887" y="123305"/>
                  </a:cubicBezTo>
                  <a:cubicBezTo>
                    <a:pt x="88497" y="117565"/>
                    <a:pt x="88497" y="111804"/>
                    <a:pt x="88887" y="106064"/>
                  </a:cubicBezTo>
                  <a:cubicBezTo>
                    <a:pt x="88316" y="100921"/>
                    <a:pt x="85172" y="98063"/>
                    <a:pt x="86411" y="93301"/>
                  </a:cubicBezTo>
                  <a:cubicBezTo>
                    <a:pt x="87430" y="87949"/>
                    <a:pt x="91431" y="83655"/>
                    <a:pt x="96698" y="82252"/>
                  </a:cubicBezTo>
                  <a:cubicBezTo>
                    <a:pt x="102022" y="81876"/>
                    <a:pt x="107375" y="81876"/>
                    <a:pt x="112700" y="82252"/>
                  </a:cubicBezTo>
                  <a:cubicBezTo>
                    <a:pt x="117881" y="81536"/>
                    <a:pt x="123149" y="81828"/>
                    <a:pt x="128226" y="83109"/>
                  </a:cubicBezTo>
                  <a:cubicBezTo>
                    <a:pt x="131559" y="84252"/>
                    <a:pt x="132893" y="87776"/>
                    <a:pt x="134226" y="90824"/>
                  </a:cubicBezTo>
                  <a:cubicBezTo>
                    <a:pt x="136112" y="95036"/>
                    <a:pt x="136112" y="99852"/>
                    <a:pt x="134226" y="104064"/>
                  </a:cubicBezTo>
                  <a:cubicBezTo>
                    <a:pt x="130988" y="112446"/>
                    <a:pt x="133274" y="117971"/>
                    <a:pt x="130797" y="123114"/>
                  </a:cubicBezTo>
                  <a:cubicBezTo>
                    <a:pt x="129264" y="125622"/>
                    <a:pt x="128054" y="128309"/>
                    <a:pt x="127178" y="131115"/>
                  </a:cubicBezTo>
                  <a:cubicBezTo>
                    <a:pt x="125997" y="137206"/>
                    <a:pt x="128178" y="143463"/>
                    <a:pt x="132893" y="147498"/>
                  </a:cubicBezTo>
                  <a:cubicBezTo>
                    <a:pt x="139084" y="152165"/>
                    <a:pt x="154705" y="151689"/>
                    <a:pt x="162516" y="152832"/>
                  </a:cubicBezTo>
                  <a:cubicBezTo>
                    <a:pt x="170326" y="153975"/>
                    <a:pt x="176803" y="157023"/>
                    <a:pt x="176803" y="166929"/>
                  </a:cubicBezTo>
                  <a:cubicBezTo>
                    <a:pt x="176765" y="178487"/>
                    <a:pt x="177470" y="190036"/>
                    <a:pt x="178899" y="201505"/>
                  </a:cubicBezTo>
                  <a:cubicBezTo>
                    <a:pt x="181184" y="220079"/>
                    <a:pt x="182423" y="240557"/>
                    <a:pt x="183947" y="258655"/>
                  </a:cubicBezTo>
                  <a:cubicBezTo>
                    <a:pt x="186233" y="283515"/>
                    <a:pt x="190900" y="309518"/>
                    <a:pt x="184613" y="321901"/>
                  </a:cubicBezTo>
                  <a:cubicBezTo>
                    <a:pt x="178403" y="324854"/>
                    <a:pt x="172041" y="327492"/>
                    <a:pt x="165563" y="329807"/>
                  </a:cubicBezTo>
                  <a:cubicBezTo>
                    <a:pt x="158801" y="332283"/>
                    <a:pt x="161944" y="338189"/>
                    <a:pt x="161277" y="350762"/>
                  </a:cubicBezTo>
                  <a:cubicBezTo>
                    <a:pt x="160230" y="372479"/>
                    <a:pt x="161754" y="407912"/>
                    <a:pt x="161754" y="423628"/>
                  </a:cubicBezTo>
                  <a:cubicBezTo>
                    <a:pt x="161754" y="433820"/>
                    <a:pt x="156801" y="449060"/>
                    <a:pt x="159277" y="458775"/>
                  </a:cubicBezTo>
                  <a:cubicBezTo>
                    <a:pt x="161096" y="469054"/>
                    <a:pt x="161515" y="479531"/>
                    <a:pt x="160515" y="489922"/>
                  </a:cubicBezTo>
                  <a:cubicBezTo>
                    <a:pt x="160515" y="490493"/>
                    <a:pt x="159468" y="491636"/>
                    <a:pt x="157753" y="492970"/>
                  </a:cubicBezTo>
                  <a:lnTo>
                    <a:pt x="198330" y="492970"/>
                  </a:lnTo>
                  <a:lnTo>
                    <a:pt x="199187" y="506591"/>
                  </a:lnTo>
                  <a:lnTo>
                    <a:pt x="210903" y="506591"/>
                  </a:lnTo>
                  <a:lnTo>
                    <a:pt x="225190" y="752812"/>
                  </a:ln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5" name="任意多边形: 形状 1934">
              <a:extLst>
                <a:ext uri="{FF2B5EF4-FFF2-40B4-BE49-F238E27FC236}">
                  <a16:creationId xmlns:a16="http://schemas.microsoft.com/office/drawing/2014/main" id="{F8BBAB52-DC55-40B7-AC87-A238AD9E8007}"/>
                </a:ext>
              </a:extLst>
            </p:cNvPr>
            <p:cNvSpPr/>
            <p:nvPr/>
          </p:nvSpPr>
          <p:spPr>
            <a:xfrm>
              <a:off x="4999887" y="6512955"/>
              <a:ext cx="2189095" cy="333125"/>
            </a:xfrm>
            <a:custGeom>
              <a:avLst/>
              <a:gdLst>
                <a:gd name="connsiteX0" fmla="*/ 0 w 1731930"/>
                <a:gd name="connsiteY0" fmla="*/ 261556 h 263556"/>
                <a:gd name="connsiteX1" fmla="*/ 33814 w 1731930"/>
                <a:gd name="connsiteY1" fmla="*/ 0 h 263556"/>
                <a:gd name="connsiteX2" fmla="*/ 1698117 w 1731930"/>
                <a:gd name="connsiteY2" fmla="*/ 0 h 263556"/>
                <a:gd name="connsiteX3" fmla="*/ 1731931 w 1731930"/>
                <a:gd name="connsiteY3" fmla="*/ 261556 h 263556"/>
                <a:gd name="connsiteX4" fmla="*/ 0 w 1731930"/>
                <a:gd name="connsiteY4" fmla="*/ 261556 h 26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1930" h="263556">
                  <a:moveTo>
                    <a:pt x="0" y="261556"/>
                  </a:moveTo>
                  <a:lnTo>
                    <a:pt x="33814" y="0"/>
                  </a:lnTo>
                  <a:lnTo>
                    <a:pt x="1698117" y="0"/>
                  </a:lnTo>
                  <a:lnTo>
                    <a:pt x="1731931" y="261556"/>
                  </a:lnTo>
                  <a:cubicBezTo>
                    <a:pt x="1153478" y="264224"/>
                    <a:pt x="578358" y="264224"/>
                    <a:pt x="0" y="261556"/>
                  </a:cubicBezTo>
                  <a:close/>
                </a:path>
              </a:pathLst>
            </a:custGeom>
            <a:solidFill>
              <a:schemeClr val="accent1"/>
            </a:solidFill>
            <a:ln w="80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6" name="任意多边形: 形状 1935">
              <a:extLst>
                <a:ext uri="{FF2B5EF4-FFF2-40B4-BE49-F238E27FC236}">
                  <a16:creationId xmlns:a16="http://schemas.microsoft.com/office/drawing/2014/main" id="{F1720217-13AE-4B61-923C-B26D5F54BC51}"/>
                </a:ext>
              </a:extLst>
            </p:cNvPr>
            <p:cNvSpPr/>
            <p:nvPr/>
          </p:nvSpPr>
          <p:spPr>
            <a:xfrm>
              <a:off x="5393209" y="6574596"/>
              <a:ext cx="395319" cy="202542"/>
            </a:xfrm>
            <a:custGeom>
              <a:avLst/>
              <a:gdLst>
                <a:gd name="connsiteX0" fmla="*/ 233934 w 312762"/>
                <a:gd name="connsiteY0" fmla="*/ 81915 h 160244"/>
                <a:gd name="connsiteX1" fmla="*/ 232505 w 312762"/>
                <a:gd name="connsiteY1" fmla="*/ 88106 h 160244"/>
                <a:gd name="connsiteX2" fmla="*/ 213455 w 312762"/>
                <a:gd name="connsiteY2" fmla="*/ 155924 h 160244"/>
                <a:gd name="connsiteX3" fmla="*/ 212693 w 312762"/>
                <a:gd name="connsiteY3" fmla="*/ 159925 h 160244"/>
                <a:gd name="connsiteX4" fmla="*/ 239839 w 312762"/>
                <a:gd name="connsiteY4" fmla="*/ 159925 h 160244"/>
                <a:gd name="connsiteX5" fmla="*/ 241268 w 312762"/>
                <a:gd name="connsiteY5" fmla="*/ 156115 h 160244"/>
                <a:gd name="connsiteX6" fmla="*/ 247459 w 312762"/>
                <a:gd name="connsiteY6" fmla="*/ 134493 h 160244"/>
                <a:gd name="connsiteX7" fmla="*/ 261556 w 312762"/>
                <a:gd name="connsiteY7" fmla="*/ 86296 h 160244"/>
                <a:gd name="connsiteX8" fmla="*/ 266795 w 312762"/>
                <a:gd name="connsiteY8" fmla="*/ 82296 h 160244"/>
                <a:gd name="connsiteX9" fmla="*/ 276320 w 312762"/>
                <a:gd name="connsiteY9" fmla="*/ 82296 h 160244"/>
                <a:gd name="connsiteX10" fmla="*/ 282988 w 312762"/>
                <a:gd name="connsiteY10" fmla="*/ 79534 h 160244"/>
                <a:gd name="connsiteX11" fmla="*/ 304895 w 312762"/>
                <a:gd name="connsiteY11" fmla="*/ 55626 h 160244"/>
                <a:gd name="connsiteX12" fmla="*/ 312039 w 312762"/>
                <a:gd name="connsiteY12" fmla="*/ 40958 h 160244"/>
                <a:gd name="connsiteX13" fmla="*/ 304419 w 312762"/>
                <a:gd name="connsiteY13" fmla="*/ 20002 h 160244"/>
                <a:gd name="connsiteX14" fmla="*/ 287369 w 312762"/>
                <a:gd name="connsiteY14" fmla="*/ 11621 h 160244"/>
                <a:gd name="connsiteX15" fmla="*/ 250984 w 312762"/>
                <a:gd name="connsiteY15" fmla="*/ 3238 h 160244"/>
                <a:gd name="connsiteX16" fmla="*/ 226981 w 312762"/>
                <a:gd name="connsiteY16" fmla="*/ 0 h 160244"/>
                <a:gd name="connsiteX17" fmla="*/ 181070 w 312762"/>
                <a:gd name="connsiteY17" fmla="*/ 571 h 160244"/>
                <a:gd name="connsiteX18" fmla="*/ 146971 w 312762"/>
                <a:gd name="connsiteY18" fmla="*/ 4953 h 160244"/>
                <a:gd name="connsiteX19" fmla="*/ 117443 w 312762"/>
                <a:gd name="connsiteY19" fmla="*/ 18669 h 160244"/>
                <a:gd name="connsiteX20" fmla="*/ 112300 w 312762"/>
                <a:gd name="connsiteY20" fmla="*/ 20193 h 160244"/>
                <a:gd name="connsiteX21" fmla="*/ 96774 w 312762"/>
                <a:gd name="connsiteY21" fmla="*/ 22098 h 160244"/>
                <a:gd name="connsiteX22" fmla="*/ 88678 w 312762"/>
                <a:gd name="connsiteY22" fmla="*/ 26479 h 160244"/>
                <a:gd name="connsiteX23" fmla="*/ 86496 w 312762"/>
                <a:gd name="connsiteY23" fmla="*/ 39776 h 160244"/>
                <a:gd name="connsiteX24" fmla="*/ 87058 w 312762"/>
                <a:gd name="connsiteY24" fmla="*/ 40481 h 160244"/>
                <a:gd name="connsiteX25" fmla="*/ 93345 w 312762"/>
                <a:gd name="connsiteY25" fmla="*/ 46768 h 160244"/>
                <a:gd name="connsiteX26" fmla="*/ 106585 w 312762"/>
                <a:gd name="connsiteY26" fmla="*/ 54388 h 160244"/>
                <a:gd name="connsiteX27" fmla="*/ 161258 w 312762"/>
                <a:gd name="connsiteY27" fmla="*/ 76771 h 160244"/>
                <a:gd name="connsiteX28" fmla="*/ 179356 w 312762"/>
                <a:gd name="connsiteY28" fmla="*/ 91535 h 160244"/>
                <a:gd name="connsiteX29" fmla="*/ 182975 w 312762"/>
                <a:gd name="connsiteY29" fmla="*/ 106966 h 160244"/>
                <a:gd name="connsiteX30" fmla="*/ 177736 w 312762"/>
                <a:gd name="connsiteY30" fmla="*/ 121253 h 160244"/>
                <a:gd name="connsiteX31" fmla="*/ 146304 w 312762"/>
                <a:gd name="connsiteY31" fmla="*/ 144494 h 160244"/>
                <a:gd name="connsiteX32" fmla="*/ 102775 w 312762"/>
                <a:gd name="connsiteY32" fmla="*/ 151162 h 160244"/>
                <a:gd name="connsiteX33" fmla="*/ 44101 w 312762"/>
                <a:gd name="connsiteY33" fmla="*/ 150304 h 160244"/>
                <a:gd name="connsiteX34" fmla="*/ 29242 w 312762"/>
                <a:gd name="connsiteY34" fmla="*/ 148971 h 160244"/>
                <a:gd name="connsiteX35" fmla="*/ 21431 w 312762"/>
                <a:gd name="connsiteY35" fmla="*/ 149828 h 160244"/>
                <a:gd name="connsiteX36" fmla="*/ 3238 w 312762"/>
                <a:gd name="connsiteY36" fmla="*/ 158210 h 160244"/>
                <a:gd name="connsiteX37" fmla="*/ 0 w 312762"/>
                <a:gd name="connsiteY37" fmla="*/ 160211 h 160244"/>
                <a:gd name="connsiteX38" fmla="*/ 191643 w 312762"/>
                <a:gd name="connsiteY38" fmla="*/ 160211 h 160244"/>
                <a:gd name="connsiteX39" fmla="*/ 196120 w 312762"/>
                <a:gd name="connsiteY39" fmla="*/ 158401 h 160244"/>
                <a:gd name="connsiteX40" fmla="*/ 208121 w 312762"/>
                <a:gd name="connsiteY40" fmla="*/ 145161 h 160244"/>
                <a:gd name="connsiteX41" fmla="*/ 217646 w 312762"/>
                <a:gd name="connsiteY41" fmla="*/ 123539 h 160244"/>
                <a:gd name="connsiteX42" fmla="*/ 214884 w 312762"/>
                <a:gd name="connsiteY42" fmla="*/ 115633 h 160244"/>
                <a:gd name="connsiteX43" fmla="*/ 185261 w 312762"/>
                <a:gd name="connsiteY43" fmla="*/ 87058 h 160244"/>
                <a:gd name="connsiteX44" fmla="*/ 155829 w 312762"/>
                <a:gd name="connsiteY44" fmla="*/ 62103 h 160244"/>
                <a:gd name="connsiteX45" fmla="*/ 119348 w 312762"/>
                <a:gd name="connsiteY45" fmla="*/ 37052 h 160244"/>
                <a:gd name="connsiteX46" fmla="*/ 114871 w 312762"/>
                <a:gd name="connsiteY46" fmla="*/ 28480 h 160244"/>
                <a:gd name="connsiteX47" fmla="*/ 121825 w 312762"/>
                <a:gd name="connsiteY47" fmla="*/ 21908 h 160244"/>
                <a:gd name="connsiteX48" fmla="*/ 131921 w 312762"/>
                <a:gd name="connsiteY48" fmla="*/ 21050 h 160244"/>
                <a:gd name="connsiteX49" fmla="*/ 171640 w 312762"/>
                <a:gd name="connsiteY49" fmla="*/ 25622 h 160244"/>
                <a:gd name="connsiteX50" fmla="*/ 245078 w 312762"/>
                <a:gd name="connsiteY50" fmla="*/ 43148 h 160244"/>
                <a:gd name="connsiteX51" fmla="*/ 279368 w 312762"/>
                <a:gd name="connsiteY51" fmla="*/ 56769 h 160244"/>
                <a:gd name="connsiteX52" fmla="*/ 284131 w 312762"/>
                <a:gd name="connsiteY52" fmla="*/ 59627 h 160244"/>
                <a:gd name="connsiteX53" fmla="*/ 283083 w 312762"/>
                <a:gd name="connsiteY53" fmla="*/ 64294 h 160244"/>
                <a:gd name="connsiteX54" fmla="*/ 278892 w 312762"/>
                <a:gd name="connsiteY54" fmla="*/ 64294 h 160244"/>
                <a:gd name="connsiteX55" fmla="*/ 232696 w 312762"/>
                <a:gd name="connsiteY55" fmla="*/ 64960 h 160244"/>
                <a:gd name="connsiteX56" fmla="*/ 209836 w 312762"/>
                <a:gd name="connsiteY56" fmla="*/ 81629 h 160244"/>
                <a:gd name="connsiteX57" fmla="*/ 66389 w 312762"/>
                <a:gd name="connsiteY57" fmla="*/ 82867 h 160244"/>
                <a:gd name="connsiteX58" fmla="*/ 56197 w 312762"/>
                <a:gd name="connsiteY58" fmla="*/ 118777 h 160244"/>
                <a:gd name="connsiteX59" fmla="*/ 63436 w 312762"/>
                <a:gd name="connsiteY59" fmla="*/ 118777 h 160244"/>
                <a:gd name="connsiteX60" fmla="*/ 66199 w 312762"/>
                <a:gd name="connsiteY60" fmla="*/ 115538 h 160244"/>
                <a:gd name="connsiteX61" fmla="*/ 72009 w 312762"/>
                <a:gd name="connsiteY61" fmla="*/ 95631 h 160244"/>
                <a:gd name="connsiteX62" fmla="*/ 75247 w 312762"/>
                <a:gd name="connsiteY62" fmla="*/ 84582 h 160244"/>
                <a:gd name="connsiteX63" fmla="*/ 77819 w 312762"/>
                <a:gd name="connsiteY63" fmla="*/ 82296 h 160244"/>
                <a:gd name="connsiteX64" fmla="*/ 99346 w 312762"/>
                <a:gd name="connsiteY64" fmla="*/ 82296 h 160244"/>
                <a:gd name="connsiteX65" fmla="*/ 82296 w 312762"/>
                <a:gd name="connsiteY65" fmla="*/ 140875 h 160244"/>
                <a:gd name="connsiteX66" fmla="*/ 59531 w 312762"/>
                <a:gd name="connsiteY66" fmla="*/ 140875 h 160244"/>
                <a:gd name="connsiteX67" fmla="*/ 63532 w 312762"/>
                <a:gd name="connsiteY67" fmla="*/ 125730 h 160244"/>
                <a:gd name="connsiteX68" fmla="*/ 60674 w 312762"/>
                <a:gd name="connsiteY68" fmla="*/ 125158 h 160244"/>
                <a:gd name="connsiteX69" fmla="*/ 53149 w 312762"/>
                <a:gd name="connsiteY69" fmla="*/ 130683 h 160244"/>
                <a:gd name="connsiteX70" fmla="*/ 50673 w 312762"/>
                <a:gd name="connsiteY70" fmla="*/ 138875 h 160244"/>
                <a:gd name="connsiteX71" fmla="*/ 48196 w 312762"/>
                <a:gd name="connsiteY71" fmla="*/ 141161 h 160244"/>
                <a:gd name="connsiteX72" fmla="*/ 27527 w 312762"/>
                <a:gd name="connsiteY72" fmla="*/ 141161 h 160244"/>
                <a:gd name="connsiteX73" fmla="*/ 27527 w 312762"/>
                <a:gd name="connsiteY73" fmla="*/ 138017 h 160244"/>
                <a:gd name="connsiteX74" fmla="*/ 42672 w 312762"/>
                <a:gd name="connsiteY74" fmla="*/ 85820 h 160244"/>
                <a:gd name="connsiteX75" fmla="*/ 47339 w 312762"/>
                <a:gd name="connsiteY75" fmla="*/ 82201 h 160244"/>
                <a:gd name="connsiteX76" fmla="*/ 63436 w 312762"/>
                <a:gd name="connsiteY76" fmla="*/ 82201 h 160244"/>
                <a:gd name="connsiteX77" fmla="*/ 66675 w 312762"/>
                <a:gd name="connsiteY77" fmla="*/ 82201 h 160244"/>
                <a:gd name="connsiteX78" fmla="*/ 130397 w 312762"/>
                <a:gd name="connsiteY78" fmla="*/ 82867 h 160244"/>
                <a:gd name="connsiteX79" fmla="*/ 129064 w 312762"/>
                <a:gd name="connsiteY79" fmla="*/ 88487 h 160244"/>
                <a:gd name="connsiteX80" fmla="*/ 117253 w 312762"/>
                <a:gd name="connsiteY80" fmla="*/ 130207 h 160244"/>
                <a:gd name="connsiteX81" fmla="*/ 116300 w 312762"/>
                <a:gd name="connsiteY81" fmla="*/ 134779 h 160244"/>
                <a:gd name="connsiteX82" fmla="*/ 118777 w 312762"/>
                <a:gd name="connsiteY82" fmla="*/ 134779 h 160244"/>
                <a:gd name="connsiteX83" fmla="*/ 126206 w 312762"/>
                <a:gd name="connsiteY83" fmla="*/ 129635 h 160244"/>
                <a:gd name="connsiteX84" fmla="*/ 138779 w 312762"/>
                <a:gd name="connsiteY84" fmla="*/ 86773 h 160244"/>
                <a:gd name="connsiteX85" fmla="*/ 140303 w 312762"/>
                <a:gd name="connsiteY85" fmla="*/ 82391 h 160244"/>
                <a:gd name="connsiteX86" fmla="*/ 162782 w 312762"/>
                <a:gd name="connsiteY86" fmla="*/ 82391 h 160244"/>
                <a:gd name="connsiteX87" fmla="*/ 154400 w 312762"/>
                <a:gd name="connsiteY87" fmla="*/ 111919 h 160244"/>
                <a:gd name="connsiteX88" fmla="*/ 146018 w 312762"/>
                <a:gd name="connsiteY88" fmla="*/ 140494 h 160244"/>
                <a:gd name="connsiteX89" fmla="*/ 90868 w 312762"/>
                <a:gd name="connsiteY89" fmla="*/ 140494 h 160244"/>
                <a:gd name="connsiteX90" fmla="*/ 91630 w 312762"/>
                <a:gd name="connsiteY90" fmla="*/ 136684 h 160244"/>
                <a:gd name="connsiteX91" fmla="*/ 106489 w 312762"/>
                <a:gd name="connsiteY91" fmla="*/ 85725 h 160244"/>
                <a:gd name="connsiteX92" fmla="*/ 111633 w 312762"/>
                <a:gd name="connsiteY92" fmla="*/ 81725 h 160244"/>
                <a:gd name="connsiteX93" fmla="*/ 126111 w 312762"/>
                <a:gd name="connsiteY93" fmla="*/ 81725 h 160244"/>
                <a:gd name="connsiteX94" fmla="*/ 130397 w 312762"/>
                <a:gd name="connsiteY94" fmla="*/ 81725 h 160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2762" h="160244">
                  <a:moveTo>
                    <a:pt x="233934" y="81915"/>
                  </a:moveTo>
                  <a:cubicBezTo>
                    <a:pt x="233363" y="84392"/>
                    <a:pt x="233077" y="86201"/>
                    <a:pt x="232505" y="88106"/>
                  </a:cubicBezTo>
                  <a:cubicBezTo>
                    <a:pt x="226152" y="110652"/>
                    <a:pt x="219808" y="133255"/>
                    <a:pt x="213455" y="155924"/>
                  </a:cubicBezTo>
                  <a:cubicBezTo>
                    <a:pt x="213455" y="157163"/>
                    <a:pt x="212979" y="158496"/>
                    <a:pt x="212693" y="159925"/>
                  </a:cubicBezTo>
                  <a:lnTo>
                    <a:pt x="239839" y="159925"/>
                  </a:lnTo>
                  <a:cubicBezTo>
                    <a:pt x="240411" y="158496"/>
                    <a:pt x="240887" y="157353"/>
                    <a:pt x="241268" y="156115"/>
                  </a:cubicBezTo>
                  <a:lnTo>
                    <a:pt x="247459" y="134493"/>
                  </a:lnTo>
                  <a:cubicBezTo>
                    <a:pt x="252127" y="118396"/>
                    <a:pt x="256984" y="102394"/>
                    <a:pt x="261556" y="86296"/>
                  </a:cubicBezTo>
                  <a:cubicBezTo>
                    <a:pt x="262699" y="82391"/>
                    <a:pt x="262795" y="82391"/>
                    <a:pt x="266795" y="82296"/>
                  </a:cubicBezTo>
                  <a:cubicBezTo>
                    <a:pt x="270796" y="82201"/>
                    <a:pt x="273082" y="82296"/>
                    <a:pt x="276320" y="82296"/>
                  </a:cubicBezTo>
                  <a:cubicBezTo>
                    <a:pt x="278854" y="82467"/>
                    <a:pt x="281321" y="81448"/>
                    <a:pt x="282988" y="79534"/>
                  </a:cubicBezTo>
                  <a:cubicBezTo>
                    <a:pt x="290227" y="71533"/>
                    <a:pt x="297561" y="63627"/>
                    <a:pt x="304895" y="55626"/>
                  </a:cubicBezTo>
                  <a:cubicBezTo>
                    <a:pt x="308591" y="51492"/>
                    <a:pt x="311067" y="46415"/>
                    <a:pt x="312039" y="40958"/>
                  </a:cubicBezTo>
                  <a:cubicBezTo>
                    <a:pt x="314277" y="33060"/>
                    <a:pt x="311210" y="24616"/>
                    <a:pt x="304419" y="20002"/>
                  </a:cubicBezTo>
                  <a:cubicBezTo>
                    <a:pt x="299161" y="16419"/>
                    <a:pt x="293418" y="13597"/>
                    <a:pt x="287369" y="11621"/>
                  </a:cubicBezTo>
                  <a:cubicBezTo>
                    <a:pt x="275482" y="7885"/>
                    <a:pt x="263309" y="5082"/>
                    <a:pt x="250984" y="3238"/>
                  </a:cubicBezTo>
                  <a:cubicBezTo>
                    <a:pt x="243068" y="1599"/>
                    <a:pt x="235048" y="517"/>
                    <a:pt x="226981" y="0"/>
                  </a:cubicBezTo>
                  <a:cubicBezTo>
                    <a:pt x="211741" y="0"/>
                    <a:pt x="196405" y="0"/>
                    <a:pt x="181070" y="571"/>
                  </a:cubicBezTo>
                  <a:cubicBezTo>
                    <a:pt x="169602" y="1080"/>
                    <a:pt x="158191" y="2546"/>
                    <a:pt x="146971" y="4953"/>
                  </a:cubicBezTo>
                  <a:cubicBezTo>
                    <a:pt x="135950" y="6361"/>
                    <a:pt x="125635" y="11153"/>
                    <a:pt x="117443" y="18669"/>
                  </a:cubicBezTo>
                  <a:cubicBezTo>
                    <a:pt x="116033" y="19897"/>
                    <a:pt x="114157" y="20452"/>
                    <a:pt x="112300" y="20193"/>
                  </a:cubicBezTo>
                  <a:cubicBezTo>
                    <a:pt x="107051" y="19772"/>
                    <a:pt x="101765" y="20420"/>
                    <a:pt x="96774" y="22098"/>
                  </a:cubicBezTo>
                  <a:cubicBezTo>
                    <a:pt x="93850" y="23097"/>
                    <a:pt x="91116" y="24578"/>
                    <a:pt x="88678" y="26479"/>
                  </a:cubicBezTo>
                  <a:cubicBezTo>
                    <a:pt x="84401" y="29547"/>
                    <a:pt x="83429" y="35499"/>
                    <a:pt x="86496" y="39776"/>
                  </a:cubicBezTo>
                  <a:cubicBezTo>
                    <a:pt x="86668" y="40014"/>
                    <a:pt x="86858" y="40253"/>
                    <a:pt x="87058" y="40481"/>
                  </a:cubicBezTo>
                  <a:cubicBezTo>
                    <a:pt x="88859" y="42853"/>
                    <a:pt x="90973" y="44968"/>
                    <a:pt x="93345" y="46768"/>
                  </a:cubicBezTo>
                  <a:cubicBezTo>
                    <a:pt x="97479" y="49759"/>
                    <a:pt x="101917" y="52311"/>
                    <a:pt x="106585" y="54388"/>
                  </a:cubicBezTo>
                  <a:cubicBezTo>
                    <a:pt x="124682" y="62103"/>
                    <a:pt x="142970" y="69437"/>
                    <a:pt x="161258" y="76771"/>
                  </a:cubicBezTo>
                  <a:cubicBezTo>
                    <a:pt x="168745" y="79572"/>
                    <a:pt x="175107" y="84763"/>
                    <a:pt x="179356" y="91535"/>
                  </a:cubicBezTo>
                  <a:cubicBezTo>
                    <a:pt x="182470" y="96031"/>
                    <a:pt x="183766" y="101546"/>
                    <a:pt x="182975" y="106966"/>
                  </a:cubicBezTo>
                  <a:cubicBezTo>
                    <a:pt x="182137" y="112014"/>
                    <a:pt x="180356" y="116862"/>
                    <a:pt x="177736" y="121253"/>
                  </a:cubicBezTo>
                  <a:cubicBezTo>
                    <a:pt x="170574" y="132693"/>
                    <a:pt x="159344" y="140999"/>
                    <a:pt x="146304" y="144494"/>
                  </a:cubicBezTo>
                  <a:cubicBezTo>
                    <a:pt x="132131" y="148523"/>
                    <a:pt x="117510" y="150762"/>
                    <a:pt x="102775" y="151162"/>
                  </a:cubicBezTo>
                  <a:cubicBezTo>
                    <a:pt x="83220" y="151971"/>
                    <a:pt x="63627" y="151686"/>
                    <a:pt x="44101" y="150304"/>
                  </a:cubicBezTo>
                  <a:cubicBezTo>
                    <a:pt x="39148" y="150304"/>
                    <a:pt x="34576" y="149257"/>
                    <a:pt x="29242" y="148971"/>
                  </a:cubicBezTo>
                  <a:cubicBezTo>
                    <a:pt x="26603" y="148723"/>
                    <a:pt x="23946" y="149019"/>
                    <a:pt x="21431" y="149828"/>
                  </a:cubicBezTo>
                  <a:cubicBezTo>
                    <a:pt x="15240" y="152305"/>
                    <a:pt x="9239" y="155353"/>
                    <a:pt x="3238" y="158210"/>
                  </a:cubicBezTo>
                  <a:cubicBezTo>
                    <a:pt x="2115" y="158791"/>
                    <a:pt x="1029" y="159468"/>
                    <a:pt x="0" y="160211"/>
                  </a:cubicBezTo>
                  <a:lnTo>
                    <a:pt x="191643" y="160211"/>
                  </a:lnTo>
                  <a:cubicBezTo>
                    <a:pt x="193348" y="160411"/>
                    <a:pt x="195034" y="159725"/>
                    <a:pt x="196120" y="158401"/>
                  </a:cubicBezTo>
                  <a:cubicBezTo>
                    <a:pt x="200120" y="154019"/>
                    <a:pt x="204311" y="149733"/>
                    <a:pt x="208121" y="145161"/>
                  </a:cubicBezTo>
                  <a:cubicBezTo>
                    <a:pt x="213303" y="139017"/>
                    <a:pt x="216608" y="131512"/>
                    <a:pt x="217646" y="123539"/>
                  </a:cubicBezTo>
                  <a:cubicBezTo>
                    <a:pt x="218227" y="120596"/>
                    <a:pt x="217170" y="117577"/>
                    <a:pt x="214884" y="115633"/>
                  </a:cubicBezTo>
                  <a:cubicBezTo>
                    <a:pt x="204883" y="106108"/>
                    <a:pt x="194596" y="96583"/>
                    <a:pt x="185261" y="87058"/>
                  </a:cubicBezTo>
                  <a:cubicBezTo>
                    <a:pt x="176470" y="77610"/>
                    <a:pt x="166592" y="69228"/>
                    <a:pt x="155829" y="62103"/>
                  </a:cubicBezTo>
                  <a:cubicBezTo>
                    <a:pt x="143542" y="54007"/>
                    <a:pt x="131540" y="45339"/>
                    <a:pt x="119348" y="37052"/>
                  </a:cubicBezTo>
                  <a:cubicBezTo>
                    <a:pt x="116253" y="35370"/>
                    <a:pt x="114481" y="31981"/>
                    <a:pt x="114871" y="28480"/>
                  </a:cubicBezTo>
                  <a:cubicBezTo>
                    <a:pt x="115481" y="24992"/>
                    <a:pt x="118310" y="22318"/>
                    <a:pt x="121825" y="21908"/>
                  </a:cubicBezTo>
                  <a:cubicBezTo>
                    <a:pt x="125130" y="21149"/>
                    <a:pt x="128530" y="20861"/>
                    <a:pt x="131921" y="21050"/>
                  </a:cubicBezTo>
                  <a:cubicBezTo>
                    <a:pt x="145237" y="21810"/>
                    <a:pt x="158496" y="23337"/>
                    <a:pt x="171640" y="25622"/>
                  </a:cubicBezTo>
                  <a:cubicBezTo>
                    <a:pt x="196529" y="29613"/>
                    <a:pt x="221075" y="35471"/>
                    <a:pt x="245078" y="43148"/>
                  </a:cubicBezTo>
                  <a:cubicBezTo>
                    <a:pt x="256880" y="46682"/>
                    <a:pt x="268357" y="51244"/>
                    <a:pt x="279368" y="56769"/>
                  </a:cubicBezTo>
                  <a:cubicBezTo>
                    <a:pt x="281073" y="57512"/>
                    <a:pt x="282673" y="58474"/>
                    <a:pt x="284131" y="59627"/>
                  </a:cubicBezTo>
                  <a:cubicBezTo>
                    <a:pt x="286226" y="61341"/>
                    <a:pt x="285750" y="63532"/>
                    <a:pt x="283083" y="64294"/>
                  </a:cubicBezTo>
                  <a:cubicBezTo>
                    <a:pt x="281692" y="64484"/>
                    <a:pt x="280283" y="64484"/>
                    <a:pt x="278892" y="64294"/>
                  </a:cubicBezTo>
                  <a:lnTo>
                    <a:pt x="232696" y="64960"/>
                  </a:lnTo>
                  <a:cubicBezTo>
                    <a:pt x="222418" y="65427"/>
                    <a:pt x="213417" y="71990"/>
                    <a:pt x="209836" y="81629"/>
                  </a:cubicBezTo>
                  <a:close/>
                  <a:moveTo>
                    <a:pt x="66389" y="82867"/>
                  </a:moveTo>
                  <a:cubicBezTo>
                    <a:pt x="63055" y="94869"/>
                    <a:pt x="59722" y="106490"/>
                    <a:pt x="56197" y="118777"/>
                  </a:cubicBezTo>
                  <a:lnTo>
                    <a:pt x="63436" y="118777"/>
                  </a:lnTo>
                  <a:cubicBezTo>
                    <a:pt x="65532" y="118777"/>
                    <a:pt x="65722" y="117062"/>
                    <a:pt x="66199" y="115538"/>
                  </a:cubicBezTo>
                  <a:cubicBezTo>
                    <a:pt x="68104" y="108871"/>
                    <a:pt x="70104" y="102203"/>
                    <a:pt x="72009" y="95631"/>
                  </a:cubicBezTo>
                  <a:cubicBezTo>
                    <a:pt x="73152" y="91916"/>
                    <a:pt x="74200" y="88297"/>
                    <a:pt x="75247" y="84582"/>
                  </a:cubicBezTo>
                  <a:cubicBezTo>
                    <a:pt x="75247" y="83248"/>
                    <a:pt x="76295" y="82296"/>
                    <a:pt x="77819" y="82296"/>
                  </a:cubicBezTo>
                  <a:lnTo>
                    <a:pt x="99346" y="82296"/>
                  </a:lnTo>
                  <a:cubicBezTo>
                    <a:pt x="93726" y="102203"/>
                    <a:pt x="88011" y="121539"/>
                    <a:pt x="82296" y="140875"/>
                  </a:cubicBezTo>
                  <a:lnTo>
                    <a:pt x="59531" y="140875"/>
                  </a:lnTo>
                  <a:cubicBezTo>
                    <a:pt x="60960" y="135636"/>
                    <a:pt x="62198" y="130778"/>
                    <a:pt x="63532" y="125730"/>
                  </a:cubicBezTo>
                  <a:cubicBezTo>
                    <a:pt x="62598" y="125444"/>
                    <a:pt x="61646" y="125254"/>
                    <a:pt x="60674" y="125158"/>
                  </a:cubicBezTo>
                  <a:cubicBezTo>
                    <a:pt x="54864" y="125158"/>
                    <a:pt x="54864" y="125158"/>
                    <a:pt x="53149" y="130683"/>
                  </a:cubicBezTo>
                  <a:cubicBezTo>
                    <a:pt x="52388" y="133445"/>
                    <a:pt x="51530" y="136112"/>
                    <a:pt x="50673" y="138875"/>
                  </a:cubicBezTo>
                  <a:cubicBezTo>
                    <a:pt x="50673" y="140208"/>
                    <a:pt x="49816" y="141161"/>
                    <a:pt x="48196" y="141161"/>
                  </a:cubicBezTo>
                  <a:lnTo>
                    <a:pt x="27527" y="141161"/>
                  </a:lnTo>
                  <a:cubicBezTo>
                    <a:pt x="27422" y="140113"/>
                    <a:pt x="27422" y="139065"/>
                    <a:pt x="27527" y="138017"/>
                  </a:cubicBezTo>
                  <a:lnTo>
                    <a:pt x="42672" y="85820"/>
                  </a:lnTo>
                  <a:cubicBezTo>
                    <a:pt x="43720" y="82296"/>
                    <a:pt x="43815" y="82296"/>
                    <a:pt x="47339" y="82201"/>
                  </a:cubicBezTo>
                  <a:lnTo>
                    <a:pt x="63436" y="82201"/>
                  </a:lnTo>
                  <a:cubicBezTo>
                    <a:pt x="64513" y="82134"/>
                    <a:pt x="65599" y="82134"/>
                    <a:pt x="66675" y="82201"/>
                  </a:cubicBezTo>
                  <a:close/>
                  <a:moveTo>
                    <a:pt x="130397" y="82867"/>
                  </a:moveTo>
                  <a:cubicBezTo>
                    <a:pt x="130397" y="84963"/>
                    <a:pt x="129540" y="86773"/>
                    <a:pt x="129064" y="88487"/>
                  </a:cubicBezTo>
                  <a:cubicBezTo>
                    <a:pt x="125158" y="102394"/>
                    <a:pt x="121158" y="116300"/>
                    <a:pt x="117253" y="130207"/>
                  </a:cubicBezTo>
                  <a:cubicBezTo>
                    <a:pt x="117253" y="131636"/>
                    <a:pt x="116681" y="133064"/>
                    <a:pt x="116300" y="134779"/>
                  </a:cubicBezTo>
                  <a:lnTo>
                    <a:pt x="118777" y="134779"/>
                  </a:lnTo>
                  <a:cubicBezTo>
                    <a:pt x="124492" y="134779"/>
                    <a:pt x="124682" y="134779"/>
                    <a:pt x="126206" y="129635"/>
                  </a:cubicBezTo>
                  <a:lnTo>
                    <a:pt x="138779" y="86773"/>
                  </a:lnTo>
                  <a:cubicBezTo>
                    <a:pt x="139255" y="85344"/>
                    <a:pt x="139827" y="83915"/>
                    <a:pt x="140303" y="82391"/>
                  </a:cubicBezTo>
                  <a:lnTo>
                    <a:pt x="162782" y="82391"/>
                  </a:lnTo>
                  <a:cubicBezTo>
                    <a:pt x="160496" y="92583"/>
                    <a:pt x="157163" y="102203"/>
                    <a:pt x="154400" y="111919"/>
                  </a:cubicBezTo>
                  <a:cubicBezTo>
                    <a:pt x="151638" y="121634"/>
                    <a:pt x="148876" y="130969"/>
                    <a:pt x="146018" y="140494"/>
                  </a:cubicBezTo>
                  <a:lnTo>
                    <a:pt x="90868" y="140494"/>
                  </a:lnTo>
                  <a:cubicBezTo>
                    <a:pt x="91049" y="139208"/>
                    <a:pt x="91307" y="137941"/>
                    <a:pt x="91630" y="136684"/>
                  </a:cubicBezTo>
                  <a:lnTo>
                    <a:pt x="106489" y="85725"/>
                  </a:lnTo>
                  <a:cubicBezTo>
                    <a:pt x="107632" y="81820"/>
                    <a:pt x="107728" y="81725"/>
                    <a:pt x="111633" y="81725"/>
                  </a:cubicBezTo>
                  <a:lnTo>
                    <a:pt x="126111" y="81725"/>
                  </a:lnTo>
                  <a:lnTo>
                    <a:pt x="130397" y="8172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7" name="任意多边形: 形状 1936">
              <a:extLst>
                <a:ext uri="{FF2B5EF4-FFF2-40B4-BE49-F238E27FC236}">
                  <a16:creationId xmlns:a16="http://schemas.microsoft.com/office/drawing/2014/main" id="{C4BB768C-1669-43D4-AB5A-9145CB39D9E8}"/>
                </a:ext>
              </a:extLst>
            </p:cNvPr>
            <p:cNvSpPr/>
            <p:nvPr/>
          </p:nvSpPr>
          <p:spPr>
            <a:xfrm>
              <a:off x="6668766" y="6559158"/>
              <a:ext cx="133385" cy="179438"/>
            </a:xfrm>
            <a:custGeom>
              <a:avLst/>
              <a:gdLst>
                <a:gd name="connsiteX0" fmla="*/ 64865 w 105529"/>
                <a:gd name="connsiteY0" fmla="*/ 25168 h 141965"/>
                <a:gd name="connsiteX1" fmla="*/ 68390 w 105529"/>
                <a:gd name="connsiteY1" fmla="*/ 33835 h 141965"/>
                <a:gd name="connsiteX2" fmla="*/ 66294 w 105529"/>
                <a:gd name="connsiteY2" fmla="*/ 44218 h 141965"/>
                <a:gd name="connsiteX3" fmla="*/ 61627 w 105529"/>
                <a:gd name="connsiteY3" fmla="*/ 48694 h 141965"/>
                <a:gd name="connsiteX4" fmla="*/ 56007 w 105529"/>
                <a:gd name="connsiteY4" fmla="*/ 50123 h 141965"/>
                <a:gd name="connsiteX5" fmla="*/ 54578 w 105529"/>
                <a:gd name="connsiteY5" fmla="*/ 50123 h 141965"/>
                <a:gd name="connsiteX6" fmla="*/ 46387 w 105529"/>
                <a:gd name="connsiteY6" fmla="*/ 35455 h 141965"/>
                <a:gd name="connsiteX7" fmla="*/ 49149 w 105529"/>
                <a:gd name="connsiteY7" fmla="*/ 30406 h 141965"/>
                <a:gd name="connsiteX8" fmla="*/ 49149 w 105529"/>
                <a:gd name="connsiteY8" fmla="*/ 28025 h 141965"/>
                <a:gd name="connsiteX9" fmla="*/ 46958 w 105529"/>
                <a:gd name="connsiteY9" fmla="*/ 28025 h 141965"/>
                <a:gd name="connsiteX10" fmla="*/ 36767 w 105529"/>
                <a:gd name="connsiteY10" fmla="*/ 35264 h 141965"/>
                <a:gd name="connsiteX11" fmla="*/ 41529 w 105529"/>
                <a:gd name="connsiteY11" fmla="*/ 45551 h 141965"/>
                <a:gd name="connsiteX12" fmla="*/ 42291 w 105529"/>
                <a:gd name="connsiteY12" fmla="*/ 51742 h 141965"/>
                <a:gd name="connsiteX13" fmla="*/ 38053 w 105529"/>
                <a:gd name="connsiteY13" fmla="*/ 55276 h 141965"/>
                <a:gd name="connsiteX14" fmla="*/ 35814 w 105529"/>
                <a:gd name="connsiteY14" fmla="*/ 54314 h 141965"/>
                <a:gd name="connsiteX15" fmla="*/ 32195 w 105529"/>
                <a:gd name="connsiteY15" fmla="*/ 51171 h 141965"/>
                <a:gd name="connsiteX16" fmla="*/ 30766 w 105529"/>
                <a:gd name="connsiteY16" fmla="*/ 49742 h 141965"/>
                <a:gd name="connsiteX17" fmla="*/ 28861 w 105529"/>
                <a:gd name="connsiteY17" fmla="*/ 49742 h 141965"/>
                <a:gd name="connsiteX18" fmla="*/ 28099 w 105529"/>
                <a:gd name="connsiteY18" fmla="*/ 51361 h 141965"/>
                <a:gd name="connsiteX19" fmla="*/ 28099 w 105529"/>
                <a:gd name="connsiteY19" fmla="*/ 54409 h 141965"/>
                <a:gd name="connsiteX20" fmla="*/ 28099 w 105529"/>
                <a:gd name="connsiteY20" fmla="*/ 56695 h 141965"/>
                <a:gd name="connsiteX21" fmla="*/ 26003 w 105529"/>
                <a:gd name="connsiteY21" fmla="*/ 60315 h 141965"/>
                <a:gd name="connsiteX22" fmla="*/ 22955 w 105529"/>
                <a:gd name="connsiteY22" fmla="*/ 58029 h 141965"/>
                <a:gd name="connsiteX23" fmla="*/ 20955 w 105529"/>
                <a:gd name="connsiteY23" fmla="*/ 54505 h 141965"/>
                <a:gd name="connsiteX24" fmla="*/ 16097 w 105529"/>
                <a:gd name="connsiteY24" fmla="*/ 43646 h 141965"/>
                <a:gd name="connsiteX25" fmla="*/ 9811 w 105529"/>
                <a:gd name="connsiteY25" fmla="*/ 32883 h 141965"/>
                <a:gd name="connsiteX26" fmla="*/ 8668 w 105529"/>
                <a:gd name="connsiteY26" fmla="*/ 28692 h 141965"/>
                <a:gd name="connsiteX27" fmla="*/ 13335 w 105529"/>
                <a:gd name="connsiteY27" fmla="*/ 28692 h 141965"/>
                <a:gd name="connsiteX28" fmla="*/ 21336 w 105529"/>
                <a:gd name="connsiteY28" fmla="*/ 35455 h 141965"/>
                <a:gd name="connsiteX29" fmla="*/ 23622 w 105529"/>
                <a:gd name="connsiteY29" fmla="*/ 37741 h 141965"/>
                <a:gd name="connsiteX30" fmla="*/ 24098 w 105529"/>
                <a:gd name="connsiteY30" fmla="*/ 34693 h 141965"/>
                <a:gd name="connsiteX31" fmla="*/ 14097 w 105529"/>
                <a:gd name="connsiteY31" fmla="*/ 17643 h 141965"/>
                <a:gd name="connsiteX32" fmla="*/ 10859 w 105529"/>
                <a:gd name="connsiteY32" fmla="*/ 14214 h 141965"/>
                <a:gd name="connsiteX33" fmla="*/ 10287 w 105529"/>
                <a:gd name="connsiteY33" fmla="*/ 11547 h 141965"/>
                <a:gd name="connsiteX34" fmla="*/ 12859 w 105529"/>
                <a:gd name="connsiteY34" fmla="*/ 10594 h 141965"/>
                <a:gd name="connsiteX35" fmla="*/ 20384 w 105529"/>
                <a:gd name="connsiteY35" fmla="*/ 14309 h 141965"/>
                <a:gd name="connsiteX36" fmla="*/ 31718 w 105529"/>
                <a:gd name="connsiteY36" fmla="*/ 27263 h 141965"/>
                <a:gd name="connsiteX37" fmla="*/ 37814 w 105529"/>
                <a:gd name="connsiteY37" fmla="*/ 28406 h 141965"/>
                <a:gd name="connsiteX38" fmla="*/ 41624 w 105529"/>
                <a:gd name="connsiteY38" fmla="*/ 24977 h 141965"/>
                <a:gd name="connsiteX39" fmla="*/ 41624 w 105529"/>
                <a:gd name="connsiteY39" fmla="*/ 20500 h 141965"/>
                <a:gd name="connsiteX40" fmla="*/ 36767 w 105529"/>
                <a:gd name="connsiteY40" fmla="*/ 16881 h 141965"/>
                <a:gd name="connsiteX41" fmla="*/ 35052 w 105529"/>
                <a:gd name="connsiteY41" fmla="*/ 14881 h 141965"/>
                <a:gd name="connsiteX42" fmla="*/ 36757 w 105529"/>
                <a:gd name="connsiteY42" fmla="*/ 11977 h 141965"/>
                <a:gd name="connsiteX43" fmla="*/ 37719 w 105529"/>
                <a:gd name="connsiteY43" fmla="*/ 11928 h 141965"/>
                <a:gd name="connsiteX44" fmla="*/ 44101 w 105529"/>
                <a:gd name="connsiteY44" fmla="*/ 12976 h 141965"/>
                <a:gd name="connsiteX45" fmla="*/ 51721 w 105529"/>
                <a:gd name="connsiteY45" fmla="*/ 9547 h 141965"/>
                <a:gd name="connsiteX46" fmla="*/ 53721 w 105529"/>
                <a:gd name="connsiteY46" fmla="*/ 3451 h 141965"/>
                <a:gd name="connsiteX47" fmla="*/ 56540 w 105529"/>
                <a:gd name="connsiteY47" fmla="*/ 15 h 141965"/>
                <a:gd name="connsiteX48" fmla="*/ 58388 w 105529"/>
                <a:gd name="connsiteY48" fmla="*/ 403 h 141965"/>
                <a:gd name="connsiteX49" fmla="*/ 67913 w 105529"/>
                <a:gd name="connsiteY49" fmla="*/ 8118 h 141965"/>
                <a:gd name="connsiteX50" fmla="*/ 67246 w 105529"/>
                <a:gd name="connsiteY50" fmla="*/ 12404 h 141965"/>
                <a:gd name="connsiteX51" fmla="*/ 61627 w 105529"/>
                <a:gd name="connsiteY51" fmla="*/ 18310 h 141965"/>
                <a:gd name="connsiteX52" fmla="*/ 60770 w 105529"/>
                <a:gd name="connsiteY52" fmla="*/ 19357 h 141965"/>
                <a:gd name="connsiteX53" fmla="*/ 64484 w 105529"/>
                <a:gd name="connsiteY53" fmla="*/ 19357 h 141965"/>
                <a:gd name="connsiteX54" fmla="*/ 86963 w 105529"/>
                <a:gd name="connsiteY54" fmla="*/ 6213 h 141965"/>
                <a:gd name="connsiteX55" fmla="*/ 91059 w 105529"/>
                <a:gd name="connsiteY55" fmla="*/ 5451 h 141965"/>
                <a:gd name="connsiteX56" fmla="*/ 103442 w 105529"/>
                <a:gd name="connsiteY56" fmla="*/ 13261 h 141965"/>
                <a:gd name="connsiteX57" fmla="*/ 105442 w 105529"/>
                <a:gd name="connsiteY57" fmla="*/ 21548 h 141965"/>
                <a:gd name="connsiteX58" fmla="*/ 101822 w 105529"/>
                <a:gd name="connsiteY58" fmla="*/ 27358 h 141965"/>
                <a:gd name="connsiteX59" fmla="*/ 95441 w 105529"/>
                <a:gd name="connsiteY59" fmla="*/ 30597 h 141965"/>
                <a:gd name="connsiteX60" fmla="*/ 79058 w 105529"/>
                <a:gd name="connsiteY60" fmla="*/ 42979 h 141965"/>
                <a:gd name="connsiteX61" fmla="*/ 77534 w 105529"/>
                <a:gd name="connsiteY61" fmla="*/ 45170 h 141965"/>
                <a:gd name="connsiteX62" fmla="*/ 80105 w 105529"/>
                <a:gd name="connsiteY62" fmla="*/ 46885 h 141965"/>
                <a:gd name="connsiteX63" fmla="*/ 85439 w 105529"/>
                <a:gd name="connsiteY63" fmla="*/ 51552 h 141965"/>
                <a:gd name="connsiteX64" fmla="*/ 85935 w 105529"/>
                <a:gd name="connsiteY64" fmla="*/ 56105 h 141965"/>
                <a:gd name="connsiteX65" fmla="*/ 85439 w 105529"/>
                <a:gd name="connsiteY65" fmla="*/ 56600 h 141965"/>
                <a:gd name="connsiteX66" fmla="*/ 82582 w 105529"/>
                <a:gd name="connsiteY66" fmla="*/ 58981 h 141965"/>
                <a:gd name="connsiteX67" fmla="*/ 73819 w 105529"/>
                <a:gd name="connsiteY67" fmla="*/ 65935 h 141965"/>
                <a:gd name="connsiteX68" fmla="*/ 70866 w 105529"/>
                <a:gd name="connsiteY68" fmla="*/ 68983 h 141965"/>
                <a:gd name="connsiteX69" fmla="*/ 73533 w 105529"/>
                <a:gd name="connsiteY69" fmla="*/ 70126 h 141965"/>
                <a:gd name="connsiteX70" fmla="*/ 90488 w 105529"/>
                <a:gd name="connsiteY70" fmla="*/ 76031 h 141965"/>
                <a:gd name="connsiteX71" fmla="*/ 90897 w 105529"/>
                <a:gd name="connsiteY71" fmla="*/ 79241 h 141965"/>
                <a:gd name="connsiteX72" fmla="*/ 90488 w 105529"/>
                <a:gd name="connsiteY72" fmla="*/ 79651 h 141965"/>
                <a:gd name="connsiteX73" fmla="*/ 85820 w 105529"/>
                <a:gd name="connsiteY73" fmla="*/ 83365 h 141965"/>
                <a:gd name="connsiteX74" fmla="*/ 75057 w 105529"/>
                <a:gd name="connsiteY74" fmla="*/ 88985 h 141965"/>
                <a:gd name="connsiteX75" fmla="*/ 73628 w 105529"/>
                <a:gd name="connsiteY75" fmla="*/ 88985 h 141965"/>
                <a:gd name="connsiteX76" fmla="*/ 73057 w 105529"/>
                <a:gd name="connsiteY76" fmla="*/ 86985 h 141965"/>
                <a:gd name="connsiteX77" fmla="*/ 73057 w 105529"/>
                <a:gd name="connsiteY77" fmla="*/ 82603 h 141965"/>
                <a:gd name="connsiteX78" fmla="*/ 70580 w 105529"/>
                <a:gd name="connsiteY78" fmla="*/ 78793 h 141965"/>
                <a:gd name="connsiteX79" fmla="*/ 65246 w 105529"/>
                <a:gd name="connsiteY79" fmla="*/ 82032 h 141965"/>
                <a:gd name="connsiteX80" fmla="*/ 64770 w 105529"/>
                <a:gd name="connsiteY80" fmla="*/ 88128 h 141965"/>
                <a:gd name="connsiteX81" fmla="*/ 65246 w 105529"/>
                <a:gd name="connsiteY81" fmla="*/ 104035 h 141965"/>
                <a:gd name="connsiteX82" fmla="*/ 66294 w 105529"/>
                <a:gd name="connsiteY82" fmla="*/ 120608 h 141965"/>
                <a:gd name="connsiteX83" fmla="*/ 67056 w 105529"/>
                <a:gd name="connsiteY83" fmla="*/ 125275 h 141965"/>
                <a:gd name="connsiteX84" fmla="*/ 66485 w 105529"/>
                <a:gd name="connsiteY84" fmla="*/ 137086 h 141965"/>
                <a:gd name="connsiteX85" fmla="*/ 58579 w 105529"/>
                <a:gd name="connsiteY85" fmla="*/ 141849 h 141965"/>
                <a:gd name="connsiteX86" fmla="*/ 49816 w 105529"/>
                <a:gd name="connsiteY86" fmla="*/ 139182 h 141965"/>
                <a:gd name="connsiteX87" fmla="*/ 36195 w 105529"/>
                <a:gd name="connsiteY87" fmla="*/ 134038 h 141965"/>
                <a:gd name="connsiteX88" fmla="*/ 33528 w 105529"/>
                <a:gd name="connsiteY88" fmla="*/ 131467 h 141965"/>
                <a:gd name="connsiteX89" fmla="*/ 36386 w 105529"/>
                <a:gd name="connsiteY89" fmla="*/ 131467 h 141965"/>
                <a:gd name="connsiteX90" fmla="*/ 45911 w 105529"/>
                <a:gd name="connsiteY90" fmla="*/ 130895 h 141965"/>
                <a:gd name="connsiteX91" fmla="*/ 49625 w 105529"/>
                <a:gd name="connsiteY91" fmla="*/ 130228 h 141965"/>
                <a:gd name="connsiteX92" fmla="*/ 54102 w 105529"/>
                <a:gd name="connsiteY92" fmla="*/ 124513 h 141965"/>
                <a:gd name="connsiteX93" fmla="*/ 54769 w 105529"/>
                <a:gd name="connsiteY93" fmla="*/ 101463 h 141965"/>
                <a:gd name="connsiteX94" fmla="*/ 54769 w 105529"/>
                <a:gd name="connsiteY94" fmla="*/ 90604 h 141965"/>
                <a:gd name="connsiteX95" fmla="*/ 51245 w 105529"/>
                <a:gd name="connsiteY95" fmla="*/ 88509 h 141965"/>
                <a:gd name="connsiteX96" fmla="*/ 47911 w 105529"/>
                <a:gd name="connsiteY96" fmla="*/ 90795 h 141965"/>
                <a:gd name="connsiteX97" fmla="*/ 31813 w 105529"/>
                <a:gd name="connsiteY97" fmla="*/ 105844 h 141965"/>
                <a:gd name="connsiteX98" fmla="*/ 23432 w 105529"/>
                <a:gd name="connsiteY98" fmla="*/ 114322 h 141965"/>
                <a:gd name="connsiteX99" fmla="*/ 15650 w 105529"/>
                <a:gd name="connsiteY99" fmla="*/ 115931 h 141965"/>
                <a:gd name="connsiteX100" fmla="*/ 15526 w 105529"/>
                <a:gd name="connsiteY100" fmla="*/ 115846 h 141965"/>
                <a:gd name="connsiteX101" fmla="*/ 2667 w 105529"/>
                <a:gd name="connsiteY101" fmla="*/ 108321 h 141965"/>
                <a:gd name="connsiteX102" fmla="*/ 0 w 105529"/>
                <a:gd name="connsiteY102" fmla="*/ 105654 h 141965"/>
                <a:gd name="connsiteX103" fmla="*/ 3143 w 105529"/>
                <a:gd name="connsiteY103" fmla="*/ 103844 h 141965"/>
                <a:gd name="connsiteX104" fmla="*/ 33242 w 105529"/>
                <a:gd name="connsiteY104" fmla="*/ 89080 h 141965"/>
                <a:gd name="connsiteX105" fmla="*/ 45720 w 105529"/>
                <a:gd name="connsiteY105" fmla="*/ 82413 h 141965"/>
                <a:gd name="connsiteX106" fmla="*/ 55912 w 105529"/>
                <a:gd name="connsiteY106" fmla="*/ 76222 h 141965"/>
                <a:gd name="connsiteX107" fmla="*/ 61055 w 105529"/>
                <a:gd name="connsiteY107" fmla="*/ 69173 h 141965"/>
                <a:gd name="connsiteX108" fmla="*/ 64579 w 105529"/>
                <a:gd name="connsiteY108" fmla="*/ 61077 h 141965"/>
                <a:gd name="connsiteX109" fmla="*/ 64579 w 105529"/>
                <a:gd name="connsiteY109" fmla="*/ 58696 h 141965"/>
                <a:gd name="connsiteX110" fmla="*/ 62103 w 105529"/>
                <a:gd name="connsiteY110" fmla="*/ 58696 h 141965"/>
                <a:gd name="connsiteX111" fmla="*/ 59722 w 105529"/>
                <a:gd name="connsiteY111" fmla="*/ 59934 h 141965"/>
                <a:gd name="connsiteX112" fmla="*/ 46768 w 105529"/>
                <a:gd name="connsiteY112" fmla="*/ 68030 h 141965"/>
                <a:gd name="connsiteX113" fmla="*/ 42958 w 105529"/>
                <a:gd name="connsiteY113" fmla="*/ 70316 h 141965"/>
                <a:gd name="connsiteX114" fmla="*/ 31433 w 105529"/>
                <a:gd name="connsiteY114" fmla="*/ 70316 h 141965"/>
                <a:gd name="connsiteX115" fmla="*/ 29909 w 105529"/>
                <a:gd name="connsiteY115" fmla="*/ 68792 h 141965"/>
                <a:gd name="connsiteX116" fmla="*/ 31528 w 105529"/>
                <a:gd name="connsiteY116" fmla="*/ 66982 h 141965"/>
                <a:gd name="connsiteX117" fmla="*/ 45339 w 105529"/>
                <a:gd name="connsiteY117" fmla="*/ 60410 h 141965"/>
                <a:gd name="connsiteX118" fmla="*/ 66389 w 105529"/>
                <a:gd name="connsiteY118" fmla="*/ 50123 h 141965"/>
                <a:gd name="connsiteX119" fmla="*/ 71819 w 105529"/>
                <a:gd name="connsiteY119" fmla="*/ 45265 h 141965"/>
                <a:gd name="connsiteX120" fmla="*/ 83534 w 105529"/>
                <a:gd name="connsiteY120" fmla="*/ 26215 h 141965"/>
                <a:gd name="connsiteX121" fmla="*/ 84773 w 105529"/>
                <a:gd name="connsiteY121" fmla="*/ 23072 h 141965"/>
                <a:gd name="connsiteX122" fmla="*/ 81058 w 105529"/>
                <a:gd name="connsiteY122" fmla="*/ 18881 h 141965"/>
                <a:gd name="connsiteX123" fmla="*/ 65723 w 105529"/>
                <a:gd name="connsiteY123" fmla="*/ 25263 h 141965"/>
                <a:gd name="connsiteX124" fmla="*/ 62198 w 105529"/>
                <a:gd name="connsiteY124" fmla="*/ 38407 h 141965"/>
                <a:gd name="connsiteX125" fmla="*/ 62198 w 105529"/>
                <a:gd name="connsiteY125" fmla="*/ 38407 h 141965"/>
                <a:gd name="connsiteX126" fmla="*/ 60388 w 105529"/>
                <a:gd name="connsiteY126" fmla="*/ 33454 h 141965"/>
                <a:gd name="connsiteX127" fmla="*/ 57407 w 105529"/>
                <a:gd name="connsiteY127" fmla="*/ 32211 h 141965"/>
                <a:gd name="connsiteX128" fmla="*/ 56674 w 105529"/>
                <a:gd name="connsiteY128" fmla="*/ 32692 h 141965"/>
                <a:gd name="connsiteX129" fmla="*/ 54007 w 105529"/>
                <a:gd name="connsiteY129" fmla="*/ 36502 h 141965"/>
                <a:gd name="connsiteX130" fmla="*/ 55436 w 105529"/>
                <a:gd name="connsiteY130" fmla="*/ 40408 h 141965"/>
                <a:gd name="connsiteX131" fmla="*/ 60198 w 105529"/>
                <a:gd name="connsiteY131" fmla="*/ 41265 h 141965"/>
                <a:gd name="connsiteX132" fmla="*/ 62198 w 105529"/>
                <a:gd name="connsiteY132" fmla="*/ 38407 h 14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05529" h="141965">
                  <a:moveTo>
                    <a:pt x="64865" y="25168"/>
                  </a:moveTo>
                  <a:cubicBezTo>
                    <a:pt x="66199" y="28406"/>
                    <a:pt x="67532" y="31073"/>
                    <a:pt x="68390" y="33835"/>
                  </a:cubicBezTo>
                  <a:cubicBezTo>
                    <a:pt x="69856" y="37402"/>
                    <a:pt x="69028" y="41500"/>
                    <a:pt x="66294" y="44218"/>
                  </a:cubicBezTo>
                  <a:cubicBezTo>
                    <a:pt x="64904" y="45875"/>
                    <a:pt x="63341" y="47376"/>
                    <a:pt x="61627" y="48694"/>
                  </a:cubicBezTo>
                  <a:cubicBezTo>
                    <a:pt x="60093" y="50047"/>
                    <a:pt x="57998" y="50571"/>
                    <a:pt x="56007" y="50123"/>
                  </a:cubicBezTo>
                  <a:cubicBezTo>
                    <a:pt x="55531" y="50028"/>
                    <a:pt x="55054" y="50028"/>
                    <a:pt x="54578" y="50123"/>
                  </a:cubicBezTo>
                  <a:cubicBezTo>
                    <a:pt x="45053" y="49456"/>
                    <a:pt x="43815" y="43551"/>
                    <a:pt x="46387" y="35455"/>
                  </a:cubicBezTo>
                  <a:cubicBezTo>
                    <a:pt x="47215" y="33724"/>
                    <a:pt x="48140" y="32039"/>
                    <a:pt x="49149" y="30406"/>
                  </a:cubicBezTo>
                  <a:cubicBezTo>
                    <a:pt x="49244" y="29616"/>
                    <a:pt x="49244" y="28816"/>
                    <a:pt x="49149" y="28025"/>
                  </a:cubicBezTo>
                  <a:cubicBezTo>
                    <a:pt x="48387" y="28025"/>
                    <a:pt x="47530" y="28025"/>
                    <a:pt x="46958" y="28025"/>
                  </a:cubicBezTo>
                  <a:cubicBezTo>
                    <a:pt x="43053" y="29624"/>
                    <a:pt x="39567" y="32102"/>
                    <a:pt x="36767" y="35264"/>
                  </a:cubicBezTo>
                  <a:cubicBezTo>
                    <a:pt x="38291" y="38598"/>
                    <a:pt x="39719" y="42217"/>
                    <a:pt x="41529" y="45551"/>
                  </a:cubicBezTo>
                  <a:cubicBezTo>
                    <a:pt x="42529" y="47454"/>
                    <a:pt x="42796" y="49656"/>
                    <a:pt x="42291" y="51742"/>
                  </a:cubicBezTo>
                  <a:cubicBezTo>
                    <a:pt x="42101" y="53895"/>
                    <a:pt x="40196" y="55476"/>
                    <a:pt x="38053" y="55276"/>
                  </a:cubicBezTo>
                  <a:cubicBezTo>
                    <a:pt x="37224" y="55200"/>
                    <a:pt x="36433" y="54867"/>
                    <a:pt x="35814" y="54314"/>
                  </a:cubicBezTo>
                  <a:cubicBezTo>
                    <a:pt x="34481" y="53362"/>
                    <a:pt x="33433" y="52219"/>
                    <a:pt x="32195" y="51171"/>
                  </a:cubicBezTo>
                  <a:cubicBezTo>
                    <a:pt x="31766" y="50647"/>
                    <a:pt x="31290" y="50171"/>
                    <a:pt x="30766" y="49742"/>
                  </a:cubicBezTo>
                  <a:cubicBezTo>
                    <a:pt x="30166" y="49466"/>
                    <a:pt x="29461" y="49466"/>
                    <a:pt x="28861" y="49742"/>
                  </a:cubicBezTo>
                  <a:cubicBezTo>
                    <a:pt x="28385" y="50152"/>
                    <a:pt x="28108" y="50742"/>
                    <a:pt x="28099" y="51361"/>
                  </a:cubicBezTo>
                  <a:cubicBezTo>
                    <a:pt x="28013" y="52371"/>
                    <a:pt x="28013" y="53400"/>
                    <a:pt x="28099" y="54409"/>
                  </a:cubicBezTo>
                  <a:cubicBezTo>
                    <a:pt x="28147" y="55171"/>
                    <a:pt x="28147" y="55933"/>
                    <a:pt x="28099" y="56695"/>
                  </a:cubicBezTo>
                  <a:cubicBezTo>
                    <a:pt x="28099" y="58124"/>
                    <a:pt x="28099" y="59934"/>
                    <a:pt x="26003" y="60315"/>
                  </a:cubicBezTo>
                  <a:cubicBezTo>
                    <a:pt x="23908" y="60696"/>
                    <a:pt x="23717" y="59172"/>
                    <a:pt x="22955" y="58029"/>
                  </a:cubicBezTo>
                  <a:cubicBezTo>
                    <a:pt x="22193" y="56905"/>
                    <a:pt x="21527" y="55733"/>
                    <a:pt x="20955" y="54505"/>
                  </a:cubicBezTo>
                  <a:cubicBezTo>
                    <a:pt x="19336" y="50885"/>
                    <a:pt x="17621" y="47266"/>
                    <a:pt x="16097" y="43646"/>
                  </a:cubicBezTo>
                  <a:cubicBezTo>
                    <a:pt x="14621" y="39730"/>
                    <a:pt x="12497" y="36091"/>
                    <a:pt x="9811" y="32883"/>
                  </a:cubicBezTo>
                  <a:cubicBezTo>
                    <a:pt x="8763" y="31740"/>
                    <a:pt x="7620" y="30406"/>
                    <a:pt x="8668" y="28692"/>
                  </a:cubicBezTo>
                  <a:cubicBezTo>
                    <a:pt x="9716" y="26977"/>
                    <a:pt x="11621" y="27549"/>
                    <a:pt x="13335" y="28692"/>
                  </a:cubicBezTo>
                  <a:cubicBezTo>
                    <a:pt x="15050" y="29835"/>
                    <a:pt x="18764" y="33169"/>
                    <a:pt x="21336" y="35455"/>
                  </a:cubicBezTo>
                  <a:cubicBezTo>
                    <a:pt x="22146" y="36168"/>
                    <a:pt x="22908" y="36932"/>
                    <a:pt x="23622" y="37741"/>
                  </a:cubicBezTo>
                  <a:cubicBezTo>
                    <a:pt x="25051" y="36502"/>
                    <a:pt x="24384" y="35550"/>
                    <a:pt x="24098" y="34693"/>
                  </a:cubicBezTo>
                  <a:cubicBezTo>
                    <a:pt x="22136" y="28308"/>
                    <a:pt x="18717" y="22469"/>
                    <a:pt x="14097" y="17643"/>
                  </a:cubicBezTo>
                  <a:cubicBezTo>
                    <a:pt x="12878" y="16643"/>
                    <a:pt x="11782" y="15490"/>
                    <a:pt x="10859" y="14214"/>
                  </a:cubicBezTo>
                  <a:cubicBezTo>
                    <a:pt x="10230" y="13480"/>
                    <a:pt x="10011" y="12476"/>
                    <a:pt x="10287" y="11547"/>
                  </a:cubicBezTo>
                  <a:cubicBezTo>
                    <a:pt x="10963" y="10864"/>
                    <a:pt x="11906" y="10515"/>
                    <a:pt x="12859" y="10594"/>
                  </a:cubicBezTo>
                  <a:cubicBezTo>
                    <a:pt x="15488" y="11581"/>
                    <a:pt x="18002" y="12825"/>
                    <a:pt x="20384" y="14309"/>
                  </a:cubicBezTo>
                  <a:cubicBezTo>
                    <a:pt x="24984" y="17830"/>
                    <a:pt x="28842" y="22234"/>
                    <a:pt x="31718" y="27263"/>
                  </a:cubicBezTo>
                  <a:cubicBezTo>
                    <a:pt x="33623" y="30502"/>
                    <a:pt x="34862" y="30692"/>
                    <a:pt x="37814" y="28406"/>
                  </a:cubicBezTo>
                  <a:cubicBezTo>
                    <a:pt x="39148" y="27340"/>
                    <a:pt x="40424" y="26195"/>
                    <a:pt x="41624" y="24977"/>
                  </a:cubicBezTo>
                  <a:cubicBezTo>
                    <a:pt x="43434" y="23167"/>
                    <a:pt x="43434" y="22310"/>
                    <a:pt x="41624" y="20500"/>
                  </a:cubicBezTo>
                  <a:cubicBezTo>
                    <a:pt x="39815" y="18691"/>
                    <a:pt x="38291" y="18214"/>
                    <a:pt x="36767" y="16881"/>
                  </a:cubicBezTo>
                  <a:cubicBezTo>
                    <a:pt x="36024" y="16381"/>
                    <a:pt x="35433" y="15690"/>
                    <a:pt x="35052" y="14881"/>
                  </a:cubicBezTo>
                  <a:cubicBezTo>
                    <a:pt x="34719" y="13608"/>
                    <a:pt x="35481" y="12308"/>
                    <a:pt x="36757" y="11977"/>
                  </a:cubicBezTo>
                  <a:cubicBezTo>
                    <a:pt x="37071" y="11896"/>
                    <a:pt x="37395" y="11878"/>
                    <a:pt x="37719" y="11928"/>
                  </a:cubicBezTo>
                  <a:cubicBezTo>
                    <a:pt x="39872" y="12137"/>
                    <a:pt x="41996" y="12488"/>
                    <a:pt x="44101" y="12976"/>
                  </a:cubicBezTo>
                  <a:cubicBezTo>
                    <a:pt x="48768" y="13928"/>
                    <a:pt x="49435" y="13642"/>
                    <a:pt x="51721" y="9547"/>
                  </a:cubicBezTo>
                  <a:cubicBezTo>
                    <a:pt x="52826" y="7685"/>
                    <a:pt x="53502" y="5604"/>
                    <a:pt x="53721" y="3451"/>
                  </a:cubicBezTo>
                  <a:cubicBezTo>
                    <a:pt x="53550" y="1723"/>
                    <a:pt x="54816" y="185"/>
                    <a:pt x="56540" y="15"/>
                  </a:cubicBezTo>
                  <a:cubicBezTo>
                    <a:pt x="57179" y="-48"/>
                    <a:pt x="57826" y="87"/>
                    <a:pt x="58388" y="403"/>
                  </a:cubicBezTo>
                  <a:cubicBezTo>
                    <a:pt x="62236" y="2002"/>
                    <a:pt x="65551" y="4681"/>
                    <a:pt x="67913" y="8118"/>
                  </a:cubicBezTo>
                  <a:cubicBezTo>
                    <a:pt x="68866" y="9495"/>
                    <a:pt x="68580" y="11382"/>
                    <a:pt x="67246" y="12404"/>
                  </a:cubicBezTo>
                  <a:cubicBezTo>
                    <a:pt x="65437" y="14404"/>
                    <a:pt x="63532" y="16309"/>
                    <a:pt x="61627" y="18310"/>
                  </a:cubicBezTo>
                  <a:lnTo>
                    <a:pt x="60770" y="19357"/>
                  </a:lnTo>
                  <a:cubicBezTo>
                    <a:pt x="61913" y="21358"/>
                    <a:pt x="63437" y="20786"/>
                    <a:pt x="64484" y="19357"/>
                  </a:cubicBezTo>
                  <a:cubicBezTo>
                    <a:pt x="71542" y="14267"/>
                    <a:pt x="79067" y="9866"/>
                    <a:pt x="86963" y="6213"/>
                  </a:cubicBezTo>
                  <a:cubicBezTo>
                    <a:pt x="88164" y="5403"/>
                    <a:pt x="89649" y="5128"/>
                    <a:pt x="91059" y="5451"/>
                  </a:cubicBezTo>
                  <a:cubicBezTo>
                    <a:pt x="96060" y="6302"/>
                    <a:pt x="100517" y="9112"/>
                    <a:pt x="103442" y="13261"/>
                  </a:cubicBezTo>
                  <a:cubicBezTo>
                    <a:pt x="105080" y="15693"/>
                    <a:pt x="105794" y="18635"/>
                    <a:pt x="105442" y="21548"/>
                  </a:cubicBezTo>
                  <a:cubicBezTo>
                    <a:pt x="105299" y="23974"/>
                    <a:pt x="103937" y="26163"/>
                    <a:pt x="101822" y="27358"/>
                  </a:cubicBezTo>
                  <a:cubicBezTo>
                    <a:pt x="99727" y="28501"/>
                    <a:pt x="97631" y="29644"/>
                    <a:pt x="95441" y="30597"/>
                  </a:cubicBezTo>
                  <a:cubicBezTo>
                    <a:pt x="89268" y="33687"/>
                    <a:pt x="83715" y="37884"/>
                    <a:pt x="79058" y="42979"/>
                  </a:cubicBezTo>
                  <a:cubicBezTo>
                    <a:pt x="78457" y="43644"/>
                    <a:pt x="77953" y="44381"/>
                    <a:pt x="77534" y="45170"/>
                  </a:cubicBezTo>
                  <a:cubicBezTo>
                    <a:pt x="78439" y="45664"/>
                    <a:pt x="79305" y="46237"/>
                    <a:pt x="80105" y="46885"/>
                  </a:cubicBezTo>
                  <a:cubicBezTo>
                    <a:pt x="81972" y="48338"/>
                    <a:pt x="83753" y="49895"/>
                    <a:pt x="85439" y="51552"/>
                  </a:cubicBezTo>
                  <a:cubicBezTo>
                    <a:pt x="86830" y="52676"/>
                    <a:pt x="87059" y="54714"/>
                    <a:pt x="85935" y="56105"/>
                  </a:cubicBezTo>
                  <a:cubicBezTo>
                    <a:pt x="85792" y="56286"/>
                    <a:pt x="85620" y="56457"/>
                    <a:pt x="85439" y="56600"/>
                  </a:cubicBezTo>
                  <a:cubicBezTo>
                    <a:pt x="84534" y="57448"/>
                    <a:pt x="83573" y="58239"/>
                    <a:pt x="82582" y="58981"/>
                  </a:cubicBezTo>
                  <a:cubicBezTo>
                    <a:pt x="79629" y="61267"/>
                    <a:pt x="76676" y="63553"/>
                    <a:pt x="73819" y="65935"/>
                  </a:cubicBezTo>
                  <a:cubicBezTo>
                    <a:pt x="72676" y="66887"/>
                    <a:pt x="71819" y="68030"/>
                    <a:pt x="70866" y="68983"/>
                  </a:cubicBezTo>
                  <a:cubicBezTo>
                    <a:pt x="71533" y="70507"/>
                    <a:pt x="72485" y="70411"/>
                    <a:pt x="73533" y="70126"/>
                  </a:cubicBezTo>
                  <a:cubicBezTo>
                    <a:pt x="79820" y="69145"/>
                    <a:pt x="86173" y="71354"/>
                    <a:pt x="90488" y="76031"/>
                  </a:cubicBezTo>
                  <a:cubicBezTo>
                    <a:pt x="91488" y="76803"/>
                    <a:pt x="91669" y="78241"/>
                    <a:pt x="90897" y="79241"/>
                  </a:cubicBezTo>
                  <a:cubicBezTo>
                    <a:pt x="90783" y="79394"/>
                    <a:pt x="90640" y="79527"/>
                    <a:pt x="90488" y="79651"/>
                  </a:cubicBezTo>
                  <a:cubicBezTo>
                    <a:pt x="89087" y="81070"/>
                    <a:pt x="87516" y="82318"/>
                    <a:pt x="85820" y="83365"/>
                  </a:cubicBezTo>
                  <a:cubicBezTo>
                    <a:pt x="82296" y="85366"/>
                    <a:pt x="78581" y="87175"/>
                    <a:pt x="75057" y="88985"/>
                  </a:cubicBezTo>
                  <a:lnTo>
                    <a:pt x="73628" y="88985"/>
                  </a:lnTo>
                  <a:cubicBezTo>
                    <a:pt x="73323" y="88357"/>
                    <a:pt x="73123" y="87680"/>
                    <a:pt x="73057" y="86985"/>
                  </a:cubicBezTo>
                  <a:cubicBezTo>
                    <a:pt x="73057" y="85556"/>
                    <a:pt x="73057" y="84032"/>
                    <a:pt x="73057" y="82603"/>
                  </a:cubicBezTo>
                  <a:cubicBezTo>
                    <a:pt x="73057" y="81175"/>
                    <a:pt x="72295" y="79079"/>
                    <a:pt x="70580" y="78793"/>
                  </a:cubicBezTo>
                  <a:cubicBezTo>
                    <a:pt x="68266" y="78517"/>
                    <a:pt x="66065" y="79851"/>
                    <a:pt x="65246" y="82032"/>
                  </a:cubicBezTo>
                  <a:cubicBezTo>
                    <a:pt x="64942" y="84051"/>
                    <a:pt x="64789" y="86090"/>
                    <a:pt x="64770" y="88128"/>
                  </a:cubicBezTo>
                  <a:cubicBezTo>
                    <a:pt x="64770" y="93462"/>
                    <a:pt x="64770" y="98796"/>
                    <a:pt x="65246" y="104035"/>
                  </a:cubicBezTo>
                  <a:cubicBezTo>
                    <a:pt x="65723" y="109273"/>
                    <a:pt x="65913" y="115084"/>
                    <a:pt x="66294" y="120608"/>
                  </a:cubicBezTo>
                  <a:cubicBezTo>
                    <a:pt x="66456" y="122180"/>
                    <a:pt x="66713" y="123732"/>
                    <a:pt x="67056" y="125275"/>
                  </a:cubicBezTo>
                  <a:cubicBezTo>
                    <a:pt x="67771" y="129200"/>
                    <a:pt x="67580" y="133248"/>
                    <a:pt x="66485" y="137086"/>
                  </a:cubicBezTo>
                  <a:cubicBezTo>
                    <a:pt x="65437" y="140449"/>
                    <a:pt x="62036" y="142487"/>
                    <a:pt x="58579" y="141849"/>
                  </a:cubicBezTo>
                  <a:cubicBezTo>
                    <a:pt x="55607" y="141144"/>
                    <a:pt x="52673" y="140258"/>
                    <a:pt x="49816" y="139182"/>
                  </a:cubicBezTo>
                  <a:cubicBezTo>
                    <a:pt x="45244" y="137563"/>
                    <a:pt x="40767" y="135753"/>
                    <a:pt x="36195" y="134038"/>
                  </a:cubicBezTo>
                  <a:cubicBezTo>
                    <a:pt x="35052" y="134038"/>
                    <a:pt x="33719" y="133467"/>
                    <a:pt x="33528" y="131467"/>
                  </a:cubicBezTo>
                  <a:cubicBezTo>
                    <a:pt x="34481" y="131371"/>
                    <a:pt x="35433" y="131371"/>
                    <a:pt x="36386" y="131467"/>
                  </a:cubicBezTo>
                  <a:cubicBezTo>
                    <a:pt x="39624" y="131467"/>
                    <a:pt x="42958" y="131467"/>
                    <a:pt x="45911" y="130895"/>
                  </a:cubicBezTo>
                  <a:cubicBezTo>
                    <a:pt x="47168" y="130809"/>
                    <a:pt x="48416" y="130590"/>
                    <a:pt x="49625" y="130228"/>
                  </a:cubicBezTo>
                  <a:cubicBezTo>
                    <a:pt x="52254" y="129571"/>
                    <a:pt x="54093" y="127219"/>
                    <a:pt x="54102" y="124513"/>
                  </a:cubicBezTo>
                  <a:cubicBezTo>
                    <a:pt x="54102" y="116893"/>
                    <a:pt x="54674" y="109178"/>
                    <a:pt x="54769" y="101463"/>
                  </a:cubicBezTo>
                  <a:cubicBezTo>
                    <a:pt x="54769" y="97843"/>
                    <a:pt x="54769" y="94224"/>
                    <a:pt x="54769" y="90604"/>
                  </a:cubicBezTo>
                  <a:cubicBezTo>
                    <a:pt x="54769" y="86985"/>
                    <a:pt x="53531" y="87366"/>
                    <a:pt x="51245" y="88509"/>
                  </a:cubicBezTo>
                  <a:cubicBezTo>
                    <a:pt x="50064" y="89157"/>
                    <a:pt x="48949" y="89928"/>
                    <a:pt x="47911" y="90795"/>
                  </a:cubicBezTo>
                  <a:cubicBezTo>
                    <a:pt x="42482" y="95843"/>
                    <a:pt x="37052" y="100796"/>
                    <a:pt x="31813" y="105844"/>
                  </a:cubicBezTo>
                  <a:cubicBezTo>
                    <a:pt x="28861" y="108607"/>
                    <a:pt x="26289" y="111559"/>
                    <a:pt x="23432" y="114322"/>
                  </a:cubicBezTo>
                  <a:cubicBezTo>
                    <a:pt x="21727" y="116912"/>
                    <a:pt x="18240" y="117636"/>
                    <a:pt x="15650" y="115931"/>
                  </a:cubicBezTo>
                  <a:cubicBezTo>
                    <a:pt x="15612" y="115903"/>
                    <a:pt x="15564" y="115874"/>
                    <a:pt x="15526" y="115846"/>
                  </a:cubicBezTo>
                  <a:cubicBezTo>
                    <a:pt x="11144" y="113560"/>
                    <a:pt x="6953" y="110893"/>
                    <a:pt x="2667" y="108321"/>
                  </a:cubicBezTo>
                  <a:cubicBezTo>
                    <a:pt x="1705" y="107502"/>
                    <a:pt x="819" y="106616"/>
                    <a:pt x="0" y="105654"/>
                  </a:cubicBezTo>
                  <a:cubicBezTo>
                    <a:pt x="991" y="104949"/>
                    <a:pt x="2039" y="104349"/>
                    <a:pt x="3143" y="103844"/>
                  </a:cubicBezTo>
                  <a:cubicBezTo>
                    <a:pt x="13649" y="99948"/>
                    <a:pt x="23736" y="95005"/>
                    <a:pt x="33242" y="89080"/>
                  </a:cubicBezTo>
                  <a:cubicBezTo>
                    <a:pt x="37338" y="86794"/>
                    <a:pt x="41624" y="84699"/>
                    <a:pt x="45720" y="82413"/>
                  </a:cubicBezTo>
                  <a:cubicBezTo>
                    <a:pt x="49816" y="80127"/>
                    <a:pt x="52578" y="78317"/>
                    <a:pt x="55912" y="76222"/>
                  </a:cubicBezTo>
                  <a:cubicBezTo>
                    <a:pt x="58179" y="74326"/>
                    <a:pt x="59941" y="71907"/>
                    <a:pt x="61055" y="69173"/>
                  </a:cubicBezTo>
                  <a:cubicBezTo>
                    <a:pt x="62427" y="66563"/>
                    <a:pt x="63598" y="63858"/>
                    <a:pt x="64579" y="61077"/>
                  </a:cubicBezTo>
                  <a:cubicBezTo>
                    <a:pt x="64922" y="60325"/>
                    <a:pt x="64922" y="59448"/>
                    <a:pt x="64579" y="58696"/>
                  </a:cubicBezTo>
                  <a:cubicBezTo>
                    <a:pt x="63789" y="58353"/>
                    <a:pt x="62894" y="58353"/>
                    <a:pt x="62103" y="58696"/>
                  </a:cubicBezTo>
                  <a:cubicBezTo>
                    <a:pt x="61246" y="58972"/>
                    <a:pt x="60446" y="59391"/>
                    <a:pt x="59722" y="59934"/>
                  </a:cubicBezTo>
                  <a:lnTo>
                    <a:pt x="46768" y="68030"/>
                  </a:lnTo>
                  <a:cubicBezTo>
                    <a:pt x="45529" y="68792"/>
                    <a:pt x="44196" y="69459"/>
                    <a:pt x="42958" y="70316"/>
                  </a:cubicBezTo>
                  <a:cubicBezTo>
                    <a:pt x="39424" y="72497"/>
                    <a:pt x="34966" y="72497"/>
                    <a:pt x="31433" y="70316"/>
                  </a:cubicBezTo>
                  <a:cubicBezTo>
                    <a:pt x="30766" y="70316"/>
                    <a:pt x="29813" y="69173"/>
                    <a:pt x="29909" y="68792"/>
                  </a:cubicBezTo>
                  <a:cubicBezTo>
                    <a:pt x="30175" y="67992"/>
                    <a:pt x="30756" y="67335"/>
                    <a:pt x="31528" y="66982"/>
                  </a:cubicBezTo>
                  <a:cubicBezTo>
                    <a:pt x="36100" y="64696"/>
                    <a:pt x="41053" y="62601"/>
                    <a:pt x="45339" y="60410"/>
                  </a:cubicBezTo>
                  <a:cubicBezTo>
                    <a:pt x="52388" y="57076"/>
                    <a:pt x="59436" y="53743"/>
                    <a:pt x="66389" y="50123"/>
                  </a:cubicBezTo>
                  <a:cubicBezTo>
                    <a:pt x="68580" y="48980"/>
                    <a:pt x="70447" y="47313"/>
                    <a:pt x="71819" y="45265"/>
                  </a:cubicBezTo>
                  <a:cubicBezTo>
                    <a:pt x="75914" y="38884"/>
                    <a:pt x="79629" y="32311"/>
                    <a:pt x="83534" y="26215"/>
                  </a:cubicBezTo>
                  <a:cubicBezTo>
                    <a:pt x="84096" y="25235"/>
                    <a:pt x="84515" y="24175"/>
                    <a:pt x="84773" y="23072"/>
                  </a:cubicBezTo>
                  <a:cubicBezTo>
                    <a:pt x="85535" y="20405"/>
                    <a:pt x="83725" y="18119"/>
                    <a:pt x="81058" y="18881"/>
                  </a:cubicBezTo>
                  <a:cubicBezTo>
                    <a:pt x="75686" y="20305"/>
                    <a:pt x="70523" y="22452"/>
                    <a:pt x="65723" y="25263"/>
                  </a:cubicBezTo>
                  <a:close/>
                  <a:moveTo>
                    <a:pt x="62198" y="38407"/>
                  </a:moveTo>
                  <a:lnTo>
                    <a:pt x="62198" y="38407"/>
                  </a:lnTo>
                  <a:cubicBezTo>
                    <a:pt x="61713" y="36715"/>
                    <a:pt x="61113" y="35059"/>
                    <a:pt x="60388" y="33454"/>
                  </a:cubicBezTo>
                  <a:cubicBezTo>
                    <a:pt x="59912" y="32287"/>
                    <a:pt x="58569" y="31730"/>
                    <a:pt x="57407" y="32211"/>
                  </a:cubicBezTo>
                  <a:cubicBezTo>
                    <a:pt x="57131" y="32323"/>
                    <a:pt x="56883" y="32486"/>
                    <a:pt x="56674" y="32692"/>
                  </a:cubicBezTo>
                  <a:cubicBezTo>
                    <a:pt x="55569" y="33794"/>
                    <a:pt x="54664" y="35084"/>
                    <a:pt x="54007" y="36502"/>
                  </a:cubicBezTo>
                  <a:cubicBezTo>
                    <a:pt x="53388" y="37978"/>
                    <a:pt x="54007" y="39684"/>
                    <a:pt x="55436" y="40408"/>
                  </a:cubicBezTo>
                  <a:cubicBezTo>
                    <a:pt x="56912" y="41130"/>
                    <a:pt x="58560" y="41427"/>
                    <a:pt x="60198" y="41265"/>
                  </a:cubicBezTo>
                  <a:cubicBezTo>
                    <a:pt x="60960" y="41170"/>
                    <a:pt x="61722" y="39074"/>
                    <a:pt x="62198" y="384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8" name="任意多边形: 形状 1937">
              <a:extLst>
                <a:ext uri="{FF2B5EF4-FFF2-40B4-BE49-F238E27FC236}">
                  <a16:creationId xmlns:a16="http://schemas.microsoft.com/office/drawing/2014/main" id="{A4C9E090-E301-4246-8BD2-AC0E49404DE3}"/>
                </a:ext>
              </a:extLst>
            </p:cNvPr>
            <p:cNvSpPr/>
            <p:nvPr/>
          </p:nvSpPr>
          <p:spPr>
            <a:xfrm>
              <a:off x="5883834" y="6561557"/>
              <a:ext cx="137276" cy="179273"/>
            </a:xfrm>
            <a:custGeom>
              <a:avLst/>
              <a:gdLst>
                <a:gd name="connsiteX0" fmla="*/ 65226 w 108608"/>
                <a:gd name="connsiteY0" fmla="*/ 42891 h 141834"/>
                <a:gd name="connsiteX1" fmla="*/ 67607 w 108608"/>
                <a:gd name="connsiteY1" fmla="*/ 45463 h 141834"/>
                <a:gd name="connsiteX2" fmla="*/ 71798 w 108608"/>
                <a:gd name="connsiteY2" fmla="*/ 49273 h 141834"/>
                <a:gd name="connsiteX3" fmla="*/ 79227 w 108608"/>
                <a:gd name="connsiteY3" fmla="*/ 45368 h 141834"/>
                <a:gd name="connsiteX4" fmla="*/ 82656 w 108608"/>
                <a:gd name="connsiteY4" fmla="*/ 37176 h 141834"/>
                <a:gd name="connsiteX5" fmla="*/ 82656 w 108608"/>
                <a:gd name="connsiteY5" fmla="*/ 35176 h 141834"/>
                <a:gd name="connsiteX6" fmla="*/ 85609 w 108608"/>
                <a:gd name="connsiteY6" fmla="*/ 32414 h 141834"/>
                <a:gd name="connsiteX7" fmla="*/ 87228 w 108608"/>
                <a:gd name="connsiteY7" fmla="*/ 32985 h 141834"/>
                <a:gd name="connsiteX8" fmla="*/ 89419 w 108608"/>
                <a:gd name="connsiteY8" fmla="*/ 34700 h 141834"/>
                <a:gd name="connsiteX9" fmla="*/ 95991 w 108608"/>
                <a:gd name="connsiteY9" fmla="*/ 39272 h 141834"/>
                <a:gd name="connsiteX10" fmla="*/ 96658 w 108608"/>
                <a:gd name="connsiteY10" fmla="*/ 44987 h 141834"/>
                <a:gd name="connsiteX11" fmla="*/ 90943 w 108608"/>
                <a:gd name="connsiteY11" fmla="*/ 48606 h 141834"/>
                <a:gd name="connsiteX12" fmla="*/ 86181 w 108608"/>
                <a:gd name="connsiteY12" fmla="*/ 52226 h 141834"/>
                <a:gd name="connsiteX13" fmla="*/ 82466 w 108608"/>
                <a:gd name="connsiteY13" fmla="*/ 57083 h 141834"/>
                <a:gd name="connsiteX14" fmla="*/ 80942 w 108608"/>
                <a:gd name="connsiteY14" fmla="*/ 60036 h 141834"/>
                <a:gd name="connsiteX15" fmla="*/ 83990 w 108608"/>
                <a:gd name="connsiteY15" fmla="*/ 59465 h 141834"/>
                <a:gd name="connsiteX16" fmla="*/ 95134 w 108608"/>
                <a:gd name="connsiteY16" fmla="*/ 53750 h 141834"/>
                <a:gd name="connsiteX17" fmla="*/ 107612 w 108608"/>
                <a:gd name="connsiteY17" fmla="*/ 57846 h 141834"/>
                <a:gd name="connsiteX18" fmla="*/ 105707 w 108608"/>
                <a:gd name="connsiteY18" fmla="*/ 63656 h 141834"/>
                <a:gd name="connsiteX19" fmla="*/ 83704 w 108608"/>
                <a:gd name="connsiteY19" fmla="*/ 73181 h 141834"/>
                <a:gd name="connsiteX20" fmla="*/ 76941 w 108608"/>
                <a:gd name="connsiteY20" fmla="*/ 77181 h 141834"/>
                <a:gd name="connsiteX21" fmla="*/ 79513 w 108608"/>
                <a:gd name="connsiteY21" fmla="*/ 79277 h 141834"/>
                <a:gd name="connsiteX22" fmla="*/ 89038 w 108608"/>
                <a:gd name="connsiteY22" fmla="*/ 85278 h 141834"/>
                <a:gd name="connsiteX23" fmla="*/ 89038 w 108608"/>
                <a:gd name="connsiteY23" fmla="*/ 90326 h 141834"/>
                <a:gd name="connsiteX24" fmla="*/ 86085 w 108608"/>
                <a:gd name="connsiteY24" fmla="*/ 91945 h 141834"/>
                <a:gd name="connsiteX25" fmla="*/ 75798 w 108608"/>
                <a:gd name="connsiteY25" fmla="*/ 95469 h 141834"/>
                <a:gd name="connsiteX26" fmla="*/ 72274 w 108608"/>
                <a:gd name="connsiteY26" fmla="*/ 96803 h 141834"/>
                <a:gd name="connsiteX27" fmla="*/ 69893 w 108608"/>
                <a:gd name="connsiteY27" fmla="*/ 100422 h 141834"/>
                <a:gd name="connsiteX28" fmla="*/ 69893 w 108608"/>
                <a:gd name="connsiteY28" fmla="*/ 117758 h 141834"/>
                <a:gd name="connsiteX29" fmla="*/ 68083 w 108608"/>
                <a:gd name="connsiteY29" fmla="*/ 133093 h 141834"/>
                <a:gd name="connsiteX30" fmla="*/ 62273 w 108608"/>
                <a:gd name="connsiteY30" fmla="*/ 141285 h 141834"/>
                <a:gd name="connsiteX31" fmla="*/ 59511 w 108608"/>
                <a:gd name="connsiteY31" fmla="*/ 141285 h 141834"/>
                <a:gd name="connsiteX32" fmla="*/ 55986 w 108608"/>
                <a:gd name="connsiteY32" fmla="*/ 133283 h 141834"/>
                <a:gd name="connsiteX33" fmla="*/ 55986 w 108608"/>
                <a:gd name="connsiteY33" fmla="*/ 110614 h 141834"/>
                <a:gd name="connsiteX34" fmla="*/ 55986 w 108608"/>
                <a:gd name="connsiteY34" fmla="*/ 106899 h 141834"/>
                <a:gd name="connsiteX35" fmla="*/ 56558 w 108608"/>
                <a:gd name="connsiteY35" fmla="*/ 103375 h 141834"/>
                <a:gd name="connsiteX36" fmla="*/ 53224 w 108608"/>
                <a:gd name="connsiteY36" fmla="*/ 103375 h 141834"/>
                <a:gd name="connsiteX37" fmla="*/ 38937 w 108608"/>
                <a:gd name="connsiteY37" fmla="*/ 108709 h 141834"/>
                <a:gd name="connsiteX38" fmla="*/ 27221 w 108608"/>
                <a:gd name="connsiteY38" fmla="*/ 112233 h 141834"/>
                <a:gd name="connsiteX39" fmla="*/ 20458 w 108608"/>
                <a:gd name="connsiteY39" fmla="*/ 109947 h 141834"/>
                <a:gd name="connsiteX40" fmla="*/ 19991 w 108608"/>
                <a:gd name="connsiteY40" fmla="*/ 107842 h 141834"/>
                <a:gd name="connsiteX41" fmla="*/ 20458 w 108608"/>
                <a:gd name="connsiteY41" fmla="*/ 107376 h 141834"/>
                <a:gd name="connsiteX42" fmla="*/ 22935 w 108608"/>
                <a:gd name="connsiteY42" fmla="*/ 104994 h 141834"/>
                <a:gd name="connsiteX43" fmla="*/ 51510 w 108608"/>
                <a:gd name="connsiteY43" fmla="*/ 85278 h 141834"/>
                <a:gd name="connsiteX44" fmla="*/ 54653 w 108608"/>
                <a:gd name="connsiteY44" fmla="*/ 83373 h 141834"/>
                <a:gd name="connsiteX45" fmla="*/ 55986 w 108608"/>
                <a:gd name="connsiteY45" fmla="*/ 76419 h 141834"/>
                <a:gd name="connsiteX46" fmla="*/ 53319 w 108608"/>
                <a:gd name="connsiteY46" fmla="*/ 76419 h 141834"/>
                <a:gd name="connsiteX47" fmla="*/ 21792 w 108608"/>
                <a:gd name="connsiteY47" fmla="*/ 91564 h 141834"/>
                <a:gd name="connsiteX48" fmla="*/ 8838 w 108608"/>
                <a:gd name="connsiteY48" fmla="*/ 91564 h 141834"/>
                <a:gd name="connsiteX49" fmla="*/ 1980 w 108608"/>
                <a:gd name="connsiteY49" fmla="*/ 87754 h 141834"/>
                <a:gd name="connsiteX50" fmla="*/ 75 w 108608"/>
                <a:gd name="connsiteY50" fmla="*/ 84230 h 141834"/>
                <a:gd name="connsiteX51" fmla="*/ 3123 w 108608"/>
                <a:gd name="connsiteY51" fmla="*/ 82134 h 141834"/>
                <a:gd name="connsiteX52" fmla="*/ 52843 w 108608"/>
                <a:gd name="connsiteY52" fmla="*/ 70228 h 141834"/>
                <a:gd name="connsiteX53" fmla="*/ 56177 w 108608"/>
                <a:gd name="connsiteY53" fmla="*/ 66228 h 141834"/>
                <a:gd name="connsiteX54" fmla="*/ 56177 w 108608"/>
                <a:gd name="connsiteY54" fmla="*/ 61560 h 141834"/>
                <a:gd name="connsiteX55" fmla="*/ 53415 w 108608"/>
                <a:gd name="connsiteY55" fmla="*/ 60417 h 141834"/>
                <a:gd name="connsiteX56" fmla="*/ 47509 w 108608"/>
                <a:gd name="connsiteY56" fmla="*/ 65370 h 141834"/>
                <a:gd name="connsiteX57" fmla="*/ 41508 w 108608"/>
                <a:gd name="connsiteY57" fmla="*/ 70800 h 141834"/>
                <a:gd name="connsiteX58" fmla="*/ 38137 w 108608"/>
                <a:gd name="connsiteY58" fmla="*/ 70866 h 141834"/>
                <a:gd name="connsiteX59" fmla="*/ 38079 w 108608"/>
                <a:gd name="connsiteY59" fmla="*/ 70800 h 141834"/>
                <a:gd name="connsiteX60" fmla="*/ 27411 w 108608"/>
                <a:gd name="connsiteY60" fmla="*/ 60703 h 141834"/>
                <a:gd name="connsiteX61" fmla="*/ 30269 w 108608"/>
                <a:gd name="connsiteY61" fmla="*/ 59274 h 141834"/>
                <a:gd name="connsiteX62" fmla="*/ 32460 w 108608"/>
                <a:gd name="connsiteY62" fmla="*/ 54417 h 141834"/>
                <a:gd name="connsiteX63" fmla="*/ 29793 w 108608"/>
                <a:gd name="connsiteY63" fmla="*/ 46035 h 141834"/>
                <a:gd name="connsiteX64" fmla="*/ 31317 w 108608"/>
                <a:gd name="connsiteY64" fmla="*/ 41939 h 141834"/>
                <a:gd name="connsiteX65" fmla="*/ 45890 w 108608"/>
                <a:gd name="connsiteY65" fmla="*/ 53464 h 141834"/>
                <a:gd name="connsiteX66" fmla="*/ 49224 w 108608"/>
                <a:gd name="connsiteY66" fmla="*/ 49368 h 141834"/>
                <a:gd name="connsiteX67" fmla="*/ 55129 w 108608"/>
                <a:gd name="connsiteY67" fmla="*/ 53369 h 141834"/>
                <a:gd name="connsiteX68" fmla="*/ 55796 w 108608"/>
                <a:gd name="connsiteY68" fmla="*/ 48130 h 141834"/>
                <a:gd name="connsiteX69" fmla="*/ 54939 w 108608"/>
                <a:gd name="connsiteY69" fmla="*/ 45177 h 141834"/>
                <a:gd name="connsiteX70" fmla="*/ 57510 w 108608"/>
                <a:gd name="connsiteY70" fmla="*/ 38510 h 141834"/>
                <a:gd name="connsiteX71" fmla="*/ 62368 w 108608"/>
                <a:gd name="connsiteY71" fmla="*/ 40415 h 141834"/>
                <a:gd name="connsiteX72" fmla="*/ 66369 w 108608"/>
                <a:gd name="connsiteY72" fmla="*/ 35081 h 141834"/>
                <a:gd name="connsiteX73" fmla="*/ 64749 w 108608"/>
                <a:gd name="connsiteY73" fmla="*/ 32985 h 141834"/>
                <a:gd name="connsiteX74" fmla="*/ 58082 w 108608"/>
                <a:gd name="connsiteY74" fmla="*/ 33843 h 141834"/>
                <a:gd name="connsiteX75" fmla="*/ 39889 w 108608"/>
                <a:gd name="connsiteY75" fmla="*/ 39367 h 141834"/>
                <a:gd name="connsiteX76" fmla="*/ 34269 w 108608"/>
                <a:gd name="connsiteY76" fmla="*/ 38510 h 141834"/>
                <a:gd name="connsiteX77" fmla="*/ 28554 w 108608"/>
                <a:gd name="connsiteY77" fmla="*/ 32604 h 141834"/>
                <a:gd name="connsiteX78" fmla="*/ 27411 w 108608"/>
                <a:gd name="connsiteY78" fmla="*/ 28413 h 141834"/>
                <a:gd name="connsiteX79" fmla="*/ 31221 w 108608"/>
                <a:gd name="connsiteY79" fmla="*/ 26794 h 141834"/>
                <a:gd name="connsiteX80" fmla="*/ 57034 w 108608"/>
                <a:gd name="connsiteY80" fmla="*/ 26794 h 141834"/>
                <a:gd name="connsiteX81" fmla="*/ 61320 w 108608"/>
                <a:gd name="connsiteY81" fmla="*/ 25556 h 141834"/>
                <a:gd name="connsiteX82" fmla="*/ 61320 w 108608"/>
                <a:gd name="connsiteY82" fmla="*/ 25080 h 141834"/>
                <a:gd name="connsiteX83" fmla="*/ 49414 w 108608"/>
                <a:gd name="connsiteY83" fmla="*/ 6696 h 141834"/>
                <a:gd name="connsiteX84" fmla="*/ 47795 w 108608"/>
                <a:gd name="connsiteY84" fmla="*/ 2124 h 141834"/>
                <a:gd name="connsiteX85" fmla="*/ 50367 w 108608"/>
                <a:gd name="connsiteY85" fmla="*/ 29 h 141834"/>
                <a:gd name="connsiteX86" fmla="*/ 54558 w 108608"/>
                <a:gd name="connsiteY86" fmla="*/ 1172 h 141834"/>
                <a:gd name="connsiteX87" fmla="*/ 64083 w 108608"/>
                <a:gd name="connsiteY87" fmla="*/ 7649 h 141834"/>
                <a:gd name="connsiteX88" fmla="*/ 65416 w 108608"/>
                <a:gd name="connsiteY88" fmla="*/ 10887 h 141834"/>
                <a:gd name="connsiteX89" fmla="*/ 63797 w 108608"/>
                <a:gd name="connsiteY89" fmla="*/ 22603 h 141834"/>
                <a:gd name="connsiteX90" fmla="*/ 63225 w 108608"/>
                <a:gd name="connsiteY90" fmla="*/ 25175 h 141834"/>
                <a:gd name="connsiteX91" fmla="*/ 72027 w 108608"/>
                <a:gd name="connsiteY91" fmla="*/ 21787 h 141834"/>
                <a:gd name="connsiteX92" fmla="*/ 72084 w 108608"/>
                <a:gd name="connsiteY92" fmla="*/ 21651 h 141834"/>
                <a:gd name="connsiteX93" fmla="*/ 75227 w 108608"/>
                <a:gd name="connsiteY93" fmla="*/ 13745 h 141834"/>
                <a:gd name="connsiteX94" fmla="*/ 81704 w 108608"/>
                <a:gd name="connsiteY94" fmla="*/ 4220 h 141834"/>
                <a:gd name="connsiteX95" fmla="*/ 86752 w 108608"/>
                <a:gd name="connsiteY95" fmla="*/ 4220 h 141834"/>
                <a:gd name="connsiteX96" fmla="*/ 96277 w 108608"/>
                <a:gd name="connsiteY96" fmla="*/ 13745 h 141834"/>
                <a:gd name="connsiteX97" fmla="*/ 96277 w 108608"/>
                <a:gd name="connsiteY97" fmla="*/ 20508 h 141834"/>
                <a:gd name="connsiteX98" fmla="*/ 86752 w 108608"/>
                <a:gd name="connsiteY98" fmla="*/ 27842 h 141834"/>
                <a:gd name="connsiteX99" fmla="*/ 77227 w 108608"/>
                <a:gd name="connsiteY99" fmla="*/ 30604 h 141834"/>
                <a:gd name="connsiteX100" fmla="*/ 74465 w 108608"/>
                <a:gd name="connsiteY100" fmla="*/ 31652 h 141834"/>
                <a:gd name="connsiteX101" fmla="*/ 65702 w 108608"/>
                <a:gd name="connsiteY101" fmla="*/ 41177 h 141834"/>
                <a:gd name="connsiteX102" fmla="*/ 78275 w 108608"/>
                <a:gd name="connsiteY102" fmla="*/ 54512 h 141834"/>
                <a:gd name="connsiteX103" fmla="*/ 78275 w 108608"/>
                <a:gd name="connsiteY103" fmla="*/ 54512 h 141834"/>
                <a:gd name="connsiteX104" fmla="*/ 76113 w 108608"/>
                <a:gd name="connsiteY104" fmla="*/ 51750 h 141834"/>
                <a:gd name="connsiteX105" fmla="*/ 76084 w 108608"/>
                <a:gd name="connsiteY105" fmla="*/ 51750 h 141834"/>
                <a:gd name="connsiteX106" fmla="*/ 72750 w 108608"/>
                <a:gd name="connsiteY106" fmla="*/ 51178 h 141834"/>
                <a:gd name="connsiteX107" fmla="*/ 69512 w 108608"/>
                <a:gd name="connsiteY107" fmla="*/ 53369 h 141834"/>
                <a:gd name="connsiteX108" fmla="*/ 68940 w 108608"/>
                <a:gd name="connsiteY108" fmla="*/ 62894 h 141834"/>
                <a:gd name="connsiteX109" fmla="*/ 71988 w 108608"/>
                <a:gd name="connsiteY109" fmla="*/ 65180 h 141834"/>
                <a:gd name="connsiteX110" fmla="*/ 75798 w 108608"/>
                <a:gd name="connsiteY110" fmla="*/ 62132 h 141834"/>
                <a:gd name="connsiteX111" fmla="*/ 78275 w 108608"/>
                <a:gd name="connsiteY111" fmla="*/ 54512 h 141834"/>
                <a:gd name="connsiteX112" fmla="*/ 35412 w 108608"/>
                <a:gd name="connsiteY112" fmla="*/ 100327 h 141834"/>
                <a:gd name="connsiteX113" fmla="*/ 35412 w 108608"/>
                <a:gd name="connsiteY113" fmla="*/ 100327 h 141834"/>
                <a:gd name="connsiteX114" fmla="*/ 35412 w 108608"/>
                <a:gd name="connsiteY114" fmla="*/ 101089 h 141834"/>
                <a:gd name="connsiteX115" fmla="*/ 38175 w 108608"/>
                <a:gd name="connsiteY115" fmla="*/ 100518 h 141834"/>
                <a:gd name="connsiteX116" fmla="*/ 46176 w 108608"/>
                <a:gd name="connsiteY116" fmla="*/ 97851 h 141834"/>
                <a:gd name="connsiteX117" fmla="*/ 53510 w 108608"/>
                <a:gd name="connsiteY117" fmla="*/ 95088 h 141834"/>
                <a:gd name="connsiteX118" fmla="*/ 56082 w 108608"/>
                <a:gd name="connsiteY118" fmla="*/ 91183 h 141834"/>
                <a:gd name="connsiteX119" fmla="*/ 55129 w 108608"/>
                <a:gd name="connsiteY119" fmla="*/ 88897 h 141834"/>
                <a:gd name="connsiteX120" fmla="*/ 53034 w 108608"/>
                <a:gd name="connsiteY120" fmla="*/ 88897 h 141834"/>
                <a:gd name="connsiteX121" fmla="*/ 38651 w 108608"/>
                <a:gd name="connsiteY121" fmla="*/ 97184 h 141834"/>
                <a:gd name="connsiteX122" fmla="*/ 35031 w 108608"/>
                <a:gd name="connsiteY122" fmla="*/ 99851 h 141834"/>
                <a:gd name="connsiteX123" fmla="*/ 69417 w 108608"/>
                <a:gd name="connsiteY123" fmla="*/ 72609 h 141834"/>
                <a:gd name="connsiteX124" fmla="*/ 69417 w 108608"/>
                <a:gd name="connsiteY124" fmla="*/ 72609 h 141834"/>
                <a:gd name="connsiteX125" fmla="*/ 75513 w 108608"/>
                <a:gd name="connsiteY125" fmla="*/ 73848 h 141834"/>
                <a:gd name="connsiteX126" fmla="*/ 85038 w 108608"/>
                <a:gd name="connsiteY126" fmla="*/ 68133 h 141834"/>
                <a:gd name="connsiteX127" fmla="*/ 87514 w 108608"/>
                <a:gd name="connsiteY127" fmla="*/ 65085 h 141834"/>
                <a:gd name="connsiteX128" fmla="*/ 73417 w 108608"/>
                <a:gd name="connsiteY128" fmla="*/ 69752 h 141834"/>
                <a:gd name="connsiteX129" fmla="*/ 69036 w 108608"/>
                <a:gd name="connsiteY129" fmla="*/ 72609 h 141834"/>
                <a:gd name="connsiteX130" fmla="*/ 80085 w 108608"/>
                <a:gd name="connsiteY130" fmla="*/ 23270 h 141834"/>
                <a:gd name="connsiteX131" fmla="*/ 80085 w 108608"/>
                <a:gd name="connsiteY131" fmla="*/ 23270 h 141834"/>
                <a:gd name="connsiteX132" fmla="*/ 87038 w 108608"/>
                <a:gd name="connsiteY132" fmla="*/ 20222 h 141834"/>
                <a:gd name="connsiteX133" fmla="*/ 86181 w 108608"/>
                <a:gd name="connsiteY133" fmla="*/ 16507 h 141834"/>
                <a:gd name="connsiteX134" fmla="*/ 83514 w 108608"/>
                <a:gd name="connsiteY134" fmla="*/ 16507 h 141834"/>
                <a:gd name="connsiteX135" fmla="*/ 80085 w 108608"/>
                <a:gd name="connsiteY135" fmla="*/ 23270 h 141834"/>
                <a:gd name="connsiteX136" fmla="*/ 71036 w 108608"/>
                <a:gd name="connsiteY136" fmla="*/ 80420 h 141834"/>
                <a:gd name="connsiteX137" fmla="*/ 71036 w 108608"/>
                <a:gd name="connsiteY137" fmla="*/ 80420 h 141834"/>
                <a:gd name="connsiteX138" fmla="*/ 69702 w 108608"/>
                <a:gd name="connsiteY138" fmla="*/ 81658 h 141834"/>
                <a:gd name="connsiteX139" fmla="*/ 69702 w 108608"/>
                <a:gd name="connsiteY139" fmla="*/ 87278 h 141834"/>
                <a:gd name="connsiteX140" fmla="*/ 71846 w 108608"/>
                <a:gd name="connsiteY140" fmla="*/ 89116 h 141834"/>
                <a:gd name="connsiteX141" fmla="*/ 73036 w 108608"/>
                <a:gd name="connsiteY141" fmla="*/ 88611 h 141834"/>
                <a:gd name="connsiteX142" fmla="*/ 75227 w 108608"/>
                <a:gd name="connsiteY142" fmla="*/ 86516 h 141834"/>
                <a:gd name="connsiteX143" fmla="*/ 71036 w 108608"/>
                <a:gd name="connsiteY143" fmla="*/ 80706 h 14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08608" h="141834">
                  <a:moveTo>
                    <a:pt x="65226" y="42891"/>
                  </a:moveTo>
                  <a:lnTo>
                    <a:pt x="67607" y="45463"/>
                  </a:lnTo>
                  <a:cubicBezTo>
                    <a:pt x="69036" y="46797"/>
                    <a:pt x="70464" y="47939"/>
                    <a:pt x="71798" y="49273"/>
                  </a:cubicBezTo>
                  <a:cubicBezTo>
                    <a:pt x="74608" y="48740"/>
                    <a:pt x="77199" y="47378"/>
                    <a:pt x="79227" y="45368"/>
                  </a:cubicBezTo>
                  <a:cubicBezTo>
                    <a:pt x="81189" y="43057"/>
                    <a:pt x="82390" y="40196"/>
                    <a:pt x="82656" y="37176"/>
                  </a:cubicBezTo>
                  <a:cubicBezTo>
                    <a:pt x="82656" y="36510"/>
                    <a:pt x="82656" y="35843"/>
                    <a:pt x="82656" y="35176"/>
                  </a:cubicBezTo>
                  <a:cubicBezTo>
                    <a:pt x="82704" y="33599"/>
                    <a:pt x="84028" y="32362"/>
                    <a:pt x="85609" y="32414"/>
                  </a:cubicBezTo>
                  <a:cubicBezTo>
                    <a:pt x="86190" y="32434"/>
                    <a:pt x="86762" y="32633"/>
                    <a:pt x="87228" y="32985"/>
                  </a:cubicBezTo>
                  <a:cubicBezTo>
                    <a:pt x="88019" y="33473"/>
                    <a:pt x="88752" y="34047"/>
                    <a:pt x="89419" y="34700"/>
                  </a:cubicBezTo>
                  <a:cubicBezTo>
                    <a:pt x="91324" y="36602"/>
                    <a:pt x="93544" y="38150"/>
                    <a:pt x="95991" y="39272"/>
                  </a:cubicBezTo>
                  <a:cubicBezTo>
                    <a:pt x="99135" y="40510"/>
                    <a:pt x="99325" y="42796"/>
                    <a:pt x="96658" y="44987"/>
                  </a:cubicBezTo>
                  <a:cubicBezTo>
                    <a:pt x="94925" y="46444"/>
                    <a:pt x="93001" y="47663"/>
                    <a:pt x="90943" y="48606"/>
                  </a:cubicBezTo>
                  <a:cubicBezTo>
                    <a:pt x="89057" y="49359"/>
                    <a:pt x="87409" y="50607"/>
                    <a:pt x="86181" y="52226"/>
                  </a:cubicBezTo>
                  <a:cubicBezTo>
                    <a:pt x="85038" y="53845"/>
                    <a:pt x="83704" y="55464"/>
                    <a:pt x="82466" y="57083"/>
                  </a:cubicBezTo>
                  <a:cubicBezTo>
                    <a:pt x="81228" y="58703"/>
                    <a:pt x="81704" y="58608"/>
                    <a:pt x="80942" y="60036"/>
                  </a:cubicBezTo>
                  <a:cubicBezTo>
                    <a:pt x="81980" y="59979"/>
                    <a:pt x="82999" y="59779"/>
                    <a:pt x="83990" y="59465"/>
                  </a:cubicBezTo>
                  <a:cubicBezTo>
                    <a:pt x="87705" y="57655"/>
                    <a:pt x="91515" y="55750"/>
                    <a:pt x="95134" y="53750"/>
                  </a:cubicBezTo>
                  <a:cubicBezTo>
                    <a:pt x="100944" y="50416"/>
                    <a:pt x="104659" y="53750"/>
                    <a:pt x="107612" y="57846"/>
                  </a:cubicBezTo>
                  <a:cubicBezTo>
                    <a:pt x="109422" y="60608"/>
                    <a:pt x="108755" y="62322"/>
                    <a:pt x="105707" y="63656"/>
                  </a:cubicBezTo>
                  <a:cubicBezTo>
                    <a:pt x="98373" y="66990"/>
                    <a:pt x="90943" y="70133"/>
                    <a:pt x="83704" y="73181"/>
                  </a:cubicBezTo>
                  <a:cubicBezTo>
                    <a:pt x="81180" y="74000"/>
                    <a:pt x="78875" y="75362"/>
                    <a:pt x="76941" y="77181"/>
                  </a:cubicBezTo>
                  <a:cubicBezTo>
                    <a:pt x="77894" y="77943"/>
                    <a:pt x="78656" y="78705"/>
                    <a:pt x="79513" y="79277"/>
                  </a:cubicBezTo>
                  <a:cubicBezTo>
                    <a:pt x="82656" y="81372"/>
                    <a:pt x="85895" y="83277"/>
                    <a:pt x="89038" y="85278"/>
                  </a:cubicBezTo>
                  <a:cubicBezTo>
                    <a:pt x="92181" y="87278"/>
                    <a:pt x="91515" y="88611"/>
                    <a:pt x="89038" y="90326"/>
                  </a:cubicBezTo>
                  <a:cubicBezTo>
                    <a:pt x="88162" y="91050"/>
                    <a:pt x="87162" y="91593"/>
                    <a:pt x="86085" y="91945"/>
                  </a:cubicBezTo>
                  <a:lnTo>
                    <a:pt x="75798" y="95469"/>
                  </a:lnTo>
                  <a:lnTo>
                    <a:pt x="72274" y="96803"/>
                  </a:lnTo>
                  <a:cubicBezTo>
                    <a:pt x="70702" y="97260"/>
                    <a:pt x="69683" y="98794"/>
                    <a:pt x="69893" y="100422"/>
                  </a:cubicBezTo>
                  <a:cubicBezTo>
                    <a:pt x="69893" y="106137"/>
                    <a:pt x="69893" y="111948"/>
                    <a:pt x="69893" y="117758"/>
                  </a:cubicBezTo>
                  <a:cubicBezTo>
                    <a:pt x="70007" y="122930"/>
                    <a:pt x="69398" y="128092"/>
                    <a:pt x="68083" y="133093"/>
                  </a:cubicBezTo>
                  <a:cubicBezTo>
                    <a:pt x="66988" y="136332"/>
                    <a:pt x="64969" y="139180"/>
                    <a:pt x="62273" y="141285"/>
                  </a:cubicBezTo>
                  <a:cubicBezTo>
                    <a:pt x="61501" y="142018"/>
                    <a:pt x="60282" y="142018"/>
                    <a:pt x="59511" y="141285"/>
                  </a:cubicBezTo>
                  <a:cubicBezTo>
                    <a:pt x="57006" y="139427"/>
                    <a:pt x="55672" y="136389"/>
                    <a:pt x="55986" y="133283"/>
                  </a:cubicBezTo>
                  <a:cubicBezTo>
                    <a:pt x="55986" y="125759"/>
                    <a:pt x="55986" y="118139"/>
                    <a:pt x="55986" y="110614"/>
                  </a:cubicBezTo>
                  <a:cubicBezTo>
                    <a:pt x="55986" y="109376"/>
                    <a:pt x="55986" y="108137"/>
                    <a:pt x="55986" y="106899"/>
                  </a:cubicBezTo>
                  <a:cubicBezTo>
                    <a:pt x="56091" y="105709"/>
                    <a:pt x="56282" y="104537"/>
                    <a:pt x="56558" y="103375"/>
                  </a:cubicBezTo>
                  <a:cubicBezTo>
                    <a:pt x="55510" y="102232"/>
                    <a:pt x="54272" y="103375"/>
                    <a:pt x="53224" y="103375"/>
                  </a:cubicBezTo>
                  <a:cubicBezTo>
                    <a:pt x="48462" y="105185"/>
                    <a:pt x="43699" y="107090"/>
                    <a:pt x="38937" y="108709"/>
                  </a:cubicBezTo>
                  <a:cubicBezTo>
                    <a:pt x="34174" y="110328"/>
                    <a:pt x="31126" y="111185"/>
                    <a:pt x="27221" y="112233"/>
                  </a:cubicBezTo>
                  <a:cubicBezTo>
                    <a:pt x="24725" y="112652"/>
                    <a:pt x="22182" y="111795"/>
                    <a:pt x="20458" y="109947"/>
                  </a:cubicBezTo>
                  <a:cubicBezTo>
                    <a:pt x="19744" y="109500"/>
                    <a:pt x="19534" y="108557"/>
                    <a:pt x="19991" y="107842"/>
                  </a:cubicBezTo>
                  <a:cubicBezTo>
                    <a:pt x="20106" y="107652"/>
                    <a:pt x="20268" y="107499"/>
                    <a:pt x="20458" y="107376"/>
                  </a:cubicBezTo>
                  <a:cubicBezTo>
                    <a:pt x="21239" y="106537"/>
                    <a:pt x="22058" y="105737"/>
                    <a:pt x="22935" y="104994"/>
                  </a:cubicBezTo>
                  <a:cubicBezTo>
                    <a:pt x="31383" y="96984"/>
                    <a:pt x="41023" y="90335"/>
                    <a:pt x="51510" y="85278"/>
                  </a:cubicBezTo>
                  <a:cubicBezTo>
                    <a:pt x="52634" y="84773"/>
                    <a:pt x="53681" y="84135"/>
                    <a:pt x="54653" y="83373"/>
                  </a:cubicBezTo>
                  <a:cubicBezTo>
                    <a:pt x="56920" y="81810"/>
                    <a:pt x="57510" y="78715"/>
                    <a:pt x="55986" y="76419"/>
                  </a:cubicBezTo>
                  <a:cubicBezTo>
                    <a:pt x="55101" y="76362"/>
                    <a:pt x="54205" y="76362"/>
                    <a:pt x="53319" y="76419"/>
                  </a:cubicBezTo>
                  <a:cubicBezTo>
                    <a:pt x="42499" y="80791"/>
                    <a:pt x="31964" y="85849"/>
                    <a:pt x="21792" y="91564"/>
                  </a:cubicBezTo>
                  <a:cubicBezTo>
                    <a:pt x="17782" y="93860"/>
                    <a:pt x="12848" y="93860"/>
                    <a:pt x="8838" y="91564"/>
                  </a:cubicBezTo>
                  <a:cubicBezTo>
                    <a:pt x="6485" y="90421"/>
                    <a:pt x="4189" y="89154"/>
                    <a:pt x="1980" y="87754"/>
                  </a:cubicBezTo>
                  <a:cubicBezTo>
                    <a:pt x="551" y="87221"/>
                    <a:pt x="-259" y="85716"/>
                    <a:pt x="75" y="84230"/>
                  </a:cubicBezTo>
                  <a:cubicBezTo>
                    <a:pt x="75" y="82515"/>
                    <a:pt x="1694" y="82325"/>
                    <a:pt x="3123" y="82134"/>
                  </a:cubicBezTo>
                  <a:cubicBezTo>
                    <a:pt x="19972" y="79420"/>
                    <a:pt x="36593" y="75438"/>
                    <a:pt x="52843" y="70228"/>
                  </a:cubicBezTo>
                  <a:cubicBezTo>
                    <a:pt x="55129" y="69466"/>
                    <a:pt x="56177" y="68514"/>
                    <a:pt x="56177" y="66228"/>
                  </a:cubicBezTo>
                  <a:cubicBezTo>
                    <a:pt x="56320" y="64675"/>
                    <a:pt x="56320" y="63113"/>
                    <a:pt x="56177" y="61560"/>
                  </a:cubicBezTo>
                  <a:cubicBezTo>
                    <a:pt x="56177" y="59941"/>
                    <a:pt x="54748" y="59465"/>
                    <a:pt x="53415" y="60417"/>
                  </a:cubicBezTo>
                  <a:cubicBezTo>
                    <a:pt x="52081" y="61370"/>
                    <a:pt x="49509" y="63656"/>
                    <a:pt x="47509" y="65370"/>
                  </a:cubicBezTo>
                  <a:lnTo>
                    <a:pt x="41508" y="70800"/>
                  </a:lnTo>
                  <a:cubicBezTo>
                    <a:pt x="40594" y="71742"/>
                    <a:pt x="39089" y="71771"/>
                    <a:pt x="38137" y="70866"/>
                  </a:cubicBezTo>
                  <a:cubicBezTo>
                    <a:pt x="38118" y="70838"/>
                    <a:pt x="38098" y="70819"/>
                    <a:pt x="38079" y="70800"/>
                  </a:cubicBezTo>
                  <a:lnTo>
                    <a:pt x="27411" y="60703"/>
                  </a:lnTo>
                  <a:lnTo>
                    <a:pt x="30269" y="59274"/>
                  </a:lnTo>
                  <a:cubicBezTo>
                    <a:pt x="32936" y="57941"/>
                    <a:pt x="33222" y="57274"/>
                    <a:pt x="32460" y="54417"/>
                  </a:cubicBezTo>
                  <a:lnTo>
                    <a:pt x="29793" y="46035"/>
                  </a:lnTo>
                  <a:cubicBezTo>
                    <a:pt x="29221" y="43844"/>
                    <a:pt x="29793" y="43844"/>
                    <a:pt x="31317" y="41939"/>
                  </a:cubicBezTo>
                  <a:cubicBezTo>
                    <a:pt x="36498" y="45358"/>
                    <a:pt x="41365" y="49216"/>
                    <a:pt x="45890" y="53464"/>
                  </a:cubicBezTo>
                  <a:lnTo>
                    <a:pt x="49224" y="49368"/>
                  </a:lnTo>
                  <a:lnTo>
                    <a:pt x="55129" y="53369"/>
                  </a:lnTo>
                  <a:cubicBezTo>
                    <a:pt x="56034" y="51778"/>
                    <a:pt x="56272" y="49892"/>
                    <a:pt x="55796" y="48130"/>
                  </a:cubicBezTo>
                  <a:cubicBezTo>
                    <a:pt x="55796" y="47178"/>
                    <a:pt x="55224" y="46225"/>
                    <a:pt x="54939" y="45177"/>
                  </a:cubicBezTo>
                  <a:cubicBezTo>
                    <a:pt x="53891" y="41367"/>
                    <a:pt x="53986" y="41082"/>
                    <a:pt x="57510" y="38510"/>
                  </a:cubicBezTo>
                  <a:lnTo>
                    <a:pt x="62368" y="40415"/>
                  </a:lnTo>
                  <a:cubicBezTo>
                    <a:pt x="64140" y="39016"/>
                    <a:pt x="65521" y="37177"/>
                    <a:pt x="66369" y="35081"/>
                  </a:cubicBezTo>
                  <a:cubicBezTo>
                    <a:pt x="67035" y="33938"/>
                    <a:pt x="66369" y="32890"/>
                    <a:pt x="64749" y="32985"/>
                  </a:cubicBezTo>
                  <a:cubicBezTo>
                    <a:pt x="62502" y="33023"/>
                    <a:pt x="60263" y="33311"/>
                    <a:pt x="58082" y="33843"/>
                  </a:cubicBezTo>
                  <a:cubicBezTo>
                    <a:pt x="51986" y="35557"/>
                    <a:pt x="45890" y="37462"/>
                    <a:pt x="39889" y="39367"/>
                  </a:cubicBezTo>
                  <a:cubicBezTo>
                    <a:pt x="38022" y="40321"/>
                    <a:pt x="35765" y="39977"/>
                    <a:pt x="34269" y="38510"/>
                  </a:cubicBezTo>
                  <a:lnTo>
                    <a:pt x="28554" y="32604"/>
                  </a:lnTo>
                  <a:cubicBezTo>
                    <a:pt x="27507" y="31461"/>
                    <a:pt x="26554" y="30128"/>
                    <a:pt x="27411" y="28413"/>
                  </a:cubicBezTo>
                  <a:cubicBezTo>
                    <a:pt x="28269" y="26699"/>
                    <a:pt x="29793" y="26794"/>
                    <a:pt x="31221" y="26794"/>
                  </a:cubicBezTo>
                  <a:lnTo>
                    <a:pt x="57034" y="26794"/>
                  </a:lnTo>
                  <a:cubicBezTo>
                    <a:pt x="58558" y="26794"/>
                    <a:pt x="60273" y="26794"/>
                    <a:pt x="61320" y="25556"/>
                  </a:cubicBezTo>
                  <a:lnTo>
                    <a:pt x="61320" y="25080"/>
                  </a:lnTo>
                  <a:cubicBezTo>
                    <a:pt x="56844" y="19364"/>
                    <a:pt x="54558" y="12126"/>
                    <a:pt x="49414" y="6696"/>
                  </a:cubicBezTo>
                  <a:cubicBezTo>
                    <a:pt x="48100" y="5570"/>
                    <a:pt x="47481" y="3828"/>
                    <a:pt x="47795" y="2124"/>
                  </a:cubicBezTo>
                  <a:cubicBezTo>
                    <a:pt x="47795" y="600"/>
                    <a:pt x="48938" y="-162"/>
                    <a:pt x="50367" y="29"/>
                  </a:cubicBezTo>
                  <a:cubicBezTo>
                    <a:pt x="51834" y="104"/>
                    <a:pt x="53262" y="494"/>
                    <a:pt x="54558" y="1172"/>
                  </a:cubicBezTo>
                  <a:cubicBezTo>
                    <a:pt x="57987" y="3172"/>
                    <a:pt x="61225" y="5458"/>
                    <a:pt x="64083" y="7649"/>
                  </a:cubicBezTo>
                  <a:cubicBezTo>
                    <a:pt x="65168" y="8339"/>
                    <a:pt x="65702" y="9635"/>
                    <a:pt x="65416" y="10887"/>
                  </a:cubicBezTo>
                  <a:cubicBezTo>
                    <a:pt x="65416" y="14793"/>
                    <a:pt x="64368" y="18698"/>
                    <a:pt x="63797" y="22603"/>
                  </a:cubicBezTo>
                  <a:lnTo>
                    <a:pt x="63225" y="25175"/>
                  </a:lnTo>
                  <a:cubicBezTo>
                    <a:pt x="66588" y="26669"/>
                    <a:pt x="70531" y="25152"/>
                    <a:pt x="72027" y="21787"/>
                  </a:cubicBezTo>
                  <a:cubicBezTo>
                    <a:pt x="72046" y="21742"/>
                    <a:pt x="72065" y="21696"/>
                    <a:pt x="72084" y="21651"/>
                  </a:cubicBezTo>
                  <a:cubicBezTo>
                    <a:pt x="73274" y="19073"/>
                    <a:pt x="74322" y="16434"/>
                    <a:pt x="75227" y="13745"/>
                  </a:cubicBezTo>
                  <a:cubicBezTo>
                    <a:pt x="76713" y="10163"/>
                    <a:pt x="78923" y="6922"/>
                    <a:pt x="81704" y="4220"/>
                  </a:cubicBezTo>
                  <a:cubicBezTo>
                    <a:pt x="83514" y="2410"/>
                    <a:pt x="84942" y="2124"/>
                    <a:pt x="86752" y="4220"/>
                  </a:cubicBezTo>
                  <a:cubicBezTo>
                    <a:pt x="90124" y="7190"/>
                    <a:pt x="93305" y="10371"/>
                    <a:pt x="96277" y="13745"/>
                  </a:cubicBezTo>
                  <a:cubicBezTo>
                    <a:pt x="97696" y="15775"/>
                    <a:pt x="97696" y="18477"/>
                    <a:pt x="96277" y="20508"/>
                  </a:cubicBezTo>
                  <a:cubicBezTo>
                    <a:pt x="93867" y="23815"/>
                    <a:pt x="90562" y="26361"/>
                    <a:pt x="86752" y="27842"/>
                  </a:cubicBezTo>
                  <a:cubicBezTo>
                    <a:pt x="83647" y="28998"/>
                    <a:pt x="80466" y="29921"/>
                    <a:pt x="77227" y="30604"/>
                  </a:cubicBezTo>
                  <a:cubicBezTo>
                    <a:pt x="76237" y="30735"/>
                    <a:pt x="75294" y="31095"/>
                    <a:pt x="74465" y="31652"/>
                  </a:cubicBezTo>
                  <a:cubicBezTo>
                    <a:pt x="71512" y="34700"/>
                    <a:pt x="68655" y="37938"/>
                    <a:pt x="65702" y="41177"/>
                  </a:cubicBezTo>
                  <a:close/>
                  <a:moveTo>
                    <a:pt x="78275" y="54512"/>
                  </a:moveTo>
                  <a:lnTo>
                    <a:pt x="78275" y="54512"/>
                  </a:lnTo>
                  <a:cubicBezTo>
                    <a:pt x="78437" y="53150"/>
                    <a:pt x="77475" y="51921"/>
                    <a:pt x="76113" y="51750"/>
                  </a:cubicBezTo>
                  <a:cubicBezTo>
                    <a:pt x="76103" y="51750"/>
                    <a:pt x="76094" y="51750"/>
                    <a:pt x="76084" y="51750"/>
                  </a:cubicBezTo>
                  <a:lnTo>
                    <a:pt x="72750" y="51178"/>
                  </a:lnTo>
                  <a:cubicBezTo>
                    <a:pt x="70655" y="51178"/>
                    <a:pt x="69702" y="51178"/>
                    <a:pt x="69512" y="53369"/>
                  </a:cubicBezTo>
                  <a:cubicBezTo>
                    <a:pt x="69131" y="56531"/>
                    <a:pt x="68940" y="59712"/>
                    <a:pt x="68940" y="62894"/>
                  </a:cubicBezTo>
                  <a:cubicBezTo>
                    <a:pt x="68940" y="65085"/>
                    <a:pt x="69893" y="65656"/>
                    <a:pt x="71988" y="65180"/>
                  </a:cubicBezTo>
                  <a:cubicBezTo>
                    <a:pt x="73665" y="64827"/>
                    <a:pt x="75084" y="63694"/>
                    <a:pt x="75798" y="62132"/>
                  </a:cubicBezTo>
                  <a:cubicBezTo>
                    <a:pt x="76751" y="59655"/>
                    <a:pt x="77513" y="57083"/>
                    <a:pt x="78275" y="54512"/>
                  </a:cubicBezTo>
                  <a:close/>
                  <a:moveTo>
                    <a:pt x="35412" y="100327"/>
                  </a:moveTo>
                  <a:lnTo>
                    <a:pt x="35412" y="100327"/>
                  </a:lnTo>
                  <a:lnTo>
                    <a:pt x="35412" y="101089"/>
                  </a:lnTo>
                  <a:cubicBezTo>
                    <a:pt x="36346" y="100956"/>
                    <a:pt x="37270" y="100765"/>
                    <a:pt x="38175" y="100518"/>
                  </a:cubicBezTo>
                  <a:lnTo>
                    <a:pt x="46176" y="97851"/>
                  </a:lnTo>
                  <a:lnTo>
                    <a:pt x="53510" y="95088"/>
                  </a:lnTo>
                  <a:cubicBezTo>
                    <a:pt x="55234" y="94622"/>
                    <a:pt x="56339" y="92945"/>
                    <a:pt x="56082" y="91183"/>
                  </a:cubicBezTo>
                  <a:cubicBezTo>
                    <a:pt x="56043" y="90335"/>
                    <a:pt x="55710" y="89526"/>
                    <a:pt x="55129" y="88897"/>
                  </a:cubicBezTo>
                  <a:cubicBezTo>
                    <a:pt x="55129" y="88897"/>
                    <a:pt x="53700" y="88897"/>
                    <a:pt x="53034" y="88897"/>
                  </a:cubicBezTo>
                  <a:cubicBezTo>
                    <a:pt x="48271" y="91659"/>
                    <a:pt x="43509" y="94326"/>
                    <a:pt x="38651" y="97184"/>
                  </a:cubicBezTo>
                  <a:cubicBezTo>
                    <a:pt x="37346" y="97936"/>
                    <a:pt x="36136" y="98822"/>
                    <a:pt x="35031" y="99851"/>
                  </a:cubicBezTo>
                  <a:close/>
                  <a:moveTo>
                    <a:pt x="69417" y="72609"/>
                  </a:moveTo>
                  <a:lnTo>
                    <a:pt x="69417" y="72609"/>
                  </a:lnTo>
                  <a:cubicBezTo>
                    <a:pt x="71703" y="75276"/>
                    <a:pt x="72846" y="75372"/>
                    <a:pt x="75513" y="73848"/>
                  </a:cubicBezTo>
                  <a:cubicBezTo>
                    <a:pt x="78180" y="72324"/>
                    <a:pt x="82180" y="70133"/>
                    <a:pt x="85038" y="68133"/>
                  </a:cubicBezTo>
                  <a:cubicBezTo>
                    <a:pt x="86085" y="67561"/>
                    <a:pt x="87324" y="67180"/>
                    <a:pt x="87514" y="65085"/>
                  </a:cubicBezTo>
                  <a:cubicBezTo>
                    <a:pt x="82180" y="65085"/>
                    <a:pt x="77989" y="68895"/>
                    <a:pt x="73417" y="69752"/>
                  </a:cubicBezTo>
                  <a:cubicBezTo>
                    <a:pt x="71617" y="70047"/>
                    <a:pt x="70026" y="71085"/>
                    <a:pt x="69036" y="72609"/>
                  </a:cubicBezTo>
                  <a:close/>
                  <a:moveTo>
                    <a:pt x="80085" y="23270"/>
                  </a:moveTo>
                  <a:lnTo>
                    <a:pt x="80085" y="23270"/>
                  </a:lnTo>
                  <a:cubicBezTo>
                    <a:pt x="82837" y="24210"/>
                    <a:pt x="85857" y="22887"/>
                    <a:pt x="87038" y="20222"/>
                  </a:cubicBezTo>
                  <a:cubicBezTo>
                    <a:pt x="87533" y="18924"/>
                    <a:pt x="87190" y="17458"/>
                    <a:pt x="86181" y="16507"/>
                  </a:cubicBezTo>
                  <a:cubicBezTo>
                    <a:pt x="85228" y="15650"/>
                    <a:pt x="84180" y="15459"/>
                    <a:pt x="83514" y="16507"/>
                  </a:cubicBezTo>
                  <a:cubicBezTo>
                    <a:pt x="81771" y="18401"/>
                    <a:pt x="80580" y="20742"/>
                    <a:pt x="80085" y="23270"/>
                  </a:cubicBezTo>
                  <a:close/>
                  <a:moveTo>
                    <a:pt x="71036" y="80420"/>
                  </a:moveTo>
                  <a:lnTo>
                    <a:pt x="71036" y="80420"/>
                  </a:lnTo>
                  <a:cubicBezTo>
                    <a:pt x="70274" y="81087"/>
                    <a:pt x="69702" y="81372"/>
                    <a:pt x="69702" y="81658"/>
                  </a:cubicBezTo>
                  <a:cubicBezTo>
                    <a:pt x="69560" y="83525"/>
                    <a:pt x="69560" y="85411"/>
                    <a:pt x="69702" y="87278"/>
                  </a:cubicBezTo>
                  <a:cubicBezTo>
                    <a:pt x="69788" y="88383"/>
                    <a:pt x="70750" y="89202"/>
                    <a:pt x="71846" y="89116"/>
                  </a:cubicBezTo>
                  <a:cubicBezTo>
                    <a:pt x="72293" y="89087"/>
                    <a:pt x="72712" y="88907"/>
                    <a:pt x="73036" y="88611"/>
                  </a:cubicBezTo>
                  <a:cubicBezTo>
                    <a:pt x="73817" y="87964"/>
                    <a:pt x="74541" y="87259"/>
                    <a:pt x="75227" y="86516"/>
                  </a:cubicBezTo>
                  <a:cubicBezTo>
                    <a:pt x="73798" y="84801"/>
                    <a:pt x="72560" y="82896"/>
                    <a:pt x="71036" y="807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9" name="任意多边形: 形状 1938">
              <a:extLst>
                <a:ext uri="{FF2B5EF4-FFF2-40B4-BE49-F238E27FC236}">
                  <a16:creationId xmlns:a16="http://schemas.microsoft.com/office/drawing/2014/main" id="{24C1AC05-678D-4A73-8B5E-BE5211B46BB4}"/>
                </a:ext>
              </a:extLst>
            </p:cNvPr>
            <p:cNvSpPr/>
            <p:nvPr/>
          </p:nvSpPr>
          <p:spPr>
            <a:xfrm>
              <a:off x="6342729" y="6570938"/>
              <a:ext cx="150169" cy="138036"/>
            </a:xfrm>
            <a:custGeom>
              <a:avLst/>
              <a:gdLst>
                <a:gd name="connsiteX0" fmla="*/ 30302 w 118808"/>
                <a:gd name="connsiteY0" fmla="*/ 62806 h 109209"/>
                <a:gd name="connsiteX1" fmla="*/ 28492 w 118808"/>
                <a:gd name="connsiteY1" fmla="*/ 65473 h 109209"/>
                <a:gd name="connsiteX2" fmla="*/ 20110 w 118808"/>
                <a:gd name="connsiteY2" fmla="*/ 80618 h 109209"/>
                <a:gd name="connsiteX3" fmla="*/ 10585 w 118808"/>
                <a:gd name="connsiteY3" fmla="*/ 90143 h 109209"/>
                <a:gd name="connsiteX4" fmla="*/ 8681 w 118808"/>
                <a:gd name="connsiteY4" fmla="*/ 90143 h 109209"/>
                <a:gd name="connsiteX5" fmla="*/ 3537 w 118808"/>
                <a:gd name="connsiteY5" fmla="*/ 87857 h 109209"/>
                <a:gd name="connsiteX6" fmla="*/ 4394 w 118808"/>
                <a:gd name="connsiteY6" fmla="*/ 79760 h 109209"/>
                <a:gd name="connsiteX7" fmla="*/ 11538 w 118808"/>
                <a:gd name="connsiteY7" fmla="*/ 73760 h 109209"/>
                <a:gd name="connsiteX8" fmla="*/ 29540 w 118808"/>
                <a:gd name="connsiteY8" fmla="*/ 53376 h 109209"/>
                <a:gd name="connsiteX9" fmla="*/ 31826 w 118808"/>
                <a:gd name="connsiteY9" fmla="*/ 49280 h 109209"/>
                <a:gd name="connsiteX10" fmla="*/ 33636 w 118808"/>
                <a:gd name="connsiteY10" fmla="*/ 38041 h 109209"/>
                <a:gd name="connsiteX11" fmla="*/ 31350 w 118808"/>
                <a:gd name="connsiteY11" fmla="*/ 39565 h 109209"/>
                <a:gd name="connsiteX12" fmla="*/ 27178 w 118808"/>
                <a:gd name="connsiteY12" fmla="*/ 39679 h 109209"/>
                <a:gd name="connsiteX13" fmla="*/ 27064 w 118808"/>
                <a:gd name="connsiteY13" fmla="*/ 39565 h 109209"/>
                <a:gd name="connsiteX14" fmla="*/ 21063 w 118808"/>
                <a:gd name="connsiteY14" fmla="*/ 31659 h 109209"/>
                <a:gd name="connsiteX15" fmla="*/ 23349 w 118808"/>
                <a:gd name="connsiteY15" fmla="*/ 30326 h 109209"/>
                <a:gd name="connsiteX16" fmla="*/ 35255 w 118808"/>
                <a:gd name="connsiteY16" fmla="*/ 23468 h 109209"/>
                <a:gd name="connsiteX17" fmla="*/ 36589 w 118808"/>
                <a:gd name="connsiteY17" fmla="*/ 20896 h 109209"/>
                <a:gd name="connsiteX18" fmla="*/ 38398 w 118808"/>
                <a:gd name="connsiteY18" fmla="*/ 8132 h 109209"/>
                <a:gd name="connsiteX19" fmla="*/ 40399 w 118808"/>
                <a:gd name="connsiteY19" fmla="*/ 4894 h 109209"/>
                <a:gd name="connsiteX20" fmla="*/ 43256 w 118808"/>
                <a:gd name="connsiteY20" fmla="*/ 4894 h 109209"/>
                <a:gd name="connsiteX21" fmla="*/ 52210 w 118808"/>
                <a:gd name="connsiteY21" fmla="*/ 12609 h 109209"/>
                <a:gd name="connsiteX22" fmla="*/ 53353 w 118808"/>
                <a:gd name="connsiteY22" fmla="*/ 15943 h 109209"/>
                <a:gd name="connsiteX23" fmla="*/ 56020 w 118808"/>
                <a:gd name="connsiteY23" fmla="*/ 16419 h 109209"/>
                <a:gd name="connsiteX24" fmla="*/ 58306 w 118808"/>
                <a:gd name="connsiteY24" fmla="*/ 20039 h 109209"/>
                <a:gd name="connsiteX25" fmla="*/ 56972 w 118808"/>
                <a:gd name="connsiteY25" fmla="*/ 22515 h 109209"/>
                <a:gd name="connsiteX26" fmla="*/ 49257 w 118808"/>
                <a:gd name="connsiteY26" fmla="*/ 29183 h 109209"/>
                <a:gd name="connsiteX27" fmla="*/ 46114 w 118808"/>
                <a:gd name="connsiteY27" fmla="*/ 34612 h 109209"/>
                <a:gd name="connsiteX28" fmla="*/ 43066 w 118808"/>
                <a:gd name="connsiteY28" fmla="*/ 52709 h 109209"/>
                <a:gd name="connsiteX29" fmla="*/ 41351 w 118808"/>
                <a:gd name="connsiteY29" fmla="*/ 79475 h 109209"/>
                <a:gd name="connsiteX30" fmla="*/ 41351 w 118808"/>
                <a:gd name="connsiteY30" fmla="*/ 92714 h 109209"/>
                <a:gd name="connsiteX31" fmla="*/ 46114 w 118808"/>
                <a:gd name="connsiteY31" fmla="*/ 96429 h 109209"/>
                <a:gd name="connsiteX32" fmla="*/ 51543 w 118808"/>
                <a:gd name="connsiteY32" fmla="*/ 93762 h 109209"/>
                <a:gd name="connsiteX33" fmla="*/ 65354 w 118808"/>
                <a:gd name="connsiteY33" fmla="*/ 77760 h 109209"/>
                <a:gd name="connsiteX34" fmla="*/ 65354 w 118808"/>
                <a:gd name="connsiteY34" fmla="*/ 73093 h 109209"/>
                <a:gd name="connsiteX35" fmla="*/ 60020 w 118808"/>
                <a:gd name="connsiteY35" fmla="*/ 65187 h 109209"/>
                <a:gd name="connsiteX36" fmla="*/ 59163 w 118808"/>
                <a:gd name="connsiteY36" fmla="*/ 63758 h 109209"/>
                <a:gd name="connsiteX37" fmla="*/ 59163 w 118808"/>
                <a:gd name="connsiteY37" fmla="*/ 60615 h 109209"/>
                <a:gd name="connsiteX38" fmla="*/ 62497 w 118808"/>
                <a:gd name="connsiteY38" fmla="*/ 60615 h 109209"/>
                <a:gd name="connsiteX39" fmla="*/ 72022 w 118808"/>
                <a:gd name="connsiteY39" fmla="*/ 66044 h 109209"/>
                <a:gd name="connsiteX40" fmla="*/ 76022 w 118808"/>
                <a:gd name="connsiteY40" fmla="*/ 57853 h 109209"/>
                <a:gd name="connsiteX41" fmla="*/ 76022 w 118808"/>
                <a:gd name="connsiteY41" fmla="*/ 55091 h 109209"/>
                <a:gd name="connsiteX42" fmla="*/ 73260 w 118808"/>
                <a:gd name="connsiteY42" fmla="*/ 55853 h 109209"/>
                <a:gd name="connsiteX43" fmla="*/ 73260 w 118808"/>
                <a:gd name="connsiteY43" fmla="*/ 55853 h 109209"/>
                <a:gd name="connsiteX44" fmla="*/ 68879 w 118808"/>
                <a:gd name="connsiteY44" fmla="*/ 57091 h 109209"/>
                <a:gd name="connsiteX45" fmla="*/ 66497 w 118808"/>
                <a:gd name="connsiteY45" fmla="*/ 49852 h 109209"/>
                <a:gd name="connsiteX46" fmla="*/ 69450 w 118808"/>
                <a:gd name="connsiteY46" fmla="*/ 41565 h 109209"/>
                <a:gd name="connsiteX47" fmla="*/ 71355 w 118808"/>
                <a:gd name="connsiteY47" fmla="*/ 34707 h 109209"/>
                <a:gd name="connsiteX48" fmla="*/ 71355 w 118808"/>
                <a:gd name="connsiteY48" fmla="*/ 32802 h 109209"/>
                <a:gd name="connsiteX49" fmla="*/ 67640 w 118808"/>
                <a:gd name="connsiteY49" fmla="*/ 35564 h 109209"/>
                <a:gd name="connsiteX50" fmla="*/ 60592 w 118808"/>
                <a:gd name="connsiteY50" fmla="*/ 40708 h 109209"/>
                <a:gd name="connsiteX51" fmla="*/ 49638 w 118808"/>
                <a:gd name="connsiteY51" fmla="*/ 37374 h 109209"/>
                <a:gd name="connsiteX52" fmla="*/ 51067 w 118808"/>
                <a:gd name="connsiteY52" fmla="*/ 36136 h 109209"/>
                <a:gd name="connsiteX53" fmla="*/ 68974 w 118808"/>
                <a:gd name="connsiteY53" fmla="*/ 24420 h 109209"/>
                <a:gd name="connsiteX54" fmla="*/ 78499 w 118808"/>
                <a:gd name="connsiteY54" fmla="*/ 10037 h 109209"/>
                <a:gd name="connsiteX55" fmla="*/ 78975 w 118808"/>
                <a:gd name="connsiteY55" fmla="*/ 3941 h 109209"/>
                <a:gd name="connsiteX56" fmla="*/ 84118 w 118808"/>
                <a:gd name="connsiteY56" fmla="*/ 798 h 109209"/>
                <a:gd name="connsiteX57" fmla="*/ 93643 w 118808"/>
                <a:gd name="connsiteY57" fmla="*/ 9085 h 109209"/>
                <a:gd name="connsiteX58" fmla="*/ 94787 w 118808"/>
                <a:gd name="connsiteY58" fmla="*/ 10228 h 109209"/>
                <a:gd name="connsiteX59" fmla="*/ 96025 w 118808"/>
                <a:gd name="connsiteY59" fmla="*/ 10228 h 109209"/>
                <a:gd name="connsiteX60" fmla="*/ 96025 w 118808"/>
                <a:gd name="connsiteY60" fmla="*/ 18324 h 109209"/>
                <a:gd name="connsiteX61" fmla="*/ 93453 w 118808"/>
                <a:gd name="connsiteY61" fmla="*/ 20039 h 109209"/>
                <a:gd name="connsiteX62" fmla="*/ 84881 w 118808"/>
                <a:gd name="connsiteY62" fmla="*/ 29564 h 109209"/>
                <a:gd name="connsiteX63" fmla="*/ 80594 w 118808"/>
                <a:gd name="connsiteY63" fmla="*/ 38422 h 109209"/>
                <a:gd name="connsiteX64" fmla="*/ 79165 w 118808"/>
                <a:gd name="connsiteY64" fmla="*/ 46232 h 109209"/>
                <a:gd name="connsiteX65" fmla="*/ 86119 w 118808"/>
                <a:gd name="connsiteY65" fmla="*/ 47566 h 109209"/>
                <a:gd name="connsiteX66" fmla="*/ 88500 w 118808"/>
                <a:gd name="connsiteY66" fmla="*/ 48899 h 109209"/>
                <a:gd name="connsiteX67" fmla="*/ 89452 w 118808"/>
                <a:gd name="connsiteY67" fmla="*/ 57377 h 109209"/>
                <a:gd name="connsiteX68" fmla="*/ 81261 w 118808"/>
                <a:gd name="connsiteY68" fmla="*/ 71283 h 109209"/>
                <a:gd name="connsiteX69" fmla="*/ 98597 w 118808"/>
                <a:gd name="connsiteY69" fmla="*/ 83094 h 109209"/>
                <a:gd name="connsiteX70" fmla="*/ 112313 w 118808"/>
                <a:gd name="connsiteY70" fmla="*/ 84428 h 109209"/>
                <a:gd name="connsiteX71" fmla="*/ 118504 w 118808"/>
                <a:gd name="connsiteY71" fmla="*/ 83856 h 109209"/>
                <a:gd name="connsiteX72" fmla="*/ 117942 w 118808"/>
                <a:gd name="connsiteY72" fmla="*/ 86495 h 109209"/>
                <a:gd name="connsiteX73" fmla="*/ 117456 w 118808"/>
                <a:gd name="connsiteY73" fmla="*/ 86714 h 109209"/>
                <a:gd name="connsiteX74" fmla="*/ 92786 w 118808"/>
                <a:gd name="connsiteY74" fmla="*/ 97001 h 109209"/>
                <a:gd name="connsiteX75" fmla="*/ 83833 w 118808"/>
                <a:gd name="connsiteY75" fmla="*/ 93667 h 109209"/>
                <a:gd name="connsiteX76" fmla="*/ 76213 w 118808"/>
                <a:gd name="connsiteY76" fmla="*/ 84142 h 109209"/>
                <a:gd name="connsiteX77" fmla="*/ 73927 w 118808"/>
                <a:gd name="connsiteY77" fmla="*/ 82142 h 109209"/>
                <a:gd name="connsiteX78" fmla="*/ 71355 w 118808"/>
                <a:gd name="connsiteY78" fmla="*/ 85285 h 109209"/>
                <a:gd name="connsiteX79" fmla="*/ 51257 w 118808"/>
                <a:gd name="connsiteY79" fmla="*/ 102811 h 109209"/>
                <a:gd name="connsiteX80" fmla="*/ 44590 w 118808"/>
                <a:gd name="connsiteY80" fmla="*/ 101763 h 109209"/>
                <a:gd name="connsiteX81" fmla="*/ 43066 w 118808"/>
                <a:gd name="connsiteY81" fmla="*/ 100430 h 109209"/>
                <a:gd name="connsiteX82" fmla="*/ 43066 w 118808"/>
                <a:gd name="connsiteY82" fmla="*/ 100430 h 109209"/>
                <a:gd name="connsiteX83" fmla="*/ 39065 w 118808"/>
                <a:gd name="connsiteY83" fmla="*/ 106907 h 109209"/>
                <a:gd name="connsiteX84" fmla="*/ 36684 w 118808"/>
                <a:gd name="connsiteY84" fmla="*/ 108716 h 109209"/>
                <a:gd name="connsiteX85" fmla="*/ 33922 w 118808"/>
                <a:gd name="connsiteY85" fmla="*/ 108716 h 109209"/>
                <a:gd name="connsiteX86" fmla="*/ 21634 w 118808"/>
                <a:gd name="connsiteY86" fmla="*/ 101096 h 109209"/>
                <a:gd name="connsiteX87" fmla="*/ 15539 w 118808"/>
                <a:gd name="connsiteY87" fmla="*/ 98239 h 109209"/>
                <a:gd name="connsiteX88" fmla="*/ 20015 w 118808"/>
                <a:gd name="connsiteY88" fmla="*/ 95762 h 109209"/>
                <a:gd name="connsiteX89" fmla="*/ 26016 w 118808"/>
                <a:gd name="connsiteY89" fmla="*/ 96429 h 109209"/>
                <a:gd name="connsiteX90" fmla="*/ 30874 w 118808"/>
                <a:gd name="connsiteY90" fmla="*/ 91857 h 109209"/>
                <a:gd name="connsiteX91" fmla="*/ 30874 w 118808"/>
                <a:gd name="connsiteY91" fmla="*/ 78236 h 109209"/>
                <a:gd name="connsiteX92" fmla="*/ 31922 w 118808"/>
                <a:gd name="connsiteY92" fmla="*/ 64425 h 109209"/>
                <a:gd name="connsiteX93" fmla="*/ 31922 w 118808"/>
                <a:gd name="connsiteY93" fmla="*/ 61853 h 10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18808" h="109209">
                  <a:moveTo>
                    <a:pt x="30302" y="62806"/>
                  </a:moveTo>
                  <a:cubicBezTo>
                    <a:pt x="29616" y="63635"/>
                    <a:pt x="29007" y="64530"/>
                    <a:pt x="28492" y="65473"/>
                  </a:cubicBezTo>
                  <a:cubicBezTo>
                    <a:pt x="25730" y="70521"/>
                    <a:pt x="23063" y="75665"/>
                    <a:pt x="20110" y="80618"/>
                  </a:cubicBezTo>
                  <a:cubicBezTo>
                    <a:pt x="17577" y="84371"/>
                    <a:pt x="14338" y="87609"/>
                    <a:pt x="10585" y="90143"/>
                  </a:cubicBezTo>
                  <a:cubicBezTo>
                    <a:pt x="9985" y="90419"/>
                    <a:pt x="9281" y="90419"/>
                    <a:pt x="8681" y="90143"/>
                  </a:cubicBezTo>
                  <a:cubicBezTo>
                    <a:pt x="6823" y="89752"/>
                    <a:pt x="5071" y="88981"/>
                    <a:pt x="3537" y="87857"/>
                  </a:cubicBezTo>
                  <a:cubicBezTo>
                    <a:pt x="-1035" y="83761"/>
                    <a:pt x="-1607" y="83475"/>
                    <a:pt x="4394" y="79760"/>
                  </a:cubicBezTo>
                  <a:cubicBezTo>
                    <a:pt x="7080" y="78160"/>
                    <a:pt x="9490" y="76131"/>
                    <a:pt x="11538" y="73760"/>
                  </a:cubicBezTo>
                  <a:lnTo>
                    <a:pt x="29540" y="53376"/>
                  </a:lnTo>
                  <a:cubicBezTo>
                    <a:pt x="30636" y="52224"/>
                    <a:pt x="31417" y="50814"/>
                    <a:pt x="31826" y="49280"/>
                  </a:cubicBezTo>
                  <a:cubicBezTo>
                    <a:pt x="32588" y="45756"/>
                    <a:pt x="32969" y="42232"/>
                    <a:pt x="33636" y="38041"/>
                  </a:cubicBezTo>
                  <a:lnTo>
                    <a:pt x="31350" y="39565"/>
                  </a:lnTo>
                  <a:cubicBezTo>
                    <a:pt x="30226" y="40746"/>
                    <a:pt x="28359" y="40803"/>
                    <a:pt x="27178" y="39679"/>
                  </a:cubicBezTo>
                  <a:cubicBezTo>
                    <a:pt x="27140" y="39641"/>
                    <a:pt x="27102" y="39603"/>
                    <a:pt x="27064" y="39565"/>
                  </a:cubicBezTo>
                  <a:cubicBezTo>
                    <a:pt x="24397" y="37507"/>
                    <a:pt x="22330" y="34779"/>
                    <a:pt x="21063" y="31659"/>
                  </a:cubicBezTo>
                  <a:cubicBezTo>
                    <a:pt x="21758" y="31111"/>
                    <a:pt x="22530" y="30662"/>
                    <a:pt x="23349" y="30326"/>
                  </a:cubicBezTo>
                  <a:cubicBezTo>
                    <a:pt x="27731" y="28841"/>
                    <a:pt x="31769" y="26511"/>
                    <a:pt x="35255" y="23468"/>
                  </a:cubicBezTo>
                  <a:cubicBezTo>
                    <a:pt x="36017" y="23468"/>
                    <a:pt x="36398" y="21848"/>
                    <a:pt x="36589" y="20896"/>
                  </a:cubicBezTo>
                  <a:cubicBezTo>
                    <a:pt x="37256" y="16705"/>
                    <a:pt x="37922" y="12419"/>
                    <a:pt x="38398" y="8132"/>
                  </a:cubicBezTo>
                  <a:cubicBezTo>
                    <a:pt x="38475" y="6785"/>
                    <a:pt x="39227" y="5566"/>
                    <a:pt x="40399" y="4894"/>
                  </a:cubicBezTo>
                  <a:cubicBezTo>
                    <a:pt x="41256" y="4289"/>
                    <a:pt x="42399" y="4289"/>
                    <a:pt x="43256" y="4894"/>
                  </a:cubicBezTo>
                  <a:cubicBezTo>
                    <a:pt x="46781" y="6769"/>
                    <a:pt x="49838" y="9405"/>
                    <a:pt x="52210" y="12609"/>
                  </a:cubicBezTo>
                  <a:cubicBezTo>
                    <a:pt x="52762" y="13655"/>
                    <a:pt x="53143" y="14779"/>
                    <a:pt x="53353" y="15943"/>
                  </a:cubicBezTo>
                  <a:cubicBezTo>
                    <a:pt x="54115" y="15943"/>
                    <a:pt x="55448" y="15943"/>
                    <a:pt x="56020" y="16419"/>
                  </a:cubicBezTo>
                  <a:cubicBezTo>
                    <a:pt x="57096" y="17398"/>
                    <a:pt x="57887" y="18649"/>
                    <a:pt x="58306" y="20039"/>
                  </a:cubicBezTo>
                  <a:cubicBezTo>
                    <a:pt x="58306" y="20705"/>
                    <a:pt x="57639" y="21848"/>
                    <a:pt x="56972" y="22515"/>
                  </a:cubicBezTo>
                  <a:cubicBezTo>
                    <a:pt x="54496" y="24801"/>
                    <a:pt x="51924" y="26992"/>
                    <a:pt x="49257" y="29183"/>
                  </a:cubicBezTo>
                  <a:cubicBezTo>
                    <a:pt x="47571" y="30536"/>
                    <a:pt x="46447" y="32474"/>
                    <a:pt x="46114" y="34612"/>
                  </a:cubicBezTo>
                  <a:cubicBezTo>
                    <a:pt x="44971" y="40613"/>
                    <a:pt x="44018" y="46613"/>
                    <a:pt x="43066" y="52709"/>
                  </a:cubicBezTo>
                  <a:cubicBezTo>
                    <a:pt x="41923" y="61587"/>
                    <a:pt x="41351" y="70521"/>
                    <a:pt x="41351" y="79475"/>
                  </a:cubicBezTo>
                  <a:cubicBezTo>
                    <a:pt x="41351" y="83856"/>
                    <a:pt x="41351" y="88333"/>
                    <a:pt x="41351" y="92714"/>
                  </a:cubicBezTo>
                  <a:cubicBezTo>
                    <a:pt x="41351" y="97096"/>
                    <a:pt x="42875" y="97382"/>
                    <a:pt x="46114" y="96429"/>
                  </a:cubicBezTo>
                  <a:cubicBezTo>
                    <a:pt x="48009" y="95734"/>
                    <a:pt x="49829" y="94838"/>
                    <a:pt x="51543" y="93762"/>
                  </a:cubicBezTo>
                  <a:cubicBezTo>
                    <a:pt x="57334" y="89581"/>
                    <a:pt x="62068" y="84104"/>
                    <a:pt x="65354" y="77760"/>
                  </a:cubicBezTo>
                  <a:cubicBezTo>
                    <a:pt x="66383" y="76379"/>
                    <a:pt x="66383" y="74474"/>
                    <a:pt x="65354" y="73093"/>
                  </a:cubicBezTo>
                  <a:cubicBezTo>
                    <a:pt x="63449" y="70521"/>
                    <a:pt x="61735" y="67854"/>
                    <a:pt x="60020" y="65187"/>
                  </a:cubicBezTo>
                  <a:cubicBezTo>
                    <a:pt x="59668" y="64759"/>
                    <a:pt x="59382" y="64273"/>
                    <a:pt x="59163" y="63758"/>
                  </a:cubicBezTo>
                  <a:cubicBezTo>
                    <a:pt x="59163" y="62711"/>
                    <a:pt x="58306" y="61377"/>
                    <a:pt x="59163" y="60615"/>
                  </a:cubicBezTo>
                  <a:cubicBezTo>
                    <a:pt x="60020" y="59853"/>
                    <a:pt x="61354" y="59853"/>
                    <a:pt x="62497" y="60615"/>
                  </a:cubicBezTo>
                  <a:lnTo>
                    <a:pt x="72022" y="66044"/>
                  </a:lnTo>
                  <a:cubicBezTo>
                    <a:pt x="73355" y="63473"/>
                    <a:pt x="74784" y="60710"/>
                    <a:pt x="76022" y="57853"/>
                  </a:cubicBezTo>
                  <a:cubicBezTo>
                    <a:pt x="76022" y="57091"/>
                    <a:pt x="76022" y="56043"/>
                    <a:pt x="76022" y="55091"/>
                  </a:cubicBezTo>
                  <a:lnTo>
                    <a:pt x="73260" y="55853"/>
                  </a:lnTo>
                  <a:lnTo>
                    <a:pt x="73260" y="55853"/>
                  </a:lnTo>
                  <a:cubicBezTo>
                    <a:pt x="71926" y="56615"/>
                    <a:pt x="70879" y="58520"/>
                    <a:pt x="68879" y="57091"/>
                  </a:cubicBezTo>
                  <a:cubicBezTo>
                    <a:pt x="66545" y="55491"/>
                    <a:pt x="65573" y="52528"/>
                    <a:pt x="66497" y="49852"/>
                  </a:cubicBezTo>
                  <a:lnTo>
                    <a:pt x="69450" y="41565"/>
                  </a:lnTo>
                  <a:cubicBezTo>
                    <a:pt x="70117" y="39279"/>
                    <a:pt x="70783" y="36993"/>
                    <a:pt x="71355" y="34707"/>
                  </a:cubicBezTo>
                  <a:cubicBezTo>
                    <a:pt x="71441" y="34075"/>
                    <a:pt x="71441" y="33435"/>
                    <a:pt x="71355" y="32802"/>
                  </a:cubicBezTo>
                  <a:lnTo>
                    <a:pt x="67640" y="35564"/>
                  </a:lnTo>
                  <a:cubicBezTo>
                    <a:pt x="65440" y="37477"/>
                    <a:pt x="63087" y="39197"/>
                    <a:pt x="60592" y="40708"/>
                  </a:cubicBezTo>
                  <a:cubicBezTo>
                    <a:pt x="56610" y="42156"/>
                    <a:pt x="52143" y="40803"/>
                    <a:pt x="49638" y="37374"/>
                  </a:cubicBezTo>
                  <a:lnTo>
                    <a:pt x="51067" y="36136"/>
                  </a:lnTo>
                  <a:lnTo>
                    <a:pt x="68974" y="24420"/>
                  </a:lnTo>
                  <a:cubicBezTo>
                    <a:pt x="77927" y="18419"/>
                    <a:pt x="75927" y="20515"/>
                    <a:pt x="78499" y="10037"/>
                  </a:cubicBezTo>
                  <a:cubicBezTo>
                    <a:pt x="78851" y="8025"/>
                    <a:pt x="79004" y="5984"/>
                    <a:pt x="78975" y="3941"/>
                  </a:cubicBezTo>
                  <a:cubicBezTo>
                    <a:pt x="78975" y="131"/>
                    <a:pt x="80690" y="-916"/>
                    <a:pt x="84118" y="798"/>
                  </a:cubicBezTo>
                  <a:cubicBezTo>
                    <a:pt x="88243" y="2232"/>
                    <a:pt x="91653" y="5200"/>
                    <a:pt x="93643" y="9085"/>
                  </a:cubicBezTo>
                  <a:cubicBezTo>
                    <a:pt x="93643" y="9561"/>
                    <a:pt x="94406" y="9847"/>
                    <a:pt x="94787" y="10228"/>
                  </a:cubicBezTo>
                  <a:lnTo>
                    <a:pt x="96025" y="10228"/>
                  </a:lnTo>
                  <a:cubicBezTo>
                    <a:pt x="100025" y="12990"/>
                    <a:pt x="100121" y="15467"/>
                    <a:pt x="96025" y="18324"/>
                  </a:cubicBezTo>
                  <a:cubicBezTo>
                    <a:pt x="95225" y="18982"/>
                    <a:pt x="94367" y="19557"/>
                    <a:pt x="93453" y="20039"/>
                  </a:cubicBezTo>
                  <a:cubicBezTo>
                    <a:pt x="89433" y="21936"/>
                    <a:pt x="86347" y="25368"/>
                    <a:pt x="84881" y="29564"/>
                  </a:cubicBezTo>
                  <a:cubicBezTo>
                    <a:pt x="83604" y="32588"/>
                    <a:pt x="82175" y="35545"/>
                    <a:pt x="80594" y="38422"/>
                  </a:cubicBezTo>
                  <a:cubicBezTo>
                    <a:pt x="79470" y="40870"/>
                    <a:pt x="78984" y="43546"/>
                    <a:pt x="79165" y="46232"/>
                  </a:cubicBezTo>
                  <a:cubicBezTo>
                    <a:pt x="81547" y="46709"/>
                    <a:pt x="83833" y="46994"/>
                    <a:pt x="86119" y="47566"/>
                  </a:cubicBezTo>
                  <a:cubicBezTo>
                    <a:pt x="86995" y="47842"/>
                    <a:pt x="87805" y="48290"/>
                    <a:pt x="88500" y="48899"/>
                  </a:cubicBezTo>
                  <a:cubicBezTo>
                    <a:pt x="92119" y="51566"/>
                    <a:pt x="92310" y="53852"/>
                    <a:pt x="89452" y="57377"/>
                  </a:cubicBezTo>
                  <a:cubicBezTo>
                    <a:pt x="86223" y="61701"/>
                    <a:pt x="83480" y="66368"/>
                    <a:pt x="81261" y="71283"/>
                  </a:cubicBezTo>
                  <a:cubicBezTo>
                    <a:pt x="86290" y="76227"/>
                    <a:pt x="92158" y="80227"/>
                    <a:pt x="98597" y="83094"/>
                  </a:cubicBezTo>
                  <a:cubicBezTo>
                    <a:pt x="103006" y="84580"/>
                    <a:pt x="107702" y="85037"/>
                    <a:pt x="112313" y="84428"/>
                  </a:cubicBezTo>
                  <a:lnTo>
                    <a:pt x="118504" y="83856"/>
                  </a:lnTo>
                  <a:cubicBezTo>
                    <a:pt x="119075" y="84742"/>
                    <a:pt x="118818" y="85923"/>
                    <a:pt x="117942" y="86495"/>
                  </a:cubicBezTo>
                  <a:cubicBezTo>
                    <a:pt x="117789" y="86590"/>
                    <a:pt x="117627" y="86666"/>
                    <a:pt x="117456" y="86714"/>
                  </a:cubicBezTo>
                  <a:cubicBezTo>
                    <a:pt x="109674" y="91114"/>
                    <a:pt x="101387" y="94572"/>
                    <a:pt x="92786" y="97001"/>
                  </a:cubicBezTo>
                  <a:cubicBezTo>
                    <a:pt x="89395" y="98496"/>
                    <a:pt x="85424" y="97020"/>
                    <a:pt x="83833" y="93667"/>
                  </a:cubicBezTo>
                  <a:cubicBezTo>
                    <a:pt x="81451" y="90524"/>
                    <a:pt x="78784" y="87476"/>
                    <a:pt x="76213" y="84142"/>
                  </a:cubicBezTo>
                  <a:cubicBezTo>
                    <a:pt x="75508" y="83408"/>
                    <a:pt x="74746" y="82742"/>
                    <a:pt x="73927" y="82142"/>
                  </a:cubicBezTo>
                  <a:cubicBezTo>
                    <a:pt x="72974" y="83285"/>
                    <a:pt x="72117" y="84237"/>
                    <a:pt x="71355" y="85285"/>
                  </a:cubicBezTo>
                  <a:cubicBezTo>
                    <a:pt x="65649" y="92181"/>
                    <a:pt x="58868" y="98106"/>
                    <a:pt x="51257" y="102811"/>
                  </a:cubicBezTo>
                  <a:cubicBezTo>
                    <a:pt x="47828" y="104906"/>
                    <a:pt x="47447" y="104716"/>
                    <a:pt x="44590" y="101763"/>
                  </a:cubicBezTo>
                  <a:lnTo>
                    <a:pt x="43066" y="100430"/>
                  </a:lnTo>
                  <a:lnTo>
                    <a:pt x="43066" y="100430"/>
                  </a:lnTo>
                  <a:cubicBezTo>
                    <a:pt x="41732" y="102620"/>
                    <a:pt x="40494" y="104811"/>
                    <a:pt x="39065" y="106907"/>
                  </a:cubicBezTo>
                  <a:cubicBezTo>
                    <a:pt x="38398" y="107659"/>
                    <a:pt x="37589" y="108278"/>
                    <a:pt x="36684" y="108716"/>
                  </a:cubicBezTo>
                  <a:cubicBezTo>
                    <a:pt x="35884" y="109374"/>
                    <a:pt x="34731" y="109374"/>
                    <a:pt x="33922" y="108716"/>
                  </a:cubicBezTo>
                  <a:cubicBezTo>
                    <a:pt x="30312" y="105468"/>
                    <a:pt x="26149" y="102887"/>
                    <a:pt x="21634" y="101096"/>
                  </a:cubicBezTo>
                  <a:cubicBezTo>
                    <a:pt x="19634" y="100049"/>
                    <a:pt x="17539" y="99191"/>
                    <a:pt x="15539" y="98239"/>
                  </a:cubicBezTo>
                  <a:cubicBezTo>
                    <a:pt x="16967" y="95667"/>
                    <a:pt x="17443" y="95477"/>
                    <a:pt x="20015" y="95762"/>
                  </a:cubicBezTo>
                  <a:cubicBezTo>
                    <a:pt x="21996" y="96124"/>
                    <a:pt x="24006" y="96353"/>
                    <a:pt x="26016" y="96429"/>
                  </a:cubicBezTo>
                  <a:cubicBezTo>
                    <a:pt x="29635" y="96429"/>
                    <a:pt x="30683" y="95381"/>
                    <a:pt x="30874" y="91857"/>
                  </a:cubicBezTo>
                  <a:cubicBezTo>
                    <a:pt x="31064" y="88333"/>
                    <a:pt x="30874" y="82332"/>
                    <a:pt x="30874" y="78236"/>
                  </a:cubicBezTo>
                  <a:cubicBezTo>
                    <a:pt x="30874" y="74141"/>
                    <a:pt x="31540" y="68711"/>
                    <a:pt x="31922" y="64425"/>
                  </a:cubicBezTo>
                  <a:cubicBezTo>
                    <a:pt x="31922" y="63568"/>
                    <a:pt x="31922" y="62711"/>
                    <a:pt x="31922" y="6185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0" name="任意多边形: 形状 1939">
              <a:extLst>
                <a:ext uri="{FF2B5EF4-FFF2-40B4-BE49-F238E27FC236}">
                  <a16:creationId xmlns:a16="http://schemas.microsoft.com/office/drawing/2014/main" id="{98240C8A-A7CE-440E-BC36-F9FA2B62E44B}"/>
                </a:ext>
              </a:extLst>
            </p:cNvPr>
            <p:cNvSpPr/>
            <p:nvPr/>
          </p:nvSpPr>
          <p:spPr>
            <a:xfrm>
              <a:off x="6046471" y="6576892"/>
              <a:ext cx="105270" cy="156251"/>
            </a:xfrm>
            <a:custGeom>
              <a:avLst/>
              <a:gdLst>
                <a:gd name="connsiteX0" fmla="*/ 19706 w 83286"/>
                <a:gd name="connsiteY0" fmla="*/ 52475 h 123620"/>
                <a:gd name="connsiteX1" fmla="*/ 21992 w 83286"/>
                <a:gd name="connsiteY1" fmla="*/ 50951 h 123620"/>
                <a:gd name="connsiteX2" fmla="*/ 32756 w 83286"/>
                <a:gd name="connsiteY2" fmla="*/ 41426 h 123620"/>
                <a:gd name="connsiteX3" fmla="*/ 34184 w 83286"/>
                <a:gd name="connsiteY3" fmla="*/ 37807 h 123620"/>
                <a:gd name="connsiteX4" fmla="*/ 32565 w 83286"/>
                <a:gd name="connsiteY4" fmla="*/ 20567 h 123620"/>
                <a:gd name="connsiteX5" fmla="*/ 31327 w 83286"/>
                <a:gd name="connsiteY5" fmla="*/ 17042 h 123620"/>
                <a:gd name="connsiteX6" fmla="*/ 28755 w 83286"/>
                <a:gd name="connsiteY6" fmla="*/ 11518 h 123620"/>
                <a:gd name="connsiteX7" fmla="*/ 29803 w 83286"/>
                <a:gd name="connsiteY7" fmla="*/ 4850 h 123620"/>
                <a:gd name="connsiteX8" fmla="*/ 42757 w 83286"/>
                <a:gd name="connsiteY8" fmla="*/ 2945 h 123620"/>
                <a:gd name="connsiteX9" fmla="*/ 46662 w 83286"/>
                <a:gd name="connsiteY9" fmla="*/ 5612 h 123620"/>
                <a:gd name="connsiteX10" fmla="*/ 48472 w 83286"/>
                <a:gd name="connsiteY10" fmla="*/ 10946 h 123620"/>
                <a:gd name="connsiteX11" fmla="*/ 46186 w 83286"/>
                <a:gd name="connsiteY11" fmla="*/ 25234 h 123620"/>
                <a:gd name="connsiteX12" fmla="*/ 47424 w 83286"/>
                <a:gd name="connsiteY12" fmla="*/ 29425 h 123620"/>
                <a:gd name="connsiteX13" fmla="*/ 50091 w 83286"/>
                <a:gd name="connsiteY13" fmla="*/ 27710 h 123620"/>
                <a:gd name="connsiteX14" fmla="*/ 64284 w 83286"/>
                <a:gd name="connsiteY14" fmla="*/ 18185 h 123620"/>
                <a:gd name="connsiteX15" fmla="*/ 77809 w 83286"/>
                <a:gd name="connsiteY15" fmla="*/ 15518 h 123620"/>
                <a:gd name="connsiteX16" fmla="*/ 83143 w 83286"/>
                <a:gd name="connsiteY16" fmla="*/ 19995 h 123620"/>
                <a:gd name="connsiteX17" fmla="*/ 80571 w 83286"/>
                <a:gd name="connsiteY17" fmla="*/ 26186 h 123620"/>
                <a:gd name="connsiteX18" fmla="*/ 75333 w 83286"/>
                <a:gd name="connsiteY18" fmla="*/ 29330 h 123620"/>
                <a:gd name="connsiteX19" fmla="*/ 63902 w 83286"/>
                <a:gd name="connsiteY19" fmla="*/ 38855 h 123620"/>
                <a:gd name="connsiteX20" fmla="*/ 62379 w 83286"/>
                <a:gd name="connsiteY20" fmla="*/ 41522 h 123620"/>
                <a:gd name="connsiteX21" fmla="*/ 63807 w 83286"/>
                <a:gd name="connsiteY21" fmla="*/ 46760 h 123620"/>
                <a:gd name="connsiteX22" fmla="*/ 64379 w 83286"/>
                <a:gd name="connsiteY22" fmla="*/ 46760 h 123620"/>
                <a:gd name="connsiteX23" fmla="*/ 63712 w 83286"/>
                <a:gd name="connsiteY23" fmla="*/ 55714 h 123620"/>
                <a:gd name="connsiteX24" fmla="*/ 51044 w 83286"/>
                <a:gd name="connsiteY24" fmla="*/ 61238 h 123620"/>
                <a:gd name="connsiteX25" fmla="*/ 47615 w 83286"/>
                <a:gd name="connsiteY25" fmla="*/ 61238 h 123620"/>
                <a:gd name="connsiteX26" fmla="*/ 44091 w 83286"/>
                <a:gd name="connsiteY26" fmla="*/ 64763 h 123620"/>
                <a:gd name="connsiteX27" fmla="*/ 44091 w 83286"/>
                <a:gd name="connsiteY27" fmla="*/ 68477 h 123620"/>
                <a:gd name="connsiteX28" fmla="*/ 44091 w 83286"/>
                <a:gd name="connsiteY28" fmla="*/ 79622 h 123620"/>
                <a:gd name="connsiteX29" fmla="*/ 44662 w 83286"/>
                <a:gd name="connsiteY29" fmla="*/ 89147 h 123620"/>
                <a:gd name="connsiteX30" fmla="*/ 45424 w 83286"/>
                <a:gd name="connsiteY30" fmla="*/ 113245 h 123620"/>
                <a:gd name="connsiteX31" fmla="*/ 43805 w 83286"/>
                <a:gd name="connsiteY31" fmla="*/ 120770 h 123620"/>
                <a:gd name="connsiteX32" fmla="*/ 38985 w 83286"/>
                <a:gd name="connsiteY32" fmla="*/ 123475 h 123620"/>
                <a:gd name="connsiteX33" fmla="*/ 36756 w 83286"/>
                <a:gd name="connsiteY33" fmla="*/ 121817 h 123620"/>
                <a:gd name="connsiteX34" fmla="*/ 30660 w 83286"/>
                <a:gd name="connsiteY34" fmla="*/ 103720 h 123620"/>
                <a:gd name="connsiteX35" fmla="*/ 32375 w 83286"/>
                <a:gd name="connsiteY35" fmla="*/ 90575 h 123620"/>
                <a:gd name="connsiteX36" fmla="*/ 32946 w 83286"/>
                <a:gd name="connsiteY36" fmla="*/ 86575 h 123620"/>
                <a:gd name="connsiteX37" fmla="*/ 33708 w 83286"/>
                <a:gd name="connsiteY37" fmla="*/ 53999 h 123620"/>
                <a:gd name="connsiteX38" fmla="*/ 32756 w 83286"/>
                <a:gd name="connsiteY38" fmla="*/ 50761 h 123620"/>
                <a:gd name="connsiteX39" fmla="*/ 29993 w 83286"/>
                <a:gd name="connsiteY39" fmla="*/ 52380 h 123620"/>
                <a:gd name="connsiteX40" fmla="*/ 17039 w 83286"/>
                <a:gd name="connsiteY40" fmla="*/ 68001 h 123620"/>
                <a:gd name="connsiteX41" fmla="*/ 9801 w 83286"/>
                <a:gd name="connsiteY41" fmla="*/ 69620 h 123620"/>
                <a:gd name="connsiteX42" fmla="*/ 2466 w 83286"/>
                <a:gd name="connsiteY42" fmla="*/ 64286 h 123620"/>
                <a:gd name="connsiteX43" fmla="*/ 180 w 83286"/>
                <a:gd name="connsiteY43" fmla="*/ 57524 h 123620"/>
                <a:gd name="connsiteX44" fmla="*/ 180 w 83286"/>
                <a:gd name="connsiteY44" fmla="*/ 55809 h 123620"/>
                <a:gd name="connsiteX45" fmla="*/ 5705 w 83286"/>
                <a:gd name="connsiteY45" fmla="*/ 37997 h 123620"/>
                <a:gd name="connsiteX46" fmla="*/ 7419 w 83286"/>
                <a:gd name="connsiteY46" fmla="*/ 34378 h 123620"/>
                <a:gd name="connsiteX47" fmla="*/ 9801 w 83286"/>
                <a:gd name="connsiteY47" fmla="*/ 32854 h 123620"/>
                <a:gd name="connsiteX48" fmla="*/ 11801 w 83286"/>
                <a:gd name="connsiteY48" fmla="*/ 34664 h 123620"/>
                <a:gd name="connsiteX49" fmla="*/ 17135 w 83286"/>
                <a:gd name="connsiteY49" fmla="*/ 47903 h 123620"/>
                <a:gd name="connsiteX50" fmla="*/ 19326 w 83286"/>
                <a:gd name="connsiteY50" fmla="*/ 51713 h 123620"/>
                <a:gd name="connsiteX51" fmla="*/ 57806 w 83286"/>
                <a:gd name="connsiteY51" fmla="*/ 31235 h 123620"/>
                <a:gd name="connsiteX52" fmla="*/ 57806 w 83286"/>
                <a:gd name="connsiteY52" fmla="*/ 31235 h 123620"/>
                <a:gd name="connsiteX53" fmla="*/ 56092 w 83286"/>
                <a:gd name="connsiteY53" fmla="*/ 31235 h 123620"/>
                <a:gd name="connsiteX54" fmla="*/ 45900 w 83286"/>
                <a:gd name="connsiteY54" fmla="*/ 39045 h 123620"/>
                <a:gd name="connsiteX55" fmla="*/ 44852 w 83286"/>
                <a:gd name="connsiteY55" fmla="*/ 41045 h 123620"/>
                <a:gd name="connsiteX56" fmla="*/ 44852 w 83286"/>
                <a:gd name="connsiteY56" fmla="*/ 50570 h 123620"/>
                <a:gd name="connsiteX57" fmla="*/ 47138 w 83286"/>
                <a:gd name="connsiteY57" fmla="*/ 52380 h 123620"/>
                <a:gd name="connsiteX58" fmla="*/ 55044 w 83286"/>
                <a:gd name="connsiteY58" fmla="*/ 45046 h 123620"/>
                <a:gd name="connsiteX59" fmla="*/ 57711 w 83286"/>
                <a:gd name="connsiteY59" fmla="*/ 34568 h 123620"/>
                <a:gd name="connsiteX60" fmla="*/ 57806 w 83286"/>
                <a:gd name="connsiteY60" fmla="*/ 31235 h 12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83286" h="123620">
                  <a:moveTo>
                    <a:pt x="19706" y="52475"/>
                  </a:moveTo>
                  <a:cubicBezTo>
                    <a:pt x="20497" y="52009"/>
                    <a:pt x="21259" y="51504"/>
                    <a:pt x="21992" y="50951"/>
                  </a:cubicBezTo>
                  <a:lnTo>
                    <a:pt x="32756" y="41426"/>
                  </a:lnTo>
                  <a:cubicBezTo>
                    <a:pt x="33794" y="40531"/>
                    <a:pt x="34327" y="39178"/>
                    <a:pt x="34184" y="37807"/>
                  </a:cubicBezTo>
                  <a:cubicBezTo>
                    <a:pt x="34184" y="32092"/>
                    <a:pt x="33232" y="26282"/>
                    <a:pt x="32565" y="20567"/>
                  </a:cubicBezTo>
                  <a:cubicBezTo>
                    <a:pt x="32337" y="19334"/>
                    <a:pt x="31918" y="18145"/>
                    <a:pt x="31327" y="17042"/>
                  </a:cubicBezTo>
                  <a:cubicBezTo>
                    <a:pt x="30565" y="15233"/>
                    <a:pt x="29708" y="13328"/>
                    <a:pt x="28755" y="11518"/>
                  </a:cubicBezTo>
                  <a:cubicBezTo>
                    <a:pt x="27479" y="9329"/>
                    <a:pt x="27917" y="6541"/>
                    <a:pt x="29803" y="4850"/>
                  </a:cubicBezTo>
                  <a:cubicBezTo>
                    <a:pt x="35613" y="-1150"/>
                    <a:pt x="35518" y="-1341"/>
                    <a:pt x="42757" y="2945"/>
                  </a:cubicBezTo>
                  <a:cubicBezTo>
                    <a:pt x="44091" y="3707"/>
                    <a:pt x="45329" y="4660"/>
                    <a:pt x="46662" y="5612"/>
                  </a:cubicBezTo>
                  <a:cubicBezTo>
                    <a:pt x="48510" y="6689"/>
                    <a:pt x="49282" y="8966"/>
                    <a:pt x="48472" y="10946"/>
                  </a:cubicBezTo>
                  <a:cubicBezTo>
                    <a:pt x="47243" y="15621"/>
                    <a:pt x="46472" y="20407"/>
                    <a:pt x="46186" y="25234"/>
                  </a:cubicBezTo>
                  <a:cubicBezTo>
                    <a:pt x="46186" y="26567"/>
                    <a:pt x="45424" y="28282"/>
                    <a:pt x="47424" y="29425"/>
                  </a:cubicBezTo>
                  <a:lnTo>
                    <a:pt x="50091" y="27710"/>
                  </a:lnTo>
                  <a:lnTo>
                    <a:pt x="64284" y="18185"/>
                  </a:lnTo>
                  <a:cubicBezTo>
                    <a:pt x="68322" y="15697"/>
                    <a:pt x="73123" y="14751"/>
                    <a:pt x="77809" y="15518"/>
                  </a:cubicBezTo>
                  <a:cubicBezTo>
                    <a:pt x="80381" y="15662"/>
                    <a:pt x="82552" y="17484"/>
                    <a:pt x="83143" y="19995"/>
                  </a:cubicBezTo>
                  <a:cubicBezTo>
                    <a:pt x="83686" y="22395"/>
                    <a:pt x="82657" y="24875"/>
                    <a:pt x="80571" y="26186"/>
                  </a:cubicBezTo>
                  <a:cubicBezTo>
                    <a:pt x="78981" y="27467"/>
                    <a:pt x="77209" y="28525"/>
                    <a:pt x="75333" y="29330"/>
                  </a:cubicBezTo>
                  <a:cubicBezTo>
                    <a:pt x="70856" y="31600"/>
                    <a:pt x="66941" y="34854"/>
                    <a:pt x="63902" y="38855"/>
                  </a:cubicBezTo>
                  <a:cubicBezTo>
                    <a:pt x="63283" y="39674"/>
                    <a:pt x="62769" y="40569"/>
                    <a:pt x="62379" y="41522"/>
                  </a:cubicBezTo>
                  <a:cubicBezTo>
                    <a:pt x="61331" y="43998"/>
                    <a:pt x="61617" y="45046"/>
                    <a:pt x="63807" y="46760"/>
                  </a:cubicBezTo>
                  <a:lnTo>
                    <a:pt x="64379" y="46760"/>
                  </a:lnTo>
                  <a:cubicBezTo>
                    <a:pt x="68951" y="50189"/>
                    <a:pt x="68951" y="52952"/>
                    <a:pt x="63712" y="55714"/>
                  </a:cubicBezTo>
                  <a:cubicBezTo>
                    <a:pt x="59607" y="57809"/>
                    <a:pt x="55378" y="59648"/>
                    <a:pt x="51044" y="61238"/>
                  </a:cubicBezTo>
                  <a:cubicBezTo>
                    <a:pt x="49910" y="61429"/>
                    <a:pt x="48748" y="61429"/>
                    <a:pt x="47615" y="61238"/>
                  </a:cubicBezTo>
                  <a:cubicBezTo>
                    <a:pt x="44662" y="61238"/>
                    <a:pt x="44091" y="61715"/>
                    <a:pt x="44091" y="64763"/>
                  </a:cubicBezTo>
                  <a:cubicBezTo>
                    <a:pt x="44091" y="66001"/>
                    <a:pt x="44091" y="67239"/>
                    <a:pt x="44091" y="68477"/>
                  </a:cubicBezTo>
                  <a:cubicBezTo>
                    <a:pt x="44091" y="72192"/>
                    <a:pt x="44091" y="75907"/>
                    <a:pt x="44091" y="79622"/>
                  </a:cubicBezTo>
                  <a:cubicBezTo>
                    <a:pt x="44091" y="83336"/>
                    <a:pt x="44567" y="86194"/>
                    <a:pt x="44662" y="89147"/>
                  </a:cubicBezTo>
                  <a:cubicBezTo>
                    <a:pt x="44662" y="97148"/>
                    <a:pt x="45424" y="105244"/>
                    <a:pt x="45424" y="113245"/>
                  </a:cubicBezTo>
                  <a:cubicBezTo>
                    <a:pt x="45405" y="115836"/>
                    <a:pt x="44852" y="118398"/>
                    <a:pt x="43805" y="120770"/>
                  </a:cubicBezTo>
                  <a:cubicBezTo>
                    <a:pt x="43224" y="122846"/>
                    <a:pt x="41062" y="124056"/>
                    <a:pt x="38985" y="123475"/>
                  </a:cubicBezTo>
                  <a:cubicBezTo>
                    <a:pt x="38071" y="123208"/>
                    <a:pt x="37271" y="122627"/>
                    <a:pt x="36756" y="121817"/>
                  </a:cubicBezTo>
                  <a:cubicBezTo>
                    <a:pt x="32175" y="116969"/>
                    <a:pt x="29946" y="110359"/>
                    <a:pt x="30660" y="103720"/>
                  </a:cubicBezTo>
                  <a:cubicBezTo>
                    <a:pt x="30660" y="99338"/>
                    <a:pt x="31803" y="94957"/>
                    <a:pt x="32375" y="90575"/>
                  </a:cubicBezTo>
                  <a:cubicBezTo>
                    <a:pt x="32375" y="89242"/>
                    <a:pt x="32375" y="87908"/>
                    <a:pt x="32946" y="86575"/>
                  </a:cubicBezTo>
                  <a:cubicBezTo>
                    <a:pt x="32946" y="75716"/>
                    <a:pt x="33518" y="64858"/>
                    <a:pt x="33708" y="53999"/>
                  </a:cubicBezTo>
                  <a:cubicBezTo>
                    <a:pt x="33708" y="52856"/>
                    <a:pt x="34280" y="51142"/>
                    <a:pt x="32756" y="50761"/>
                  </a:cubicBezTo>
                  <a:cubicBezTo>
                    <a:pt x="31232" y="50380"/>
                    <a:pt x="30660" y="51618"/>
                    <a:pt x="29993" y="52380"/>
                  </a:cubicBezTo>
                  <a:cubicBezTo>
                    <a:pt x="25612" y="57524"/>
                    <a:pt x="21326" y="62762"/>
                    <a:pt x="17039" y="68001"/>
                  </a:cubicBezTo>
                  <a:cubicBezTo>
                    <a:pt x="14754" y="70859"/>
                    <a:pt x="12944" y="71525"/>
                    <a:pt x="9801" y="69620"/>
                  </a:cubicBezTo>
                  <a:cubicBezTo>
                    <a:pt x="6657" y="67715"/>
                    <a:pt x="4847" y="66096"/>
                    <a:pt x="2466" y="64286"/>
                  </a:cubicBezTo>
                  <a:cubicBezTo>
                    <a:pt x="475" y="62648"/>
                    <a:pt x="-410" y="60029"/>
                    <a:pt x="180" y="57524"/>
                  </a:cubicBezTo>
                  <a:lnTo>
                    <a:pt x="180" y="55809"/>
                  </a:lnTo>
                  <a:cubicBezTo>
                    <a:pt x="1990" y="49904"/>
                    <a:pt x="3800" y="43998"/>
                    <a:pt x="5705" y="37997"/>
                  </a:cubicBezTo>
                  <a:cubicBezTo>
                    <a:pt x="6076" y="36711"/>
                    <a:pt x="6657" y="35483"/>
                    <a:pt x="7419" y="34378"/>
                  </a:cubicBezTo>
                  <a:cubicBezTo>
                    <a:pt x="7972" y="33568"/>
                    <a:pt x="8829" y="33018"/>
                    <a:pt x="9801" y="32854"/>
                  </a:cubicBezTo>
                  <a:cubicBezTo>
                    <a:pt x="10848" y="32854"/>
                    <a:pt x="11420" y="33616"/>
                    <a:pt x="11801" y="34664"/>
                  </a:cubicBezTo>
                  <a:cubicBezTo>
                    <a:pt x="13515" y="39140"/>
                    <a:pt x="15325" y="43522"/>
                    <a:pt x="17135" y="47903"/>
                  </a:cubicBezTo>
                  <a:cubicBezTo>
                    <a:pt x="17706" y="49142"/>
                    <a:pt x="18563" y="50285"/>
                    <a:pt x="19326" y="51713"/>
                  </a:cubicBezTo>
                  <a:close/>
                  <a:moveTo>
                    <a:pt x="57806" y="31235"/>
                  </a:moveTo>
                  <a:lnTo>
                    <a:pt x="57806" y="31235"/>
                  </a:lnTo>
                  <a:cubicBezTo>
                    <a:pt x="56949" y="31235"/>
                    <a:pt x="56378" y="31235"/>
                    <a:pt x="56092" y="31235"/>
                  </a:cubicBezTo>
                  <a:cubicBezTo>
                    <a:pt x="52663" y="33806"/>
                    <a:pt x="49234" y="36378"/>
                    <a:pt x="45900" y="39045"/>
                  </a:cubicBezTo>
                  <a:cubicBezTo>
                    <a:pt x="45281" y="39531"/>
                    <a:pt x="44900" y="40264"/>
                    <a:pt x="44852" y="41045"/>
                  </a:cubicBezTo>
                  <a:cubicBezTo>
                    <a:pt x="44852" y="44284"/>
                    <a:pt x="44852" y="47618"/>
                    <a:pt x="44852" y="50570"/>
                  </a:cubicBezTo>
                  <a:cubicBezTo>
                    <a:pt x="44852" y="51809"/>
                    <a:pt x="45805" y="52952"/>
                    <a:pt x="47138" y="52380"/>
                  </a:cubicBezTo>
                  <a:cubicBezTo>
                    <a:pt x="50472" y="50761"/>
                    <a:pt x="53997" y="49237"/>
                    <a:pt x="55044" y="45046"/>
                  </a:cubicBezTo>
                  <a:cubicBezTo>
                    <a:pt x="56092" y="40855"/>
                    <a:pt x="56854" y="38093"/>
                    <a:pt x="57711" y="34568"/>
                  </a:cubicBezTo>
                  <a:cubicBezTo>
                    <a:pt x="57825" y="33461"/>
                    <a:pt x="57854" y="32347"/>
                    <a:pt x="57806" y="3123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1" name="任意多边形: 形状 1940">
              <a:extLst>
                <a:ext uri="{FF2B5EF4-FFF2-40B4-BE49-F238E27FC236}">
                  <a16:creationId xmlns:a16="http://schemas.microsoft.com/office/drawing/2014/main" id="{2DE9D0C9-3491-4E92-8C97-9DCBD67BAE08}"/>
                </a:ext>
              </a:extLst>
            </p:cNvPr>
            <p:cNvSpPr/>
            <p:nvPr/>
          </p:nvSpPr>
          <p:spPr>
            <a:xfrm>
              <a:off x="6520444" y="6580156"/>
              <a:ext cx="103713" cy="132253"/>
            </a:xfrm>
            <a:custGeom>
              <a:avLst/>
              <a:gdLst>
                <a:gd name="connsiteX0" fmla="*/ 190 w 82054"/>
                <a:gd name="connsiteY0" fmla="*/ 104091 h 104634"/>
                <a:gd name="connsiteX1" fmla="*/ 3619 w 82054"/>
                <a:gd name="connsiteY1" fmla="*/ 102281 h 104634"/>
                <a:gd name="connsiteX2" fmla="*/ 19621 w 82054"/>
                <a:gd name="connsiteY2" fmla="*/ 94089 h 104634"/>
                <a:gd name="connsiteX3" fmla="*/ 35909 w 82054"/>
                <a:gd name="connsiteY3" fmla="*/ 74468 h 104634"/>
                <a:gd name="connsiteX4" fmla="*/ 35909 w 82054"/>
                <a:gd name="connsiteY4" fmla="*/ 70182 h 104634"/>
                <a:gd name="connsiteX5" fmla="*/ 32766 w 82054"/>
                <a:gd name="connsiteY5" fmla="*/ 71801 h 104634"/>
                <a:gd name="connsiteX6" fmla="*/ 21336 w 82054"/>
                <a:gd name="connsiteY6" fmla="*/ 81326 h 104634"/>
                <a:gd name="connsiteX7" fmla="*/ 13049 w 82054"/>
                <a:gd name="connsiteY7" fmla="*/ 82374 h 104634"/>
                <a:gd name="connsiteX8" fmla="*/ 7144 w 82054"/>
                <a:gd name="connsiteY8" fmla="*/ 78373 h 104634"/>
                <a:gd name="connsiteX9" fmla="*/ 1619 w 82054"/>
                <a:gd name="connsiteY9" fmla="*/ 74468 h 104634"/>
                <a:gd name="connsiteX10" fmla="*/ 381 w 82054"/>
                <a:gd name="connsiteY10" fmla="*/ 71991 h 104634"/>
                <a:gd name="connsiteX11" fmla="*/ 2381 w 82054"/>
                <a:gd name="connsiteY11" fmla="*/ 70086 h 104634"/>
                <a:gd name="connsiteX12" fmla="*/ 7620 w 82054"/>
                <a:gd name="connsiteY12" fmla="*/ 68848 h 104634"/>
                <a:gd name="connsiteX13" fmla="*/ 22193 w 82054"/>
                <a:gd name="connsiteY13" fmla="*/ 63419 h 104634"/>
                <a:gd name="connsiteX14" fmla="*/ 37719 w 82054"/>
                <a:gd name="connsiteY14" fmla="*/ 53894 h 104634"/>
                <a:gd name="connsiteX15" fmla="*/ 40576 w 82054"/>
                <a:gd name="connsiteY15" fmla="*/ 49703 h 104634"/>
                <a:gd name="connsiteX16" fmla="*/ 42005 w 82054"/>
                <a:gd name="connsiteY16" fmla="*/ 12746 h 104634"/>
                <a:gd name="connsiteX17" fmla="*/ 40862 w 82054"/>
                <a:gd name="connsiteY17" fmla="*/ 5793 h 104634"/>
                <a:gd name="connsiteX18" fmla="*/ 40862 w 82054"/>
                <a:gd name="connsiteY18" fmla="*/ 2745 h 104634"/>
                <a:gd name="connsiteX19" fmla="*/ 45625 w 82054"/>
                <a:gd name="connsiteY19" fmla="*/ 840 h 104634"/>
                <a:gd name="connsiteX20" fmla="*/ 58007 w 82054"/>
                <a:gd name="connsiteY20" fmla="*/ 10365 h 104634"/>
                <a:gd name="connsiteX21" fmla="*/ 60007 w 82054"/>
                <a:gd name="connsiteY21" fmla="*/ 18651 h 104634"/>
                <a:gd name="connsiteX22" fmla="*/ 56292 w 82054"/>
                <a:gd name="connsiteY22" fmla="*/ 40368 h 104634"/>
                <a:gd name="connsiteX23" fmla="*/ 56959 w 82054"/>
                <a:gd name="connsiteY23" fmla="*/ 43607 h 104634"/>
                <a:gd name="connsiteX24" fmla="*/ 67151 w 82054"/>
                <a:gd name="connsiteY24" fmla="*/ 36273 h 104634"/>
                <a:gd name="connsiteX25" fmla="*/ 79562 w 82054"/>
                <a:gd name="connsiteY25" fmla="*/ 34596 h 104634"/>
                <a:gd name="connsiteX26" fmla="*/ 80772 w 82054"/>
                <a:gd name="connsiteY26" fmla="*/ 35701 h 104634"/>
                <a:gd name="connsiteX27" fmla="*/ 81296 w 82054"/>
                <a:gd name="connsiteY27" fmla="*/ 40521 h 104634"/>
                <a:gd name="connsiteX28" fmla="*/ 80010 w 82054"/>
                <a:gd name="connsiteY28" fmla="*/ 41511 h 104634"/>
                <a:gd name="connsiteX29" fmla="*/ 79343 w 82054"/>
                <a:gd name="connsiteY29" fmla="*/ 41511 h 104634"/>
                <a:gd name="connsiteX30" fmla="*/ 54007 w 82054"/>
                <a:gd name="connsiteY30" fmla="*/ 55704 h 104634"/>
                <a:gd name="connsiteX31" fmla="*/ 51340 w 82054"/>
                <a:gd name="connsiteY31" fmla="*/ 59895 h 104634"/>
                <a:gd name="connsiteX32" fmla="*/ 42291 w 82054"/>
                <a:gd name="connsiteY32" fmla="*/ 82850 h 104634"/>
                <a:gd name="connsiteX33" fmla="*/ 17621 w 82054"/>
                <a:gd name="connsiteY33" fmla="*/ 103614 h 104634"/>
                <a:gd name="connsiteX34" fmla="*/ 1429 w 82054"/>
                <a:gd name="connsiteY34" fmla="*/ 104281 h 104634"/>
                <a:gd name="connsiteX35" fmla="*/ 0 w 82054"/>
                <a:gd name="connsiteY35" fmla="*/ 103614 h 104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054" h="104634">
                  <a:moveTo>
                    <a:pt x="190" y="104091"/>
                  </a:moveTo>
                  <a:lnTo>
                    <a:pt x="3619" y="102281"/>
                  </a:lnTo>
                  <a:cubicBezTo>
                    <a:pt x="9239" y="100147"/>
                    <a:pt x="14602" y="97404"/>
                    <a:pt x="19621" y="94089"/>
                  </a:cubicBezTo>
                  <a:cubicBezTo>
                    <a:pt x="26651" y="89060"/>
                    <a:pt x="32261" y="82297"/>
                    <a:pt x="35909" y="74468"/>
                  </a:cubicBezTo>
                  <a:cubicBezTo>
                    <a:pt x="36061" y="73039"/>
                    <a:pt x="36061" y="71610"/>
                    <a:pt x="35909" y="70182"/>
                  </a:cubicBezTo>
                  <a:cubicBezTo>
                    <a:pt x="34814" y="70620"/>
                    <a:pt x="33756" y="71163"/>
                    <a:pt x="32766" y="71801"/>
                  </a:cubicBezTo>
                  <a:cubicBezTo>
                    <a:pt x="28861" y="74944"/>
                    <a:pt x="25051" y="78183"/>
                    <a:pt x="21336" y="81326"/>
                  </a:cubicBezTo>
                  <a:cubicBezTo>
                    <a:pt x="19307" y="83860"/>
                    <a:pt x="15640" y="84317"/>
                    <a:pt x="13049" y="82374"/>
                  </a:cubicBezTo>
                  <a:cubicBezTo>
                    <a:pt x="11049" y="81231"/>
                    <a:pt x="9144" y="79802"/>
                    <a:pt x="7144" y="78373"/>
                  </a:cubicBezTo>
                  <a:cubicBezTo>
                    <a:pt x="5210" y="77211"/>
                    <a:pt x="3362" y="75906"/>
                    <a:pt x="1619" y="74468"/>
                  </a:cubicBezTo>
                  <a:cubicBezTo>
                    <a:pt x="952" y="73896"/>
                    <a:pt x="190" y="72753"/>
                    <a:pt x="381" y="71991"/>
                  </a:cubicBezTo>
                  <a:cubicBezTo>
                    <a:pt x="571" y="71229"/>
                    <a:pt x="1524" y="70372"/>
                    <a:pt x="2381" y="70086"/>
                  </a:cubicBezTo>
                  <a:cubicBezTo>
                    <a:pt x="4076" y="69486"/>
                    <a:pt x="5829" y="69067"/>
                    <a:pt x="7620" y="68848"/>
                  </a:cubicBezTo>
                  <a:cubicBezTo>
                    <a:pt x="12811" y="68105"/>
                    <a:pt x="17783" y="66248"/>
                    <a:pt x="22193" y="63419"/>
                  </a:cubicBezTo>
                  <a:cubicBezTo>
                    <a:pt x="27337" y="60466"/>
                    <a:pt x="32480" y="57323"/>
                    <a:pt x="37719" y="53894"/>
                  </a:cubicBezTo>
                  <a:cubicBezTo>
                    <a:pt x="39291" y="53046"/>
                    <a:pt x="40357" y="51484"/>
                    <a:pt x="40576" y="49703"/>
                  </a:cubicBezTo>
                  <a:cubicBezTo>
                    <a:pt x="42481" y="37482"/>
                    <a:pt x="42958" y="25079"/>
                    <a:pt x="42005" y="12746"/>
                  </a:cubicBezTo>
                  <a:cubicBezTo>
                    <a:pt x="42005" y="10460"/>
                    <a:pt x="41148" y="8079"/>
                    <a:pt x="40862" y="5793"/>
                  </a:cubicBezTo>
                  <a:cubicBezTo>
                    <a:pt x="40719" y="4781"/>
                    <a:pt x="40719" y="3756"/>
                    <a:pt x="40862" y="2745"/>
                  </a:cubicBezTo>
                  <a:cubicBezTo>
                    <a:pt x="41338" y="173"/>
                    <a:pt x="43529" y="-875"/>
                    <a:pt x="45625" y="840"/>
                  </a:cubicBezTo>
                  <a:cubicBezTo>
                    <a:pt x="49816" y="4078"/>
                    <a:pt x="54007" y="7412"/>
                    <a:pt x="58007" y="10365"/>
                  </a:cubicBezTo>
                  <a:cubicBezTo>
                    <a:pt x="60427" y="12383"/>
                    <a:pt x="61246" y="15750"/>
                    <a:pt x="60007" y="18651"/>
                  </a:cubicBezTo>
                  <a:cubicBezTo>
                    <a:pt x="57921" y="25719"/>
                    <a:pt x="56674" y="33006"/>
                    <a:pt x="56292" y="40368"/>
                  </a:cubicBezTo>
                  <a:cubicBezTo>
                    <a:pt x="56340" y="41473"/>
                    <a:pt x="56559" y="42569"/>
                    <a:pt x="56959" y="43607"/>
                  </a:cubicBezTo>
                  <a:cubicBezTo>
                    <a:pt x="60760" y="41778"/>
                    <a:pt x="64208" y="39302"/>
                    <a:pt x="67151" y="36273"/>
                  </a:cubicBezTo>
                  <a:cubicBezTo>
                    <a:pt x="70113" y="32377"/>
                    <a:pt x="75676" y="31628"/>
                    <a:pt x="79562" y="34596"/>
                  </a:cubicBezTo>
                  <a:cubicBezTo>
                    <a:pt x="80000" y="34920"/>
                    <a:pt x="80400" y="35292"/>
                    <a:pt x="80772" y="35701"/>
                  </a:cubicBezTo>
                  <a:cubicBezTo>
                    <a:pt x="82248" y="36892"/>
                    <a:pt x="82486" y="39044"/>
                    <a:pt x="81296" y="40521"/>
                  </a:cubicBezTo>
                  <a:cubicBezTo>
                    <a:pt x="80953" y="40949"/>
                    <a:pt x="80515" y="41292"/>
                    <a:pt x="80010" y="41511"/>
                  </a:cubicBezTo>
                  <a:lnTo>
                    <a:pt x="79343" y="41511"/>
                  </a:lnTo>
                  <a:cubicBezTo>
                    <a:pt x="70380" y="45255"/>
                    <a:pt x="61884" y="50017"/>
                    <a:pt x="54007" y="55704"/>
                  </a:cubicBezTo>
                  <a:cubicBezTo>
                    <a:pt x="52578" y="56675"/>
                    <a:pt x="51616" y="58190"/>
                    <a:pt x="51340" y="59895"/>
                  </a:cubicBezTo>
                  <a:cubicBezTo>
                    <a:pt x="49149" y="67848"/>
                    <a:pt x="46110" y="75544"/>
                    <a:pt x="42291" y="82850"/>
                  </a:cubicBezTo>
                  <a:cubicBezTo>
                    <a:pt x="37547" y="93080"/>
                    <a:pt x="28508" y="100681"/>
                    <a:pt x="17621" y="103614"/>
                  </a:cubicBezTo>
                  <a:cubicBezTo>
                    <a:pt x="12297" y="104691"/>
                    <a:pt x="6829" y="104919"/>
                    <a:pt x="1429" y="104281"/>
                  </a:cubicBezTo>
                  <a:cubicBezTo>
                    <a:pt x="914" y="104157"/>
                    <a:pt x="428" y="103929"/>
                    <a:pt x="0" y="1036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2" name="任意多边形: 形状 1941">
              <a:extLst>
                <a:ext uri="{FF2B5EF4-FFF2-40B4-BE49-F238E27FC236}">
                  <a16:creationId xmlns:a16="http://schemas.microsoft.com/office/drawing/2014/main" id="{F33657B3-BECF-405A-864C-A869B728BC90}"/>
                </a:ext>
              </a:extLst>
            </p:cNvPr>
            <p:cNvSpPr/>
            <p:nvPr/>
          </p:nvSpPr>
          <p:spPr>
            <a:xfrm>
              <a:off x="6246503" y="6575602"/>
              <a:ext cx="63659" cy="155953"/>
            </a:xfrm>
            <a:custGeom>
              <a:avLst/>
              <a:gdLst>
                <a:gd name="connsiteX0" fmla="*/ 36518 w 50365"/>
                <a:gd name="connsiteY0" fmla="*/ 46829 h 123384"/>
                <a:gd name="connsiteX1" fmla="*/ 43662 w 50365"/>
                <a:gd name="connsiteY1" fmla="*/ 31113 h 123384"/>
                <a:gd name="connsiteX2" fmla="*/ 45376 w 50365"/>
                <a:gd name="connsiteY2" fmla="*/ 32827 h 123384"/>
                <a:gd name="connsiteX3" fmla="*/ 47567 w 50365"/>
                <a:gd name="connsiteY3" fmla="*/ 39400 h 123384"/>
                <a:gd name="connsiteX4" fmla="*/ 49186 w 50365"/>
                <a:gd name="connsiteY4" fmla="*/ 41971 h 123384"/>
                <a:gd name="connsiteX5" fmla="*/ 48043 w 50365"/>
                <a:gd name="connsiteY5" fmla="*/ 49115 h 123384"/>
                <a:gd name="connsiteX6" fmla="*/ 38518 w 50365"/>
                <a:gd name="connsiteY6" fmla="*/ 57878 h 123384"/>
                <a:gd name="connsiteX7" fmla="*/ 35756 w 50365"/>
                <a:gd name="connsiteY7" fmla="*/ 63022 h 123384"/>
                <a:gd name="connsiteX8" fmla="*/ 35756 w 50365"/>
                <a:gd name="connsiteY8" fmla="*/ 89882 h 123384"/>
                <a:gd name="connsiteX9" fmla="*/ 35756 w 50365"/>
                <a:gd name="connsiteY9" fmla="*/ 96931 h 123384"/>
                <a:gd name="connsiteX10" fmla="*/ 33661 w 50365"/>
                <a:gd name="connsiteY10" fmla="*/ 115981 h 123384"/>
                <a:gd name="connsiteX11" fmla="*/ 29946 w 50365"/>
                <a:gd name="connsiteY11" fmla="*/ 122362 h 123384"/>
                <a:gd name="connsiteX12" fmla="*/ 26136 w 50365"/>
                <a:gd name="connsiteY12" fmla="*/ 123124 h 123384"/>
                <a:gd name="connsiteX13" fmla="*/ 24517 w 50365"/>
                <a:gd name="connsiteY13" fmla="*/ 120076 h 123384"/>
                <a:gd name="connsiteX14" fmla="*/ 24517 w 50365"/>
                <a:gd name="connsiteY14" fmla="*/ 110551 h 123384"/>
                <a:gd name="connsiteX15" fmla="*/ 24517 w 50365"/>
                <a:gd name="connsiteY15" fmla="*/ 72451 h 123384"/>
                <a:gd name="connsiteX16" fmla="*/ 24517 w 50365"/>
                <a:gd name="connsiteY16" fmla="*/ 69308 h 123384"/>
                <a:gd name="connsiteX17" fmla="*/ 22421 w 50365"/>
                <a:gd name="connsiteY17" fmla="*/ 70451 h 123384"/>
                <a:gd name="connsiteX18" fmla="*/ 15849 w 50365"/>
                <a:gd name="connsiteY18" fmla="*/ 75880 h 123384"/>
                <a:gd name="connsiteX19" fmla="*/ 9467 w 50365"/>
                <a:gd name="connsiteY19" fmla="*/ 77690 h 123384"/>
                <a:gd name="connsiteX20" fmla="*/ 6324 w 50365"/>
                <a:gd name="connsiteY20" fmla="*/ 72356 h 123384"/>
                <a:gd name="connsiteX21" fmla="*/ 8610 w 50365"/>
                <a:gd name="connsiteY21" fmla="*/ 67784 h 123384"/>
                <a:gd name="connsiteX22" fmla="*/ 10039 w 50365"/>
                <a:gd name="connsiteY22" fmla="*/ 56735 h 123384"/>
                <a:gd name="connsiteX23" fmla="*/ 7848 w 50365"/>
                <a:gd name="connsiteY23" fmla="*/ 47210 h 123384"/>
                <a:gd name="connsiteX24" fmla="*/ 7848 w 50365"/>
                <a:gd name="connsiteY24" fmla="*/ 42543 h 123384"/>
                <a:gd name="connsiteX25" fmla="*/ 8800 w 50365"/>
                <a:gd name="connsiteY25" fmla="*/ 39304 h 123384"/>
                <a:gd name="connsiteX26" fmla="*/ 7372 w 50365"/>
                <a:gd name="connsiteY26" fmla="*/ 32065 h 123384"/>
                <a:gd name="connsiteX27" fmla="*/ 1180 w 50365"/>
                <a:gd name="connsiteY27" fmla="*/ 22540 h 123384"/>
                <a:gd name="connsiteX28" fmla="*/ 37 w 50365"/>
                <a:gd name="connsiteY28" fmla="*/ 18254 h 123384"/>
                <a:gd name="connsiteX29" fmla="*/ 2304 w 50365"/>
                <a:gd name="connsiteY29" fmla="*/ 15074 h 123384"/>
                <a:gd name="connsiteX30" fmla="*/ 3943 w 50365"/>
                <a:gd name="connsiteY30" fmla="*/ 15301 h 123384"/>
                <a:gd name="connsiteX31" fmla="*/ 6991 w 50365"/>
                <a:gd name="connsiteY31" fmla="*/ 16921 h 123384"/>
                <a:gd name="connsiteX32" fmla="*/ 13658 w 50365"/>
                <a:gd name="connsiteY32" fmla="*/ 23112 h 123384"/>
                <a:gd name="connsiteX33" fmla="*/ 15563 w 50365"/>
                <a:gd name="connsiteY33" fmla="*/ 31684 h 123384"/>
                <a:gd name="connsiteX34" fmla="*/ 12896 w 50365"/>
                <a:gd name="connsiteY34" fmla="*/ 39685 h 123384"/>
                <a:gd name="connsiteX35" fmla="*/ 13468 w 50365"/>
                <a:gd name="connsiteY35" fmla="*/ 46734 h 123384"/>
                <a:gd name="connsiteX36" fmla="*/ 15468 w 50365"/>
                <a:gd name="connsiteY36" fmla="*/ 49877 h 123384"/>
                <a:gd name="connsiteX37" fmla="*/ 15468 w 50365"/>
                <a:gd name="connsiteY37" fmla="*/ 61688 h 123384"/>
                <a:gd name="connsiteX38" fmla="*/ 14706 w 50365"/>
                <a:gd name="connsiteY38" fmla="*/ 63879 h 123384"/>
                <a:gd name="connsiteX39" fmla="*/ 16801 w 50365"/>
                <a:gd name="connsiteY39" fmla="*/ 63879 h 123384"/>
                <a:gd name="connsiteX40" fmla="*/ 19945 w 50365"/>
                <a:gd name="connsiteY40" fmla="*/ 61879 h 123384"/>
                <a:gd name="connsiteX41" fmla="*/ 24517 w 50365"/>
                <a:gd name="connsiteY41" fmla="*/ 53306 h 123384"/>
                <a:gd name="connsiteX42" fmla="*/ 24517 w 50365"/>
                <a:gd name="connsiteY42" fmla="*/ 24731 h 123384"/>
                <a:gd name="connsiteX43" fmla="*/ 22897 w 50365"/>
                <a:gd name="connsiteY43" fmla="*/ 10920 h 123384"/>
                <a:gd name="connsiteX44" fmla="*/ 22897 w 50365"/>
                <a:gd name="connsiteY44" fmla="*/ 3871 h 123384"/>
                <a:gd name="connsiteX45" fmla="*/ 28612 w 50365"/>
                <a:gd name="connsiteY45" fmla="*/ 442 h 123384"/>
                <a:gd name="connsiteX46" fmla="*/ 38137 w 50365"/>
                <a:gd name="connsiteY46" fmla="*/ 7015 h 123384"/>
                <a:gd name="connsiteX47" fmla="*/ 39757 w 50365"/>
                <a:gd name="connsiteY47" fmla="*/ 15206 h 123384"/>
                <a:gd name="connsiteX48" fmla="*/ 35756 w 50365"/>
                <a:gd name="connsiteY48" fmla="*/ 41305 h 123384"/>
                <a:gd name="connsiteX49" fmla="*/ 36518 w 50365"/>
                <a:gd name="connsiteY49" fmla="*/ 46829 h 1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365" h="123384">
                  <a:moveTo>
                    <a:pt x="36518" y="46829"/>
                  </a:moveTo>
                  <a:cubicBezTo>
                    <a:pt x="40995" y="42819"/>
                    <a:pt x="43586" y="37123"/>
                    <a:pt x="43662" y="31113"/>
                  </a:cubicBezTo>
                  <a:cubicBezTo>
                    <a:pt x="45186" y="31113"/>
                    <a:pt x="45472" y="31875"/>
                    <a:pt x="45376" y="32827"/>
                  </a:cubicBezTo>
                  <a:cubicBezTo>
                    <a:pt x="45157" y="35228"/>
                    <a:pt x="45957" y="37609"/>
                    <a:pt x="47567" y="39400"/>
                  </a:cubicBezTo>
                  <a:cubicBezTo>
                    <a:pt x="48158" y="40219"/>
                    <a:pt x="48701" y="41076"/>
                    <a:pt x="49186" y="41971"/>
                  </a:cubicBezTo>
                  <a:cubicBezTo>
                    <a:pt x="50996" y="45305"/>
                    <a:pt x="50806" y="46543"/>
                    <a:pt x="48043" y="49115"/>
                  </a:cubicBezTo>
                  <a:cubicBezTo>
                    <a:pt x="45281" y="51687"/>
                    <a:pt x="41566" y="55116"/>
                    <a:pt x="38518" y="57878"/>
                  </a:cubicBezTo>
                  <a:cubicBezTo>
                    <a:pt x="36842" y="59069"/>
                    <a:pt x="35823" y="60974"/>
                    <a:pt x="35756" y="63022"/>
                  </a:cubicBezTo>
                  <a:cubicBezTo>
                    <a:pt x="35756" y="71975"/>
                    <a:pt x="35756" y="80929"/>
                    <a:pt x="35756" y="89882"/>
                  </a:cubicBezTo>
                  <a:cubicBezTo>
                    <a:pt x="35613" y="92225"/>
                    <a:pt x="35613" y="94587"/>
                    <a:pt x="35756" y="96931"/>
                  </a:cubicBezTo>
                  <a:cubicBezTo>
                    <a:pt x="36118" y="103350"/>
                    <a:pt x="35413" y="109789"/>
                    <a:pt x="33661" y="115981"/>
                  </a:cubicBezTo>
                  <a:cubicBezTo>
                    <a:pt x="32975" y="118390"/>
                    <a:pt x="31698" y="120581"/>
                    <a:pt x="29946" y="122362"/>
                  </a:cubicBezTo>
                  <a:cubicBezTo>
                    <a:pt x="28946" y="123353"/>
                    <a:pt x="27441" y="123658"/>
                    <a:pt x="26136" y="123124"/>
                  </a:cubicBezTo>
                  <a:cubicBezTo>
                    <a:pt x="24612" y="123124"/>
                    <a:pt x="24517" y="121315"/>
                    <a:pt x="24517" y="120076"/>
                  </a:cubicBezTo>
                  <a:lnTo>
                    <a:pt x="24517" y="110551"/>
                  </a:lnTo>
                  <a:cubicBezTo>
                    <a:pt x="24517" y="97978"/>
                    <a:pt x="24517" y="85405"/>
                    <a:pt x="24517" y="72451"/>
                  </a:cubicBezTo>
                  <a:cubicBezTo>
                    <a:pt x="24517" y="71499"/>
                    <a:pt x="24517" y="70642"/>
                    <a:pt x="24517" y="69308"/>
                  </a:cubicBezTo>
                  <a:cubicBezTo>
                    <a:pt x="23783" y="69622"/>
                    <a:pt x="23078" y="70003"/>
                    <a:pt x="22421" y="70451"/>
                  </a:cubicBezTo>
                  <a:lnTo>
                    <a:pt x="15849" y="75880"/>
                  </a:lnTo>
                  <a:cubicBezTo>
                    <a:pt x="14058" y="77328"/>
                    <a:pt x="11753" y="77976"/>
                    <a:pt x="9467" y="77690"/>
                  </a:cubicBezTo>
                  <a:cubicBezTo>
                    <a:pt x="6229" y="77690"/>
                    <a:pt x="4895" y="75309"/>
                    <a:pt x="6324" y="72356"/>
                  </a:cubicBezTo>
                  <a:cubicBezTo>
                    <a:pt x="6991" y="70784"/>
                    <a:pt x="7753" y="69260"/>
                    <a:pt x="8610" y="67784"/>
                  </a:cubicBezTo>
                  <a:cubicBezTo>
                    <a:pt x="10591" y="64460"/>
                    <a:pt x="11115" y="60459"/>
                    <a:pt x="10039" y="56735"/>
                  </a:cubicBezTo>
                  <a:cubicBezTo>
                    <a:pt x="9181" y="53497"/>
                    <a:pt x="8419" y="50353"/>
                    <a:pt x="7848" y="47210"/>
                  </a:cubicBezTo>
                  <a:cubicBezTo>
                    <a:pt x="7562" y="45667"/>
                    <a:pt x="7562" y="44086"/>
                    <a:pt x="7848" y="42543"/>
                  </a:cubicBezTo>
                  <a:cubicBezTo>
                    <a:pt x="8077" y="41438"/>
                    <a:pt x="8400" y="40352"/>
                    <a:pt x="8800" y="39304"/>
                  </a:cubicBezTo>
                  <a:cubicBezTo>
                    <a:pt x="9658" y="36809"/>
                    <a:pt x="9115" y="34046"/>
                    <a:pt x="7372" y="32065"/>
                  </a:cubicBezTo>
                  <a:cubicBezTo>
                    <a:pt x="5095" y="29035"/>
                    <a:pt x="3028" y="25853"/>
                    <a:pt x="1180" y="22540"/>
                  </a:cubicBezTo>
                  <a:cubicBezTo>
                    <a:pt x="466" y="21221"/>
                    <a:pt x="75" y="19753"/>
                    <a:pt x="37" y="18254"/>
                  </a:cubicBezTo>
                  <a:cubicBezTo>
                    <a:pt x="-210" y="16749"/>
                    <a:pt x="799" y="15326"/>
                    <a:pt x="2304" y="15074"/>
                  </a:cubicBezTo>
                  <a:cubicBezTo>
                    <a:pt x="2866" y="14981"/>
                    <a:pt x="3438" y="15060"/>
                    <a:pt x="3943" y="15301"/>
                  </a:cubicBezTo>
                  <a:cubicBezTo>
                    <a:pt x="5048" y="15651"/>
                    <a:pt x="6086" y="16200"/>
                    <a:pt x="6991" y="16921"/>
                  </a:cubicBezTo>
                  <a:cubicBezTo>
                    <a:pt x="9353" y="18834"/>
                    <a:pt x="11572" y="20902"/>
                    <a:pt x="13658" y="23112"/>
                  </a:cubicBezTo>
                  <a:cubicBezTo>
                    <a:pt x="15839" y="25392"/>
                    <a:pt x="16573" y="28695"/>
                    <a:pt x="15563" y="31684"/>
                  </a:cubicBezTo>
                  <a:cubicBezTo>
                    <a:pt x="14858" y="34410"/>
                    <a:pt x="13972" y="37085"/>
                    <a:pt x="12896" y="39685"/>
                  </a:cubicBezTo>
                  <a:cubicBezTo>
                    <a:pt x="11791" y="41962"/>
                    <a:pt x="12010" y="44667"/>
                    <a:pt x="13468" y="46734"/>
                  </a:cubicBezTo>
                  <a:cubicBezTo>
                    <a:pt x="14230" y="47782"/>
                    <a:pt x="14801" y="48925"/>
                    <a:pt x="15468" y="49877"/>
                  </a:cubicBezTo>
                  <a:cubicBezTo>
                    <a:pt x="18040" y="53392"/>
                    <a:pt x="18040" y="58173"/>
                    <a:pt x="15468" y="61688"/>
                  </a:cubicBezTo>
                  <a:cubicBezTo>
                    <a:pt x="15163" y="62402"/>
                    <a:pt x="14915" y="63136"/>
                    <a:pt x="14706" y="63879"/>
                  </a:cubicBezTo>
                  <a:cubicBezTo>
                    <a:pt x="15401" y="63917"/>
                    <a:pt x="16106" y="63917"/>
                    <a:pt x="16801" y="63879"/>
                  </a:cubicBezTo>
                  <a:cubicBezTo>
                    <a:pt x="17792" y="63126"/>
                    <a:pt x="18840" y="62460"/>
                    <a:pt x="19945" y="61879"/>
                  </a:cubicBezTo>
                  <a:cubicBezTo>
                    <a:pt x="23250" y="60402"/>
                    <a:pt x="25136" y="56878"/>
                    <a:pt x="24517" y="53306"/>
                  </a:cubicBezTo>
                  <a:cubicBezTo>
                    <a:pt x="24517" y="43781"/>
                    <a:pt x="24517" y="34256"/>
                    <a:pt x="24517" y="24731"/>
                  </a:cubicBezTo>
                  <a:cubicBezTo>
                    <a:pt x="24498" y="20081"/>
                    <a:pt x="23955" y="15448"/>
                    <a:pt x="22897" y="10920"/>
                  </a:cubicBezTo>
                  <a:cubicBezTo>
                    <a:pt x="22564" y="8582"/>
                    <a:pt x="22564" y="6209"/>
                    <a:pt x="22897" y="3871"/>
                  </a:cubicBezTo>
                  <a:cubicBezTo>
                    <a:pt x="22897" y="347"/>
                    <a:pt x="25183" y="-701"/>
                    <a:pt x="28612" y="442"/>
                  </a:cubicBezTo>
                  <a:cubicBezTo>
                    <a:pt x="32517" y="1323"/>
                    <a:pt x="35927" y="3678"/>
                    <a:pt x="38137" y="7015"/>
                  </a:cubicBezTo>
                  <a:cubicBezTo>
                    <a:pt x="39623" y="9469"/>
                    <a:pt x="40195" y="12370"/>
                    <a:pt x="39757" y="15206"/>
                  </a:cubicBezTo>
                  <a:cubicBezTo>
                    <a:pt x="38328" y="23874"/>
                    <a:pt x="36994" y="32542"/>
                    <a:pt x="35756" y="41305"/>
                  </a:cubicBezTo>
                  <a:cubicBezTo>
                    <a:pt x="35070" y="43162"/>
                    <a:pt x="35356" y="45229"/>
                    <a:pt x="36518" y="4682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3" name="任意多边形: 形状 1942">
              <a:extLst>
                <a:ext uri="{FF2B5EF4-FFF2-40B4-BE49-F238E27FC236}">
                  <a16:creationId xmlns:a16="http://schemas.microsoft.com/office/drawing/2014/main" id="{287DB71B-BD8A-4FDD-B49A-4E48E33777B8}"/>
                </a:ext>
              </a:extLst>
            </p:cNvPr>
            <p:cNvSpPr/>
            <p:nvPr/>
          </p:nvSpPr>
          <p:spPr>
            <a:xfrm>
              <a:off x="6177567" y="6605697"/>
              <a:ext cx="73306" cy="86212"/>
            </a:xfrm>
            <a:custGeom>
              <a:avLst/>
              <a:gdLst>
                <a:gd name="connsiteX0" fmla="*/ 31242 w 57997"/>
                <a:gd name="connsiteY0" fmla="*/ 58547 h 68208"/>
                <a:gd name="connsiteX1" fmla="*/ 28575 w 57997"/>
                <a:gd name="connsiteY1" fmla="*/ 60643 h 68208"/>
                <a:gd name="connsiteX2" fmla="*/ 21908 w 57997"/>
                <a:gd name="connsiteY2" fmla="*/ 67024 h 68208"/>
                <a:gd name="connsiteX3" fmla="*/ 17240 w 57997"/>
                <a:gd name="connsiteY3" fmla="*/ 65596 h 68208"/>
                <a:gd name="connsiteX4" fmla="*/ 16097 w 57997"/>
                <a:gd name="connsiteY4" fmla="*/ 59595 h 68208"/>
                <a:gd name="connsiteX5" fmla="*/ 17812 w 57997"/>
                <a:gd name="connsiteY5" fmla="*/ 53213 h 68208"/>
                <a:gd name="connsiteX6" fmla="*/ 24955 w 57997"/>
                <a:gd name="connsiteY6" fmla="*/ 44164 h 68208"/>
                <a:gd name="connsiteX7" fmla="*/ 28384 w 57997"/>
                <a:gd name="connsiteY7" fmla="*/ 44164 h 68208"/>
                <a:gd name="connsiteX8" fmla="*/ 29051 w 57997"/>
                <a:gd name="connsiteY8" fmla="*/ 49117 h 68208"/>
                <a:gd name="connsiteX9" fmla="*/ 32575 w 57997"/>
                <a:gd name="connsiteY9" fmla="*/ 45593 h 68208"/>
                <a:gd name="connsiteX10" fmla="*/ 32575 w 57997"/>
                <a:gd name="connsiteY10" fmla="*/ 40545 h 68208"/>
                <a:gd name="connsiteX11" fmla="*/ 33528 w 57997"/>
                <a:gd name="connsiteY11" fmla="*/ 26353 h 68208"/>
                <a:gd name="connsiteX12" fmla="*/ 33528 w 57997"/>
                <a:gd name="connsiteY12" fmla="*/ 22257 h 68208"/>
                <a:gd name="connsiteX13" fmla="*/ 30004 w 57997"/>
                <a:gd name="connsiteY13" fmla="*/ 24924 h 68208"/>
                <a:gd name="connsiteX14" fmla="*/ 18288 w 57997"/>
                <a:gd name="connsiteY14" fmla="*/ 36259 h 68208"/>
                <a:gd name="connsiteX15" fmla="*/ 18288 w 57997"/>
                <a:gd name="connsiteY15" fmla="*/ 36259 h 68208"/>
                <a:gd name="connsiteX16" fmla="*/ 933 w 57997"/>
                <a:gd name="connsiteY16" fmla="*/ 35421 h 68208"/>
                <a:gd name="connsiteX17" fmla="*/ 0 w 57997"/>
                <a:gd name="connsiteY17" fmla="*/ 34258 h 68208"/>
                <a:gd name="connsiteX18" fmla="*/ 2858 w 57997"/>
                <a:gd name="connsiteY18" fmla="*/ 32163 h 68208"/>
                <a:gd name="connsiteX19" fmla="*/ 20860 w 57997"/>
                <a:gd name="connsiteY19" fmla="*/ 21209 h 68208"/>
                <a:gd name="connsiteX20" fmla="*/ 32671 w 57997"/>
                <a:gd name="connsiteY20" fmla="*/ 11684 h 68208"/>
                <a:gd name="connsiteX21" fmla="*/ 36576 w 57997"/>
                <a:gd name="connsiteY21" fmla="*/ 5398 h 68208"/>
                <a:gd name="connsiteX22" fmla="*/ 46101 w 57997"/>
                <a:gd name="connsiteY22" fmla="*/ 2445 h 68208"/>
                <a:gd name="connsiteX23" fmla="*/ 51721 w 57997"/>
                <a:gd name="connsiteY23" fmla="*/ 9208 h 68208"/>
                <a:gd name="connsiteX24" fmla="*/ 51245 w 57997"/>
                <a:gd name="connsiteY24" fmla="*/ 13018 h 68208"/>
                <a:gd name="connsiteX25" fmla="*/ 46958 w 57997"/>
                <a:gd name="connsiteY25" fmla="*/ 21019 h 68208"/>
                <a:gd name="connsiteX26" fmla="*/ 43815 w 57997"/>
                <a:gd name="connsiteY26" fmla="*/ 32449 h 68208"/>
                <a:gd name="connsiteX27" fmla="*/ 43815 w 57997"/>
                <a:gd name="connsiteY27" fmla="*/ 35211 h 68208"/>
                <a:gd name="connsiteX28" fmla="*/ 57055 w 57997"/>
                <a:gd name="connsiteY28" fmla="*/ 21971 h 68208"/>
                <a:gd name="connsiteX29" fmla="*/ 57055 w 57997"/>
                <a:gd name="connsiteY29" fmla="*/ 26543 h 68208"/>
                <a:gd name="connsiteX30" fmla="*/ 49721 w 57997"/>
                <a:gd name="connsiteY30" fmla="*/ 37973 h 68208"/>
                <a:gd name="connsiteX31" fmla="*/ 45529 w 57997"/>
                <a:gd name="connsiteY31" fmla="*/ 43307 h 68208"/>
                <a:gd name="connsiteX32" fmla="*/ 42386 w 57997"/>
                <a:gd name="connsiteY32" fmla="*/ 54356 h 68208"/>
                <a:gd name="connsiteX33" fmla="*/ 42958 w 57997"/>
                <a:gd name="connsiteY33" fmla="*/ 63881 h 68208"/>
                <a:gd name="connsiteX34" fmla="*/ 36767 w 57997"/>
                <a:gd name="connsiteY34" fmla="*/ 67120 h 68208"/>
                <a:gd name="connsiteX35" fmla="*/ 32385 w 57997"/>
                <a:gd name="connsiteY35" fmla="*/ 61214 h 68208"/>
                <a:gd name="connsiteX36" fmla="*/ 32385 w 57997"/>
                <a:gd name="connsiteY36" fmla="*/ 58452 h 68208"/>
                <a:gd name="connsiteX37" fmla="*/ 31242 w 57997"/>
                <a:gd name="connsiteY37" fmla="*/ 58547 h 6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7997" h="68208">
                  <a:moveTo>
                    <a:pt x="31242" y="58547"/>
                  </a:moveTo>
                  <a:lnTo>
                    <a:pt x="28575" y="60643"/>
                  </a:lnTo>
                  <a:cubicBezTo>
                    <a:pt x="26289" y="62738"/>
                    <a:pt x="24193" y="65024"/>
                    <a:pt x="21908" y="67024"/>
                  </a:cubicBezTo>
                  <a:cubicBezTo>
                    <a:pt x="19621" y="69025"/>
                    <a:pt x="18002" y="68453"/>
                    <a:pt x="17240" y="65596"/>
                  </a:cubicBezTo>
                  <a:cubicBezTo>
                    <a:pt x="16726" y="63624"/>
                    <a:pt x="16335" y="61624"/>
                    <a:pt x="16097" y="59595"/>
                  </a:cubicBezTo>
                  <a:cubicBezTo>
                    <a:pt x="15745" y="57318"/>
                    <a:pt x="16373" y="55004"/>
                    <a:pt x="17812" y="53213"/>
                  </a:cubicBezTo>
                  <a:cubicBezTo>
                    <a:pt x="20193" y="50260"/>
                    <a:pt x="22479" y="47117"/>
                    <a:pt x="24955" y="44164"/>
                  </a:cubicBezTo>
                  <a:cubicBezTo>
                    <a:pt x="27432" y="41212"/>
                    <a:pt x="27718" y="42259"/>
                    <a:pt x="28384" y="44164"/>
                  </a:cubicBezTo>
                  <a:cubicBezTo>
                    <a:pt x="28756" y="45793"/>
                    <a:pt x="28985" y="47451"/>
                    <a:pt x="29051" y="49117"/>
                  </a:cubicBezTo>
                  <a:cubicBezTo>
                    <a:pt x="30671" y="49117"/>
                    <a:pt x="32290" y="48070"/>
                    <a:pt x="32575" y="45593"/>
                  </a:cubicBezTo>
                  <a:cubicBezTo>
                    <a:pt x="32861" y="43117"/>
                    <a:pt x="32575" y="42164"/>
                    <a:pt x="32575" y="40545"/>
                  </a:cubicBezTo>
                  <a:cubicBezTo>
                    <a:pt x="32575" y="35782"/>
                    <a:pt x="33242" y="31020"/>
                    <a:pt x="33528" y="26353"/>
                  </a:cubicBezTo>
                  <a:cubicBezTo>
                    <a:pt x="33528" y="25305"/>
                    <a:pt x="33528" y="24257"/>
                    <a:pt x="33528" y="22257"/>
                  </a:cubicBezTo>
                  <a:cubicBezTo>
                    <a:pt x="32309" y="23086"/>
                    <a:pt x="31128" y="23971"/>
                    <a:pt x="30004" y="24924"/>
                  </a:cubicBezTo>
                  <a:lnTo>
                    <a:pt x="18288" y="36259"/>
                  </a:lnTo>
                  <a:lnTo>
                    <a:pt x="18288" y="36259"/>
                  </a:lnTo>
                  <a:cubicBezTo>
                    <a:pt x="13259" y="40821"/>
                    <a:pt x="5496" y="40440"/>
                    <a:pt x="933" y="35421"/>
                  </a:cubicBezTo>
                  <a:cubicBezTo>
                    <a:pt x="600" y="35049"/>
                    <a:pt x="286" y="34668"/>
                    <a:pt x="0" y="34258"/>
                  </a:cubicBezTo>
                  <a:lnTo>
                    <a:pt x="2858" y="32163"/>
                  </a:lnTo>
                  <a:cubicBezTo>
                    <a:pt x="8858" y="28543"/>
                    <a:pt x="14954" y="25019"/>
                    <a:pt x="20860" y="21209"/>
                  </a:cubicBezTo>
                  <a:cubicBezTo>
                    <a:pt x="24955" y="18447"/>
                    <a:pt x="28766" y="15208"/>
                    <a:pt x="32671" y="11684"/>
                  </a:cubicBezTo>
                  <a:cubicBezTo>
                    <a:pt x="34585" y="10035"/>
                    <a:pt x="35947" y="7842"/>
                    <a:pt x="36576" y="5398"/>
                  </a:cubicBezTo>
                  <a:cubicBezTo>
                    <a:pt x="38481" y="-698"/>
                    <a:pt x="40767" y="-1556"/>
                    <a:pt x="46101" y="2445"/>
                  </a:cubicBezTo>
                  <a:cubicBezTo>
                    <a:pt x="48273" y="4432"/>
                    <a:pt x="50168" y="6707"/>
                    <a:pt x="51721" y="9208"/>
                  </a:cubicBezTo>
                  <a:cubicBezTo>
                    <a:pt x="52578" y="10446"/>
                    <a:pt x="51721" y="11779"/>
                    <a:pt x="51245" y="13018"/>
                  </a:cubicBezTo>
                  <a:cubicBezTo>
                    <a:pt x="49597" y="15561"/>
                    <a:pt x="48158" y="18237"/>
                    <a:pt x="46958" y="21019"/>
                  </a:cubicBezTo>
                  <a:cubicBezTo>
                    <a:pt x="45625" y="24733"/>
                    <a:pt x="44767" y="28639"/>
                    <a:pt x="43815" y="32449"/>
                  </a:cubicBezTo>
                  <a:cubicBezTo>
                    <a:pt x="43701" y="33363"/>
                    <a:pt x="43701" y="34297"/>
                    <a:pt x="43815" y="35211"/>
                  </a:cubicBezTo>
                  <a:cubicBezTo>
                    <a:pt x="48759" y="31363"/>
                    <a:pt x="53207" y="26915"/>
                    <a:pt x="57055" y="21971"/>
                  </a:cubicBezTo>
                  <a:cubicBezTo>
                    <a:pt x="58312" y="23238"/>
                    <a:pt x="58312" y="25276"/>
                    <a:pt x="57055" y="26543"/>
                  </a:cubicBezTo>
                  <a:cubicBezTo>
                    <a:pt x="54674" y="30353"/>
                    <a:pt x="52197" y="34163"/>
                    <a:pt x="49721" y="37973"/>
                  </a:cubicBezTo>
                  <a:cubicBezTo>
                    <a:pt x="48435" y="39831"/>
                    <a:pt x="47034" y="41612"/>
                    <a:pt x="45529" y="43307"/>
                  </a:cubicBezTo>
                  <a:cubicBezTo>
                    <a:pt x="42882" y="46336"/>
                    <a:pt x="41729" y="50384"/>
                    <a:pt x="42386" y="54356"/>
                  </a:cubicBezTo>
                  <a:cubicBezTo>
                    <a:pt x="42386" y="57528"/>
                    <a:pt x="42577" y="60709"/>
                    <a:pt x="42958" y="63881"/>
                  </a:cubicBezTo>
                  <a:cubicBezTo>
                    <a:pt x="42958" y="66262"/>
                    <a:pt x="39433" y="68167"/>
                    <a:pt x="36767" y="67120"/>
                  </a:cubicBezTo>
                  <a:cubicBezTo>
                    <a:pt x="34100" y="66072"/>
                    <a:pt x="32575" y="64929"/>
                    <a:pt x="32385" y="61214"/>
                  </a:cubicBezTo>
                  <a:cubicBezTo>
                    <a:pt x="32433" y="60290"/>
                    <a:pt x="32433" y="59376"/>
                    <a:pt x="32385" y="58452"/>
                  </a:cubicBezTo>
                  <a:cubicBezTo>
                    <a:pt x="32385" y="58452"/>
                    <a:pt x="32004" y="59404"/>
                    <a:pt x="31242" y="5854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4" name="任意多边形: 形状 1943">
              <a:extLst>
                <a:ext uri="{FF2B5EF4-FFF2-40B4-BE49-F238E27FC236}">
                  <a16:creationId xmlns:a16="http://schemas.microsoft.com/office/drawing/2014/main" id="{695D9687-D8A8-4E11-9E50-330BB3D28018}"/>
                </a:ext>
              </a:extLst>
            </p:cNvPr>
            <p:cNvSpPr/>
            <p:nvPr/>
          </p:nvSpPr>
          <p:spPr>
            <a:xfrm>
              <a:off x="6589364" y="6659720"/>
              <a:ext cx="58453" cy="49641"/>
            </a:xfrm>
            <a:custGeom>
              <a:avLst/>
              <a:gdLst>
                <a:gd name="connsiteX0" fmla="*/ 46247 w 46246"/>
                <a:gd name="connsiteY0" fmla="*/ 28379 h 39274"/>
                <a:gd name="connsiteX1" fmla="*/ 40722 w 46246"/>
                <a:gd name="connsiteY1" fmla="*/ 31904 h 39274"/>
                <a:gd name="connsiteX2" fmla="*/ 23768 w 46246"/>
                <a:gd name="connsiteY2" fmla="*/ 38666 h 39274"/>
                <a:gd name="connsiteX3" fmla="*/ 14243 w 46246"/>
                <a:gd name="connsiteY3" fmla="*/ 34952 h 39274"/>
                <a:gd name="connsiteX4" fmla="*/ 431 w 46246"/>
                <a:gd name="connsiteY4" fmla="*/ 3995 h 39274"/>
                <a:gd name="connsiteX5" fmla="*/ 1193 w 46246"/>
                <a:gd name="connsiteY5" fmla="*/ 471 h 39274"/>
                <a:gd name="connsiteX6" fmla="*/ 4775 w 46246"/>
                <a:gd name="connsiteY6" fmla="*/ 1090 h 39274"/>
                <a:gd name="connsiteX7" fmla="*/ 4813 w 46246"/>
                <a:gd name="connsiteY7" fmla="*/ 1138 h 39274"/>
                <a:gd name="connsiteX8" fmla="*/ 7480 w 46246"/>
                <a:gd name="connsiteY8" fmla="*/ 4662 h 39274"/>
                <a:gd name="connsiteX9" fmla="*/ 21101 w 46246"/>
                <a:gd name="connsiteY9" fmla="*/ 19616 h 39274"/>
                <a:gd name="connsiteX10" fmla="*/ 39293 w 46246"/>
                <a:gd name="connsiteY10" fmla="*/ 26189 h 39274"/>
                <a:gd name="connsiteX11" fmla="*/ 46247 w 46246"/>
                <a:gd name="connsiteY11" fmla="*/ 28379 h 39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246" h="39274">
                  <a:moveTo>
                    <a:pt x="46247" y="28379"/>
                  </a:moveTo>
                  <a:cubicBezTo>
                    <a:pt x="44846" y="30132"/>
                    <a:pt x="42903" y="31380"/>
                    <a:pt x="40722" y="31904"/>
                  </a:cubicBezTo>
                  <a:lnTo>
                    <a:pt x="23768" y="38666"/>
                  </a:lnTo>
                  <a:cubicBezTo>
                    <a:pt x="20110" y="40266"/>
                    <a:pt x="15852" y="38600"/>
                    <a:pt x="14243" y="34952"/>
                  </a:cubicBezTo>
                  <a:cubicBezTo>
                    <a:pt x="9575" y="24665"/>
                    <a:pt x="4718" y="14378"/>
                    <a:pt x="431" y="3995"/>
                  </a:cubicBezTo>
                  <a:cubicBezTo>
                    <a:pt x="-235" y="2567"/>
                    <a:pt x="-235" y="1328"/>
                    <a:pt x="1193" y="471"/>
                  </a:cubicBezTo>
                  <a:cubicBezTo>
                    <a:pt x="2355" y="-348"/>
                    <a:pt x="3956" y="-72"/>
                    <a:pt x="4775" y="1090"/>
                  </a:cubicBezTo>
                  <a:cubicBezTo>
                    <a:pt x="4794" y="1100"/>
                    <a:pt x="4803" y="1119"/>
                    <a:pt x="4813" y="1138"/>
                  </a:cubicBezTo>
                  <a:cubicBezTo>
                    <a:pt x="5765" y="2281"/>
                    <a:pt x="6623" y="3424"/>
                    <a:pt x="7480" y="4662"/>
                  </a:cubicBezTo>
                  <a:cubicBezTo>
                    <a:pt x="11081" y="10425"/>
                    <a:pt x="15700" y="15492"/>
                    <a:pt x="21101" y="19616"/>
                  </a:cubicBezTo>
                  <a:cubicBezTo>
                    <a:pt x="26378" y="23560"/>
                    <a:pt x="32712" y="25846"/>
                    <a:pt x="39293" y="26189"/>
                  </a:cubicBezTo>
                  <a:cubicBezTo>
                    <a:pt x="41770" y="26189"/>
                    <a:pt x="44342" y="26189"/>
                    <a:pt x="46247" y="283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5" name="任意多边形: 形状 1944">
              <a:extLst>
                <a:ext uri="{FF2B5EF4-FFF2-40B4-BE49-F238E27FC236}">
                  <a16:creationId xmlns:a16="http://schemas.microsoft.com/office/drawing/2014/main" id="{477C6AD3-E4DA-472A-8694-B7930BA82886}"/>
                </a:ext>
              </a:extLst>
            </p:cNvPr>
            <p:cNvSpPr/>
            <p:nvPr/>
          </p:nvSpPr>
          <p:spPr>
            <a:xfrm>
              <a:off x="6195866" y="6569616"/>
              <a:ext cx="52308" cy="39773"/>
            </a:xfrm>
            <a:custGeom>
              <a:avLst/>
              <a:gdLst>
                <a:gd name="connsiteX0" fmla="*/ 0 w 41384"/>
                <a:gd name="connsiteY0" fmla="*/ 31467 h 31467"/>
                <a:gd name="connsiteX1" fmla="*/ 29623 w 41384"/>
                <a:gd name="connsiteY1" fmla="*/ 5750 h 31467"/>
                <a:gd name="connsiteX2" fmla="*/ 32956 w 41384"/>
                <a:gd name="connsiteY2" fmla="*/ 1749 h 31467"/>
                <a:gd name="connsiteX3" fmla="*/ 35547 w 41384"/>
                <a:gd name="connsiteY3" fmla="*/ 45 h 31467"/>
                <a:gd name="connsiteX4" fmla="*/ 36385 w 41384"/>
                <a:gd name="connsiteY4" fmla="*/ 416 h 31467"/>
                <a:gd name="connsiteX5" fmla="*/ 39624 w 41384"/>
                <a:gd name="connsiteY5" fmla="*/ 16037 h 31467"/>
                <a:gd name="connsiteX6" fmla="*/ 35814 w 41384"/>
                <a:gd name="connsiteY6" fmla="*/ 18609 h 31467"/>
                <a:gd name="connsiteX7" fmla="*/ 35147 w 41384"/>
                <a:gd name="connsiteY7" fmla="*/ 18609 h 31467"/>
                <a:gd name="connsiteX8" fmla="*/ 9144 w 41384"/>
                <a:gd name="connsiteY8" fmla="*/ 28800 h 31467"/>
                <a:gd name="connsiteX9" fmla="*/ 0 w 41384"/>
                <a:gd name="connsiteY9" fmla="*/ 31467 h 3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384" h="31467">
                  <a:moveTo>
                    <a:pt x="0" y="31467"/>
                  </a:moveTo>
                  <a:cubicBezTo>
                    <a:pt x="8687" y="21617"/>
                    <a:pt x="18650" y="12967"/>
                    <a:pt x="29623" y="5750"/>
                  </a:cubicBezTo>
                  <a:cubicBezTo>
                    <a:pt x="31290" y="5005"/>
                    <a:pt x="32528" y="3528"/>
                    <a:pt x="32956" y="1749"/>
                  </a:cubicBezTo>
                  <a:cubicBezTo>
                    <a:pt x="33204" y="564"/>
                    <a:pt x="34357" y="-198"/>
                    <a:pt x="35547" y="45"/>
                  </a:cubicBezTo>
                  <a:cubicBezTo>
                    <a:pt x="35852" y="108"/>
                    <a:pt x="36138" y="234"/>
                    <a:pt x="36385" y="416"/>
                  </a:cubicBezTo>
                  <a:cubicBezTo>
                    <a:pt x="41481" y="3913"/>
                    <a:pt x="42901" y="10804"/>
                    <a:pt x="39624" y="16037"/>
                  </a:cubicBezTo>
                  <a:cubicBezTo>
                    <a:pt x="38776" y="17398"/>
                    <a:pt x="37395" y="18333"/>
                    <a:pt x="35814" y="18609"/>
                  </a:cubicBezTo>
                  <a:lnTo>
                    <a:pt x="35147" y="18609"/>
                  </a:lnTo>
                  <a:cubicBezTo>
                    <a:pt x="25860" y="20132"/>
                    <a:pt x="16993" y="23605"/>
                    <a:pt x="9144" y="28800"/>
                  </a:cubicBezTo>
                  <a:cubicBezTo>
                    <a:pt x="6229" y="30102"/>
                    <a:pt x="3153" y="31000"/>
                    <a:pt x="0" y="3146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6" name="任意多边形: 形状 1945">
              <a:extLst>
                <a:ext uri="{FF2B5EF4-FFF2-40B4-BE49-F238E27FC236}">
                  <a16:creationId xmlns:a16="http://schemas.microsoft.com/office/drawing/2014/main" id="{9D136688-8F85-4F78-9831-83B14E518E9F}"/>
                </a:ext>
              </a:extLst>
            </p:cNvPr>
            <p:cNvSpPr/>
            <p:nvPr/>
          </p:nvSpPr>
          <p:spPr>
            <a:xfrm>
              <a:off x="5905961" y="6768048"/>
              <a:ext cx="918112" cy="33389"/>
            </a:xfrm>
            <a:custGeom>
              <a:avLst/>
              <a:gdLst>
                <a:gd name="connsiteX0" fmla="*/ 0 w 726376"/>
                <a:gd name="connsiteY0" fmla="*/ 25351 h 26416"/>
                <a:gd name="connsiteX1" fmla="*/ 0 w 726376"/>
                <a:gd name="connsiteY1" fmla="*/ 1634 h 26416"/>
                <a:gd name="connsiteX2" fmla="*/ 3334 w 726376"/>
                <a:gd name="connsiteY2" fmla="*/ 1634 h 26416"/>
                <a:gd name="connsiteX3" fmla="*/ 3334 w 726376"/>
                <a:gd name="connsiteY3" fmla="*/ 11159 h 26416"/>
                <a:gd name="connsiteX4" fmla="*/ 12001 w 726376"/>
                <a:gd name="connsiteY4" fmla="*/ 11159 h 26416"/>
                <a:gd name="connsiteX5" fmla="*/ 12001 w 726376"/>
                <a:gd name="connsiteY5" fmla="*/ 1634 h 26416"/>
                <a:gd name="connsiteX6" fmla="*/ 15430 w 726376"/>
                <a:gd name="connsiteY6" fmla="*/ 1634 h 26416"/>
                <a:gd name="connsiteX7" fmla="*/ 15430 w 726376"/>
                <a:gd name="connsiteY7" fmla="*/ 25351 h 26416"/>
                <a:gd name="connsiteX8" fmla="*/ 12001 w 726376"/>
                <a:gd name="connsiteY8" fmla="*/ 25351 h 26416"/>
                <a:gd name="connsiteX9" fmla="*/ 12001 w 726376"/>
                <a:gd name="connsiteY9" fmla="*/ 14493 h 26416"/>
                <a:gd name="connsiteX10" fmla="*/ 3334 w 726376"/>
                <a:gd name="connsiteY10" fmla="*/ 14493 h 26416"/>
                <a:gd name="connsiteX11" fmla="*/ 3334 w 726376"/>
                <a:gd name="connsiteY11" fmla="*/ 25351 h 26416"/>
                <a:gd name="connsiteX12" fmla="*/ 34100 w 726376"/>
                <a:gd name="connsiteY12" fmla="*/ 1634 h 26416"/>
                <a:gd name="connsiteX13" fmla="*/ 34100 w 726376"/>
                <a:gd name="connsiteY13" fmla="*/ 18398 h 26416"/>
                <a:gd name="connsiteX14" fmla="*/ 33623 w 726376"/>
                <a:gd name="connsiteY14" fmla="*/ 21351 h 26416"/>
                <a:gd name="connsiteX15" fmla="*/ 32290 w 726376"/>
                <a:gd name="connsiteY15" fmla="*/ 23637 h 26416"/>
                <a:gd name="connsiteX16" fmla="*/ 30004 w 726376"/>
                <a:gd name="connsiteY16" fmla="*/ 25161 h 26416"/>
                <a:gd name="connsiteX17" fmla="*/ 26765 w 726376"/>
                <a:gd name="connsiteY17" fmla="*/ 25732 h 26416"/>
                <a:gd name="connsiteX18" fmla="*/ 23527 w 726376"/>
                <a:gd name="connsiteY18" fmla="*/ 25161 h 26416"/>
                <a:gd name="connsiteX19" fmla="*/ 21241 w 726376"/>
                <a:gd name="connsiteY19" fmla="*/ 23637 h 26416"/>
                <a:gd name="connsiteX20" fmla="*/ 19907 w 726376"/>
                <a:gd name="connsiteY20" fmla="*/ 21351 h 26416"/>
                <a:gd name="connsiteX21" fmla="*/ 19907 w 726376"/>
                <a:gd name="connsiteY21" fmla="*/ 18398 h 26416"/>
                <a:gd name="connsiteX22" fmla="*/ 19907 w 726376"/>
                <a:gd name="connsiteY22" fmla="*/ 1634 h 26416"/>
                <a:gd name="connsiteX23" fmla="*/ 23241 w 726376"/>
                <a:gd name="connsiteY23" fmla="*/ 1634 h 26416"/>
                <a:gd name="connsiteX24" fmla="*/ 23241 w 726376"/>
                <a:gd name="connsiteY24" fmla="*/ 18970 h 26416"/>
                <a:gd name="connsiteX25" fmla="*/ 24289 w 726376"/>
                <a:gd name="connsiteY25" fmla="*/ 21827 h 26416"/>
                <a:gd name="connsiteX26" fmla="*/ 30004 w 726376"/>
                <a:gd name="connsiteY26" fmla="*/ 21827 h 26416"/>
                <a:gd name="connsiteX27" fmla="*/ 31051 w 726376"/>
                <a:gd name="connsiteY27" fmla="*/ 18970 h 26416"/>
                <a:gd name="connsiteX28" fmla="*/ 31051 w 726376"/>
                <a:gd name="connsiteY28" fmla="*/ 1634 h 26416"/>
                <a:gd name="connsiteX29" fmla="*/ 41624 w 726376"/>
                <a:gd name="connsiteY29" fmla="*/ 15350 h 26416"/>
                <a:gd name="connsiteX30" fmla="*/ 46387 w 726376"/>
                <a:gd name="connsiteY30" fmla="*/ 15350 h 26416"/>
                <a:gd name="connsiteX31" fmla="*/ 44005 w 726376"/>
                <a:gd name="connsiteY31" fmla="*/ 6873 h 26416"/>
                <a:gd name="connsiteX32" fmla="*/ 44005 w 726376"/>
                <a:gd name="connsiteY32" fmla="*/ 6873 h 26416"/>
                <a:gd name="connsiteX33" fmla="*/ 41719 w 726376"/>
                <a:gd name="connsiteY33" fmla="*/ 15350 h 26416"/>
                <a:gd name="connsiteX34" fmla="*/ 35814 w 726376"/>
                <a:gd name="connsiteY34" fmla="*/ 24875 h 26416"/>
                <a:gd name="connsiteX35" fmla="*/ 42386 w 726376"/>
                <a:gd name="connsiteY35" fmla="*/ 1158 h 26416"/>
                <a:gd name="connsiteX36" fmla="*/ 45529 w 726376"/>
                <a:gd name="connsiteY36" fmla="*/ 1158 h 26416"/>
                <a:gd name="connsiteX37" fmla="*/ 52388 w 726376"/>
                <a:gd name="connsiteY37" fmla="*/ 24875 h 26416"/>
                <a:gd name="connsiteX38" fmla="*/ 49244 w 726376"/>
                <a:gd name="connsiteY38" fmla="*/ 24875 h 26416"/>
                <a:gd name="connsiteX39" fmla="*/ 47149 w 726376"/>
                <a:gd name="connsiteY39" fmla="*/ 17827 h 26416"/>
                <a:gd name="connsiteX40" fmla="*/ 40862 w 726376"/>
                <a:gd name="connsiteY40" fmla="*/ 17827 h 26416"/>
                <a:gd name="connsiteX41" fmla="*/ 38957 w 726376"/>
                <a:gd name="connsiteY41" fmla="*/ 24875 h 26416"/>
                <a:gd name="connsiteX42" fmla="*/ 62008 w 726376"/>
                <a:gd name="connsiteY42" fmla="*/ 4111 h 26416"/>
                <a:gd name="connsiteX43" fmla="*/ 53626 w 726376"/>
                <a:gd name="connsiteY43" fmla="*/ 4111 h 26416"/>
                <a:gd name="connsiteX44" fmla="*/ 53626 w 726376"/>
                <a:gd name="connsiteY44" fmla="*/ 1158 h 26416"/>
                <a:gd name="connsiteX45" fmla="*/ 66008 w 726376"/>
                <a:gd name="connsiteY45" fmla="*/ 1158 h 26416"/>
                <a:gd name="connsiteX46" fmla="*/ 66008 w 726376"/>
                <a:gd name="connsiteY46" fmla="*/ 4206 h 26416"/>
                <a:gd name="connsiteX47" fmla="*/ 56483 w 726376"/>
                <a:gd name="connsiteY47" fmla="*/ 21827 h 26416"/>
                <a:gd name="connsiteX48" fmla="*/ 66008 w 726376"/>
                <a:gd name="connsiteY48" fmla="*/ 21827 h 26416"/>
                <a:gd name="connsiteX49" fmla="*/ 66008 w 726376"/>
                <a:gd name="connsiteY49" fmla="*/ 24875 h 26416"/>
                <a:gd name="connsiteX50" fmla="*/ 52578 w 726376"/>
                <a:gd name="connsiteY50" fmla="*/ 24875 h 26416"/>
                <a:gd name="connsiteX51" fmla="*/ 52578 w 726376"/>
                <a:gd name="connsiteY51" fmla="*/ 22113 h 26416"/>
                <a:gd name="connsiteX52" fmla="*/ 62103 w 726376"/>
                <a:gd name="connsiteY52" fmla="*/ 4111 h 26416"/>
                <a:gd name="connsiteX53" fmla="*/ 69151 w 726376"/>
                <a:gd name="connsiteY53" fmla="*/ 24875 h 26416"/>
                <a:gd name="connsiteX54" fmla="*/ 69151 w 726376"/>
                <a:gd name="connsiteY54" fmla="*/ 1158 h 26416"/>
                <a:gd name="connsiteX55" fmla="*/ 72485 w 726376"/>
                <a:gd name="connsiteY55" fmla="*/ 1158 h 26416"/>
                <a:gd name="connsiteX56" fmla="*/ 72485 w 726376"/>
                <a:gd name="connsiteY56" fmla="*/ 10683 h 26416"/>
                <a:gd name="connsiteX57" fmla="*/ 81153 w 726376"/>
                <a:gd name="connsiteY57" fmla="*/ 10683 h 26416"/>
                <a:gd name="connsiteX58" fmla="*/ 81153 w 726376"/>
                <a:gd name="connsiteY58" fmla="*/ 1158 h 26416"/>
                <a:gd name="connsiteX59" fmla="*/ 84201 w 726376"/>
                <a:gd name="connsiteY59" fmla="*/ 1158 h 26416"/>
                <a:gd name="connsiteX60" fmla="*/ 84201 w 726376"/>
                <a:gd name="connsiteY60" fmla="*/ 24875 h 26416"/>
                <a:gd name="connsiteX61" fmla="*/ 80772 w 726376"/>
                <a:gd name="connsiteY61" fmla="*/ 24875 h 26416"/>
                <a:gd name="connsiteX62" fmla="*/ 80772 w 726376"/>
                <a:gd name="connsiteY62" fmla="*/ 14017 h 26416"/>
                <a:gd name="connsiteX63" fmla="*/ 72104 w 726376"/>
                <a:gd name="connsiteY63" fmla="*/ 14017 h 26416"/>
                <a:gd name="connsiteX64" fmla="*/ 72104 w 726376"/>
                <a:gd name="connsiteY64" fmla="*/ 24875 h 26416"/>
                <a:gd name="connsiteX65" fmla="*/ 96774 w 726376"/>
                <a:gd name="connsiteY65" fmla="*/ 3539 h 26416"/>
                <a:gd name="connsiteX66" fmla="*/ 94393 w 726376"/>
                <a:gd name="connsiteY66" fmla="*/ 4301 h 26416"/>
                <a:gd name="connsiteX67" fmla="*/ 92678 w 726376"/>
                <a:gd name="connsiteY67" fmla="*/ 6301 h 26416"/>
                <a:gd name="connsiteX68" fmla="*/ 91630 w 726376"/>
                <a:gd name="connsiteY68" fmla="*/ 9349 h 26416"/>
                <a:gd name="connsiteX69" fmla="*/ 91630 w 726376"/>
                <a:gd name="connsiteY69" fmla="*/ 12969 h 26416"/>
                <a:gd name="connsiteX70" fmla="*/ 91630 w 726376"/>
                <a:gd name="connsiteY70" fmla="*/ 16684 h 26416"/>
                <a:gd name="connsiteX71" fmla="*/ 92678 w 726376"/>
                <a:gd name="connsiteY71" fmla="*/ 19732 h 26416"/>
                <a:gd name="connsiteX72" fmla="*/ 94393 w 726376"/>
                <a:gd name="connsiteY72" fmla="*/ 21732 h 26416"/>
                <a:gd name="connsiteX73" fmla="*/ 96774 w 726376"/>
                <a:gd name="connsiteY73" fmla="*/ 22494 h 26416"/>
                <a:gd name="connsiteX74" fmla="*/ 99250 w 726376"/>
                <a:gd name="connsiteY74" fmla="*/ 21732 h 26416"/>
                <a:gd name="connsiteX75" fmla="*/ 100965 w 726376"/>
                <a:gd name="connsiteY75" fmla="*/ 19732 h 26416"/>
                <a:gd name="connsiteX76" fmla="*/ 102013 w 726376"/>
                <a:gd name="connsiteY76" fmla="*/ 16684 h 26416"/>
                <a:gd name="connsiteX77" fmla="*/ 102013 w 726376"/>
                <a:gd name="connsiteY77" fmla="*/ 12969 h 26416"/>
                <a:gd name="connsiteX78" fmla="*/ 102013 w 726376"/>
                <a:gd name="connsiteY78" fmla="*/ 9349 h 26416"/>
                <a:gd name="connsiteX79" fmla="*/ 100965 w 726376"/>
                <a:gd name="connsiteY79" fmla="*/ 6301 h 26416"/>
                <a:gd name="connsiteX80" fmla="*/ 99250 w 726376"/>
                <a:gd name="connsiteY80" fmla="*/ 4301 h 26416"/>
                <a:gd name="connsiteX81" fmla="*/ 96774 w 726376"/>
                <a:gd name="connsiteY81" fmla="*/ 3539 h 26416"/>
                <a:gd name="connsiteX82" fmla="*/ 96774 w 726376"/>
                <a:gd name="connsiteY82" fmla="*/ 777 h 26416"/>
                <a:gd name="connsiteX83" fmla="*/ 100584 w 726376"/>
                <a:gd name="connsiteY83" fmla="*/ 1634 h 26416"/>
                <a:gd name="connsiteX84" fmla="*/ 103346 w 726376"/>
                <a:gd name="connsiteY84" fmla="*/ 4111 h 26416"/>
                <a:gd name="connsiteX85" fmla="*/ 105061 w 726376"/>
                <a:gd name="connsiteY85" fmla="*/ 7921 h 26416"/>
                <a:gd name="connsiteX86" fmla="*/ 105632 w 726376"/>
                <a:gd name="connsiteY86" fmla="*/ 12969 h 26416"/>
                <a:gd name="connsiteX87" fmla="*/ 105061 w 726376"/>
                <a:gd name="connsiteY87" fmla="*/ 18017 h 26416"/>
                <a:gd name="connsiteX88" fmla="*/ 103346 w 726376"/>
                <a:gd name="connsiteY88" fmla="*/ 21922 h 26416"/>
                <a:gd name="connsiteX89" fmla="*/ 100584 w 726376"/>
                <a:gd name="connsiteY89" fmla="*/ 24399 h 26416"/>
                <a:gd name="connsiteX90" fmla="*/ 96774 w 726376"/>
                <a:gd name="connsiteY90" fmla="*/ 25256 h 26416"/>
                <a:gd name="connsiteX91" fmla="*/ 93059 w 726376"/>
                <a:gd name="connsiteY91" fmla="*/ 24399 h 26416"/>
                <a:gd name="connsiteX92" fmla="*/ 90297 w 726376"/>
                <a:gd name="connsiteY92" fmla="*/ 21922 h 26416"/>
                <a:gd name="connsiteX93" fmla="*/ 88583 w 726376"/>
                <a:gd name="connsiteY93" fmla="*/ 18017 h 26416"/>
                <a:gd name="connsiteX94" fmla="*/ 88011 w 726376"/>
                <a:gd name="connsiteY94" fmla="*/ 12969 h 26416"/>
                <a:gd name="connsiteX95" fmla="*/ 88583 w 726376"/>
                <a:gd name="connsiteY95" fmla="*/ 7921 h 26416"/>
                <a:gd name="connsiteX96" fmla="*/ 90297 w 726376"/>
                <a:gd name="connsiteY96" fmla="*/ 4111 h 26416"/>
                <a:gd name="connsiteX97" fmla="*/ 93059 w 726376"/>
                <a:gd name="connsiteY97" fmla="*/ 1634 h 26416"/>
                <a:gd name="connsiteX98" fmla="*/ 96774 w 726376"/>
                <a:gd name="connsiteY98" fmla="*/ 777 h 26416"/>
                <a:gd name="connsiteX99" fmla="*/ 109347 w 726376"/>
                <a:gd name="connsiteY99" fmla="*/ 24875 h 26416"/>
                <a:gd name="connsiteX100" fmla="*/ 109347 w 726376"/>
                <a:gd name="connsiteY100" fmla="*/ 1158 h 26416"/>
                <a:gd name="connsiteX101" fmla="*/ 112776 w 726376"/>
                <a:gd name="connsiteY101" fmla="*/ 1158 h 26416"/>
                <a:gd name="connsiteX102" fmla="*/ 121253 w 726376"/>
                <a:gd name="connsiteY102" fmla="*/ 18017 h 26416"/>
                <a:gd name="connsiteX103" fmla="*/ 121253 w 726376"/>
                <a:gd name="connsiteY103" fmla="*/ 18017 h 26416"/>
                <a:gd name="connsiteX104" fmla="*/ 121253 w 726376"/>
                <a:gd name="connsiteY104" fmla="*/ 1158 h 26416"/>
                <a:gd name="connsiteX105" fmla="*/ 124396 w 726376"/>
                <a:gd name="connsiteY105" fmla="*/ 1158 h 26416"/>
                <a:gd name="connsiteX106" fmla="*/ 124396 w 726376"/>
                <a:gd name="connsiteY106" fmla="*/ 24875 h 26416"/>
                <a:gd name="connsiteX107" fmla="*/ 121348 w 726376"/>
                <a:gd name="connsiteY107" fmla="*/ 24875 h 26416"/>
                <a:gd name="connsiteX108" fmla="*/ 112681 w 726376"/>
                <a:gd name="connsiteY108" fmla="*/ 7349 h 26416"/>
                <a:gd name="connsiteX109" fmla="*/ 112681 w 726376"/>
                <a:gd name="connsiteY109" fmla="*/ 7349 h 26416"/>
                <a:gd name="connsiteX110" fmla="*/ 112681 w 726376"/>
                <a:gd name="connsiteY110" fmla="*/ 24875 h 26416"/>
                <a:gd name="connsiteX111" fmla="*/ 141637 w 726376"/>
                <a:gd name="connsiteY111" fmla="*/ 9064 h 26416"/>
                <a:gd name="connsiteX112" fmla="*/ 141351 w 726376"/>
                <a:gd name="connsiteY112" fmla="*/ 7159 h 26416"/>
                <a:gd name="connsiteX113" fmla="*/ 140398 w 726376"/>
                <a:gd name="connsiteY113" fmla="*/ 5444 h 26416"/>
                <a:gd name="connsiteX114" fmla="*/ 139065 w 726376"/>
                <a:gd name="connsiteY114" fmla="*/ 4206 h 26416"/>
                <a:gd name="connsiteX115" fmla="*/ 137065 w 726376"/>
                <a:gd name="connsiteY115" fmla="*/ 4206 h 26416"/>
                <a:gd name="connsiteX116" fmla="*/ 134588 w 726376"/>
                <a:gd name="connsiteY116" fmla="*/ 4968 h 26416"/>
                <a:gd name="connsiteX117" fmla="*/ 132874 w 726376"/>
                <a:gd name="connsiteY117" fmla="*/ 6968 h 26416"/>
                <a:gd name="connsiteX118" fmla="*/ 131921 w 726376"/>
                <a:gd name="connsiteY118" fmla="*/ 10016 h 26416"/>
                <a:gd name="connsiteX119" fmla="*/ 131921 w 726376"/>
                <a:gd name="connsiteY119" fmla="*/ 13636 h 26416"/>
                <a:gd name="connsiteX120" fmla="*/ 131921 w 726376"/>
                <a:gd name="connsiteY120" fmla="*/ 17350 h 26416"/>
                <a:gd name="connsiteX121" fmla="*/ 132874 w 726376"/>
                <a:gd name="connsiteY121" fmla="*/ 20398 h 26416"/>
                <a:gd name="connsiteX122" fmla="*/ 134588 w 726376"/>
                <a:gd name="connsiteY122" fmla="*/ 22399 h 26416"/>
                <a:gd name="connsiteX123" fmla="*/ 137160 w 726376"/>
                <a:gd name="connsiteY123" fmla="*/ 23161 h 26416"/>
                <a:gd name="connsiteX124" fmla="*/ 139637 w 726376"/>
                <a:gd name="connsiteY124" fmla="*/ 23161 h 26416"/>
                <a:gd name="connsiteX125" fmla="*/ 141160 w 726376"/>
                <a:gd name="connsiteY125" fmla="*/ 21732 h 26416"/>
                <a:gd name="connsiteX126" fmla="*/ 141922 w 726376"/>
                <a:gd name="connsiteY126" fmla="*/ 19541 h 26416"/>
                <a:gd name="connsiteX127" fmla="*/ 141922 w 726376"/>
                <a:gd name="connsiteY127" fmla="*/ 16874 h 26416"/>
                <a:gd name="connsiteX128" fmla="*/ 135255 w 726376"/>
                <a:gd name="connsiteY128" fmla="*/ 16874 h 26416"/>
                <a:gd name="connsiteX129" fmla="*/ 135255 w 726376"/>
                <a:gd name="connsiteY129" fmla="*/ 13826 h 26416"/>
                <a:gd name="connsiteX130" fmla="*/ 144780 w 726376"/>
                <a:gd name="connsiteY130" fmla="*/ 13826 h 26416"/>
                <a:gd name="connsiteX131" fmla="*/ 144780 w 726376"/>
                <a:gd name="connsiteY131" fmla="*/ 16779 h 26416"/>
                <a:gd name="connsiteX132" fmla="*/ 142780 w 726376"/>
                <a:gd name="connsiteY132" fmla="*/ 23827 h 26416"/>
                <a:gd name="connsiteX133" fmla="*/ 136493 w 726376"/>
                <a:gd name="connsiteY133" fmla="*/ 26399 h 26416"/>
                <a:gd name="connsiteX134" fmla="*/ 132683 w 726376"/>
                <a:gd name="connsiteY134" fmla="*/ 25542 h 26416"/>
                <a:gd name="connsiteX135" fmla="*/ 129921 w 726376"/>
                <a:gd name="connsiteY135" fmla="*/ 23065 h 26416"/>
                <a:gd name="connsiteX136" fmla="*/ 128111 w 726376"/>
                <a:gd name="connsiteY136" fmla="*/ 19160 h 26416"/>
                <a:gd name="connsiteX137" fmla="*/ 127540 w 726376"/>
                <a:gd name="connsiteY137" fmla="*/ 14112 h 26416"/>
                <a:gd name="connsiteX138" fmla="*/ 128111 w 726376"/>
                <a:gd name="connsiteY138" fmla="*/ 9064 h 26416"/>
                <a:gd name="connsiteX139" fmla="*/ 129826 w 726376"/>
                <a:gd name="connsiteY139" fmla="*/ 5254 h 26416"/>
                <a:gd name="connsiteX140" fmla="*/ 132588 w 726376"/>
                <a:gd name="connsiteY140" fmla="*/ 2777 h 26416"/>
                <a:gd name="connsiteX141" fmla="*/ 136398 w 726376"/>
                <a:gd name="connsiteY141" fmla="*/ 1920 h 26416"/>
                <a:gd name="connsiteX142" fmla="*/ 139637 w 726376"/>
                <a:gd name="connsiteY142" fmla="*/ 2587 h 26416"/>
                <a:gd name="connsiteX143" fmla="*/ 142208 w 726376"/>
                <a:gd name="connsiteY143" fmla="*/ 4396 h 26416"/>
                <a:gd name="connsiteX144" fmla="*/ 143923 w 726376"/>
                <a:gd name="connsiteY144" fmla="*/ 6968 h 26416"/>
                <a:gd name="connsiteX145" fmla="*/ 144589 w 726376"/>
                <a:gd name="connsiteY145" fmla="*/ 10207 h 26416"/>
                <a:gd name="connsiteX146" fmla="*/ 172307 w 726376"/>
                <a:gd name="connsiteY146" fmla="*/ 1158 h 26416"/>
                <a:gd name="connsiteX147" fmla="*/ 172307 w 726376"/>
                <a:gd name="connsiteY147" fmla="*/ 17922 h 26416"/>
                <a:gd name="connsiteX148" fmla="*/ 172307 w 726376"/>
                <a:gd name="connsiteY148" fmla="*/ 20875 h 26416"/>
                <a:gd name="connsiteX149" fmla="*/ 170974 w 726376"/>
                <a:gd name="connsiteY149" fmla="*/ 23161 h 26416"/>
                <a:gd name="connsiteX150" fmla="*/ 168688 w 726376"/>
                <a:gd name="connsiteY150" fmla="*/ 24685 h 26416"/>
                <a:gd name="connsiteX151" fmla="*/ 165449 w 726376"/>
                <a:gd name="connsiteY151" fmla="*/ 25256 h 26416"/>
                <a:gd name="connsiteX152" fmla="*/ 162211 w 726376"/>
                <a:gd name="connsiteY152" fmla="*/ 24685 h 26416"/>
                <a:gd name="connsiteX153" fmla="*/ 159925 w 726376"/>
                <a:gd name="connsiteY153" fmla="*/ 23161 h 26416"/>
                <a:gd name="connsiteX154" fmla="*/ 158591 w 726376"/>
                <a:gd name="connsiteY154" fmla="*/ 20875 h 26416"/>
                <a:gd name="connsiteX155" fmla="*/ 158591 w 726376"/>
                <a:gd name="connsiteY155" fmla="*/ 17922 h 26416"/>
                <a:gd name="connsiteX156" fmla="*/ 158591 w 726376"/>
                <a:gd name="connsiteY156" fmla="*/ 1158 h 26416"/>
                <a:gd name="connsiteX157" fmla="*/ 161925 w 726376"/>
                <a:gd name="connsiteY157" fmla="*/ 1158 h 26416"/>
                <a:gd name="connsiteX158" fmla="*/ 161925 w 726376"/>
                <a:gd name="connsiteY158" fmla="*/ 18493 h 26416"/>
                <a:gd name="connsiteX159" fmla="*/ 162973 w 726376"/>
                <a:gd name="connsiteY159" fmla="*/ 21351 h 26416"/>
                <a:gd name="connsiteX160" fmla="*/ 168688 w 726376"/>
                <a:gd name="connsiteY160" fmla="*/ 21351 h 26416"/>
                <a:gd name="connsiteX161" fmla="*/ 169735 w 726376"/>
                <a:gd name="connsiteY161" fmla="*/ 18493 h 26416"/>
                <a:gd name="connsiteX162" fmla="*/ 169735 w 726376"/>
                <a:gd name="connsiteY162" fmla="*/ 1158 h 26416"/>
                <a:gd name="connsiteX163" fmla="*/ 176689 w 726376"/>
                <a:gd name="connsiteY163" fmla="*/ 24875 h 26416"/>
                <a:gd name="connsiteX164" fmla="*/ 176689 w 726376"/>
                <a:gd name="connsiteY164" fmla="*/ 1158 h 26416"/>
                <a:gd name="connsiteX165" fmla="*/ 180022 w 726376"/>
                <a:gd name="connsiteY165" fmla="*/ 1158 h 26416"/>
                <a:gd name="connsiteX166" fmla="*/ 188500 w 726376"/>
                <a:gd name="connsiteY166" fmla="*/ 18017 h 26416"/>
                <a:gd name="connsiteX167" fmla="*/ 188500 w 726376"/>
                <a:gd name="connsiteY167" fmla="*/ 18017 h 26416"/>
                <a:gd name="connsiteX168" fmla="*/ 188500 w 726376"/>
                <a:gd name="connsiteY168" fmla="*/ 1158 h 26416"/>
                <a:gd name="connsiteX169" fmla="*/ 191643 w 726376"/>
                <a:gd name="connsiteY169" fmla="*/ 1158 h 26416"/>
                <a:gd name="connsiteX170" fmla="*/ 191643 w 726376"/>
                <a:gd name="connsiteY170" fmla="*/ 24875 h 26416"/>
                <a:gd name="connsiteX171" fmla="*/ 188976 w 726376"/>
                <a:gd name="connsiteY171" fmla="*/ 24875 h 26416"/>
                <a:gd name="connsiteX172" fmla="*/ 180308 w 726376"/>
                <a:gd name="connsiteY172" fmla="*/ 7349 h 26416"/>
                <a:gd name="connsiteX173" fmla="*/ 180308 w 726376"/>
                <a:gd name="connsiteY173" fmla="*/ 7349 h 26416"/>
                <a:gd name="connsiteX174" fmla="*/ 180308 w 726376"/>
                <a:gd name="connsiteY174" fmla="*/ 24875 h 26416"/>
                <a:gd name="connsiteX175" fmla="*/ 195739 w 726376"/>
                <a:gd name="connsiteY175" fmla="*/ 24875 h 26416"/>
                <a:gd name="connsiteX176" fmla="*/ 195739 w 726376"/>
                <a:gd name="connsiteY176" fmla="*/ 1158 h 26416"/>
                <a:gd name="connsiteX177" fmla="*/ 199168 w 726376"/>
                <a:gd name="connsiteY177" fmla="*/ 1158 h 26416"/>
                <a:gd name="connsiteX178" fmla="*/ 199168 w 726376"/>
                <a:gd name="connsiteY178" fmla="*/ 24875 h 26416"/>
                <a:gd name="connsiteX179" fmla="*/ 214313 w 726376"/>
                <a:gd name="connsiteY179" fmla="*/ 1158 h 26416"/>
                <a:gd name="connsiteX180" fmla="*/ 217551 w 726376"/>
                <a:gd name="connsiteY180" fmla="*/ 1158 h 26416"/>
                <a:gd name="connsiteX181" fmla="*/ 210884 w 726376"/>
                <a:gd name="connsiteY181" fmla="*/ 24875 h 26416"/>
                <a:gd name="connsiteX182" fmla="*/ 208026 w 726376"/>
                <a:gd name="connsiteY182" fmla="*/ 24875 h 26416"/>
                <a:gd name="connsiteX183" fmla="*/ 201359 w 726376"/>
                <a:gd name="connsiteY183" fmla="*/ 1158 h 26416"/>
                <a:gd name="connsiteX184" fmla="*/ 204502 w 726376"/>
                <a:gd name="connsiteY184" fmla="*/ 1158 h 26416"/>
                <a:gd name="connsiteX185" fmla="*/ 209550 w 726376"/>
                <a:gd name="connsiteY185" fmla="*/ 20208 h 26416"/>
                <a:gd name="connsiteX186" fmla="*/ 209550 w 726376"/>
                <a:gd name="connsiteY186" fmla="*/ 20208 h 26416"/>
                <a:gd name="connsiteX187" fmla="*/ 214598 w 726376"/>
                <a:gd name="connsiteY187" fmla="*/ 1158 h 26416"/>
                <a:gd name="connsiteX188" fmla="*/ 219742 w 726376"/>
                <a:gd name="connsiteY188" fmla="*/ 24875 h 26416"/>
                <a:gd name="connsiteX189" fmla="*/ 219742 w 726376"/>
                <a:gd name="connsiteY189" fmla="*/ 1158 h 26416"/>
                <a:gd name="connsiteX190" fmla="*/ 231648 w 726376"/>
                <a:gd name="connsiteY190" fmla="*/ 1158 h 26416"/>
                <a:gd name="connsiteX191" fmla="*/ 231648 w 726376"/>
                <a:gd name="connsiteY191" fmla="*/ 4111 h 26416"/>
                <a:gd name="connsiteX192" fmla="*/ 223075 w 726376"/>
                <a:gd name="connsiteY192" fmla="*/ 4111 h 26416"/>
                <a:gd name="connsiteX193" fmla="*/ 223075 w 726376"/>
                <a:gd name="connsiteY193" fmla="*/ 10969 h 26416"/>
                <a:gd name="connsiteX194" fmla="*/ 231648 w 726376"/>
                <a:gd name="connsiteY194" fmla="*/ 10969 h 26416"/>
                <a:gd name="connsiteX195" fmla="*/ 231648 w 726376"/>
                <a:gd name="connsiteY195" fmla="*/ 14017 h 26416"/>
                <a:gd name="connsiteX196" fmla="*/ 223075 w 726376"/>
                <a:gd name="connsiteY196" fmla="*/ 14017 h 26416"/>
                <a:gd name="connsiteX197" fmla="*/ 223075 w 726376"/>
                <a:gd name="connsiteY197" fmla="*/ 21827 h 26416"/>
                <a:gd name="connsiteX198" fmla="*/ 231648 w 726376"/>
                <a:gd name="connsiteY198" fmla="*/ 21827 h 26416"/>
                <a:gd name="connsiteX199" fmla="*/ 231648 w 726376"/>
                <a:gd name="connsiteY199" fmla="*/ 24875 h 26416"/>
                <a:gd name="connsiteX200" fmla="*/ 236125 w 726376"/>
                <a:gd name="connsiteY200" fmla="*/ 24875 h 26416"/>
                <a:gd name="connsiteX201" fmla="*/ 236125 w 726376"/>
                <a:gd name="connsiteY201" fmla="*/ 1158 h 26416"/>
                <a:gd name="connsiteX202" fmla="*/ 242792 w 726376"/>
                <a:gd name="connsiteY202" fmla="*/ 1158 h 26416"/>
                <a:gd name="connsiteX203" fmla="*/ 245650 w 726376"/>
                <a:gd name="connsiteY203" fmla="*/ 1158 h 26416"/>
                <a:gd name="connsiteX204" fmla="*/ 248126 w 726376"/>
                <a:gd name="connsiteY204" fmla="*/ 2491 h 26416"/>
                <a:gd name="connsiteX205" fmla="*/ 249841 w 726376"/>
                <a:gd name="connsiteY205" fmla="*/ 4682 h 26416"/>
                <a:gd name="connsiteX206" fmla="*/ 250508 w 726376"/>
                <a:gd name="connsiteY206" fmla="*/ 7730 h 26416"/>
                <a:gd name="connsiteX207" fmla="*/ 250508 w 726376"/>
                <a:gd name="connsiteY207" fmla="*/ 10397 h 26416"/>
                <a:gd name="connsiteX208" fmla="*/ 249555 w 726376"/>
                <a:gd name="connsiteY208" fmla="*/ 12588 h 26416"/>
                <a:gd name="connsiteX209" fmla="*/ 247840 w 726376"/>
                <a:gd name="connsiteY209" fmla="*/ 14112 h 26416"/>
                <a:gd name="connsiteX210" fmla="*/ 245364 w 726376"/>
                <a:gd name="connsiteY210" fmla="*/ 14874 h 26416"/>
                <a:gd name="connsiteX211" fmla="*/ 252127 w 726376"/>
                <a:gd name="connsiteY211" fmla="*/ 24399 h 26416"/>
                <a:gd name="connsiteX212" fmla="*/ 248126 w 726376"/>
                <a:gd name="connsiteY212" fmla="*/ 24399 h 26416"/>
                <a:gd name="connsiteX213" fmla="*/ 240030 w 726376"/>
                <a:gd name="connsiteY213" fmla="*/ 12302 h 26416"/>
                <a:gd name="connsiteX214" fmla="*/ 242602 w 726376"/>
                <a:gd name="connsiteY214" fmla="*/ 12302 h 26416"/>
                <a:gd name="connsiteX215" fmla="*/ 244507 w 726376"/>
                <a:gd name="connsiteY215" fmla="*/ 12302 h 26416"/>
                <a:gd name="connsiteX216" fmla="*/ 246031 w 726376"/>
                <a:gd name="connsiteY216" fmla="*/ 11540 h 26416"/>
                <a:gd name="connsiteX217" fmla="*/ 247079 w 726376"/>
                <a:gd name="connsiteY217" fmla="*/ 10302 h 26416"/>
                <a:gd name="connsiteX218" fmla="*/ 247079 w 726376"/>
                <a:gd name="connsiteY218" fmla="*/ 8492 h 26416"/>
                <a:gd name="connsiteX219" fmla="*/ 245840 w 726376"/>
                <a:gd name="connsiteY219" fmla="*/ 5158 h 26416"/>
                <a:gd name="connsiteX220" fmla="*/ 242411 w 726376"/>
                <a:gd name="connsiteY220" fmla="*/ 3920 h 26416"/>
                <a:gd name="connsiteX221" fmla="*/ 239363 w 726376"/>
                <a:gd name="connsiteY221" fmla="*/ 3920 h 26416"/>
                <a:gd name="connsiteX222" fmla="*/ 239363 w 726376"/>
                <a:gd name="connsiteY222" fmla="*/ 24685 h 26416"/>
                <a:gd name="connsiteX223" fmla="*/ 256222 w 726376"/>
                <a:gd name="connsiteY223" fmla="*/ 17541 h 26416"/>
                <a:gd name="connsiteX224" fmla="*/ 256222 w 726376"/>
                <a:gd name="connsiteY224" fmla="*/ 19446 h 26416"/>
                <a:gd name="connsiteX225" fmla="*/ 256889 w 726376"/>
                <a:gd name="connsiteY225" fmla="*/ 21065 h 26416"/>
                <a:gd name="connsiteX226" fmla="*/ 258127 w 726376"/>
                <a:gd name="connsiteY226" fmla="*/ 22113 h 26416"/>
                <a:gd name="connsiteX227" fmla="*/ 260033 w 726376"/>
                <a:gd name="connsiteY227" fmla="*/ 22113 h 26416"/>
                <a:gd name="connsiteX228" fmla="*/ 263080 w 726376"/>
                <a:gd name="connsiteY228" fmla="*/ 21065 h 26416"/>
                <a:gd name="connsiteX229" fmla="*/ 264128 w 726376"/>
                <a:gd name="connsiteY229" fmla="*/ 18112 h 26416"/>
                <a:gd name="connsiteX230" fmla="*/ 264128 w 726376"/>
                <a:gd name="connsiteY230" fmla="*/ 16303 h 26416"/>
                <a:gd name="connsiteX231" fmla="*/ 262890 w 726376"/>
                <a:gd name="connsiteY231" fmla="*/ 15064 h 26416"/>
                <a:gd name="connsiteX232" fmla="*/ 261080 w 726376"/>
                <a:gd name="connsiteY232" fmla="*/ 14207 h 26416"/>
                <a:gd name="connsiteX233" fmla="*/ 259080 w 726376"/>
                <a:gd name="connsiteY233" fmla="*/ 13445 h 26416"/>
                <a:gd name="connsiteX234" fmla="*/ 256984 w 726376"/>
                <a:gd name="connsiteY234" fmla="*/ 12588 h 26416"/>
                <a:gd name="connsiteX235" fmla="*/ 255270 w 726376"/>
                <a:gd name="connsiteY235" fmla="*/ 11350 h 26416"/>
                <a:gd name="connsiteX236" fmla="*/ 254032 w 726376"/>
                <a:gd name="connsiteY236" fmla="*/ 9540 h 26416"/>
                <a:gd name="connsiteX237" fmla="*/ 253555 w 726376"/>
                <a:gd name="connsiteY237" fmla="*/ 6873 h 26416"/>
                <a:gd name="connsiteX238" fmla="*/ 254032 w 726376"/>
                <a:gd name="connsiteY238" fmla="*/ 4206 h 26416"/>
                <a:gd name="connsiteX239" fmla="*/ 255460 w 726376"/>
                <a:gd name="connsiteY239" fmla="*/ 2206 h 26416"/>
                <a:gd name="connsiteX240" fmla="*/ 257651 w 726376"/>
                <a:gd name="connsiteY240" fmla="*/ 872 h 26416"/>
                <a:gd name="connsiteX241" fmla="*/ 260318 w 726376"/>
                <a:gd name="connsiteY241" fmla="*/ 396 h 26416"/>
                <a:gd name="connsiteX242" fmla="*/ 265462 w 726376"/>
                <a:gd name="connsiteY242" fmla="*/ 2206 h 26416"/>
                <a:gd name="connsiteX243" fmla="*/ 267462 w 726376"/>
                <a:gd name="connsiteY243" fmla="*/ 7254 h 26416"/>
                <a:gd name="connsiteX244" fmla="*/ 264128 w 726376"/>
                <a:gd name="connsiteY244" fmla="*/ 7254 h 26416"/>
                <a:gd name="connsiteX245" fmla="*/ 264128 w 726376"/>
                <a:gd name="connsiteY245" fmla="*/ 5635 h 26416"/>
                <a:gd name="connsiteX246" fmla="*/ 263462 w 726376"/>
                <a:gd name="connsiteY246" fmla="*/ 4396 h 26416"/>
                <a:gd name="connsiteX247" fmla="*/ 262318 w 726376"/>
                <a:gd name="connsiteY247" fmla="*/ 3444 h 26416"/>
                <a:gd name="connsiteX248" fmla="*/ 260699 w 726376"/>
                <a:gd name="connsiteY248" fmla="*/ 3444 h 26416"/>
                <a:gd name="connsiteX249" fmla="*/ 258127 w 726376"/>
                <a:gd name="connsiteY249" fmla="*/ 4396 h 26416"/>
                <a:gd name="connsiteX250" fmla="*/ 257175 w 726376"/>
                <a:gd name="connsiteY250" fmla="*/ 6968 h 26416"/>
                <a:gd name="connsiteX251" fmla="*/ 258032 w 726376"/>
                <a:gd name="connsiteY251" fmla="*/ 9159 h 26416"/>
                <a:gd name="connsiteX252" fmla="*/ 260033 w 726376"/>
                <a:gd name="connsiteY252" fmla="*/ 10397 h 26416"/>
                <a:gd name="connsiteX253" fmla="*/ 262700 w 726376"/>
                <a:gd name="connsiteY253" fmla="*/ 11350 h 26416"/>
                <a:gd name="connsiteX254" fmla="*/ 265367 w 726376"/>
                <a:gd name="connsiteY254" fmla="*/ 12493 h 26416"/>
                <a:gd name="connsiteX255" fmla="*/ 267367 w 726376"/>
                <a:gd name="connsiteY255" fmla="*/ 14588 h 26416"/>
                <a:gd name="connsiteX256" fmla="*/ 268224 w 726376"/>
                <a:gd name="connsiteY256" fmla="*/ 18208 h 26416"/>
                <a:gd name="connsiteX257" fmla="*/ 267652 w 726376"/>
                <a:gd name="connsiteY257" fmla="*/ 21256 h 26416"/>
                <a:gd name="connsiteX258" fmla="*/ 266033 w 726376"/>
                <a:gd name="connsiteY258" fmla="*/ 23351 h 26416"/>
                <a:gd name="connsiteX259" fmla="*/ 263747 w 726376"/>
                <a:gd name="connsiteY259" fmla="*/ 24685 h 26416"/>
                <a:gd name="connsiteX260" fmla="*/ 260985 w 726376"/>
                <a:gd name="connsiteY260" fmla="*/ 24685 h 26416"/>
                <a:gd name="connsiteX261" fmla="*/ 257556 w 726376"/>
                <a:gd name="connsiteY261" fmla="*/ 24113 h 26416"/>
                <a:gd name="connsiteX262" fmla="*/ 255270 w 726376"/>
                <a:gd name="connsiteY262" fmla="*/ 22589 h 26416"/>
                <a:gd name="connsiteX263" fmla="*/ 253841 w 726376"/>
                <a:gd name="connsiteY263" fmla="*/ 20113 h 26416"/>
                <a:gd name="connsiteX264" fmla="*/ 253841 w 726376"/>
                <a:gd name="connsiteY264" fmla="*/ 16969 h 26416"/>
                <a:gd name="connsiteX265" fmla="*/ 270415 w 726376"/>
                <a:gd name="connsiteY265" fmla="*/ 24875 h 26416"/>
                <a:gd name="connsiteX266" fmla="*/ 270415 w 726376"/>
                <a:gd name="connsiteY266" fmla="*/ 1158 h 26416"/>
                <a:gd name="connsiteX267" fmla="*/ 273748 w 726376"/>
                <a:gd name="connsiteY267" fmla="*/ 1158 h 26416"/>
                <a:gd name="connsiteX268" fmla="*/ 273748 w 726376"/>
                <a:gd name="connsiteY268" fmla="*/ 24875 h 26416"/>
                <a:gd name="connsiteX269" fmla="*/ 289465 w 726376"/>
                <a:gd name="connsiteY269" fmla="*/ 1158 h 26416"/>
                <a:gd name="connsiteX270" fmla="*/ 289465 w 726376"/>
                <a:gd name="connsiteY270" fmla="*/ 4111 h 26416"/>
                <a:gd name="connsiteX271" fmla="*/ 284321 w 726376"/>
                <a:gd name="connsiteY271" fmla="*/ 4111 h 26416"/>
                <a:gd name="connsiteX272" fmla="*/ 284321 w 726376"/>
                <a:gd name="connsiteY272" fmla="*/ 24875 h 26416"/>
                <a:gd name="connsiteX273" fmla="*/ 280988 w 726376"/>
                <a:gd name="connsiteY273" fmla="*/ 24875 h 26416"/>
                <a:gd name="connsiteX274" fmla="*/ 280988 w 726376"/>
                <a:gd name="connsiteY274" fmla="*/ 4111 h 26416"/>
                <a:gd name="connsiteX275" fmla="*/ 275939 w 726376"/>
                <a:gd name="connsiteY275" fmla="*/ 4111 h 26416"/>
                <a:gd name="connsiteX276" fmla="*/ 275939 w 726376"/>
                <a:gd name="connsiteY276" fmla="*/ 1158 h 26416"/>
                <a:gd name="connsiteX277" fmla="*/ 302800 w 726376"/>
                <a:gd name="connsiteY277" fmla="*/ 1158 h 26416"/>
                <a:gd name="connsiteX278" fmla="*/ 306324 w 726376"/>
                <a:gd name="connsiteY278" fmla="*/ 1158 h 26416"/>
                <a:gd name="connsiteX279" fmla="*/ 299847 w 726376"/>
                <a:gd name="connsiteY279" fmla="*/ 15255 h 26416"/>
                <a:gd name="connsiteX280" fmla="*/ 299847 w 726376"/>
                <a:gd name="connsiteY280" fmla="*/ 24780 h 26416"/>
                <a:gd name="connsiteX281" fmla="*/ 296513 w 726376"/>
                <a:gd name="connsiteY281" fmla="*/ 24780 h 26416"/>
                <a:gd name="connsiteX282" fmla="*/ 296513 w 726376"/>
                <a:gd name="connsiteY282" fmla="*/ 15255 h 26416"/>
                <a:gd name="connsiteX283" fmla="*/ 289941 w 726376"/>
                <a:gd name="connsiteY283" fmla="*/ 1158 h 26416"/>
                <a:gd name="connsiteX284" fmla="*/ 293751 w 726376"/>
                <a:gd name="connsiteY284" fmla="*/ 1158 h 26416"/>
                <a:gd name="connsiteX285" fmla="*/ 298418 w 726376"/>
                <a:gd name="connsiteY285" fmla="*/ 11635 h 26416"/>
                <a:gd name="connsiteX286" fmla="*/ 303086 w 726376"/>
                <a:gd name="connsiteY286" fmla="*/ 1158 h 26416"/>
                <a:gd name="connsiteX287" fmla="*/ 325469 w 726376"/>
                <a:gd name="connsiteY287" fmla="*/ 3539 h 26416"/>
                <a:gd name="connsiteX288" fmla="*/ 322993 w 726376"/>
                <a:gd name="connsiteY288" fmla="*/ 4301 h 26416"/>
                <a:gd name="connsiteX289" fmla="*/ 321278 w 726376"/>
                <a:gd name="connsiteY289" fmla="*/ 6301 h 26416"/>
                <a:gd name="connsiteX290" fmla="*/ 320326 w 726376"/>
                <a:gd name="connsiteY290" fmla="*/ 9349 h 26416"/>
                <a:gd name="connsiteX291" fmla="*/ 320326 w 726376"/>
                <a:gd name="connsiteY291" fmla="*/ 12969 h 26416"/>
                <a:gd name="connsiteX292" fmla="*/ 320326 w 726376"/>
                <a:gd name="connsiteY292" fmla="*/ 16684 h 26416"/>
                <a:gd name="connsiteX293" fmla="*/ 321278 w 726376"/>
                <a:gd name="connsiteY293" fmla="*/ 19732 h 26416"/>
                <a:gd name="connsiteX294" fmla="*/ 322993 w 726376"/>
                <a:gd name="connsiteY294" fmla="*/ 21732 h 26416"/>
                <a:gd name="connsiteX295" fmla="*/ 325469 w 726376"/>
                <a:gd name="connsiteY295" fmla="*/ 22494 h 26416"/>
                <a:gd name="connsiteX296" fmla="*/ 327946 w 726376"/>
                <a:gd name="connsiteY296" fmla="*/ 21732 h 26416"/>
                <a:gd name="connsiteX297" fmla="*/ 329660 w 726376"/>
                <a:gd name="connsiteY297" fmla="*/ 19732 h 26416"/>
                <a:gd name="connsiteX298" fmla="*/ 330613 w 726376"/>
                <a:gd name="connsiteY298" fmla="*/ 16684 h 26416"/>
                <a:gd name="connsiteX299" fmla="*/ 330613 w 726376"/>
                <a:gd name="connsiteY299" fmla="*/ 12969 h 26416"/>
                <a:gd name="connsiteX300" fmla="*/ 330613 w 726376"/>
                <a:gd name="connsiteY300" fmla="*/ 9349 h 26416"/>
                <a:gd name="connsiteX301" fmla="*/ 329660 w 726376"/>
                <a:gd name="connsiteY301" fmla="*/ 6301 h 26416"/>
                <a:gd name="connsiteX302" fmla="*/ 327946 w 726376"/>
                <a:gd name="connsiteY302" fmla="*/ 4301 h 26416"/>
                <a:gd name="connsiteX303" fmla="*/ 325469 w 726376"/>
                <a:gd name="connsiteY303" fmla="*/ 3539 h 26416"/>
                <a:gd name="connsiteX304" fmla="*/ 325469 w 726376"/>
                <a:gd name="connsiteY304" fmla="*/ 777 h 26416"/>
                <a:gd name="connsiteX305" fmla="*/ 329184 w 726376"/>
                <a:gd name="connsiteY305" fmla="*/ 1634 h 26416"/>
                <a:gd name="connsiteX306" fmla="*/ 331946 w 726376"/>
                <a:gd name="connsiteY306" fmla="*/ 4111 h 26416"/>
                <a:gd name="connsiteX307" fmla="*/ 333661 w 726376"/>
                <a:gd name="connsiteY307" fmla="*/ 7921 h 26416"/>
                <a:gd name="connsiteX308" fmla="*/ 334232 w 726376"/>
                <a:gd name="connsiteY308" fmla="*/ 12969 h 26416"/>
                <a:gd name="connsiteX309" fmla="*/ 333661 w 726376"/>
                <a:gd name="connsiteY309" fmla="*/ 18017 h 26416"/>
                <a:gd name="connsiteX310" fmla="*/ 331946 w 726376"/>
                <a:gd name="connsiteY310" fmla="*/ 21922 h 26416"/>
                <a:gd name="connsiteX311" fmla="*/ 329184 w 726376"/>
                <a:gd name="connsiteY311" fmla="*/ 24399 h 26416"/>
                <a:gd name="connsiteX312" fmla="*/ 325469 w 726376"/>
                <a:gd name="connsiteY312" fmla="*/ 25256 h 26416"/>
                <a:gd name="connsiteX313" fmla="*/ 321755 w 726376"/>
                <a:gd name="connsiteY313" fmla="*/ 24399 h 26416"/>
                <a:gd name="connsiteX314" fmla="*/ 318897 w 726376"/>
                <a:gd name="connsiteY314" fmla="*/ 21922 h 26416"/>
                <a:gd name="connsiteX315" fmla="*/ 317182 w 726376"/>
                <a:gd name="connsiteY315" fmla="*/ 18017 h 26416"/>
                <a:gd name="connsiteX316" fmla="*/ 316611 w 726376"/>
                <a:gd name="connsiteY316" fmla="*/ 12969 h 26416"/>
                <a:gd name="connsiteX317" fmla="*/ 317182 w 726376"/>
                <a:gd name="connsiteY317" fmla="*/ 7921 h 26416"/>
                <a:gd name="connsiteX318" fmla="*/ 318897 w 726376"/>
                <a:gd name="connsiteY318" fmla="*/ 4111 h 26416"/>
                <a:gd name="connsiteX319" fmla="*/ 321755 w 726376"/>
                <a:gd name="connsiteY319" fmla="*/ 1634 h 26416"/>
                <a:gd name="connsiteX320" fmla="*/ 325469 w 726376"/>
                <a:gd name="connsiteY320" fmla="*/ 777 h 26416"/>
                <a:gd name="connsiteX321" fmla="*/ 348996 w 726376"/>
                <a:gd name="connsiteY321" fmla="*/ 777 h 26416"/>
                <a:gd name="connsiteX322" fmla="*/ 348996 w 726376"/>
                <a:gd name="connsiteY322" fmla="*/ 3730 h 26416"/>
                <a:gd name="connsiteX323" fmla="*/ 341376 w 726376"/>
                <a:gd name="connsiteY323" fmla="*/ 3730 h 26416"/>
                <a:gd name="connsiteX324" fmla="*/ 341376 w 726376"/>
                <a:gd name="connsiteY324" fmla="*/ 10588 h 26416"/>
                <a:gd name="connsiteX325" fmla="*/ 349282 w 726376"/>
                <a:gd name="connsiteY325" fmla="*/ 10588 h 26416"/>
                <a:gd name="connsiteX326" fmla="*/ 349282 w 726376"/>
                <a:gd name="connsiteY326" fmla="*/ 13636 h 26416"/>
                <a:gd name="connsiteX327" fmla="*/ 341376 w 726376"/>
                <a:gd name="connsiteY327" fmla="*/ 13636 h 26416"/>
                <a:gd name="connsiteX328" fmla="*/ 341376 w 726376"/>
                <a:gd name="connsiteY328" fmla="*/ 24494 h 26416"/>
                <a:gd name="connsiteX329" fmla="*/ 338042 w 726376"/>
                <a:gd name="connsiteY329" fmla="*/ 24494 h 26416"/>
                <a:gd name="connsiteX330" fmla="*/ 338042 w 726376"/>
                <a:gd name="connsiteY330" fmla="*/ 777 h 26416"/>
                <a:gd name="connsiteX331" fmla="*/ 363283 w 726376"/>
                <a:gd name="connsiteY331" fmla="*/ 17160 h 26416"/>
                <a:gd name="connsiteX332" fmla="*/ 363283 w 726376"/>
                <a:gd name="connsiteY332" fmla="*/ 19065 h 26416"/>
                <a:gd name="connsiteX333" fmla="*/ 363950 w 726376"/>
                <a:gd name="connsiteY333" fmla="*/ 20684 h 26416"/>
                <a:gd name="connsiteX334" fmla="*/ 365188 w 726376"/>
                <a:gd name="connsiteY334" fmla="*/ 21732 h 26416"/>
                <a:gd name="connsiteX335" fmla="*/ 367094 w 726376"/>
                <a:gd name="connsiteY335" fmla="*/ 21732 h 26416"/>
                <a:gd name="connsiteX336" fmla="*/ 370141 w 726376"/>
                <a:gd name="connsiteY336" fmla="*/ 20684 h 26416"/>
                <a:gd name="connsiteX337" fmla="*/ 371189 w 726376"/>
                <a:gd name="connsiteY337" fmla="*/ 17731 h 26416"/>
                <a:gd name="connsiteX338" fmla="*/ 370713 w 726376"/>
                <a:gd name="connsiteY338" fmla="*/ 15922 h 26416"/>
                <a:gd name="connsiteX339" fmla="*/ 369380 w 726376"/>
                <a:gd name="connsiteY339" fmla="*/ 14683 h 26416"/>
                <a:gd name="connsiteX340" fmla="*/ 367665 w 726376"/>
                <a:gd name="connsiteY340" fmla="*/ 13826 h 26416"/>
                <a:gd name="connsiteX341" fmla="*/ 365665 w 726376"/>
                <a:gd name="connsiteY341" fmla="*/ 13064 h 26416"/>
                <a:gd name="connsiteX342" fmla="*/ 363569 w 726376"/>
                <a:gd name="connsiteY342" fmla="*/ 12207 h 26416"/>
                <a:gd name="connsiteX343" fmla="*/ 361855 w 726376"/>
                <a:gd name="connsiteY343" fmla="*/ 10969 h 26416"/>
                <a:gd name="connsiteX344" fmla="*/ 360616 w 726376"/>
                <a:gd name="connsiteY344" fmla="*/ 9159 h 26416"/>
                <a:gd name="connsiteX345" fmla="*/ 360140 w 726376"/>
                <a:gd name="connsiteY345" fmla="*/ 6492 h 26416"/>
                <a:gd name="connsiteX346" fmla="*/ 360616 w 726376"/>
                <a:gd name="connsiteY346" fmla="*/ 3825 h 26416"/>
                <a:gd name="connsiteX347" fmla="*/ 362045 w 726376"/>
                <a:gd name="connsiteY347" fmla="*/ 1825 h 26416"/>
                <a:gd name="connsiteX348" fmla="*/ 364236 w 726376"/>
                <a:gd name="connsiteY348" fmla="*/ 491 h 26416"/>
                <a:gd name="connsiteX349" fmla="*/ 366903 w 726376"/>
                <a:gd name="connsiteY349" fmla="*/ 15 h 26416"/>
                <a:gd name="connsiteX350" fmla="*/ 372046 w 726376"/>
                <a:gd name="connsiteY350" fmla="*/ 1825 h 26416"/>
                <a:gd name="connsiteX351" fmla="*/ 374047 w 726376"/>
                <a:gd name="connsiteY351" fmla="*/ 6873 h 26416"/>
                <a:gd name="connsiteX352" fmla="*/ 370713 w 726376"/>
                <a:gd name="connsiteY352" fmla="*/ 6873 h 26416"/>
                <a:gd name="connsiteX353" fmla="*/ 370713 w 726376"/>
                <a:gd name="connsiteY353" fmla="*/ 5254 h 26416"/>
                <a:gd name="connsiteX354" fmla="*/ 370046 w 726376"/>
                <a:gd name="connsiteY354" fmla="*/ 4015 h 26416"/>
                <a:gd name="connsiteX355" fmla="*/ 368903 w 726376"/>
                <a:gd name="connsiteY355" fmla="*/ 3063 h 26416"/>
                <a:gd name="connsiteX356" fmla="*/ 367284 w 726376"/>
                <a:gd name="connsiteY356" fmla="*/ 3063 h 26416"/>
                <a:gd name="connsiteX357" fmla="*/ 363760 w 726376"/>
                <a:gd name="connsiteY357" fmla="*/ 5987 h 26416"/>
                <a:gd name="connsiteX358" fmla="*/ 363760 w 726376"/>
                <a:gd name="connsiteY358" fmla="*/ 6587 h 26416"/>
                <a:gd name="connsiteX359" fmla="*/ 364617 w 726376"/>
                <a:gd name="connsiteY359" fmla="*/ 8778 h 26416"/>
                <a:gd name="connsiteX360" fmla="*/ 366617 w 726376"/>
                <a:gd name="connsiteY360" fmla="*/ 10016 h 26416"/>
                <a:gd name="connsiteX361" fmla="*/ 369284 w 726376"/>
                <a:gd name="connsiteY361" fmla="*/ 10969 h 26416"/>
                <a:gd name="connsiteX362" fmla="*/ 371951 w 726376"/>
                <a:gd name="connsiteY362" fmla="*/ 12112 h 26416"/>
                <a:gd name="connsiteX363" fmla="*/ 373952 w 726376"/>
                <a:gd name="connsiteY363" fmla="*/ 14207 h 26416"/>
                <a:gd name="connsiteX364" fmla="*/ 374809 w 726376"/>
                <a:gd name="connsiteY364" fmla="*/ 17827 h 26416"/>
                <a:gd name="connsiteX365" fmla="*/ 374237 w 726376"/>
                <a:gd name="connsiteY365" fmla="*/ 20875 h 26416"/>
                <a:gd name="connsiteX366" fmla="*/ 372618 w 726376"/>
                <a:gd name="connsiteY366" fmla="*/ 22970 h 26416"/>
                <a:gd name="connsiteX367" fmla="*/ 370332 w 726376"/>
                <a:gd name="connsiteY367" fmla="*/ 24304 h 26416"/>
                <a:gd name="connsiteX368" fmla="*/ 367570 w 726376"/>
                <a:gd name="connsiteY368" fmla="*/ 24304 h 26416"/>
                <a:gd name="connsiteX369" fmla="*/ 364141 w 726376"/>
                <a:gd name="connsiteY369" fmla="*/ 23732 h 26416"/>
                <a:gd name="connsiteX370" fmla="*/ 361855 w 726376"/>
                <a:gd name="connsiteY370" fmla="*/ 22208 h 26416"/>
                <a:gd name="connsiteX371" fmla="*/ 360426 w 726376"/>
                <a:gd name="connsiteY371" fmla="*/ 19732 h 26416"/>
                <a:gd name="connsiteX372" fmla="*/ 359950 w 726376"/>
                <a:gd name="connsiteY372" fmla="*/ 16588 h 26416"/>
                <a:gd name="connsiteX373" fmla="*/ 389572 w 726376"/>
                <a:gd name="connsiteY373" fmla="*/ 9826 h 26416"/>
                <a:gd name="connsiteX374" fmla="*/ 389096 w 726376"/>
                <a:gd name="connsiteY374" fmla="*/ 7444 h 26416"/>
                <a:gd name="connsiteX375" fmla="*/ 388334 w 726376"/>
                <a:gd name="connsiteY375" fmla="*/ 5254 h 26416"/>
                <a:gd name="connsiteX376" fmla="*/ 386905 w 726376"/>
                <a:gd name="connsiteY376" fmla="*/ 3730 h 26416"/>
                <a:gd name="connsiteX377" fmla="*/ 384810 w 726376"/>
                <a:gd name="connsiteY377" fmla="*/ 3158 h 26416"/>
                <a:gd name="connsiteX378" fmla="*/ 382810 w 726376"/>
                <a:gd name="connsiteY378" fmla="*/ 3825 h 26416"/>
                <a:gd name="connsiteX379" fmla="*/ 381286 w 726376"/>
                <a:gd name="connsiteY379" fmla="*/ 5730 h 26416"/>
                <a:gd name="connsiteX380" fmla="*/ 380333 w 726376"/>
                <a:gd name="connsiteY380" fmla="*/ 8683 h 26416"/>
                <a:gd name="connsiteX381" fmla="*/ 380333 w 726376"/>
                <a:gd name="connsiteY381" fmla="*/ 12588 h 26416"/>
                <a:gd name="connsiteX382" fmla="*/ 380333 w 726376"/>
                <a:gd name="connsiteY382" fmla="*/ 16493 h 26416"/>
                <a:gd name="connsiteX383" fmla="*/ 381286 w 726376"/>
                <a:gd name="connsiteY383" fmla="*/ 19541 h 26416"/>
                <a:gd name="connsiteX384" fmla="*/ 382810 w 726376"/>
                <a:gd name="connsiteY384" fmla="*/ 21446 h 26416"/>
                <a:gd name="connsiteX385" fmla="*/ 384810 w 726376"/>
                <a:gd name="connsiteY385" fmla="*/ 22113 h 26416"/>
                <a:gd name="connsiteX386" fmla="*/ 388525 w 726376"/>
                <a:gd name="connsiteY386" fmla="*/ 20113 h 26416"/>
                <a:gd name="connsiteX387" fmla="*/ 389191 w 726376"/>
                <a:gd name="connsiteY387" fmla="*/ 17922 h 26416"/>
                <a:gd name="connsiteX388" fmla="*/ 389191 w 726376"/>
                <a:gd name="connsiteY388" fmla="*/ 15541 h 26416"/>
                <a:gd name="connsiteX389" fmla="*/ 392335 w 726376"/>
                <a:gd name="connsiteY389" fmla="*/ 15541 h 26416"/>
                <a:gd name="connsiteX390" fmla="*/ 392335 w 726376"/>
                <a:gd name="connsiteY390" fmla="*/ 19255 h 26416"/>
                <a:gd name="connsiteX391" fmla="*/ 390906 w 726376"/>
                <a:gd name="connsiteY391" fmla="*/ 22208 h 26416"/>
                <a:gd name="connsiteX392" fmla="*/ 388525 w 726376"/>
                <a:gd name="connsiteY392" fmla="*/ 24208 h 26416"/>
                <a:gd name="connsiteX393" fmla="*/ 384905 w 726376"/>
                <a:gd name="connsiteY393" fmla="*/ 24875 h 26416"/>
                <a:gd name="connsiteX394" fmla="*/ 381762 w 726376"/>
                <a:gd name="connsiteY394" fmla="*/ 24113 h 26416"/>
                <a:gd name="connsiteX395" fmla="*/ 379190 w 726376"/>
                <a:gd name="connsiteY395" fmla="*/ 21827 h 26416"/>
                <a:gd name="connsiteX396" fmla="*/ 377380 w 726376"/>
                <a:gd name="connsiteY396" fmla="*/ 18017 h 26416"/>
                <a:gd name="connsiteX397" fmla="*/ 376809 w 726376"/>
                <a:gd name="connsiteY397" fmla="*/ 12588 h 26416"/>
                <a:gd name="connsiteX398" fmla="*/ 377380 w 726376"/>
                <a:gd name="connsiteY398" fmla="*/ 7159 h 26416"/>
                <a:gd name="connsiteX399" fmla="*/ 379190 w 726376"/>
                <a:gd name="connsiteY399" fmla="*/ 3349 h 26416"/>
                <a:gd name="connsiteX400" fmla="*/ 381762 w 726376"/>
                <a:gd name="connsiteY400" fmla="*/ 1063 h 26416"/>
                <a:gd name="connsiteX401" fmla="*/ 384905 w 726376"/>
                <a:gd name="connsiteY401" fmla="*/ 396 h 26416"/>
                <a:gd name="connsiteX402" fmla="*/ 388430 w 726376"/>
                <a:gd name="connsiteY402" fmla="*/ 1063 h 26416"/>
                <a:gd name="connsiteX403" fmla="*/ 390811 w 726376"/>
                <a:gd name="connsiteY403" fmla="*/ 3158 h 26416"/>
                <a:gd name="connsiteX404" fmla="*/ 392144 w 726376"/>
                <a:gd name="connsiteY404" fmla="*/ 6111 h 26416"/>
                <a:gd name="connsiteX405" fmla="*/ 392811 w 726376"/>
                <a:gd name="connsiteY405" fmla="*/ 9826 h 26416"/>
                <a:gd name="connsiteX406" fmla="*/ 395669 w 726376"/>
                <a:gd name="connsiteY406" fmla="*/ 24494 h 26416"/>
                <a:gd name="connsiteX407" fmla="*/ 395669 w 726376"/>
                <a:gd name="connsiteY407" fmla="*/ 777 h 26416"/>
                <a:gd name="connsiteX408" fmla="*/ 399002 w 726376"/>
                <a:gd name="connsiteY408" fmla="*/ 777 h 26416"/>
                <a:gd name="connsiteX409" fmla="*/ 399002 w 726376"/>
                <a:gd name="connsiteY409" fmla="*/ 24494 h 26416"/>
                <a:gd name="connsiteX410" fmla="*/ 403288 w 726376"/>
                <a:gd name="connsiteY410" fmla="*/ 24494 h 26416"/>
                <a:gd name="connsiteX411" fmla="*/ 403288 w 726376"/>
                <a:gd name="connsiteY411" fmla="*/ 777 h 26416"/>
                <a:gd name="connsiteX412" fmla="*/ 415195 w 726376"/>
                <a:gd name="connsiteY412" fmla="*/ 777 h 26416"/>
                <a:gd name="connsiteX413" fmla="*/ 415195 w 726376"/>
                <a:gd name="connsiteY413" fmla="*/ 3730 h 26416"/>
                <a:gd name="connsiteX414" fmla="*/ 406622 w 726376"/>
                <a:gd name="connsiteY414" fmla="*/ 3730 h 26416"/>
                <a:gd name="connsiteX415" fmla="*/ 406622 w 726376"/>
                <a:gd name="connsiteY415" fmla="*/ 10588 h 26416"/>
                <a:gd name="connsiteX416" fmla="*/ 415195 w 726376"/>
                <a:gd name="connsiteY416" fmla="*/ 10588 h 26416"/>
                <a:gd name="connsiteX417" fmla="*/ 415195 w 726376"/>
                <a:gd name="connsiteY417" fmla="*/ 13636 h 26416"/>
                <a:gd name="connsiteX418" fmla="*/ 406622 w 726376"/>
                <a:gd name="connsiteY418" fmla="*/ 13636 h 26416"/>
                <a:gd name="connsiteX419" fmla="*/ 406622 w 726376"/>
                <a:gd name="connsiteY419" fmla="*/ 21446 h 26416"/>
                <a:gd name="connsiteX420" fmla="*/ 415195 w 726376"/>
                <a:gd name="connsiteY420" fmla="*/ 21446 h 26416"/>
                <a:gd name="connsiteX421" fmla="*/ 415195 w 726376"/>
                <a:gd name="connsiteY421" fmla="*/ 24494 h 26416"/>
                <a:gd name="connsiteX422" fmla="*/ 419862 w 726376"/>
                <a:gd name="connsiteY422" fmla="*/ 24494 h 26416"/>
                <a:gd name="connsiteX423" fmla="*/ 419862 w 726376"/>
                <a:gd name="connsiteY423" fmla="*/ 777 h 26416"/>
                <a:gd name="connsiteX424" fmla="*/ 423196 w 726376"/>
                <a:gd name="connsiteY424" fmla="*/ 777 h 26416"/>
                <a:gd name="connsiteX425" fmla="*/ 431673 w 726376"/>
                <a:gd name="connsiteY425" fmla="*/ 17636 h 26416"/>
                <a:gd name="connsiteX426" fmla="*/ 431673 w 726376"/>
                <a:gd name="connsiteY426" fmla="*/ 17636 h 26416"/>
                <a:gd name="connsiteX427" fmla="*/ 431673 w 726376"/>
                <a:gd name="connsiteY427" fmla="*/ 777 h 26416"/>
                <a:gd name="connsiteX428" fmla="*/ 434816 w 726376"/>
                <a:gd name="connsiteY428" fmla="*/ 777 h 26416"/>
                <a:gd name="connsiteX429" fmla="*/ 434816 w 726376"/>
                <a:gd name="connsiteY429" fmla="*/ 24494 h 26416"/>
                <a:gd name="connsiteX430" fmla="*/ 431768 w 726376"/>
                <a:gd name="connsiteY430" fmla="*/ 24494 h 26416"/>
                <a:gd name="connsiteX431" fmla="*/ 423100 w 726376"/>
                <a:gd name="connsiteY431" fmla="*/ 6968 h 26416"/>
                <a:gd name="connsiteX432" fmla="*/ 423100 w 726376"/>
                <a:gd name="connsiteY432" fmla="*/ 6968 h 26416"/>
                <a:gd name="connsiteX433" fmla="*/ 423100 w 726376"/>
                <a:gd name="connsiteY433" fmla="*/ 24494 h 26416"/>
                <a:gd name="connsiteX434" fmla="*/ 451390 w 726376"/>
                <a:gd name="connsiteY434" fmla="*/ 9826 h 26416"/>
                <a:gd name="connsiteX435" fmla="*/ 451390 w 726376"/>
                <a:gd name="connsiteY435" fmla="*/ 7444 h 26416"/>
                <a:gd name="connsiteX436" fmla="*/ 450532 w 726376"/>
                <a:gd name="connsiteY436" fmla="*/ 5254 h 26416"/>
                <a:gd name="connsiteX437" fmla="*/ 449199 w 726376"/>
                <a:gd name="connsiteY437" fmla="*/ 3730 h 26416"/>
                <a:gd name="connsiteX438" fmla="*/ 447104 w 726376"/>
                <a:gd name="connsiteY438" fmla="*/ 3158 h 26416"/>
                <a:gd name="connsiteX439" fmla="*/ 445008 w 726376"/>
                <a:gd name="connsiteY439" fmla="*/ 3825 h 26416"/>
                <a:gd name="connsiteX440" fmla="*/ 443484 w 726376"/>
                <a:gd name="connsiteY440" fmla="*/ 5730 h 26416"/>
                <a:gd name="connsiteX441" fmla="*/ 442627 w 726376"/>
                <a:gd name="connsiteY441" fmla="*/ 8683 h 26416"/>
                <a:gd name="connsiteX442" fmla="*/ 442627 w 726376"/>
                <a:gd name="connsiteY442" fmla="*/ 12588 h 26416"/>
                <a:gd name="connsiteX443" fmla="*/ 442627 w 726376"/>
                <a:gd name="connsiteY443" fmla="*/ 16493 h 26416"/>
                <a:gd name="connsiteX444" fmla="*/ 443484 w 726376"/>
                <a:gd name="connsiteY444" fmla="*/ 19541 h 26416"/>
                <a:gd name="connsiteX445" fmla="*/ 445008 w 726376"/>
                <a:gd name="connsiteY445" fmla="*/ 21446 h 26416"/>
                <a:gd name="connsiteX446" fmla="*/ 447104 w 726376"/>
                <a:gd name="connsiteY446" fmla="*/ 22113 h 26416"/>
                <a:gd name="connsiteX447" fmla="*/ 449389 w 726376"/>
                <a:gd name="connsiteY447" fmla="*/ 21541 h 26416"/>
                <a:gd name="connsiteX448" fmla="*/ 450723 w 726376"/>
                <a:gd name="connsiteY448" fmla="*/ 20113 h 26416"/>
                <a:gd name="connsiteX449" fmla="*/ 451485 w 726376"/>
                <a:gd name="connsiteY449" fmla="*/ 17922 h 26416"/>
                <a:gd name="connsiteX450" fmla="*/ 451485 w 726376"/>
                <a:gd name="connsiteY450" fmla="*/ 15541 h 26416"/>
                <a:gd name="connsiteX451" fmla="*/ 455676 w 726376"/>
                <a:gd name="connsiteY451" fmla="*/ 15541 h 26416"/>
                <a:gd name="connsiteX452" fmla="*/ 455676 w 726376"/>
                <a:gd name="connsiteY452" fmla="*/ 19255 h 26416"/>
                <a:gd name="connsiteX453" fmla="*/ 454247 w 726376"/>
                <a:gd name="connsiteY453" fmla="*/ 22208 h 26416"/>
                <a:gd name="connsiteX454" fmla="*/ 451771 w 726376"/>
                <a:gd name="connsiteY454" fmla="*/ 24208 h 26416"/>
                <a:gd name="connsiteX455" fmla="*/ 448246 w 726376"/>
                <a:gd name="connsiteY455" fmla="*/ 24875 h 26416"/>
                <a:gd name="connsiteX456" fmla="*/ 445103 w 726376"/>
                <a:gd name="connsiteY456" fmla="*/ 24113 h 26416"/>
                <a:gd name="connsiteX457" fmla="*/ 442436 w 726376"/>
                <a:gd name="connsiteY457" fmla="*/ 21827 h 26416"/>
                <a:gd name="connsiteX458" fmla="*/ 440722 w 726376"/>
                <a:gd name="connsiteY458" fmla="*/ 18017 h 26416"/>
                <a:gd name="connsiteX459" fmla="*/ 440055 w 726376"/>
                <a:gd name="connsiteY459" fmla="*/ 12588 h 26416"/>
                <a:gd name="connsiteX460" fmla="*/ 440722 w 726376"/>
                <a:gd name="connsiteY460" fmla="*/ 7159 h 26416"/>
                <a:gd name="connsiteX461" fmla="*/ 442436 w 726376"/>
                <a:gd name="connsiteY461" fmla="*/ 3349 h 26416"/>
                <a:gd name="connsiteX462" fmla="*/ 445103 w 726376"/>
                <a:gd name="connsiteY462" fmla="*/ 1063 h 26416"/>
                <a:gd name="connsiteX463" fmla="*/ 448246 w 726376"/>
                <a:gd name="connsiteY463" fmla="*/ 396 h 26416"/>
                <a:gd name="connsiteX464" fmla="*/ 451771 w 726376"/>
                <a:gd name="connsiteY464" fmla="*/ 1063 h 26416"/>
                <a:gd name="connsiteX465" fmla="*/ 454152 w 726376"/>
                <a:gd name="connsiteY465" fmla="*/ 3158 h 26416"/>
                <a:gd name="connsiteX466" fmla="*/ 455486 w 726376"/>
                <a:gd name="connsiteY466" fmla="*/ 6111 h 26416"/>
                <a:gd name="connsiteX467" fmla="*/ 456057 w 726376"/>
                <a:gd name="connsiteY467" fmla="*/ 9826 h 26416"/>
                <a:gd name="connsiteX468" fmla="*/ 457867 w 726376"/>
                <a:gd name="connsiteY468" fmla="*/ 24494 h 26416"/>
                <a:gd name="connsiteX469" fmla="*/ 457867 w 726376"/>
                <a:gd name="connsiteY469" fmla="*/ 777 h 26416"/>
                <a:gd name="connsiteX470" fmla="*/ 469773 w 726376"/>
                <a:gd name="connsiteY470" fmla="*/ 777 h 26416"/>
                <a:gd name="connsiteX471" fmla="*/ 469773 w 726376"/>
                <a:gd name="connsiteY471" fmla="*/ 3730 h 26416"/>
                <a:gd name="connsiteX472" fmla="*/ 461200 w 726376"/>
                <a:gd name="connsiteY472" fmla="*/ 3730 h 26416"/>
                <a:gd name="connsiteX473" fmla="*/ 461200 w 726376"/>
                <a:gd name="connsiteY473" fmla="*/ 10588 h 26416"/>
                <a:gd name="connsiteX474" fmla="*/ 469773 w 726376"/>
                <a:gd name="connsiteY474" fmla="*/ 10588 h 26416"/>
                <a:gd name="connsiteX475" fmla="*/ 469773 w 726376"/>
                <a:gd name="connsiteY475" fmla="*/ 13636 h 26416"/>
                <a:gd name="connsiteX476" fmla="*/ 461200 w 726376"/>
                <a:gd name="connsiteY476" fmla="*/ 13636 h 26416"/>
                <a:gd name="connsiteX477" fmla="*/ 461200 w 726376"/>
                <a:gd name="connsiteY477" fmla="*/ 21446 h 26416"/>
                <a:gd name="connsiteX478" fmla="*/ 469773 w 726376"/>
                <a:gd name="connsiteY478" fmla="*/ 21446 h 26416"/>
                <a:gd name="connsiteX479" fmla="*/ 469773 w 726376"/>
                <a:gd name="connsiteY479" fmla="*/ 24494 h 26416"/>
                <a:gd name="connsiteX480" fmla="*/ 486442 w 726376"/>
                <a:gd name="connsiteY480" fmla="*/ 14969 h 26416"/>
                <a:gd name="connsiteX481" fmla="*/ 491204 w 726376"/>
                <a:gd name="connsiteY481" fmla="*/ 14969 h 26416"/>
                <a:gd name="connsiteX482" fmla="*/ 488823 w 726376"/>
                <a:gd name="connsiteY482" fmla="*/ 6492 h 26416"/>
                <a:gd name="connsiteX483" fmla="*/ 488823 w 726376"/>
                <a:gd name="connsiteY483" fmla="*/ 6492 h 26416"/>
                <a:gd name="connsiteX484" fmla="*/ 486537 w 726376"/>
                <a:gd name="connsiteY484" fmla="*/ 14969 h 26416"/>
                <a:gd name="connsiteX485" fmla="*/ 480631 w 726376"/>
                <a:gd name="connsiteY485" fmla="*/ 24494 h 26416"/>
                <a:gd name="connsiteX486" fmla="*/ 487108 w 726376"/>
                <a:gd name="connsiteY486" fmla="*/ 777 h 26416"/>
                <a:gd name="connsiteX487" fmla="*/ 490347 w 726376"/>
                <a:gd name="connsiteY487" fmla="*/ 777 h 26416"/>
                <a:gd name="connsiteX488" fmla="*/ 497205 w 726376"/>
                <a:gd name="connsiteY488" fmla="*/ 24494 h 26416"/>
                <a:gd name="connsiteX489" fmla="*/ 494062 w 726376"/>
                <a:gd name="connsiteY489" fmla="*/ 24494 h 26416"/>
                <a:gd name="connsiteX490" fmla="*/ 491966 w 726376"/>
                <a:gd name="connsiteY490" fmla="*/ 17446 h 26416"/>
                <a:gd name="connsiteX491" fmla="*/ 485680 w 726376"/>
                <a:gd name="connsiteY491" fmla="*/ 17446 h 26416"/>
                <a:gd name="connsiteX492" fmla="*/ 483775 w 726376"/>
                <a:gd name="connsiteY492" fmla="*/ 24494 h 26416"/>
                <a:gd name="connsiteX493" fmla="*/ 499681 w 726376"/>
                <a:gd name="connsiteY493" fmla="*/ 24494 h 26416"/>
                <a:gd name="connsiteX494" fmla="*/ 499681 w 726376"/>
                <a:gd name="connsiteY494" fmla="*/ 777 h 26416"/>
                <a:gd name="connsiteX495" fmla="*/ 503015 w 726376"/>
                <a:gd name="connsiteY495" fmla="*/ 777 h 26416"/>
                <a:gd name="connsiteX496" fmla="*/ 511397 w 726376"/>
                <a:gd name="connsiteY496" fmla="*/ 17636 h 26416"/>
                <a:gd name="connsiteX497" fmla="*/ 511397 w 726376"/>
                <a:gd name="connsiteY497" fmla="*/ 17636 h 26416"/>
                <a:gd name="connsiteX498" fmla="*/ 511397 w 726376"/>
                <a:gd name="connsiteY498" fmla="*/ 777 h 26416"/>
                <a:gd name="connsiteX499" fmla="*/ 514540 w 726376"/>
                <a:gd name="connsiteY499" fmla="*/ 777 h 26416"/>
                <a:gd name="connsiteX500" fmla="*/ 514540 w 726376"/>
                <a:gd name="connsiteY500" fmla="*/ 24494 h 26416"/>
                <a:gd name="connsiteX501" fmla="*/ 512826 w 726376"/>
                <a:gd name="connsiteY501" fmla="*/ 24494 h 26416"/>
                <a:gd name="connsiteX502" fmla="*/ 504063 w 726376"/>
                <a:gd name="connsiteY502" fmla="*/ 6968 h 26416"/>
                <a:gd name="connsiteX503" fmla="*/ 504063 w 726376"/>
                <a:gd name="connsiteY503" fmla="*/ 6968 h 26416"/>
                <a:gd name="connsiteX504" fmla="*/ 504063 w 726376"/>
                <a:gd name="connsiteY504" fmla="*/ 24494 h 26416"/>
                <a:gd name="connsiteX505" fmla="*/ 522827 w 726376"/>
                <a:gd name="connsiteY505" fmla="*/ 21446 h 26416"/>
                <a:gd name="connsiteX506" fmla="*/ 525971 w 726376"/>
                <a:gd name="connsiteY506" fmla="*/ 21446 h 26416"/>
                <a:gd name="connsiteX507" fmla="*/ 529209 w 726376"/>
                <a:gd name="connsiteY507" fmla="*/ 20779 h 26416"/>
                <a:gd name="connsiteX508" fmla="*/ 531209 w 726376"/>
                <a:gd name="connsiteY508" fmla="*/ 18874 h 26416"/>
                <a:gd name="connsiteX509" fmla="*/ 532352 w 726376"/>
                <a:gd name="connsiteY509" fmla="*/ 16017 h 26416"/>
                <a:gd name="connsiteX510" fmla="*/ 532352 w 726376"/>
                <a:gd name="connsiteY510" fmla="*/ 12588 h 26416"/>
                <a:gd name="connsiteX511" fmla="*/ 532352 w 726376"/>
                <a:gd name="connsiteY511" fmla="*/ 9159 h 26416"/>
                <a:gd name="connsiteX512" fmla="*/ 531876 w 726376"/>
                <a:gd name="connsiteY512" fmla="*/ 7159 h 26416"/>
                <a:gd name="connsiteX513" fmla="*/ 529876 w 726376"/>
                <a:gd name="connsiteY513" fmla="*/ 5254 h 26416"/>
                <a:gd name="connsiteX514" fmla="*/ 526637 w 726376"/>
                <a:gd name="connsiteY514" fmla="*/ 4492 h 26416"/>
                <a:gd name="connsiteX515" fmla="*/ 523494 w 726376"/>
                <a:gd name="connsiteY515" fmla="*/ 4492 h 26416"/>
                <a:gd name="connsiteX516" fmla="*/ 523494 w 726376"/>
                <a:gd name="connsiteY516" fmla="*/ 22208 h 26416"/>
                <a:gd name="connsiteX517" fmla="*/ 519494 w 726376"/>
                <a:gd name="connsiteY517" fmla="*/ 777 h 26416"/>
                <a:gd name="connsiteX518" fmla="*/ 526542 w 726376"/>
                <a:gd name="connsiteY518" fmla="*/ 777 h 26416"/>
                <a:gd name="connsiteX519" fmla="*/ 530923 w 726376"/>
                <a:gd name="connsiteY519" fmla="*/ 1729 h 26416"/>
                <a:gd name="connsiteX520" fmla="*/ 533781 w 726376"/>
                <a:gd name="connsiteY520" fmla="*/ 4206 h 26416"/>
                <a:gd name="connsiteX521" fmla="*/ 535496 w 726376"/>
                <a:gd name="connsiteY521" fmla="*/ 8016 h 26416"/>
                <a:gd name="connsiteX522" fmla="*/ 535496 w 726376"/>
                <a:gd name="connsiteY522" fmla="*/ 17541 h 26416"/>
                <a:gd name="connsiteX523" fmla="*/ 533781 w 726376"/>
                <a:gd name="connsiteY523" fmla="*/ 21351 h 26416"/>
                <a:gd name="connsiteX524" fmla="*/ 530923 w 726376"/>
                <a:gd name="connsiteY524" fmla="*/ 23923 h 26416"/>
                <a:gd name="connsiteX525" fmla="*/ 526542 w 726376"/>
                <a:gd name="connsiteY525" fmla="*/ 24875 h 26416"/>
                <a:gd name="connsiteX526" fmla="*/ 519494 w 726376"/>
                <a:gd name="connsiteY526" fmla="*/ 24875 h 26416"/>
                <a:gd name="connsiteX527" fmla="*/ 519494 w 726376"/>
                <a:gd name="connsiteY527" fmla="*/ 1158 h 26416"/>
                <a:gd name="connsiteX528" fmla="*/ 560356 w 726376"/>
                <a:gd name="connsiteY528" fmla="*/ 777 h 26416"/>
                <a:gd name="connsiteX529" fmla="*/ 560356 w 726376"/>
                <a:gd name="connsiteY529" fmla="*/ 3730 h 26416"/>
                <a:gd name="connsiteX530" fmla="*/ 555212 w 726376"/>
                <a:gd name="connsiteY530" fmla="*/ 3730 h 26416"/>
                <a:gd name="connsiteX531" fmla="*/ 555212 w 726376"/>
                <a:gd name="connsiteY531" fmla="*/ 24494 h 26416"/>
                <a:gd name="connsiteX532" fmla="*/ 551879 w 726376"/>
                <a:gd name="connsiteY532" fmla="*/ 24494 h 26416"/>
                <a:gd name="connsiteX533" fmla="*/ 551879 w 726376"/>
                <a:gd name="connsiteY533" fmla="*/ 3730 h 26416"/>
                <a:gd name="connsiteX534" fmla="*/ 546830 w 726376"/>
                <a:gd name="connsiteY534" fmla="*/ 3730 h 26416"/>
                <a:gd name="connsiteX535" fmla="*/ 546830 w 726376"/>
                <a:gd name="connsiteY535" fmla="*/ 777 h 26416"/>
                <a:gd name="connsiteX536" fmla="*/ 563118 w 726376"/>
                <a:gd name="connsiteY536" fmla="*/ 24494 h 26416"/>
                <a:gd name="connsiteX537" fmla="*/ 563118 w 726376"/>
                <a:gd name="connsiteY537" fmla="*/ 777 h 26416"/>
                <a:gd name="connsiteX538" fmla="*/ 575024 w 726376"/>
                <a:gd name="connsiteY538" fmla="*/ 777 h 26416"/>
                <a:gd name="connsiteX539" fmla="*/ 575024 w 726376"/>
                <a:gd name="connsiteY539" fmla="*/ 3730 h 26416"/>
                <a:gd name="connsiteX540" fmla="*/ 566452 w 726376"/>
                <a:gd name="connsiteY540" fmla="*/ 3730 h 26416"/>
                <a:gd name="connsiteX541" fmla="*/ 566452 w 726376"/>
                <a:gd name="connsiteY541" fmla="*/ 10588 h 26416"/>
                <a:gd name="connsiteX542" fmla="*/ 575024 w 726376"/>
                <a:gd name="connsiteY542" fmla="*/ 10588 h 26416"/>
                <a:gd name="connsiteX543" fmla="*/ 575024 w 726376"/>
                <a:gd name="connsiteY543" fmla="*/ 13636 h 26416"/>
                <a:gd name="connsiteX544" fmla="*/ 566452 w 726376"/>
                <a:gd name="connsiteY544" fmla="*/ 13636 h 26416"/>
                <a:gd name="connsiteX545" fmla="*/ 566452 w 726376"/>
                <a:gd name="connsiteY545" fmla="*/ 21446 h 26416"/>
                <a:gd name="connsiteX546" fmla="*/ 575024 w 726376"/>
                <a:gd name="connsiteY546" fmla="*/ 21446 h 26416"/>
                <a:gd name="connsiteX547" fmla="*/ 575024 w 726376"/>
                <a:gd name="connsiteY547" fmla="*/ 24494 h 26416"/>
                <a:gd name="connsiteX548" fmla="*/ 591217 w 726376"/>
                <a:gd name="connsiteY548" fmla="*/ 9826 h 26416"/>
                <a:gd name="connsiteX549" fmla="*/ 591217 w 726376"/>
                <a:gd name="connsiteY549" fmla="*/ 7444 h 26416"/>
                <a:gd name="connsiteX550" fmla="*/ 590455 w 726376"/>
                <a:gd name="connsiteY550" fmla="*/ 5254 h 26416"/>
                <a:gd name="connsiteX551" fmla="*/ 589026 w 726376"/>
                <a:gd name="connsiteY551" fmla="*/ 3730 h 26416"/>
                <a:gd name="connsiteX552" fmla="*/ 586930 w 726376"/>
                <a:gd name="connsiteY552" fmla="*/ 3158 h 26416"/>
                <a:gd name="connsiteX553" fmla="*/ 584930 w 726376"/>
                <a:gd name="connsiteY553" fmla="*/ 3825 h 26416"/>
                <a:gd name="connsiteX554" fmla="*/ 583406 w 726376"/>
                <a:gd name="connsiteY554" fmla="*/ 5730 h 26416"/>
                <a:gd name="connsiteX555" fmla="*/ 582454 w 726376"/>
                <a:gd name="connsiteY555" fmla="*/ 8683 h 26416"/>
                <a:gd name="connsiteX556" fmla="*/ 582454 w 726376"/>
                <a:gd name="connsiteY556" fmla="*/ 12588 h 26416"/>
                <a:gd name="connsiteX557" fmla="*/ 582454 w 726376"/>
                <a:gd name="connsiteY557" fmla="*/ 16493 h 26416"/>
                <a:gd name="connsiteX558" fmla="*/ 583406 w 726376"/>
                <a:gd name="connsiteY558" fmla="*/ 19541 h 26416"/>
                <a:gd name="connsiteX559" fmla="*/ 584930 w 726376"/>
                <a:gd name="connsiteY559" fmla="*/ 21446 h 26416"/>
                <a:gd name="connsiteX560" fmla="*/ 586930 w 726376"/>
                <a:gd name="connsiteY560" fmla="*/ 22113 h 26416"/>
                <a:gd name="connsiteX561" fmla="*/ 589216 w 726376"/>
                <a:gd name="connsiteY561" fmla="*/ 21541 h 26416"/>
                <a:gd name="connsiteX562" fmla="*/ 590645 w 726376"/>
                <a:gd name="connsiteY562" fmla="*/ 20113 h 26416"/>
                <a:gd name="connsiteX563" fmla="*/ 591312 w 726376"/>
                <a:gd name="connsiteY563" fmla="*/ 17922 h 26416"/>
                <a:gd name="connsiteX564" fmla="*/ 591312 w 726376"/>
                <a:gd name="connsiteY564" fmla="*/ 15541 h 26416"/>
                <a:gd name="connsiteX565" fmla="*/ 594455 w 726376"/>
                <a:gd name="connsiteY565" fmla="*/ 15541 h 26416"/>
                <a:gd name="connsiteX566" fmla="*/ 594455 w 726376"/>
                <a:gd name="connsiteY566" fmla="*/ 19255 h 26416"/>
                <a:gd name="connsiteX567" fmla="*/ 593027 w 726376"/>
                <a:gd name="connsiteY567" fmla="*/ 22208 h 26416"/>
                <a:gd name="connsiteX568" fmla="*/ 590645 w 726376"/>
                <a:gd name="connsiteY568" fmla="*/ 24208 h 26416"/>
                <a:gd name="connsiteX569" fmla="*/ 587026 w 726376"/>
                <a:gd name="connsiteY569" fmla="*/ 24875 h 26416"/>
                <a:gd name="connsiteX570" fmla="*/ 583882 w 726376"/>
                <a:gd name="connsiteY570" fmla="*/ 24113 h 26416"/>
                <a:gd name="connsiteX571" fmla="*/ 581215 w 726376"/>
                <a:gd name="connsiteY571" fmla="*/ 21827 h 26416"/>
                <a:gd name="connsiteX572" fmla="*/ 579501 w 726376"/>
                <a:gd name="connsiteY572" fmla="*/ 18017 h 26416"/>
                <a:gd name="connsiteX573" fmla="*/ 578834 w 726376"/>
                <a:gd name="connsiteY573" fmla="*/ 12588 h 26416"/>
                <a:gd name="connsiteX574" fmla="*/ 579501 w 726376"/>
                <a:gd name="connsiteY574" fmla="*/ 7159 h 26416"/>
                <a:gd name="connsiteX575" fmla="*/ 581215 w 726376"/>
                <a:gd name="connsiteY575" fmla="*/ 3349 h 26416"/>
                <a:gd name="connsiteX576" fmla="*/ 583882 w 726376"/>
                <a:gd name="connsiteY576" fmla="*/ 1063 h 26416"/>
                <a:gd name="connsiteX577" fmla="*/ 587026 w 726376"/>
                <a:gd name="connsiteY577" fmla="*/ 396 h 26416"/>
                <a:gd name="connsiteX578" fmla="*/ 590550 w 726376"/>
                <a:gd name="connsiteY578" fmla="*/ 1063 h 26416"/>
                <a:gd name="connsiteX579" fmla="*/ 592931 w 726376"/>
                <a:gd name="connsiteY579" fmla="*/ 3158 h 26416"/>
                <a:gd name="connsiteX580" fmla="*/ 594265 w 726376"/>
                <a:gd name="connsiteY580" fmla="*/ 6111 h 26416"/>
                <a:gd name="connsiteX581" fmla="*/ 594931 w 726376"/>
                <a:gd name="connsiteY581" fmla="*/ 9826 h 26416"/>
                <a:gd name="connsiteX582" fmla="*/ 597694 w 726376"/>
                <a:gd name="connsiteY582" fmla="*/ 24494 h 26416"/>
                <a:gd name="connsiteX583" fmla="*/ 597694 w 726376"/>
                <a:gd name="connsiteY583" fmla="*/ 777 h 26416"/>
                <a:gd name="connsiteX584" fmla="*/ 601028 w 726376"/>
                <a:gd name="connsiteY584" fmla="*/ 777 h 26416"/>
                <a:gd name="connsiteX585" fmla="*/ 601028 w 726376"/>
                <a:gd name="connsiteY585" fmla="*/ 10302 h 26416"/>
                <a:gd name="connsiteX586" fmla="*/ 609790 w 726376"/>
                <a:gd name="connsiteY586" fmla="*/ 10302 h 26416"/>
                <a:gd name="connsiteX587" fmla="*/ 609790 w 726376"/>
                <a:gd name="connsiteY587" fmla="*/ 777 h 26416"/>
                <a:gd name="connsiteX588" fmla="*/ 613124 w 726376"/>
                <a:gd name="connsiteY588" fmla="*/ 777 h 26416"/>
                <a:gd name="connsiteX589" fmla="*/ 613124 w 726376"/>
                <a:gd name="connsiteY589" fmla="*/ 24494 h 26416"/>
                <a:gd name="connsiteX590" fmla="*/ 609790 w 726376"/>
                <a:gd name="connsiteY590" fmla="*/ 24494 h 26416"/>
                <a:gd name="connsiteX591" fmla="*/ 609790 w 726376"/>
                <a:gd name="connsiteY591" fmla="*/ 13636 h 26416"/>
                <a:gd name="connsiteX592" fmla="*/ 601028 w 726376"/>
                <a:gd name="connsiteY592" fmla="*/ 13636 h 26416"/>
                <a:gd name="connsiteX593" fmla="*/ 601028 w 726376"/>
                <a:gd name="connsiteY593" fmla="*/ 24494 h 26416"/>
                <a:gd name="connsiteX594" fmla="*/ 617887 w 726376"/>
                <a:gd name="connsiteY594" fmla="*/ 24494 h 26416"/>
                <a:gd name="connsiteX595" fmla="*/ 617887 w 726376"/>
                <a:gd name="connsiteY595" fmla="*/ 777 h 26416"/>
                <a:gd name="connsiteX596" fmla="*/ 621316 w 726376"/>
                <a:gd name="connsiteY596" fmla="*/ 777 h 26416"/>
                <a:gd name="connsiteX597" fmla="*/ 629698 w 726376"/>
                <a:gd name="connsiteY597" fmla="*/ 17636 h 26416"/>
                <a:gd name="connsiteX598" fmla="*/ 629698 w 726376"/>
                <a:gd name="connsiteY598" fmla="*/ 17636 h 26416"/>
                <a:gd name="connsiteX599" fmla="*/ 629698 w 726376"/>
                <a:gd name="connsiteY599" fmla="*/ 777 h 26416"/>
                <a:gd name="connsiteX600" fmla="*/ 632841 w 726376"/>
                <a:gd name="connsiteY600" fmla="*/ 777 h 26416"/>
                <a:gd name="connsiteX601" fmla="*/ 632841 w 726376"/>
                <a:gd name="connsiteY601" fmla="*/ 24494 h 26416"/>
                <a:gd name="connsiteX602" fmla="*/ 629793 w 726376"/>
                <a:gd name="connsiteY602" fmla="*/ 24494 h 26416"/>
                <a:gd name="connsiteX603" fmla="*/ 621030 w 726376"/>
                <a:gd name="connsiteY603" fmla="*/ 6968 h 26416"/>
                <a:gd name="connsiteX604" fmla="*/ 621030 w 726376"/>
                <a:gd name="connsiteY604" fmla="*/ 6968 h 26416"/>
                <a:gd name="connsiteX605" fmla="*/ 621030 w 726376"/>
                <a:gd name="connsiteY605" fmla="*/ 24494 h 26416"/>
                <a:gd name="connsiteX606" fmla="*/ 645414 w 726376"/>
                <a:gd name="connsiteY606" fmla="*/ 3158 h 26416"/>
                <a:gd name="connsiteX607" fmla="*/ 642938 w 726376"/>
                <a:gd name="connsiteY607" fmla="*/ 3920 h 26416"/>
                <a:gd name="connsiteX608" fmla="*/ 641223 w 726376"/>
                <a:gd name="connsiteY608" fmla="*/ 5920 h 26416"/>
                <a:gd name="connsiteX609" fmla="*/ 640271 w 726376"/>
                <a:gd name="connsiteY609" fmla="*/ 8968 h 26416"/>
                <a:gd name="connsiteX610" fmla="*/ 640271 w 726376"/>
                <a:gd name="connsiteY610" fmla="*/ 12588 h 26416"/>
                <a:gd name="connsiteX611" fmla="*/ 640271 w 726376"/>
                <a:gd name="connsiteY611" fmla="*/ 16303 h 26416"/>
                <a:gd name="connsiteX612" fmla="*/ 641223 w 726376"/>
                <a:gd name="connsiteY612" fmla="*/ 19351 h 26416"/>
                <a:gd name="connsiteX613" fmla="*/ 642938 w 726376"/>
                <a:gd name="connsiteY613" fmla="*/ 21351 h 26416"/>
                <a:gd name="connsiteX614" fmla="*/ 645414 w 726376"/>
                <a:gd name="connsiteY614" fmla="*/ 22113 h 26416"/>
                <a:gd name="connsiteX615" fmla="*/ 647890 w 726376"/>
                <a:gd name="connsiteY615" fmla="*/ 21351 h 26416"/>
                <a:gd name="connsiteX616" fmla="*/ 649605 w 726376"/>
                <a:gd name="connsiteY616" fmla="*/ 19351 h 26416"/>
                <a:gd name="connsiteX617" fmla="*/ 650557 w 726376"/>
                <a:gd name="connsiteY617" fmla="*/ 16303 h 26416"/>
                <a:gd name="connsiteX618" fmla="*/ 650557 w 726376"/>
                <a:gd name="connsiteY618" fmla="*/ 12588 h 26416"/>
                <a:gd name="connsiteX619" fmla="*/ 650557 w 726376"/>
                <a:gd name="connsiteY619" fmla="*/ 8968 h 26416"/>
                <a:gd name="connsiteX620" fmla="*/ 649605 w 726376"/>
                <a:gd name="connsiteY620" fmla="*/ 5920 h 26416"/>
                <a:gd name="connsiteX621" fmla="*/ 647890 w 726376"/>
                <a:gd name="connsiteY621" fmla="*/ 3920 h 26416"/>
                <a:gd name="connsiteX622" fmla="*/ 645414 w 726376"/>
                <a:gd name="connsiteY622" fmla="*/ 3158 h 26416"/>
                <a:gd name="connsiteX623" fmla="*/ 645414 w 726376"/>
                <a:gd name="connsiteY623" fmla="*/ 396 h 26416"/>
                <a:gd name="connsiteX624" fmla="*/ 649129 w 726376"/>
                <a:gd name="connsiteY624" fmla="*/ 1253 h 26416"/>
                <a:gd name="connsiteX625" fmla="*/ 651986 w 726376"/>
                <a:gd name="connsiteY625" fmla="*/ 3730 h 26416"/>
                <a:gd name="connsiteX626" fmla="*/ 653701 w 726376"/>
                <a:gd name="connsiteY626" fmla="*/ 7540 h 26416"/>
                <a:gd name="connsiteX627" fmla="*/ 654272 w 726376"/>
                <a:gd name="connsiteY627" fmla="*/ 12588 h 26416"/>
                <a:gd name="connsiteX628" fmla="*/ 653701 w 726376"/>
                <a:gd name="connsiteY628" fmla="*/ 17636 h 26416"/>
                <a:gd name="connsiteX629" fmla="*/ 651986 w 726376"/>
                <a:gd name="connsiteY629" fmla="*/ 21541 h 26416"/>
                <a:gd name="connsiteX630" fmla="*/ 649129 w 726376"/>
                <a:gd name="connsiteY630" fmla="*/ 24018 h 26416"/>
                <a:gd name="connsiteX631" fmla="*/ 645414 w 726376"/>
                <a:gd name="connsiteY631" fmla="*/ 24875 h 26416"/>
                <a:gd name="connsiteX632" fmla="*/ 641699 w 726376"/>
                <a:gd name="connsiteY632" fmla="*/ 24018 h 26416"/>
                <a:gd name="connsiteX633" fmla="*/ 638937 w 726376"/>
                <a:gd name="connsiteY633" fmla="*/ 21541 h 26416"/>
                <a:gd name="connsiteX634" fmla="*/ 637222 w 726376"/>
                <a:gd name="connsiteY634" fmla="*/ 17636 h 26416"/>
                <a:gd name="connsiteX635" fmla="*/ 636651 w 726376"/>
                <a:gd name="connsiteY635" fmla="*/ 12588 h 26416"/>
                <a:gd name="connsiteX636" fmla="*/ 637222 w 726376"/>
                <a:gd name="connsiteY636" fmla="*/ 7540 h 26416"/>
                <a:gd name="connsiteX637" fmla="*/ 638937 w 726376"/>
                <a:gd name="connsiteY637" fmla="*/ 3730 h 26416"/>
                <a:gd name="connsiteX638" fmla="*/ 641699 w 726376"/>
                <a:gd name="connsiteY638" fmla="*/ 1253 h 26416"/>
                <a:gd name="connsiteX639" fmla="*/ 645414 w 726376"/>
                <a:gd name="connsiteY639" fmla="*/ 396 h 26416"/>
                <a:gd name="connsiteX640" fmla="*/ 657797 w 726376"/>
                <a:gd name="connsiteY640" fmla="*/ 24494 h 26416"/>
                <a:gd name="connsiteX641" fmla="*/ 657797 w 726376"/>
                <a:gd name="connsiteY641" fmla="*/ 777 h 26416"/>
                <a:gd name="connsiteX642" fmla="*/ 661130 w 726376"/>
                <a:gd name="connsiteY642" fmla="*/ 777 h 26416"/>
                <a:gd name="connsiteX643" fmla="*/ 661130 w 726376"/>
                <a:gd name="connsiteY643" fmla="*/ 21446 h 26416"/>
                <a:gd name="connsiteX644" fmla="*/ 669512 w 726376"/>
                <a:gd name="connsiteY644" fmla="*/ 21446 h 26416"/>
                <a:gd name="connsiteX645" fmla="*/ 669512 w 726376"/>
                <a:gd name="connsiteY645" fmla="*/ 24494 h 26416"/>
                <a:gd name="connsiteX646" fmla="*/ 679990 w 726376"/>
                <a:gd name="connsiteY646" fmla="*/ 3158 h 26416"/>
                <a:gd name="connsiteX647" fmla="*/ 677513 w 726376"/>
                <a:gd name="connsiteY647" fmla="*/ 3920 h 26416"/>
                <a:gd name="connsiteX648" fmla="*/ 675799 w 726376"/>
                <a:gd name="connsiteY648" fmla="*/ 5920 h 26416"/>
                <a:gd name="connsiteX649" fmla="*/ 674846 w 726376"/>
                <a:gd name="connsiteY649" fmla="*/ 8968 h 26416"/>
                <a:gd name="connsiteX650" fmla="*/ 674846 w 726376"/>
                <a:gd name="connsiteY650" fmla="*/ 12588 h 26416"/>
                <a:gd name="connsiteX651" fmla="*/ 674846 w 726376"/>
                <a:gd name="connsiteY651" fmla="*/ 16303 h 26416"/>
                <a:gd name="connsiteX652" fmla="*/ 675799 w 726376"/>
                <a:gd name="connsiteY652" fmla="*/ 19351 h 26416"/>
                <a:gd name="connsiteX653" fmla="*/ 677513 w 726376"/>
                <a:gd name="connsiteY653" fmla="*/ 21351 h 26416"/>
                <a:gd name="connsiteX654" fmla="*/ 682466 w 726376"/>
                <a:gd name="connsiteY654" fmla="*/ 21351 h 26416"/>
                <a:gd name="connsiteX655" fmla="*/ 684181 w 726376"/>
                <a:gd name="connsiteY655" fmla="*/ 19351 h 26416"/>
                <a:gd name="connsiteX656" fmla="*/ 685133 w 726376"/>
                <a:gd name="connsiteY656" fmla="*/ 16303 h 26416"/>
                <a:gd name="connsiteX657" fmla="*/ 685133 w 726376"/>
                <a:gd name="connsiteY657" fmla="*/ 8968 h 26416"/>
                <a:gd name="connsiteX658" fmla="*/ 684181 w 726376"/>
                <a:gd name="connsiteY658" fmla="*/ 5920 h 26416"/>
                <a:gd name="connsiteX659" fmla="*/ 682466 w 726376"/>
                <a:gd name="connsiteY659" fmla="*/ 3920 h 26416"/>
                <a:gd name="connsiteX660" fmla="*/ 679990 w 726376"/>
                <a:gd name="connsiteY660" fmla="*/ 3158 h 26416"/>
                <a:gd name="connsiteX661" fmla="*/ 679990 w 726376"/>
                <a:gd name="connsiteY661" fmla="*/ 396 h 26416"/>
                <a:gd name="connsiteX662" fmla="*/ 686467 w 726376"/>
                <a:gd name="connsiteY662" fmla="*/ 3730 h 26416"/>
                <a:gd name="connsiteX663" fmla="*/ 688181 w 726376"/>
                <a:gd name="connsiteY663" fmla="*/ 7540 h 26416"/>
                <a:gd name="connsiteX664" fmla="*/ 688848 w 726376"/>
                <a:gd name="connsiteY664" fmla="*/ 12588 h 26416"/>
                <a:gd name="connsiteX665" fmla="*/ 688181 w 726376"/>
                <a:gd name="connsiteY665" fmla="*/ 17636 h 26416"/>
                <a:gd name="connsiteX666" fmla="*/ 686467 w 726376"/>
                <a:gd name="connsiteY666" fmla="*/ 21541 h 26416"/>
                <a:gd name="connsiteX667" fmla="*/ 675627 w 726376"/>
                <a:gd name="connsiteY667" fmla="*/ 23656 h 26416"/>
                <a:gd name="connsiteX668" fmla="*/ 673513 w 726376"/>
                <a:gd name="connsiteY668" fmla="*/ 21541 h 26416"/>
                <a:gd name="connsiteX669" fmla="*/ 671798 w 726376"/>
                <a:gd name="connsiteY669" fmla="*/ 17636 h 26416"/>
                <a:gd name="connsiteX670" fmla="*/ 671227 w 726376"/>
                <a:gd name="connsiteY670" fmla="*/ 12588 h 26416"/>
                <a:gd name="connsiteX671" fmla="*/ 671798 w 726376"/>
                <a:gd name="connsiteY671" fmla="*/ 7540 h 26416"/>
                <a:gd name="connsiteX672" fmla="*/ 673513 w 726376"/>
                <a:gd name="connsiteY672" fmla="*/ 3730 h 26416"/>
                <a:gd name="connsiteX673" fmla="*/ 679990 w 726376"/>
                <a:gd name="connsiteY673" fmla="*/ 396 h 26416"/>
                <a:gd name="connsiteX674" fmla="*/ 704755 w 726376"/>
                <a:gd name="connsiteY674" fmla="*/ 8683 h 26416"/>
                <a:gd name="connsiteX675" fmla="*/ 704279 w 726376"/>
                <a:gd name="connsiteY675" fmla="*/ 6492 h 26416"/>
                <a:gd name="connsiteX676" fmla="*/ 703421 w 726376"/>
                <a:gd name="connsiteY676" fmla="*/ 4777 h 26416"/>
                <a:gd name="connsiteX677" fmla="*/ 701992 w 726376"/>
                <a:gd name="connsiteY677" fmla="*/ 3539 h 26416"/>
                <a:gd name="connsiteX678" fmla="*/ 699992 w 726376"/>
                <a:gd name="connsiteY678" fmla="*/ 3539 h 26416"/>
                <a:gd name="connsiteX679" fmla="*/ 697516 w 726376"/>
                <a:gd name="connsiteY679" fmla="*/ 4301 h 26416"/>
                <a:gd name="connsiteX680" fmla="*/ 695801 w 726376"/>
                <a:gd name="connsiteY680" fmla="*/ 6301 h 26416"/>
                <a:gd name="connsiteX681" fmla="*/ 694849 w 726376"/>
                <a:gd name="connsiteY681" fmla="*/ 9349 h 26416"/>
                <a:gd name="connsiteX682" fmla="*/ 694849 w 726376"/>
                <a:gd name="connsiteY682" fmla="*/ 12969 h 26416"/>
                <a:gd name="connsiteX683" fmla="*/ 694849 w 726376"/>
                <a:gd name="connsiteY683" fmla="*/ 16684 h 26416"/>
                <a:gd name="connsiteX684" fmla="*/ 695897 w 726376"/>
                <a:gd name="connsiteY684" fmla="*/ 19732 h 26416"/>
                <a:gd name="connsiteX685" fmla="*/ 697611 w 726376"/>
                <a:gd name="connsiteY685" fmla="*/ 21732 h 26416"/>
                <a:gd name="connsiteX686" fmla="*/ 700183 w 726376"/>
                <a:gd name="connsiteY686" fmla="*/ 22494 h 26416"/>
                <a:gd name="connsiteX687" fmla="*/ 702659 w 726376"/>
                <a:gd name="connsiteY687" fmla="*/ 22494 h 26416"/>
                <a:gd name="connsiteX688" fmla="*/ 704183 w 726376"/>
                <a:gd name="connsiteY688" fmla="*/ 21065 h 26416"/>
                <a:gd name="connsiteX689" fmla="*/ 704945 w 726376"/>
                <a:gd name="connsiteY689" fmla="*/ 18874 h 26416"/>
                <a:gd name="connsiteX690" fmla="*/ 704945 w 726376"/>
                <a:gd name="connsiteY690" fmla="*/ 16207 h 26416"/>
                <a:gd name="connsiteX691" fmla="*/ 698182 w 726376"/>
                <a:gd name="connsiteY691" fmla="*/ 16207 h 26416"/>
                <a:gd name="connsiteX692" fmla="*/ 698182 w 726376"/>
                <a:gd name="connsiteY692" fmla="*/ 13159 h 26416"/>
                <a:gd name="connsiteX693" fmla="*/ 708279 w 726376"/>
                <a:gd name="connsiteY693" fmla="*/ 13159 h 26416"/>
                <a:gd name="connsiteX694" fmla="*/ 708279 w 726376"/>
                <a:gd name="connsiteY694" fmla="*/ 16112 h 26416"/>
                <a:gd name="connsiteX695" fmla="*/ 706183 w 726376"/>
                <a:gd name="connsiteY695" fmla="*/ 23161 h 26416"/>
                <a:gd name="connsiteX696" fmla="*/ 699992 w 726376"/>
                <a:gd name="connsiteY696" fmla="*/ 25732 h 26416"/>
                <a:gd name="connsiteX697" fmla="*/ 696182 w 726376"/>
                <a:gd name="connsiteY697" fmla="*/ 24875 h 26416"/>
                <a:gd name="connsiteX698" fmla="*/ 693325 w 726376"/>
                <a:gd name="connsiteY698" fmla="*/ 22399 h 26416"/>
                <a:gd name="connsiteX699" fmla="*/ 691610 w 726376"/>
                <a:gd name="connsiteY699" fmla="*/ 18493 h 26416"/>
                <a:gd name="connsiteX700" fmla="*/ 691039 w 726376"/>
                <a:gd name="connsiteY700" fmla="*/ 13445 h 26416"/>
                <a:gd name="connsiteX701" fmla="*/ 691610 w 726376"/>
                <a:gd name="connsiteY701" fmla="*/ 8397 h 26416"/>
                <a:gd name="connsiteX702" fmla="*/ 693325 w 726376"/>
                <a:gd name="connsiteY702" fmla="*/ 4587 h 26416"/>
                <a:gd name="connsiteX703" fmla="*/ 696087 w 726376"/>
                <a:gd name="connsiteY703" fmla="*/ 2110 h 26416"/>
                <a:gd name="connsiteX704" fmla="*/ 699802 w 726376"/>
                <a:gd name="connsiteY704" fmla="*/ 1253 h 26416"/>
                <a:gd name="connsiteX705" fmla="*/ 703136 w 726376"/>
                <a:gd name="connsiteY705" fmla="*/ 1920 h 26416"/>
                <a:gd name="connsiteX706" fmla="*/ 705707 w 726376"/>
                <a:gd name="connsiteY706" fmla="*/ 3730 h 26416"/>
                <a:gd name="connsiteX707" fmla="*/ 707327 w 726376"/>
                <a:gd name="connsiteY707" fmla="*/ 6301 h 26416"/>
                <a:gd name="connsiteX708" fmla="*/ 707993 w 726376"/>
                <a:gd name="connsiteY708" fmla="*/ 9540 h 26416"/>
                <a:gd name="connsiteX709" fmla="*/ 722852 w 726376"/>
                <a:gd name="connsiteY709" fmla="*/ 777 h 26416"/>
                <a:gd name="connsiteX710" fmla="*/ 726377 w 726376"/>
                <a:gd name="connsiteY710" fmla="*/ 777 h 26416"/>
                <a:gd name="connsiteX711" fmla="*/ 719899 w 726376"/>
                <a:gd name="connsiteY711" fmla="*/ 14874 h 26416"/>
                <a:gd name="connsiteX712" fmla="*/ 719899 w 726376"/>
                <a:gd name="connsiteY712" fmla="*/ 24399 h 26416"/>
                <a:gd name="connsiteX713" fmla="*/ 716566 w 726376"/>
                <a:gd name="connsiteY713" fmla="*/ 24399 h 26416"/>
                <a:gd name="connsiteX714" fmla="*/ 716566 w 726376"/>
                <a:gd name="connsiteY714" fmla="*/ 14874 h 26416"/>
                <a:gd name="connsiteX715" fmla="*/ 709994 w 726376"/>
                <a:gd name="connsiteY715" fmla="*/ 777 h 26416"/>
                <a:gd name="connsiteX716" fmla="*/ 713518 w 726376"/>
                <a:gd name="connsiteY716" fmla="*/ 777 h 26416"/>
                <a:gd name="connsiteX717" fmla="*/ 718185 w 726376"/>
                <a:gd name="connsiteY717" fmla="*/ 11254 h 2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</a:cxnLst>
              <a:rect l="l" t="t" r="r" b="b"/>
              <a:pathLst>
                <a:path w="726376" h="26416">
                  <a:moveTo>
                    <a:pt x="0" y="25351"/>
                  </a:moveTo>
                  <a:lnTo>
                    <a:pt x="0" y="1634"/>
                  </a:lnTo>
                  <a:lnTo>
                    <a:pt x="3334" y="1634"/>
                  </a:lnTo>
                  <a:lnTo>
                    <a:pt x="3334" y="11159"/>
                  </a:lnTo>
                  <a:lnTo>
                    <a:pt x="12001" y="11159"/>
                  </a:lnTo>
                  <a:lnTo>
                    <a:pt x="12001" y="1634"/>
                  </a:lnTo>
                  <a:lnTo>
                    <a:pt x="15430" y="1634"/>
                  </a:lnTo>
                  <a:lnTo>
                    <a:pt x="15430" y="25351"/>
                  </a:lnTo>
                  <a:lnTo>
                    <a:pt x="12001" y="25351"/>
                  </a:lnTo>
                  <a:lnTo>
                    <a:pt x="12001" y="14493"/>
                  </a:lnTo>
                  <a:lnTo>
                    <a:pt x="3334" y="14493"/>
                  </a:lnTo>
                  <a:lnTo>
                    <a:pt x="3334" y="25351"/>
                  </a:lnTo>
                  <a:close/>
                  <a:moveTo>
                    <a:pt x="34100" y="1634"/>
                  </a:moveTo>
                  <a:lnTo>
                    <a:pt x="34100" y="18398"/>
                  </a:lnTo>
                  <a:cubicBezTo>
                    <a:pt x="34100" y="19398"/>
                    <a:pt x="33938" y="20398"/>
                    <a:pt x="33623" y="21351"/>
                  </a:cubicBezTo>
                  <a:cubicBezTo>
                    <a:pt x="33376" y="22208"/>
                    <a:pt x="32918" y="22999"/>
                    <a:pt x="32290" y="23637"/>
                  </a:cubicBezTo>
                  <a:cubicBezTo>
                    <a:pt x="31661" y="24323"/>
                    <a:pt x="30880" y="24847"/>
                    <a:pt x="30004" y="25161"/>
                  </a:cubicBezTo>
                  <a:cubicBezTo>
                    <a:pt x="28975" y="25570"/>
                    <a:pt x="27870" y="25761"/>
                    <a:pt x="26765" y="25732"/>
                  </a:cubicBezTo>
                  <a:cubicBezTo>
                    <a:pt x="25660" y="25751"/>
                    <a:pt x="24555" y="25561"/>
                    <a:pt x="23527" y="25161"/>
                  </a:cubicBezTo>
                  <a:cubicBezTo>
                    <a:pt x="22679" y="24799"/>
                    <a:pt x="21898" y="24284"/>
                    <a:pt x="21241" y="23637"/>
                  </a:cubicBezTo>
                  <a:cubicBezTo>
                    <a:pt x="20612" y="22999"/>
                    <a:pt x="20155" y="22208"/>
                    <a:pt x="19907" y="21351"/>
                  </a:cubicBezTo>
                  <a:cubicBezTo>
                    <a:pt x="19755" y="20370"/>
                    <a:pt x="19755" y="19379"/>
                    <a:pt x="19907" y="18398"/>
                  </a:cubicBezTo>
                  <a:lnTo>
                    <a:pt x="19907" y="1634"/>
                  </a:lnTo>
                  <a:lnTo>
                    <a:pt x="23241" y="1634"/>
                  </a:lnTo>
                  <a:lnTo>
                    <a:pt x="23241" y="18970"/>
                  </a:lnTo>
                  <a:cubicBezTo>
                    <a:pt x="23193" y="20027"/>
                    <a:pt x="23565" y="21056"/>
                    <a:pt x="24289" y="21827"/>
                  </a:cubicBezTo>
                  <a:cubicBezTo>
                    <a:pt x="26022" y="22960"/>
                    <a:pt x="28270" y="22960"/>
                    <a:pt x="30004" y="21827"/>
                  </a:cubicBezTo>
                  <a:cubicBezTo>
                    <a:pt x="30766" y="21084"/>
                    <a:pt x="31156" y="20027"/>
                    <a:pt x="31051" y="18970"/>
                  </a:cubicBezTo>
                  <a:lnTo>
                    <a:pt x="31051" y="1634"/>
                  </a:lnTo>
                  <a:close/>
                  <a:moveTo>
                    <a:pt x="41624" y="15350"/>
                  </a:moveTo>
                  <a:lnTo>
                    <a:pt x="46387" y="15350"/>
                  </a:lnTo>
                  <a:lnTo>
                    <a:pt x="44005" y="6873"/>
                  </a:lnTo>
                  <a:lnTo>
                    <a:pt x="44005" y="6873"/>
                  </a:lnTo>
                  <a:lnTo>
                    <a:pt x="41719" y="15350"/>
                  </a:lnTo>
                  <a:close/>
                  <a:moveTo>
                    <a:pt x="35814" y="24875"/>
                  </a:moveTo>
                  <a:lnTo>
                    <a:pt x="42386" y="1158"/>
                  </a:lnTo>
                  <a:lnTo>
                    <a:pt x="45529" y="1158"/>
                  </a:lnTo>
                  <a:lnTo>
                    <a:pt x="52388" y="24875"/>
                  </a:lnTo>
                  <a:lnTo>
                    <a:pt x="49244" y="24875"/>
                  </a:lnTo>
                  <a:lnTo>
                    <a:pt x="47149" y="17827"/>
                  </a:lnTo>
                  <a:lnTo>
                    <a:pt x="40862" y="17827"/>
                  </a:lnTo>
                  <a:lnTo>
                    <a:pt x="38957" y="24875"/>
                  </a:lnTo>
                  <a:close/>
                  <a:moveTo>
                    <a:pt x="62008" y="4111"/>
                  </a:moveTo>
                  <a:lnTo>
                    <a:pt x="53626" y="4111"/>
                  </a:lnTo>
                  <a:lnTo>
                    <a:pt x="53626" y="1158"/>
                  </a:lnTo>
                  <a:lnTo>
                    <a:pt x="66008" y="1158"/>
                  </a:lnTo>
                  <a:lnTo>
                    <a:pt x="66008" y="4206"/>
                  </a:lnTo>
                  <a:lnTo>
                    <a:pt x="56483" y="21827"/>
                  </a:lnTo>
                  <a:lnTo>
                    <a:pt x="66008" y="21827"/>
                  </a:lnTo>
                  <a:lnTo>
                    <a:pt x="66008" y="24875"/>
                  </a:lnTo>
                  <a:lnTo>
                    <a:pt x="52578" y="24875"/>
                  </a:lnTo>
                  <a:lnTo>
                    <a:pt x="52578" y="22113"/>
                  </a:lnTo>
                  <a:lnTo>
                    <a:pt x="62103" y="4111"/>
                  </a:lnTo>
                  <a:close/>
                  <a:moveTo>
                    <a:pt x="69151" y="24875"/>
                  </a:moveTo>
                  <a:lnTo>
                    <a:pt x="69151" y="1158"/>
                  </a:lnTo>
                  <a:lnTo>
                    <a:pt x="72485" y="1158"/>
                  </a:lnTo>
                  <a:lnTo>
                    <a:pt x="72485" y="10683"/>
                  </a:lnTo>
                  <a:lnTo>
                    <a:pt x="81153" y="10683"/>
                  </a:lnTo>
                  <a:lnTo>
                    <a:pt x="81153" y="1158"/>
                  </a:lnTo>
                  <a:lnTo>
                    <a:pt x="84201" y="1158"/>
                  </a:lnTo>
                  <a:lnTo>
                    <a:pt x="84201" y="24875"/>
                  </a:lnTo>
                  <a:lnTo>
                    <a:pt x="80772" y="24875"/>
                  </a:lnTo>
                  <a:lnTo>
                    <a:pt x="80772" y="14017"/>
                  </a:lnTo>
                  <a:lnTo>
                    <a:pt x="72104" y="14017"/>
                  </a:lnTo>
                  <a:lnTo>
                    <a:pt x="72104" y="24875"/>
                  </a:lnTo>
                  <a:close/>
                  <a:moveTo>
                    <a:pt x="96774" y="3539"/>
                  </a:moveTo>
                  <a:cubicBezTo>
                    <a:pt x="95917" y="3482"/>
                    <a:pt x="95059" y="3758"/>
                    <a:pt x="94393" y="4301"/>
                  </a:cubicBezTo>
                  <a:cubicBezTo>
                    <a:pt x="93631" y="4777"/>
                    <a:pt x="93031" y="5473"/>
                    <a:pt x="92678" y="6301"/>
                  </a:cubicBezTo>
                  <a:cubicBezTo>
                    <a:pt x="92154" y="7254"/>
                    <a:pt x="91802" y="8282"/>
                    <a:pt x="91630" y="9349"/>
                  </a:cubicBezTo>
                  <a:cubicBezTo>
                    <a:pt x="91535" y="10549"/>
                    <a:pt x="91535" y="11769"/>
                    <a:pt x="91630" y="12969"/>
                  </a:cubicBezTo>
                  <a:cubicBezTo>
                    <a:pt x="91526" y="14207"/>
                    <a:pt x="91526" y="15445"/>
                    <a:pt x="91630" y="16684"/>
                  </a:cubicBezTo>
                  <a:cubicBezTo>
                    <a:pt x="91802" y="17750"/>
                    <a:pt x="92154" y="18779"/>
                    <a:pt x="92678" y="19732"/>
                  </a:cubicBezTo>
                  <a:cubicBezTo>
                    <a:pt x="93031" y="20560"/>
                    <a:pt x="93631" y="21256"/>
                    <a:pt x="94393" y="21732"/>
                  </a:cubicBezTo>
                  <a:cubicBezTo>
                    <a:pt x="95079" y="22237"/>
                    <a:pt x="95917" y="22503"/>
                    <a:pt x="96774" y="22494"/>
                  </a:cubicBezTo>
                  <a:cubicBezTo>
                    <a:pt x="97660" y="22522"/>
                    <a:pt x="98536" y="22256"/>
                    <a:pt x="99250" y="21732"/>
                  </a:cubicBezTo>
                  <a:cubicBezTo>
                    <a:pt x="100013" y="21256"/>
                    <a:pt x="100613" y="20560"/>
                    <a:pt x="100965" y="19732"/>
                  </a:cubicBezTo>
                  <a:cubicBezTo>
                    <a:pt x="101441" y="18760"/>
                    <a:pt x="101794" y="17741"/>
                    <a:pt x="102013" y="16684"/>
                  </a:cubicBezTo>
                  <a:cubicBezTo>
                    <a:pt x="102117" y="15445"/>
                    <a:pt x="102117" y="14207"/>
                    <a:pt x="102013" y="12969"/>
                  </a:cubicBezTo>
                  <a:cubicBezTo>
                    <a:pt x="102108" y="11769"/>
                    <a:pt x="102108" y="10549"/>
                    <a:pt x="102013" y="9349"/>
                  </a:cubicBezTo>
                  <a:cubicBezTo>
                    <a:pt x="101794" y="8292"/>
                    <a:pt x="101441" y="7273"/>
                    <a:pt x="100965" y="6301"/>
                  </a:cubicBezTo>
                  <a:cubicBezTo>
                    <a:pt x="100613" y="5473"/>
                    <a:pt x="100013" y="4777"/>
                    <a:pt x="99250" y="4301"/>
                  </a:cubicBezTo>
                  <a:cubicBezTo>
                    <a:pt x="98555" y="3739"/>
                    <a:pt x="97669" y="3472"/>
                    <a:pt x="96774" y="3539"/>
                  </a:cubicBezTo>
                  <a:close/>
                  <a:moveTo>
                    <a:pt x="96774" y="777"/>
                  </a:moveTo>
                  <a:cubicBezTo>
                    <a:pt x="98098" y="758"/>
                    <a:pt x="99403" y="1053"/>
                    <a:pt x="100584" y="1634"/>
                  </a:cubicBezTo>
                  <a:cubicBezTo>
                    <a:pt x="101679" y="2244"/>
                    <a:pt x="102622" y="3091"/>
                    <a:pt x="103346" y="4111"/>
                  </a:cubicBezTo>
                  <a:cubicBezTo>
                    <a:pt x="104146" y="5263"/>
                    <a:pt x="104727" y="6558"/>
                    <a:pt x="105061" y="7921"/>
                  </a:cubicBezTo>
                  <a:cubicBezTo>
                    <a:pt x="105451" y="9578"/>
                    <a:pt x="105651" y="11273"/>
                    <a:pt x="105632" y="12969"/>
                  </a:cubicBezTo>
                  <a:cubicBezTo>
                    <a:pt x="105651" y="14664"/>
                    <a:pt x="105461" y="16369"/>
                    <a:pt x="105061" y="18017"/>
                  </a:cubicBezTo>
                  <a:cubicBezTo>
                    <a:pt x="104737" y="19417"/>
                    <a:pt x="104156" y="20741"/>
                    <a:pt x="103346" y="21922"/>
                  </a:cubicBezTo>
                  <a:cubicBezTo>
                    <a:pt x="102622" y="22941"/>
                    <a:pt x="101679" y="23789"/>
                    <a:pt x="100584" y="24399"/>
                  </a:cubicBezTo>
                  <a:cubicBezTo>
                    <a:pt x="99403" y="24980"/>
                    <a:pt x="98098" y="25275"/>
                    <a:pt x="96774" y="25256"/>
                  </a:cubicBezTo>
                  <a:cubicBezTo>
                    <a:pt x="95488" y="25266"/>
                    <a:pt x="94212" y="24970"/>
                    <a:pt x="93059" y="24399"/>
                  </a:cubicBezTo>
                  <a:cubicBezTo>
                    <a:pt x="91964" y="23789"/>
                    <a:pt x="91021" y="22941"/>
                    <a:pt x="90297" y="21922"/>
                  </a:cubicBezTo>
                  <a:cubicBezTo>
                    <a:pt x="89487" y="20741"/>
                    <a:pt x="88906" y="19417"/>
                    <a:pt x="88583" y="18017"/>
                  </a:cubicBezTo>
                  <a:cubicBezTo>
                    <a:pt x="88182" y="16369"/>
                    <a:pt x="87992" y="14664"/>
                    <a:pt x="88011" y="12969"/>
                  </a:cubicBezTo>
                  <a:cubicBezTo>
                    <a:pt x="87992" y="11273"/>
                    <a:pt x="88192" y="9578"/>
                    <a:pt x="88583" y="7921"/>
                  </a:cubicBezTo>
                  <a:cubicBezTo>
                    <a:pt x="88916" y="6558"/>
                    <a:pt x="89497" y="5263"/>
                    <a:pt x="90297" y="4111"/>
                  </a:cubicBezTo>
                  <a:cubicBezTo>
                    <a:pt x="91021" y="3091"/>
                    <a:pt x="91964" y="2244"/>
                    <a:pt x="93059" y="1634"/>
                  </a:cubicBezTo>
                  <a:cubicBezTo>
                    <a:pt x="94212" y="1063"/>
                    <a:pt x="95488" y="767"/>
                    <a:pt x="96774" y="777"/>
                  </a:cubicBezTo>
                  <a:close/>
                  <a:moveTo>
                    <a:pt x="109347" y="24875"/>
                  </a:moveTo>
                  <a:lnTo>
                    <a:pt x="109347" y="1158"/>
                  </a:lnTo>
                  <a:lnTo>
                    <a:pt x="112776" y="1158"/>
                  </a:lnTo>
                  <a:lnTo>
                    <a:pt x="121253" y="18017"/>
                  </a:lnTo>
                  <a:lnTo>
                    <a:pt x="121253" y="18017"/>
                  </a:lnTo>
                  <a:lnTo>
                    <a:pt x="121253" y="1158"/>
                  </a:lnTo>
                  <a:lnTo>
                    <a:pt x="124396" y="1158"/>
                  </a:lnTo>
                  <a:lnTo>
                    <a:pt x="124396" y="24875"/>
                  </a:lnTo>
                  <a:lnTo>
                    <a:pt x="121348" y="24875"/>
                  </a:lnTo>
                  <a:lnTo>
                    <a:pt x="112681" y="7349"/>
                  </a:lnTo>
                  <a:lnTo>
                    <a:pt x="112681" y="7349"/>
                  </a:lnTo>
                  <a:lnTo>
                    <a:pt x="112681" y="24875"/>
                  </a:lnTo>
                  <a:close/>
                  <a:moveTo>
                    <a:pt x="141637" y="9064"/>
                  </a:moveTo>
                  <a:cubicBezTo>
                    <a:pt x="141580" y="8425"/>
                    <a:pt x="141484" y="7787"/>
                    <a:pt x="141351" y="7159"/>
                  </a:cubicBezTo>
                  <a:cubicBezTo>
                    <a:pt x="141113" y="6549"/>
                    <a:pt x="140789" y="5968"/>
                    <a:pt x="140398" y="5444"/>
                  </a:cubicBezTo>
                  <a:cubicBezTo>
                    <a:pt x="140075" y="4920"/>
                    <a:pt x="139617" y="4492"/>
                    <a:pt x="139065" y="4206"/>
                  </a:cubicBezTo>
                  <a:cubicBezTo>
                    <a:pt x="138408" y="4053"/>
                    <a:pt x="137722" y="4053"/>
                    <a:pt x="137065" y="4206"/>
                  </a:cubicBezTo>
                  <a:cubicBezTo>
                    <a:pt x="136169" y="4149"/>
                    <a:pt x="135293" y="4415"/>
                    <a:pt x="134588" y="4968"/>
                  </a:cubicBezTo>
                  <a:cubicBezTo>
                    <a:pt x="133845" y="5473"/>
                    <a:pt x="133255" y="6158"/>
                    <a:pt x="132874" y="6968"/>
                  </a:cubicBezTo>
                  <a:cubicBezTo>
                    <a:pt x="132388" y="7921"/>
                    <a:pt x="132064" y="8949"/>
                    <a:pt x="131921" y="10016"/>
                  </a:cubicBezTo>
                  <a:cubicBezTo>
                    <a:pt x="131778" y="11216"/>
                    <a:pt x="131778" y="12435"/>
                    <a:pt x="131921" y="13636"/>
                  </a:cubicBezTo>
                  <a:cubicBezTo>
                    <a:pt x="131769" y="14874"/>
                    <a:pt x="131769" y="16112"/>
                    <a:pt x="131921" y="17350"/>
                  </a:cubicBezTo>
                  <a:cubicBezTo>
                    <a:pt x="132064" y="18417"/>
                    <a:pt x="132388" y="19446"/>
                    <a:pt x="132874" y="20398"/>
                  </a:cubicBezTo>
                  <a:cubicBezTo>
                    <a:pt x="133293" y="21179"/>
                    <a:pt x="133874" y="21865"/>
                    <a:pt x="134588" y="22399"/>
                  </a:cubicBezTo>
                  <a:cubicBezTo>
                    <a:pt x="135350" y="22894"/>
                    <a:pt x="136246" y="23161"/>
                    <a:pt x="137160" y="23161"/>
                  </a:cubicBezTo>
                  <a:cubicBezTo>
                    <a:pt x="137979" y="23332"/>
                    <a:pt x="138817" y="23332"/>
                    <a:pt x="139637" y="23161"/>
                  </a:cubicBezTo>
                  <a:cubicBezTo>
                    <a:pt x="140256" y="22818"/>
                    <a:pt x="140779" y="22322"/>
                    <a:pt x="141160" y="21732"/>
                  </a:cubicBezTo>
                  <a:cubicBezTo>
                    <a:pt x="141580" y="21075"/>
                    <a:pt x="141846" y="20322"/>
                    <a:pt x="141922" y="19541"/>
                  </a:cubicBezTo>
                  <a:cubicBezTo>
                    <a:pt x="142027" y="18655"/>
                    <a:pt x="142027" y="17760"/>
                    <a:pt x="141922" y="16874"/>
                  </a:cubicBezTo>
                  <a:lnTo>
                    <a:pt x="135255" y="16874"/>
                  </a:lnTo>
                  <a:lnTo>
                    <a:pt x="135255" y="13826"/>
                  </a:lnTo>
                  <a:lnTo>
                    <a:pt x="144780" y="13826"/>
                  </a:lnTo>
                  <a:lnTo>
                    <a:pt x="144780" y="16779"/>
                  </a:lnTo>
                  <a:cubicBezTo>
                    <a:pt x="144923" y="19284"/>
                    <a:pt x="144218" y="21770"/>
                    <a:pt x="142780" y="23827"/>
                  </a:cubicBezTo>
                  <a:cubicBezTo>
                    <a:pt x="141199" y="25608"/>
                    <a:pt x="138875" y="26561"/>
                    <a:pt x="136493" y="26399"/>
                  </a:cubicBezTo>
                  <a:cubicBezTo>
                    <a:pt x="135169" y="26418"/>
                    <a:pt x="133864" y="26123"/>
                    <a:pt x="132683" y="25542"/>
                  </a:cubicBezTo>
                  <a:cubicBezTo>
                    <a:pt x="131569" y="24961"/>
                    <a:pt x="130626" y="24104"/>
                    <a:pt x="129921" y="23065"/>
                  </a:cubicBezTo>
                  <a:cubicBezTo>
                    <a:pt x="129111" y="21865"/>
                    <a:pt x="128502" y="20551"/>
                    <a:pt x="128111" y="19160"/>
                  </a:cubicBezTo>
                  <a:cubicBezTo>
                    <a:pt x="127711" y="17512"/>
                    <a:pt x="127521" y="15807"/>
                    <a:pt x="127540" y="14112"/>
                  </a:cubicBezTo>
                  <a:cubicBezTo>
                    <a:pt x="127521" y="12416"/>
                    <a:pt x="127721" y="10721"/>
                    <a:pt x="128111" y="9064"/>
                  </a:cubicBezTo>
                  <a:cubicBezTo>
                    <a:pt x="128530" y="7730"/>
                    <a:pt x="129102" y="6454"/>
                    <a:pt x="129826" y="5254"/>
                  </a:cubicBezTo>
                  <a:cubicBezTo>
                    <a:pt x="130550" y="4234"/>
                    <a:pt x="131493" y="3387"/>
                    <a:pt x="132588" y="2777"/>
                  </a:cubicBezTo>
                  <a:cubicBezTo>
                    <a:pt x="133769" y="2196"/>
                    <a:pt x="135074" y="1901"/>
                    <a:pt x="136398" y="1920"/>
                  </a:cubicBezTo>
                  <a:cubicBezTo>
                    <a:pt x="137512" y="1882"/>
                    <a:pt x="138627" y="2110"/>
                    <a:pt x="139637" y="2587"/>
                  </a:cubicBezTo>
                  <a:cubicBezTo>
                    <a:pt x="140637" y="2958"/>
                    <a:pt x="141522" y="3587"/>
                    <a:pt x="142208" y="4396"/>
                  </a:cubicBezTo>
                  <a:cubicBezTo>
                    <a:pt x="142913" y="5158"/>
                    <a:pt x="143494" y="6025"/>
                    <a:pt x="143923" y="6968"/>
                  </a:cubicBezTo>
                  <a:cubicBezTo>
                    <a:pt x="144294" y="8016"/>
                    <a:pt x="144513" y="9102"/>
                    <a:pt x="144589" y="10207"/>
                  </a:cubicBezTo>
                  <a:close/>
                  <a:moveTo>
                    <a:pt x="172307" y="1158"/>
                  </a:moveTo>
                  <a:lnTo>
                    <a:pt x="172307" y="17922"/>
                  </a:lnTo>
                  <a:cubicBezTo>
                    <a:pt x="172460" y="18903"/>
                    <a:pt x="172460" y="19893"/>
                    <a:pt x="172307" y="20875"/>
                  </a:cubicBezTo>
                  <a:cubicBezTo>
                    <a:pt x="172060" y="21732"/>
                    <a:pt x="171602" y="22522"/>
                    <a:pt x="170974" y="23161"/>
                  </a:cubicBezTo>
                  <a:cubicBezTo>
                    <a:pt x="170345" y="23846"/>
                    <a:pt x="169564" y="24370"/>
                    <a:pt x="168688" y="24685"/>
                  </a:cubicBezTo>
                  <a:cubicBezTo>
                    <a:pt x="167659" y="25094"/>
                    <a:pt x="166554" y="25285"/>
                    <a:pt x="165449" y="25256"/>
                  </a:cubicBezTo>
                  <a:cubicBezTo>
                    <a:pt x="164344" y="25275"/>
                    <a:pt x="163239" y="25085"/>
                    <a:pt x="162211" y="24685"/>
                  </a:cubicBezTo>
                  <a:cubicBezTo>
                    <a:pt x="161334" y="24370"/>
                    <a:pt x="160553" y="23846"/>
                    <a:pt x="159925" y="23161"/>
                  </a:cubicBezTo>
                  <a:cubicBezTo>
                    <a:pt x="159296" y="22522"/>
                    <a:pt x="158839" y="21732"/>
                    <a:pt x="158591" y="20875"/>
                  </a:cubicBezTo>
                  <a:cubicBezTo>
                    <a:pt x="158439" y="19893"/>
                    <a:pt x="158439" y="18903"/>
                    <a:pt x="158591" y="17922"/>
                  </a:cubicBezTo>
                  <a:lnTo>
                    <a:pt x="158591" y="1158"/>
                  </a:lnTo>
                  <a:lnTo>
                    <a:pt x="161925" y="1158"/>
                  </a:lnTo>
                  <a:lnTo>
                    <a:pt x="161925" y="18493"/>
                  </a:lnTo>
                  <a:cubicBezTo>
                    <a:pt x="161877" y="19551"/>
                    <a:pt x="162249" y="20579"/>
                    <a:pt x="162973" y="21351"/>
                  </a:cubicBezTo>
                  <a:cubicBezTo>
                    <a:pt x="164706" y="22503"/>
                    <a:pt x="166954" y="22503"/>
                    <a:pt x="168688" y="21351"/>
                  </a:cubicBezTo>
                  <a:cubicBezTo>
                    <a:pt x="169450" y="20608"/>
                    <a:pt x="169840" y="19551"/>
                    <a:pt x="169735" y="18493"/>
                  </a:cubicBezTo>
                  <a:lnTo>
                    <a:pt x="169735" y="1158"/>
                  </a:lnTo>
                  <a:close/>
                  <a:moveTo>
                    <a:pt x="176689" y="24875"/>
                  </a:moveTo>
                  <a:lnTo>
                    <a:pt x="176689" y="1158"/>
                  </a:lnTo>
                  <a:lnTo>
                    <a:pt x="180022" y="1158"/>
                  </a:lnTo>
                  <a:lnTo>
                    <a:pt x="188500" y="18017"/>
                  </a:lnTo>
                  <a:lnTo>
                    <a:pt x="188500" y="18017"/>
                  </a:lnTo>
                  <a:lnTo>
                    <a:pt x="188500" y="1158"/>
                  </a:lnTo>
                  <a:lnTo>
                    <a:pt x="191643" y="1158"/>
                  </a:lnTo>
                  <a:lnTo>
                    <a:pt x="191643" y="24875"/>
                  </a:lnTo>
                  <a:lnTo>
                    <a:pt x="188976" y="24875"/>
                  </a:lnTo>
                  <a:lnTo>
                    <a:pt x="180308" y="7349"/>
                  </a:lnTo>
                  <a:lnTo>
                    <a:pt x="180308" y="7349"/>
                  </a:lnTo>
                  <a:lnTo>
                    <a:pt x="180308" y="24875"/>
                  </a:lnTo>
                  <a:close/>
                  <a:moveTo>
                    <a:pt x="195739" y="24875"/>
                  </a:moveTo>
                  <a:lnTo>
                    <a:pt x="195739" y="1158"/>
                  </a:lnTo>
                  <a:lnTo>
                    <a:pt x="199168" y="1158"/>
                  </a:lnTo>
                  <a:lnTo>
                    <a:pt x="199168" y="24875"/>
                  </a:lnTo>
                  <a:close/>
                  <a:moveTo>
                    <a:pt x="214313" y="1158"/>
                  </a:moveTo>
                  <a:lnTo>
                    <a:pt x="217551" y="1158"/>
                  </a:lnTo>
                  <a:lnTo>
                    <a:pt x="210884" y="24875"/>
                  </a:lnTo>
                  <a:lnTo>
                    <a:pt x="208026" y="24875"/>
                  </a:lnTo>
                  <a:lnTo>
                    <a:pt x="201359" y="1158"/>
                  </a:lnTo>
                  <a:lnTo>
                    <a:pt x="204502" y="1158"/>
                  </a:lnTo>
                  <a:lnTo>
                    <a:pt x="209550" y="20208"/>
                  </a:lnTo>
                  <a:lnTo>
                    <a:pt x="209550" y="20208"/>
                  </a:lnTo>
                  <a:lnTo>
                    <a:pt x="214598" y="1158"/>
                  </a:lnTo>
                  <a:close/>
                  <a:moveTo>
                    <a:pt x="219742" y="24875"/>
                  </a:moveTo>
                  <a:lnTo>
                    <a:pt x="219742" y="1158"/>
                  </a:lnTo>
                  <a:lnTo>
                    <a:pt x="231648" y="1158"/>
                  </a:lnTo>
                  <a:lnTo>
                    <a:pt x="231648" y="4111"/>
                  </a:lnTo>
                  <a:lnTo>
                    <a:pt x="223075" y="4111"/>
                  </a:lnTo>
                  <a:lnTo>
                    <a:pt x="223075" y="10969"/>
                  </a:lnTo>
                  <a:lnTo>
                    <a:pt x="231648" y="10969"/>
                  </a:lnTo>
                  <a:lnTo>
                    <a:pt x="231648" y="14017"/>
                  </a:lnTo>
                  <a:lnTo>
                    <a:pt x="223075" y="14017"/>
                  </a:lnTo>
                  <a:lnTo>
                    <a:pt x="223075" y="21827"/>
                  </a:lnTo>
                  <a:lnTo>
                    <a:pt x="231648" y="21827"/>
                  </a:lnTo>
                  <a:lnTo>
                    <a:pt x="231648" y="24875"/>
                  </a:lnTo>
                  <a:close/>
                  <a:moveTo>
                    <a:pt x="236125" y="24875"/>
                  </a:moveTo>
                  <a:lnTo>
                    <a:pt x="236125" y="1158"/>
                  </a:lnTo>
                  <a:lnTo>
                    <a:pt x="242792" y="1158"/>
                  </a:lnTo>
                  <a:cubicBezTo>
                    <a:pt x="243735" y="1015"/>
                    <a:pt x="244707" y="1015"/>
                    <a:pt x="245650" y="1158"/>
                  </a:cubicBezTo>
                  <a:cubicBezTo>
                    <a:pt x="246545" y="1472"/>
                    <a:pt x="247374" y="1920"/>
                    <a:pt x="248126" y="2491"/>
                  </a:cubicBezTo>
                  <a:cubicBezTo>
                    <a:pt x="248822" y="3120"/>
                    <a:pt x="249403" y="3853"/>
                    <a:pt x="249841" y="4682"/>
                  </a:cubicBezTo>
                  <a:cubicBezTo>
                    <a:pt x="250317" y="5625"/>
                    <a:pt x="250546" y="6673"/>
                    <a:pt x="250508" y="7730"/>
                  </a:cubicBezTo>
                  <a:cubicBezTo>
                    <a:pt x="250603" y="8616"/>
                    <a:pt x="250603" y="9511"/>
                    <a:pt x="250508" y="10397"/>
                  </a:cubicBezTo>
                  <a:cubicBezTo>
                    <a:pt x="250288" y="11169"/>
                    <a:pt x="249965" y="11902"/>
                    <a:pt x="249555" y="12588"/>
                  </a:cubicBezTo>
                  <a:cubicBezTo>
                    <a:pt x="249079" y="13188"/>
                    <a:pt x="248498" y="13712"/>
                    <a:pt x="247840" y="14112"/>
                  </a:cubicBezTo>
                  <a:cubicBezTo>
                    <a:pt x="247079" y="14531"/>
                    <a:pt x="246231" y="14798"/>
                    <a:pt x="245364" y="14874"/>
                  </a:cubicBezTo>
                  <a:lnTo>
                    <a:pt x="252127" y="24399"/>
                  </a:lnTo>
                  <a:lnTo>
                    <a:pt x="248126" y="24399"/>
                  </a:lnTo>
                  <a:lnTo>
                    <a:pt x="240030" y="12302"/>
                  </a:lnTo>
                  <a:lnTo>
                    <a:pt x="242602" y="12302"/>
                  </a:lnTo>
                  <a:cubicBezTo>
                    <a:pt x="243230" y="12397"/>
                    <a:pt x="243878" y="12397"/>
                    <a:pt x="244507" y="12302"/>
                  </a:cubicBezTo>
                  <a:cubicBezTo>
                    <a:pt x="245059" y="12150"/>
                    <a:pt x="245574" y="11883"/>
                    <a:pt x="246031" y="11540"/>
                  </a:cubicBezTo>
                  <a:cubicBezTo>
                    <a:pt x="246478" y="11216"/>
                    <a:pt x="246840" y="10797"/>
                    <a:pt x="247079" y="10302"/>
                  </a:cubicBezTo>
                  <a:cubicBezTo>
                    <a:pt x="247231" y="9711"/>
                    <a:pt x="247231" y="9083"/>
                    <a:pt x="247079" y="8492"/>
                  </a:cubicBezTo>
                  <a:cubicBezTo>
                    <a:pt x="247164" y="7254"/>
                    <a:pt x="246716" y="6035"/>
                    <a:pt x="245840" y="5158"/>
                  </a:cubicBezTo>
                  <a:cubicBezTo>
                    <a:pt x="244888" y="4330"/>
                    <a:pt x="243669" y="3891"/>
                    <a:pt x="242411" y="3920"/>
                  </a:cubicBezTo>
                  <a:lnTo>
                    <a:pt x="239363" y="3920"/>
                  </a:lnTo>
                  <a:lnTo>
                    <a:pt x="239363" y="24685"/>
                  </a:lnTo>
                  <a:close/>
                  <a:moveTo>
                    <a:pt x="256222" y="17541"/>
                  </a:moveTo>
                  <a:cubicBezTo>
                    <a:pt x="256127" y="18169"/>
                    <a:pt x="256127" y="18817"/>
                    <a:pt x="256222" y="19446"/>
                  </a:cubicBezTo>
                  <a:cubicBezTo>
                    <a:pt x="256289" y="20036"/>
                    <a:pt x="256518" y="20598"/>
                    <a:pt x="256889" y="21065"/>
                  </a:cubicBezTo>
                  <a:cubicBezTo>
                    <a:pt x="257213" y="21513"/>
                    <a:pt x="257632" y="21865"/>
                    <a:pt x="258127" y="22113"/>
                  </a:cubicBezTo>
                  <a:cubicBezTo>
                    <a:pt x="258756" y="22275"/>
                    <a:pt x="259404" y="22275"/>
                    <a:pt x="260033" y="22113"/>
                  </a:cubicBezTo>
                  <a:cubicBezTo>
                    <a:pt x="261147" y="22180"/>
                    <a:pt x="262242" y="21808"/>
                    <a:pt x="263080" y="21065"/>
                  </a:cubicBezTo>
                  <a:cubicBezTo>
                    <a:pt x="263785" y="20246"/>
                    <a:pt x="264166" y="19198"/>
                    <a:pt x="264128" y="18112"/>
                  </a:cubicBezTo>
                  <a:cubicBezTo>
                    <a:pt x="264290" y="17522"/>
                    <a:pt x="264290" y="16893"/>
                    <a:pt x="264128" y="16303"/>
                  </a:cubicBezTo>
                  <a:cubicBezTo>
                    <a:pt x="263814" y="15798"/>
                    <a:pt x="263395" y="15379"/>
                    <a:pt x="262890" y="15064"/>
                  </a:cubicBezTo>
                  <a:cubicBezTo>
                    <a:pt x="262337" y="14683"/>
                    <a:pt x="261728" y="14398"/>
                    <a:pt x="261080" y="14207"/>
                  </a:cubicBezTo>
                  <a:lnTo>
                    <a:pt x="259080" y="13445"/>
                  </a:lnTo>
                  <a:lnTo>
                    <a:pt x="256984" y="12588"/>
                  </a:lnTo>
                  <a:cubicBezTo>
                    <a:pt x="256356" y="12264"/>
                    <a:pt x="255775" y="11845"/>
                    <a:pt x="255270" y="11350"/>
                  </a:cubicBezTo>
                  <a:cubicBezTo>
                    <a:pt x="254727" y="10845"/>
                    <a:pt x="254308" y="10226"/>
                    <a:pt x="254032" y="9540"/>
                  </a:cubicBezTo>
                  <a:cubicBezTo>
                    <a:pt x="253708" y="8692"/>
                    <a:pt x="253546" y="7787"/>
                    <a:pt x="253555" y="6873"/>
                  </a:cubicBezTo>
                  <a:cubicBezTo>
                    <a:pt x="253565" y="5968"/>
                    <a:pt x="253727" y="5063"/>
                    <a:pt x="254032" y="4206"/>
                  </a:cubicBezTo>
                  <a:cubicBezTo>
                    <a:pt x="254394" y="3463"/>
                    <a:pt x="254880" y="2787"/>
                    <a:pt x="255460" y="2206"/>
                  </a:cubicBezTo>
                  <a:cubicBezTo>
                    <a:pt x="256099" y="1615"/>
                    <a:pt x="256842" y="1167"/>
                    <a:pt x="257651" y="872"/>
                  </a:cubicBezTo>
                  <a:cubicBezTo>
                    <a:pt x="258499" y="520"/>
                    <a:pt x="259404" y="358"/>
                    <a:pt x="260318" y="396"/>
                  </a:cubicBezTo>
                  <a:cubicBezTo>
                    <a:pt x="262204" y="272"/>
                    <a:pt x="264062" y="929"/>
                    <a:pt x="265462" y="2206"/>
                  </a:cubicBezTo>
                  <a:cubicBezTo>
                    <a:pt x="266776" y="3558"/>
                    <a:pt x="267500" y="5368"/>
                    <a:pt x="267462" y="7254"/>
                  </a:cubicBezTo>
                  <a:lnTo>
                    <a:pt x="264128" y="7254"/>
                  </a:lnTo>
                  <a:cubicBezTo>
                    <a:pt x="264223" y="6720"/>
                    <a:pt x="264223" y="6168"/>
                    <a:pt x="264128" y="5635"/>
                  </a:cubicBezTo>
                  <a:cubicBezTo>
                    <a:pt x="264004" y="5177"/>
                    <a:pt x="263776" y="4749"/>
                    <a:pt x="263462" y="4396"/>
                  </a:cubicBezTo>
                  <a:cubicBezTo>
                    <a:pt x="263204" y="3958"/>
                    <a:pt x="262795" y="3615"/>
                    <a:pt x="262318" y="3444"/>
                  </a:cubicBezTo>
                  <a:cubicBezTo>
                    <a:pt x="261785" y="3339"/>
                    <a:pt x="261233" y="3339"/>
                    <a:pt x="260699" y="3444"/>
                  </a:cubicBezTo>
                  <a:cubicBezTo>
                    <a:pt x="259747" y="3387"/>
                    <a:pt x="258813" y="3739"/>
                    <a:pt x="258127" y="4396"/>
                  </a:cubicBezTo>
                  <a:cubicBezTo>
                    <a:pt x="257508" y="5111"/>
                    <a:pt x="257175" y="6025"/>
                    <a:pt x="257175" y="6968"/>
                  </a:cubicBezTo>
                  <a:cubicBezTo>
                    <a:pt x="257137" y="7787"/>
                    <a:pt x="257442" y="8587"/>
                    <a:pt x="258032" y="9159"/>
                  </a:cubicBezTo>
                  <a:cubicBezTo>
                    <a:pt x="258632" y="9664"/>
                    <a:pt x="259309" y="10083"/>
                    <a:pt x="260033" y="10397"/>
                  </a:cubicBezTo>
                  <a:lnTo>
                    <a:pt x="262700" y="11350"/>
                  </a:lnTo>
                  <a:cubicBezTo>
                    <a:pt x="263623" y="11635"/>
                    <a:pt x="264519" y="12016"/>
                    <a:pt x="265367" y="12493"/>
                  </a:cubicBezTo>
                  <a:cubicBezTo>
                    <a:pt x="266148" y="13074"/>
                    <a:pt x="266824" y="13778"/>
                    <a:pt x="267367" y="14588"/>
                  </a:cubicBezTo>
                  <a:cubicBezTo>
                    <a:pt x="267995" y="15683"/>
                    <a:pt x="268291" y="16941"/>
                    <a:pt x="268224" y="18208"/>
                  </a:cubicBezTo>
                  <a:cubicBezTo>
                    <a:pt x="268233" y="19255"/>
                    <a:pt x="268043" y="20284"/>
                    <a:pt x="267652" y="21256"/>
                  </a:cubicBezTo>
                  <a:cubicBezTo>
                    <a:pt x="267281" y="22065"/>
                    <a:pt x="266729" y="22780"/>
                    <a:pt x="266033" y="23351"/>
                  </a:cubicBezTo>
                  <a:cubicBezTo>
                    <a:pt x="265395" y="23970"/>
                    <a:pt x="264605" y="24427"/>
                    <a:pt x="263747" y="24685"/>
                  </a:cubicBezTo>
                  <a:cubicBezTo>
                    <a:pt x="262833" y="24827"/>
                    <a:pt x="261899" y="24827"/>
                    <a:pt x="260985" y="24685"/>
                  </a:cubicBezTo>
                  <a:cubicBezTo>
                    <a:pt x="259813" y="24704"/>
                    <a:pt x="258651" y="24513"/>
                    <a:pt x="257556" y="24113"/>
                  </a:cubicBezTo>
                  <a:cubicBezTo>
                    <a:pt x="256680" y="23799"/>
                    <a:pt x="255899" y="23275"/>
                    <a:pt x="255270" y="22589"/>
                  </a:cubicBezTo>
                  <a:cubicBezTo>
                    <a:pt x="254594" y="21894"/>
                    <a:pt x="254108" y="21046"/>
                    <a:pt x="253841" y="20113"/>
                  </a:cubicBezTo>
                  <a:cubicBezTo>
                    <a:pt x="253689" y="19074"/>
                    <a:pt x="253689" y="18008"/>
                    <a:pt x="253841" y="16969"/>
                  </a:cubicBezTo>
                  <a:close/>
                  <a:moveTo>
                    <a:pt x="270415" y="24875"/>
                  </a:moveTo>
                  <a:lnTo>
                    <a:pt x="270415" y="1158"/>
                  </a:lnTo>
                  <a:lnTo>
                    <a:pt x="273748" y="1158"/>
                  </a:lnTo>
                  <a:lnTo>
                    <a:pt x="273748" y="24875"/>
                  </a:lnTo>
                  <a:close/>
                  <a:moveTo>
                    <a:pt x="289465" y="1158"/>
                  </a:moveTo>
                  <a:lnTo>
                    <a:pt x="289465" y="4111"/>
                  </a:lnTo>
                  <a:lnTo>
                    <a:pt x="284321" y="4111"/>
                  </a:lnTo>
                  <a:lnTo>
                    <a:pt x="284321" y="24875"/>
                  </a:lnTo>
                  <a:lnTo>
                    <a:pt x="280988" y="24875"/>
                  </a:lnTo>
                  <a:lnTo>
                    <a:pt x="280988" y="4111"/>
                  </a:lnTo>
                  <a:lnTo>
                    <a:pt x="275939" y="4111"/>
                  </a:lnTo>
                  <a:lnTo>
                    <a:pt x="275939" y="1158"/>
                  </a:lnTo>
                  <a:close/>
                  <a:moveTo>
                    <a:pt x="302800" y="1158"/>
                  </a:moveTo>
                  <a:lnTo>
                    <a:pt x="306324" y="1158"/>
                  </a:lnTo>
                  <a:lnTo>
                    <a:pt x="299847" y="15255"/>
                  </a:lnTo>
                  <a:lnTo>
                    <a:pt x="299847" y="24780"/>
                  </a:lnTo>
                  <a:lnTo>
                    <a:pt x="296513" y="24780"/>
                  </a:lnTo>
                  <a:lnTo>
                    <a:pt x="296513" y="15255"/>
                  </a:lnTo>
                  <a:lnTo>
                    <a:pt x="289941" y="1158"/>
                  </a:lnTo>
                  <a:lnTo>
                    <a:pt x="293751" y="1158"/>
                  </a:lnTo>
                  <a:lnTo>
                    <a:pt x="298418" y="11635"/>
                  </a:lnTo>
                  <a:lnTo>
                    <a:pt x="303086" y="1158"/>
                  </a:lnTo>
                  <a:close/>
                  <a:moveTo>
                    <a:pt x="325469" y="3539"/>
                  </a:moveTo>
                  <a:cubicBezTo>
                    <a:pt x="324574" y="3482"/>
                    <a:pt x="323698" y="3749"/>
                    <a:pt x="322993" y="4301"/>
                  </a:cubicBezTo>
                  <a:cubicBezTo>
                    <a:pt x="322278" y="4834"/>
                    <a:pt x="321697" y="5520"/>
                    <a:pt x="321278" y="6301"/>
                  </a:cubicBezTo>
                  <a:cubicBezTo>
                    <a:pt x="320792" y="7254"/>
                    <a:pt x="320469" y="8282"/>
                    <a:pt x="320326" y="9349"/>
                  </a:cubicBezTo>
                  <a:cubicBezTo>
                    <a:pt x="320183" y="10549"/>
                    <a:pt x="320183" y="11769"/>
                    <a:pt x="320326" y="12969"/>
                  </a:cubicBezTo>
                  <a:cubicBezTo>
                    <a:pt x="320173" y="14207"/>
                    <a:pt x="320173" y="15445"/>
                    <a:pt x="320326" y="16684"/>
                  </a:cubicBezTo>
                  <a:cubicBezTo>
                    <a:pt x="320469" y="17750"/>
                    <a:pt x="320792" y="18779"/>
                    <a:pt x="321278" y="19732"/>
                  </a:cubicBezTo>
                  <a:cubicBezTo>
                    <a:pt x="321697" y="20513"/>
                    <a:pt x="322278" y="21198"/>
                    <a:pt x="322993" y="21732"/>
                  </a:cubicBezTo>
                  <a:cubicBezTo>
                    <a:pt x="323717" y="22237"/>
                    <a:pt x="324583" y="22503"/>
                    <a:pt x="325469" y="22494"/>
                  </a:cubicBezTo>
                  <a:cubicBezTo>
                    <a:pt x="326355" y="22494"/>
                    <a:pt x="327212" y="22227"/>
                    <a:pt x="327946" y="21732"/>
                  </a:cubicBezTo>
                  <a:cubicBezTo>
                    <a:pt x="328660" y="21198"/>
                    <a:pt x="329241" y="20513"/>
                    <a:pt x="329660" y="19732"/>
                  </a:cubicBezTo>
                  <a:cubicBezTo>
                    <a:pt x="330108" y="18760"/>
                    <a:pt x="330422" y="17731"/>
                    <a:pt x="330613" y="16684"/>
                  </a:cubicBezTo>
                  <a:cubicBezTo>
                    <a:pt x="330718" y="15445"/>
                    <a:pt x="330718" y="14207"/>
                    <a:pt x="330613" y="12969"/>
                  </a:cubicBezTo>
                  <a:cubicBezTo>
                    <a:pt x="330708" y="11769"/>
                    <a:pt x="330708" y="10549"/>
                    <a:pt x="330613" y="9349"/>
                  </a:cubicBezTo>
                  <a:cubicBezTo>
                    <a:pt x="330422" y="8302"/>
                    <a:pt x="330108" y="7273"/>
                    <a:pt x="329660" y="6301"/>
                  </a:cubicBezTo>
                  <a:cubicBezTo>
                    <a:pt x="329241" y="5520"/>
                    <a:pt x="328660" y="4834"/>
                    <a:pt x="327946" y="4301"/>
                  </a:cubicBezTo>
                  <a:cubicBezTo>
                    <a:pt x="327231" y="3768"/>
                    <a:pt x="326355" y="3491"/>
                    <a:pt x="325469" y="3539"/>
                  </a:cubicBezTo>
                  <a:close/>
                  <a:moveTo>
                    <a:pt x="325469" y="777"/>
                  </a:moveTo>
                  <a:cubicBezTo>
                    <a:pt x="326755" y="767"/>
                    <a:pt x="328031" y="1063"/>
                    <a:pt x="329184" y="1634"/>
                  </a:cubicBezTo>
                  <a:cubicBezTo>
                    <a:pt x="330279" y="2244"/>
                    <a:pt x="331222" y="3091"/>
                    <a:pt x="331946" y="4111"/>
                  </a:cubicBezTo>
                  <a:cubicBezTo>
                    <a:pt x="332746" y="5263"/>
                    <a:pt x="333327" y="6558"/>
                    <a:pt x="333661" y="7921"/>
                  </a:cubicBezTo>
                  <a:cubicBezTo>
                    <a:pt x="334051" y="9578"/>
                    <a:pt x="334251" y="11273"/>
                    <a:pt x="334232" y="12969"/>
                  </a:cubicBezTo>
                  <a:cubicBezTo>
                    <a:pt x="334251" y="14664"/>
                    <a:pt x="334061" y="16369"/>
                    <a:pt x="333661" y="18017"/>
                  </a:cubicBezTo>
                  <a:cubicBezTo>
                    <a:pt x="333337" y="19417"/>
                    <a:pt x="332756" y="20741"/>
                    <a:pt x="331946" y="21922"/>
                  </a:cubicBezTo>
                  <a:cubicBezTo>
                    <a:pt x="331222" y="22941"/>
                    <a:pt x="330279" y="23789"/>
                    <a:pt x="329184" y="24399"/>
                  </a:cubicBezTo>
                  <a:cubicBezTo>
                    <a:pt x="328031" y="24970"/>
                    <a:pt x="326755" y="25266"/>
                    <a:pt x="325469" y="25256"/>
                  </a:cubicBezTo>
                  <a:cubicBezTo>
                    <a:pt x="324174" y="25294"/>
                    <a:pt x="322897" y="24999"/>
                    <a:pt x="321755" y="24399"/>
                  </a:cubicBezTo>
                  <a:cubicBezTo>
                    <a:pt x="320612" y="23818"/>
                    <a:pt x="319631" y="22970"/>
                    <a:pt x="318897" y="21922"/>
                  </a:cubicBezTo>
                  <a:cubicBezTo>
                    <a:pt x="318163" y="20703"/>
                    <a:pt x="317583" y="19389"/>
                    <a:pt x="317182" y="18017"/>
                  </a:cubicBezTo>
                  <a:cubicBezTo>
                    <a:pt x="316782" y="16369"/>
                    <a:pt x="316592" y="14664"/>
                    <a:pt x="316611" y="12969"/>
                  </a:cubicBezTo>
                  <a:cubicBezTo>
                    <a:pt x="316592" y="11273"/>
                    <a:pt x="316792" y="9578"/>
                    <a:pt x="317182" y="7921"/>
                  </a:cubicBezTo>
                  <a:cubicBezTo>
                    <a:pt x="317602" y="6587"/>
                    <a:pt x="318173" y="5311"/>
                    <a:pt x="318897" y="4111"/>
                  </a:cubicBezTo>
                  <a:cubicBezTo>
                    <a:pt x="319631" y="3063"/>
                    <a:pt x="320612" y="2215"/>
                    <a:pt x="321755" y="1634"/>
                  </a:cubicBezTo>
                  <a:cubicBezTo>
                    <a:pt x="322897" y="1034"/>
                    <a:pt x="324174" y="739"/>
                    <a:pt x="325469" y="777"/>
                  </a:cubicBezTo>
                  <a:close/>
                  <a:moveTo>
                    <a:pt x="348996" y="777"/>
                  </a:moveTo>
                  <a:lnTo>
                    <a:pt x="348996" y="3730"/>
                  </a:lnTo>
                  <a:lnTo>
                    <a:pt x="341376" y="3730"/>
                  </a:lnTo>
                  <a:lnTo>
                    <a:pt x="341376" y="10588"/>
                  </a:lnTo>
                  <a:lnTo>
                    <a:pt x="349282" y="10588"/>
                  </a:lnTo>
                  <a:lnTo>
                    <a:pt x="349282" y="13636"/>
                  </a:lnTo>
                  <a:lnTo>
                    <a:pt x="341376" y="13636"/>
                  </a:lnTo>
                  <a:lnTo>
                    <a:pt x="341376" y="24494"/>
                  </a:lnTo>
                  <a:lnTo>
                    <a:pt x="338042" y="24494"/>
                  </a:lnTo>
                  <a:lnTo>
                    <a:pt x="338042" y="777"/>
                  </a:lnTo>
                  <a:close/>
                  <a:moveTo>
                    <a:pt x="363283" y="17160"/>
                  </a:moveTo>
                  <a:cubicBezTo>
                    <a:pt x="363188" y="17788"/>
                    <a:pt x="363188" y="18436"/>
                    <a:pt x="363283" y="19065"/>
                  </a:cubicBezTo>
                  <a:cubicBezTo>
                    <a:pt x="363350" y="19655"/>
                    <a:pt x="363579" y="20217"/>
                    <a:pt x="363950" y="20684"/>
                  </a:cubicBezTo>
                  <a:cubicBezTo>
                    <a:pt x="364274" y="21132"/>
                    <a:pt x="364693" y="21484"/>
                    <a:pt x="365188" y="21732"/>
                  </a:cubicBezTo>
                  <a:cubicBezTo>
                    <a:pt x="365817" y="21894"/>
                    <a:pt x="366465" y="21894"/>
                    <a:pt x="367094" y="21732"/>
                  </a:cubicBezTo>
                  <a:cubicBezTo>
                    <a:pt x="368208" y="21799"/>
                    <a:pt x="369303" y="21427"/>
                    <a:pt x="370141" y="20684"/>
                  </a:cubicBezTo>
                  <a:cubicBezTo>
                    <a:pt x="370846" y="19865"/>
                    <a:pt x="371227" y="18817"/>
                    <a:pt x="371189" y="17731"/>
                  </a:cubicBezTo>
                  <a:cubicBezTo>
                    <a:pt x="371199" y="17093"/>
                    <a:pt x="371037" y="16464"/>
                    <a:pt x="370713" y="15922"/>
                  </a:cubicBezTo>
                  <a:cubicBezTo>
                    <a:pt x="370389" y="15398"/>
                    <a:pt x="369932" y="14969"/>
                    <a:pt x="369380" y="14683"/>
                  </a:cubicBezTo>
                  <a:cubicBezTo>
                    <a:pt x="368875" y="14283"/>
                    <a:pt x="368284" y="13998"/>
                    <a:pt x="367665" y="13826"/>
                  </a:cubicBezTo>
                  <a:lnTo>
                    <a:pt x="365665" y="13064"/>
                  </a:lnTo>
                  <a:lnTo>
                    <a:pt x="363569" y="12207"/>
                  </a:lnTo>
                  <a:cubicBezTo>
                    <a:pt x="362941" y="11883"/>
                    <a:pt x="362360" y="11464"/>
                    <a:pt x="361855" y="10969"/>
                  </a:cubicBezTo>
                  <a:cubicBezTo>
                    <a:pt x="361312" y="10464"/>
                    <a:pt x="360893" y="9845"/>
                    <a:pt x="360616" y="9159"/>
                  </a:cubicBezTo>
                  <a:cubicBezTo>
                    <a:pt x="360293" y="8311"/>
                    <a:pt x="360131" y="7406"/>
                    <a:pt x="360140" y="6492"/>
                  </a:cubicBezTo>
                  <a:cubicBezTo>
                    <a:pt x="360150" y="5587"/>
                    <a:pt x="360312" y="4682"/>
                    <a:pt x="360616" y="3825"/>
                  </a:cubicBezTo>
                  <a:cubicBezTo>
                    <a:pt x="360979" y="3082"/>
                    <a:pt x="361464" y="2406"/>
                    <a:pt x="362045" y="1825"/>
                  </a:cubicBezTo>
                  <a:cubicBezTo>
                    <a:pt x="362683" y="1234"/>
                    <a:pt x="363426" y="786"/>
                    <a:pt x="364236" y="491"/>
                  </a:cubicBezTo>
                  <a:cubicBezTo>
                    <a:pt x="365084" y="139"/>
                    <a:pt x="365989" y="-23"/>
                    <a:pt x="366903" y="15"/>
                  </a:cubicBezTo>
                  <a:cubicBezTo>
                    <a:pt x="368789" y="-109"/>
                    <a:pt x="370646" y="548"/>
                    <a:pt x="372046" y="1825"/>
                  </a:cubicBezTo>
                  <a:cubicBezTo>
                    <a:pt x="373361" y="3177"/>
                    <a:pt x="374085" y="4987"/>
                    <a:pt x="374047" y="6873"/>
                  </a:cubicBezTo>
                  <a:lnTo>
                    <a:pt x="370713" y="6873"/>
                  </a:lnTo>
                  <a:cubicBezTo>
                    <a:pt x="370808" y="6339"/>
                    <a:pt x="370808" y="5787"/>
                    <a:pt x="370713" y="5254"/>
                  </a:cubicBezTo>
                  <a:cubicBezTo>
                    <a:pt x="370589" y="4796"/>
                    <a:pt x="370361" y="4368"/>
                    <a:pt x="370046" y="4015"/>
                  </a:cubicBezTo>
                  <a:cubicBezTo>
                    <a:pt x="369789" y="3577"/>
                    <a:pt x="369380" y="3234"/>
                    <a:pt x="368903" y="3063"/>
                  </a:cubicBezTo>
                  <a:cubicBezTo>
                    <a:pt x="368370" y="2958"/>
                    <a:pt x="367817" y="2958"/>
                    <a:pt x="367284" y="3063"/>
                  </a:cubicBezTo>
                  <a:cubicBezTo>
                    <a:pt x="365503" y="2901"/>
                    <a:pt x="363922" y="4206"/>
                    <a:pt x="363760" y="5987"/>
                  </a:cubicBezTo>
                  <a:cubicBezTo>
                    <a:pt x="363741" y="6187"/>
                    <a:pt x="363741" y="6387"/>
                    <a:pt x="363760" y="6587"/>
                  </a:cubicBezTo>
                  <a:cubicBezTo>
                    <a:pt x="363722" y="7406"/>
                    <a:pt x="364026" y="8206"/>
                    <a:pt x="364617" y="8778"/>
                  </a:cubicBezTo>
                  <a:cubicBezTo>
                    <a:pt x="365208" y="9311"/>
                    <a:pt x="365884" y="9730"/>
                    <a:pt x="366617" y="10016"/>
                  </a:cubicBezTo>
                  <a:lnTo>
                    <a:pt x="369284" y="10969"/>
                  </a:lnTo>
                  <a:cubicBezTo>
                    <a:pt x="370208" y="11254"/>
                    <a:pt x="371104" y="11635"/>
                    <a:pt x="371951" y="12112"/>
                  </a:cubicBezTo>
                  <a:cubicBezTo>
                    <a:pt x="372732" y="12693"/>
                    <a:pt x="373409" y="13397"/>
                    <a:pt x="373952" y="14207"/>
                  </a:cubicBezTo>
                  <a:cubicBezTo>
                    <a:pt x="374580" y="15302"/>
                    <a:pt x="374875" y="16560"/>
                    <a:pt x="374809" y="17827"/>
                  </a:cubicBezTo>
                  <a:cubicBezTo>
                    <a:pt x="374818" y="18874"/>
                    <a:pt x="374628" y="19903"/>
                    <a:pt x="374237" y="20875"/>
                  </a:cubicBezTo>
                  <a:cubicBezTo>
                    <a:pt x="373866" y="21684"/>
                    <a:pt x="373313" y="22399"/>
                    <a:pt x="372618" y="22970"/>
                  </a:cubicBezTo>
                  <a:cubicBezTo>
                    <a:pt x="371970" y="23589"/>
                    <a:pt x="371189" y="24046"/>
                    <a:pt x="370332" y="24304"/>
                  </a:cubicBezTo>
                  <a:cubicBezTo>
                    <a:pt x="369418" y="24446"/>
                    <a:pt x="368484" y="24446"/>
                    <a:pt x="367570" y="24304"/>
                  </a:cubicBezTo>
                  <a:cubicBezTo>
                    <a:pt x="366398" y="24323"/>
                    <a:pt x="365236" y="24132"/>
                    <a:pt x="364141" y="23732"/>
                  </a:cubicBezTo>
                  <a:cubicBezTo>
                    <a:pt x="363264" y="23418"/>
                    <a:pt x="362483" y="22894"/>
                    <a:pt x="361855" y="22208"/>
                  </a:cubicBezTo>
                  <a:cubicBezTo>
                    <a:pt x="361179" y="21513"/>
                    <a:pt x="360693" y="20665"/>
                    <a:pt x="360426" y="19732"/>
                  </a:cubicBezTo>
                  <a:cubicBezTo>
                    <a:pt x="360112" y="18712"/>
                    <a:pt x="359950" y="17655"/>
                    <a:pt x="359950" y="16588"/>
                  </a:cubicBezTo>
                  <a:close/>
                  <a:moveTo>
                    <a:pt x="389572" y="9826"/>
                  </a:moveTo>
                  <a:cubicBezTo>
                    <a:pt x="389458" y="9025"/>
                    <a:pt x="389296" y="8225"/>
                    <a:pt x="389096" y="7444"/>
                  </a:cubicBezTo>
                  <a:cubicBezTo>
                    <a:pt x="388963" y="6682"/>
                    <a:pt x="388706" y="5939"/>
                    <a:pt x="388334" y="5254"/>
                  </a:cubicBezTo>
                  <a:cubicBezTo>
                    <a:pt x="387991" y="4634"/>
                    <a:pt x="387496" y="4111"/>
                    <a:pt x="386905" y="3730"/>
                  </a:cubicBezTo>
                  <a:cubicBezTo>
                    <a:pt x="386286" y="3320"/>
                    <a:pt x="385553" y="3120"/>
                    <a:pt x="384810" y="3158"/>
                  </a:cubicBezTo>
                  <a:cubicBezTo>
                    <a:pt x="384086" y="3130"/>
                    <a:pt x="383372" y="3368"/>
                    <a:pt x="382810" y="3825"/>
                  </a:cubicBezTo>
                  <a:cubicBezTo>
                    <a:pt x="382114" y="4282"/>
                    <a:pt x="381581" y="4949"/>
                    <a:pt x="381286" y="5730"/>
                  </a:cubicBezTo>
                  <a:cubicBezTo>
                    <a:pt x="380829" y="6663"/>
                    <a:pt x="380505" y="7654"/>
                    <a:pt x="380333" y="8683"/>
                  </a:cubicBezTo>
                  <a:cubicBezTo>
                    <a:pt x="380229" y="9978"/>
                    <a:pt x="380229" y="11292"/>
                    <a:pt x="380333" y="12588"/>
                  </a:cubicBezTo>
                  <a:cubicBezTo>
                    <a:pt x="380229" y="13883"/>
                    <a:pt x="380229" y="15198"/>
                    <a:pt x="380333" y="16493"/>
                  </a:cubicBezTo>
                  <a:cubicBezTo>
                    <a:pt x="380505" y="17550"/>
                    <a:pt x="380829" y="18569"/>
                    <a:pt x="381286" y="19541"/>
                  </a:cubicBezTo>
                  <a:cubicBezTo>
                    <a:pt x="381600" y="20303"/>
                    <a:pt x="382133" y="20970"/>
                    <a:pt x="382810" y="21446"/>
                  </a:cubicBezTo>
                  <a:cubicBezTo>
                    <a:pt x="383372" y="21903"/>
                    <a:pt x="384086" y="22141"/>
                    <a:pt x="384810" y="22113"/>
                  </a:cubicBezTo>
                  <a:cubicBezTo>
                    <a:pt x="386324" y="22180"/>
                    <a:pt x="387753" y="21417"/>
                    <a:pt x="388525" y="20113"/>
                  </a:cubicBezTo>
                  <a:cubicBezTo>
                    <a:pt x="388858" y="19417"/>
                    <a:pt x="389087" y="18684"/>
                    <a:pt x="389191" y="17922"/>
                  </a:cubicBezTo>
                  <a:lnTo>
                    <a:pt x="389191" y="15541"/>
                  </a:lnTo>
                  <a:lnTo>
                    <a:pt x="392335" y="15541"/>
                  </a:lnTo>
                  <a:cubicBezTo>
                    <a:pt x="392487" y="16779"/>
                    <a:pt x="392487" y="18017"/>
                    <a:pt x="392335" y="19255"/>
                  </a:cubicBezTo>
                  <a:cubicBezTo>
                    <a:pt x="392078" y="20332"/>
                    <a:pt x="391592" y="21341"/>
                    <a:pt x="390906" y="22208"/>
                  </a:cubicBezTo>
                  <a:cubicBezTo>
                    <a:pt x="390296" y="23065"/>
                    <a:pt x="389477" y="23761"/>
                    <a:pt x="388525" y="24208"/>
                  </a:cubicBezTo>
                  <a:cubicBezTo>
                    <a:pt x="387372" y="24646"/>
                    <a:pt x="386144" y="24875"/>
                    <a:pt x="384905" y="24875"/>
                  </a:cubicBezTo>
                  <a:cubicBezTo>
                    <a:pt x="383810" y="24875"/>
                    <a:pt x="382734" y="24608"/>
                    <a:pt x="381762" y="24113"/>
                  </a:cubicBezTo>
                  <a:cubicBezTo>
                    <a:pt x="380714" y="23599"/>
                    <a:pt x="379828" y="22808"/>
                    <a:pt x="379190" y="21827"/>
                  </a:cubicBezTo>
                  <a:cubicBezTo>
                    <a:pt x="378362" y="20675"/>
                    <a:pt x="377752" y="19389"/>
                    <a:pt x="377380" y="18017"/>
                  </a:cubicBezTo>
                  <a:cubicBezTo>
                    <a:pt x="376971" y="16236"/>
                    <a:pt x="376781" y="14417"/>
                    <a:pt x="376809" y="12588"/>
                  </a:cubicBezTo>
                  <a:cubicBezTo>
                    <a:pt x="376790" y="10759"/>
                    <a:pt x="376980" y="8940"/>
                    <a:pt x="377380" y="7159"/>
                  </a:cubicBezTo>
                  <a:cubicBezTo>
                    <a:pt x="377771" y="5797"/>
                    <a:pt x="378381" y="4511"/>
                    <a:pt x="379190" y="3349"/>
                  </a:cubicBezTo>
                  <a:cubicBezTo>
                    <a:pt x="379876" y="2415"/>
                    <a:pt x="380752" y="1634"/>
                    <a:pt x="381762" y="1063"/>
                  </a:cubicBezTo>
                  <a:cubicBezTo>
                    <a:pt x="382743" y="596"/>
                    <a:pt x="383819" y="367"/>
                    <a:pt x="384905" y="396"/>
                  </a:cubicBezTo>
                  <a:cubicBezTo>
                    <a:pt x="386115" y="339"/>
                    <a:pt x="387325" y="567"/>
                    <a:pt x="388430" y="1063"/>
                  </a:cubicBezTo>
                  <a:cubicBezTo>
                    <a:pt x="389372" y="1577"/>
                    <a:pt x="390182" y="2291"/>
                    <a:pt x="390811" y="3158"/>
                  </a:cubicBezTo>
                  <a:cubicBezTo>
                    <a:pt x="391458" y="4034"/>
                    <a:pt x="391916" y="5044"/>
                    <a:pt x="392144" y="6111"/>
                  </a:cubicBezTo>
                  <a:cubicBezTo>
                    <a:pt x="392478" y="7330"/>
                    <a:pt x="392697" y="8568"/>
                    <a:pt x="392811" y="9826"/>
                  </a:cubicBezTo>
                  <a:close/>
                  <a:moveTo>
                    <a:pt x="395669" y="24494"/>
                  </a:moveTo>
                  <a:lnTo>
                    <a:pt x="395669" y="777"/>
                  </a:lnTo>
                  <a:lnTo>
                    <a:pt x="399002" y="777"/>
                  </a:lnTo>
                  <a:lnTo>
                    <a:pt x="399002" y="24494"/>
                  </a:lnTo>
                  <a:close/>
                  <a:moveTo>
                    <a:pt x="403288" y="24494"/>
                  </a:moveTo>
                  <a:lnTo>
                    <a:pt x="403288" y="777"/>
                  </a:lnTo>
                  <a:lnTo>
                    <a:pt x="415195" y="777"/>
                  </a:lnTo>
                  <a:lnTo>
                    <a:pt x="415195" y="3730"/>
                  </a:lnTo>
                  <a:lnTo>
                    <a:pt x="406622" y="3730"/>
                  </a:lnTo>
                  <a:lnTo>
                    <a:pt x="406622" y="10588"/>
                  </a:lnTo>
                  <a:lnTo>
                    <a:pt x="415195" y="10588"/>
                  </a:lnTo>
                  <a:lnTo>
                    <a:pt x="415195" y="13636"/>
                  </a:lnTo>
                  <a:lnTo>
                    <a:pt x="406622" y="13636"/>
                  </a:lnTo>
                  <a:lnTo>
                    <a:pt x="406622" y="21446"/>
                  </a:lnTo>
                  <a:lnTo>
                    <a:pt x="415195" y="21446"/>
                  </a:lnTo>
                  <a:lnTo>
                    <a:pt x="415195" y="24494"/>
                  </a:lnTo>
                  <a:close/>
                  <a:moveTo>
                    <a:pt x="419862" y="24494"/>
                  </a:moveTo>
                  <a:lnTo>
                    <a:pt x="419862" y="777"/>
                  </a:lnTo>
                  <a:lnTo>
                    <a:pt x="423196" y="777"/>
                  </a:lnTo>
                  <a:lnTo>
                    <a:pt x="431673" y="17636"/>
                  </a:lnTo>
                  <a:lnTo>
                    <a:pt x="431673" y="17636"/>
                  </a:lnTo>
                  <a:lnTo>
                    <a:pt x="431673" y="777"/>
                  </a:lnTo>
                  <a:lnTo>
                    <a:pt x="434816" y="777"/>
                  </a:lnTo>
                  <a:lnTo>
                    <a:pt x="434816" y="24494"/>
                  </a:lnTo>
                  <a:lnTo>
                    <a:pt x="431768" y="24494"/>
                  </a:lnTo>
                  <a:lnTo>
                    <a:pt x="423100" y="6968"/>
                  </a:lnTo>
                  <a:lnTo>
                    <a:pt x="423100" y="6968"/>
                  </a:lnTo>
                  <a:lnTo>
                    <a:pt x="423100" y="24494"/>
                  </a:lnTo>
                  <a:close/>
                  <a:moveTo>
                    <a:pt x="451390" y="9826"/>
                  </a:moveTo>
                  <a:cubicBezTo>
                    <a:pt x="451437" y="9035"/>
                    <a:pt x="451437" y="8235"/>
                    <a:pt x="451390" y="7444"/>
                  </a:cubicBezTo>
                  <a:cubicBezTo>
                    <a:pt x="451218" y="6673"/>
                    <a:pt x="450933" y="5930"/>
                    <a:pt x="450532" y="5254"/>
                  </a:cubicBezTo>
                  <a:cubicBezTo>
                    <a:pt x="450256" y="4625"/>
                    <a:pt x="449789" y="4092"/>
                    <a:pt x="449199" y="3730"/>
                  </a:cubicBezTo>
                  <a:cubicBezTo>
                    <a:pt x="448580" y="3330"/>
                    <a:pt x="447847" y="3130"/>
                    <a:pt x="447104" y="3158"/>
                  </a:cubicBezTo>
                  <a:cubicBezTo>
                    <a:pt x="446351" y="3149"/>
                    <a:pt x="445618" y="3377"/>
                    <a:pt x="445008" y="3825"/>
                  </a:cubicBezTo>
                  <a:cubicBezTo>
                    <a:pt x="444360" y="4330"/>
                    <a:pt x="443836" y="4987"/>
                    <a:pt x="443484" y="5730"/>
                  </a:cubicBezTo>
                  <a:cubicBezTo>
                    <a:pt x="443055" y="6673"/>
                    <a:pt x="442770" y="7663"/>
                    <a:pt x="442627" y="8683"/>
                  </a:cubicBezTo>
                  <a:cubicBezTo>
                    <a:pt x="442474" y="9978"/>
                    <a:pt x="442474" y="11292"/>
                    <a:pt x="442627" y="12588"/>
                  </a:cubicBezTo>
                  <a:cubicBezTo>
                    <a:pt x="442474" y="13883"/>
                    <a:pt x="442474" y="15198"/>
                    <a:pt x="442627" y="16493"/>
                  </a:cubicBezTo>
                  <a:cubicBezTo>
                    <a:pt x="442770" y="17541"/>
                    <a:pt x="443065" y="18569"/>
                    <a:pt x="443484" y="19541"/>
                  </a:cubicBezTo>
                  <a:cubicBezTo>
                    <a:pt x="443865" y="20265"/>
                    <a:pt x="444379" y="20913"/>
                    <a:pt x="445008" y="21446"/>
                  </a:cubicBezTo>
                  <a:cubicBezTo>
                    <a:pt x="445618" y="21894"/>
                    <a:pt x="446351" y="22122"/>
                    <a:pt x="447104" y="22113"/>
                  </a:cubicBezTo>
                  <a:cubicBezTo>
                    <a:pt x="447903" y="22151"/>
                    <a:pt x="448704" y="21951"/>
                    <a:pt x="449389" y="21541"/>
                  </a:cubicBezTo>
                  <a:cubicBezTo>
                    <a:pt x="449951" y="21189"/>
                    <a:pt x="450409" y="20694"/>
                    <a:pt x="450723" y="20113"/>
                  </a:cubicBezTo>
                  <a:cubicBezTo>
                    <a:pt x="451095" y="19427"/>
                    <a:pt x="451352" y="18684"/>
                    <a:pt x="451485" y="17922"/>
                  </a:cubicBezTo>
                  <a:lnTo>
                    <a:pt x="451485" y="15541"/>
                  </a:lnTo>
                  <a:lnTo>
                    <a:pt x="455676" y="15541"/>
                  </a:lnTo>
                  <a:cubicBezTo>
                    <a:pt x="455781" y="16779"/>
                    <a:pt x="455781" y="18017"/>
                    <a:pt x="455676" y="19255"/>
                  </a:cubicBezTo>
                  <a:cubicBezTo>
                    <a:pt x="455419" y="20332"/>
                    <a:pt x="454933" y="21341"/>
                    <a:pt x="454247" y="22208"/>
                  </a:cubicBezTo>
                  <a:cubicBezTo>
                    <a:pt x="453600" y="23075"/>
                    <a:pt x="452752" y="23761"/>
                    <a:pt x="451771" y="24208"/>
                  </a:cubicBezTo>
                  <a:cubicBezTo>
                    <a:pt x="450647" y="24656"/>
                    <a:pt x="449456" y="24875"/>
                    <a:pt x="448246" y="24875"/>
                  </a:cubicBezTo>
                  <a:cubicBezTo>
                    <a:pt x="447151" y="24875"/>
                    <a:pt x="446075" y="24608"/>
                    <a:pt x="445103" y="24113"/>
                  </a:cubicBezTo>
                  <a:cubicBezTo>
                    <a:pt x="444027" y="23599"/>
                    <a:pt x="443113" y="22808"/>
                    <a:pt x="442436" y="21827"/>
                  </a:cubicBezTo>
                  <a:cubicBezTo>
                    <a:pt x="441646" y="20665"/>
                    <a:pt x="441065" y="19379"/>
                    <a:pt x="440722" y="18017"/>
                  </a:cubicBezTo>
                  <a:cubicBezTo>
                    <a:pt x="440226" y="16255"/>
                    <a:pt x="440007" y="14417"/>
                    <a:pt x="440055" y="12588"/>
                  </a:cubicBezTo>
                  <a:cubicBezTo>
                    <a:pt x="440017" y="10759"/>
                    <a:pt x="440236" y="8930"/>
                    <a:pt x="440722" y="7159"/>
                  </a:cubicBezTo>
                  <a:cubicBezTo>
                    <a:pt x="441084" y="5806"/>
                    <a:pt x="441655" y="4520"/>
                    <a:pt x="442436" y="3349"/>
                  </a:cubicBezTo>
                  <a:cubicBezTo>
                    <a:pt x="443160" y="2415"/>
                    <a:pt x="444065" y="1634"/>
                    <a:pt x="445103" y="1063"/>
                  </a:cubicBezTo>
                  <a:cubicBezTo>
                    <a:pt x="446084" y="596"/>
                    <a:pt x="447161" y="367"/>
                    <a:pt x="448246" y="396"/>
                  </a:cubicBezTo>
                  <a:cubicBezTo>
                    <a:pt x="449456" y="348"/>
                    <a:pt x="450666" y="577"/>
                    <a:pt x="451771" y="1063"/>
                  </a:cubicBezTo>
                  <a:cubicBezTo>
                    <a:pt x="452695" y="1605"/>
                    <a:pt x="453495" y="2310"/>
                    <a:pt x="454152" y="3158"/>
                  </a:cubicBezTo>
                  <a:cubicBezTo>
                    <a:pt x="454762" y="4063"/>
                    <a:pt x="455209" y="5054"/>
                    <a:pt x="455486" y="6111"/>
                  </a:cubicBezTo>
                  <a:cubicBezTo>
                    <a:pt x="455781" y="7330"/>
                    <a:pt x="455971" y="8568"/>
                    <a:pt x="456057" y="9826"/>
                  </a:cubicBezTo>
                  <a:close/>
                  <a:moveTo>
                    <a:pt x="457867" y="24494"/>
                  </a:moveTo>
                  <a:lnTo>
                    <a:pt x="457867" y="777"/>
                  </a:lnTo>
                  <a:lnTo>
                    <a:pt x="469773" y="777"/>
                  </a:lnTo>
                  <a:lnTo>
                    <a:pt x="469773" y="3730"/>
                  </a:lnTo>
                  <a:lnTo>
                    <a:pt x="461200" y="3730"/>
                  </a:lnTo>
                  <a:lnTo>
                    <a:pt x="461200" y="10588"/>
                  </a:lnTo>
                  <a:lnTo>
                    <a:pt x="469773" y="10588"/>
                  </a:lnTo>
                  <a:lnTo>
                    <a:pt x="469773" y="13636"/>
                  </a:lnTo>
                  <a:lnTo>
                    <a:pt x="461200" y="13636"/>
                  </a:lnTo>
                  <a:lnTo>
                    <a:pt x="461200" y="21446"/>
                  </a:lnTo>
                  <a:lnTo>
                    <a:pt x="469773" y="21446"/>
                  </a:lnTo>
                  <a:lnTo>
                    <a:pt x="469773" y="24494"/>
                  </a:lnTo>
                  <a:close/>
                  <a:moveTo>
                    <a:pt x="486442" y="14969"/>
                  </a:moveTo>
                  <a:lnTo>
                    <a:pt x="491204" y="14969"/>
                  </a:lnTo>
                  <a:lnTo>
                    <a:pt x="488823" y="6492"/>
                  </a:lnTo>
                  <a:lnTo>
                    <a:pt x="488823" y="6492"/>
                  </a:lnTo>
                  <a:lnTo>
                    <a:pt x="486537" y="14969"/>
                  </a:lnTo>
                  <a:close/>
                  <a:moveTo>
                    <a:pt x="480631" y="24494"/>
                  </a:moveTo>
                  <a:lnTo>
                    <a:pt x="487108" y="777"/>
                  </a:lnTo>
                  <a:lnTo>
                    <a:pt x="490347" y="777"/>
                  </a:lnTo>
                  <a:lnTo>
                    <a:pt x="497205" y="24494"/>
                  </a:lnTo>
                  <a:lnTo>
                    <a:pt x="494062" y="24494"/>
                  </a:lnTo>
                  <a:lnTo>
                    <a:pt x="491966" y="17446"/>
                  </a:lnTo>
                  <a:lnTo>
                    <a:pt x="485680" y="17446"/>
                  </a:lnTo>
                  <a:lnTo>
                    <a:pt x="483775" y="24494"/>
                  </a:lnTo>
                  <a:close/>
                  <a:moveTo>
                    <a:pt x="499681" y="24494"/>
                  </a:moveTo>
                  <a:lnTo>
                    <a:pt x="499681" y="777"/>
                  </a:lnTo>
                  <a:lnTo>
                    <a:pt x="503015" y="777"/>
                  </a:lnTo>
                  <a:lnTo>
                    <a:pt x="511397" y="17636"/>
                  </a:lnTo>
                  <a:lnTo>
                    <a:pt x="511397" y="17636"/>
                  </a:lnTo>
                  <a:lnTo>
                    <a:pt x="511397" y="777"/>
                  </a:lnTo>
                  <a:lnTo>
                    <a:pt x="514540" y="777"/>
                  </a:lnTo>
                  <a:lnTo>
                    <a:pt x="514540" y="24494"/>
                  </a:lnTo>
                  <a:lnTo>
                    <a:pt x="512826" y="24494"/>
                  </a:lnTo>
                  <a:lnTo>
                    <a:pt x="504063" y="6968"/>
                  </a:lnTo>
                  <a:lnTo>
                    <a:pt x="504063" y="6968"/>
                  </a:lnTo>
                  <a:lnTo>
                    <a:pt x="504063" y="24494"/>
                  </a:lnTo>
                  <a:close/>
                  <a:moveTo>
                    <a:pt x="522827" y="21446"/>
                  </a:moveTo>
                  <a:lnTo>
                    <a:pt x="525971" y="21446"/>
                  </a:lnTo>
                  <a:cubicBezTo>
                    <a:pt x="527085" y="21503"/>
                    <a:pt x="528209" y="21275"/>
                    <a:pt x="529209" y="20779"/>
                  </a:cubicBezTo>
                  <a:cubicBezTo>
                    <a:pt x="530047" y="20351"/>
                    <a:pt x="530743" y="19693"/>
                    <a:pt x="531209" y="18874"/>
                  </a:cubicBezTo>
                  <a:cubicBezTo>
                    <a:pt x="531781" y="18008"/>
                    <a:pt x="532162" y="17036"/>
                    <a:pt x="532352" y="16017"/>
                  </a:cubicBezTo>
                  <a:cubicBezTo>
                    <a:pt x="532457" y="14874"/>
                    <a:pt x="532457" y="13731"/>
                    <a:pt x="532352" y="12588"/>
                  </a:cubicBezTo>
                  <a:cubicBezTo>
                    <a:pt x="532447" y="11445"/>
                    <a:pt x="532447" y="10302"/>
                    <a:pt x="532352" y="9159"/>
                  </a:cubicBezTo>
                  <a:cubicBezTo>
                    <a:pt x="532276" y="8473"/>
                    <a:pt x="532124" y="7806"/>
                    <a:pt x="531876" y="7159"/>
                  </a:cubicBezTo>
                  <a:cubicBezTo>
                    <a:pt x="531409" y="6339"/>
                    <a:pt x="530714" y="5682"/>
                    <a:pt x="529876" y="5254"/>
                  </a:cubicBezTo>
                  <a:cubicBezTo>
                    <a:pt x="528885" y="4720"/>
                    <a:pt x="527761" y="4463"/>
                    <a:pt x="526637" y="4492"/>
                  </a:cubicBezTo>
                  <a:lnTo>
                    <a:pt x="523494" y="4492"/>
                  </a:lnTo>
                  <a:lnTo>
                    <a:pt x="523494" y="22208"/>
                  </a:lnTo>
                  <a:close/>
                  <a:moveTo>
                    <a:pt x="519494" y="777"/>
                  </a:moveTo>
                  <a:lnTo>
                    <a:pt x="526542" y="777"/>
                  </a:lnTo>
                  <a:cubicBezTo>
                    <a:pt x="528056" y="739"/>
                    <a:pt x="529561" y="1072"/>
                    <a:pt x="530923" y="1729"/>
                  </a:cubicBezTo>
                  <a:cubicBezTo>
                    <a:pt x="532076" y="2291"/>
                    <a:pt x="533067" y="3139"/>
                    <a:pt x="533781" y="4206"/>
                  </a:cubicBezTo>
                  <a:cubicBezTo>
                    <a:pt x="534562" y="5368"/>
                    <a:pt x="535143" y="6663"/>
                    <a:pt x="535496" y="8016"/>
                  </a:cubicBezTo>
                  <a:cubicBezTo>
                    <a:pt x="536181" y="11150"/>
                    <a:pt x="536181" y="14407"/>
                    <a:pt x="535496" y="17541"/>
                  </a:cubicBezTo>
                  <a:cubicBezTo>
                    <a:pt x="535181" y="18912"/>
                    <a:pt x="534600" y="20208"/>
                    <a:pt x="533781" y="21351"/>
                  </a:cubicBezTo>
                  <a:cubicBezTo>
                    <a:pt x="533067" y="22446"/>
                    <a:pt x="532086" y="23332"/>
                    <a:pt x="530923" y="23923"/>
                  </a:cubicBezTo>
                  <a:cubicBezTo>
                    <a:pt x="529561" y="24580"/>
                    <a:pt x="528056" y="24913"/>
                    <a:pt x="526542" y="24875"/>
                  </a:cubicBezTo>
                  <a:lnTo>
                    <a:pt x="519494" y="24875"/>
                  </a:lnTo>
                  <a:lnTo>
                    <a:pt x="519494" y="1158"/>
                  </a:lnTo>
                  <a:close/>
                  <a:moveTo>
                    <a:pt x="560356" y="777"/>
                  </a:moveTo>
                  <a:lnTo>
                    <a:pt x="560356" y="3730"/>
                  </a:lnTo>
                  <a:lnTo>
                    <a:pt x="555212" y="3730"/>
                  </a:lnTo>
                  <a:lnTo>
                    <a:pt x="555212" y="24494"/>
                  </a:lnTo>
                  <a:lnTo>
                    <a:pt x="551879" y="24494"/>
                  </a:lnTo>
                  <a:lnTo>
                    <a:pt x="551879" y="3730"/>
                  </a:lnTo>
                  <a:lnTo>
                    <a:pt x="546830" y="3730"/>
                  </a:lnTo>
                  <a:lnTo>
                    <a:pt x="546830" y="777"/>
                  </a:lnTo>
                  <a:close/>
                  <a:moveTo>
                    <a:pt x="563118" y="24494"/>
                  </a:moveTo>
                  <a:lnTo>
                    <a:pt x="563118" y="777"/>
                  </a:lnTo>
                  <a:lnTo>
                    <a:pt x="575024" y="777"/>
                  </a:lnTo>
                  <a:lnTo>
                    <a:pt x="575024" y="3730"/>
                  </a:lnTo>
                  <a:lnTo>
                    <a:pt x="566452" y="3730"/>
                  </a:lnTo>
                  <a:lnTo>
                    <a:pt x="566452" y="10588"/>
                  </a:lnTo>
                  <a:lnTo>
                    <a:pt x="575024" y="10588"/>
                  </a:lnTo>
                  <a:lnTo>
                    <a:pt x="575024" y="13636"/>
                  </a:lnTo>
                  <a:lnTo>
                    <a:pt x="566452" y="13636"/>
                  </a:lnTo>
                  <a:lnTo>
                    <a:pt x="566452" y="21446"/>
                  </a:lnTo>
                  <a:lnTo>
                    <a:pt x="575024" y="21446"/>
                  </a:lnTo>
                  <a:lnTo>
                    <a:pt x="575024" y="24494"/>
                  </a:lnTo>
                  <a:close/>
                  <a:moveTo>
                    <a:pt x="591217" y="9826"/>
                  </a:moveTo>
                  <a:cubicBezTo>
                    <a:pt x="591264" y="9035"/>
                    <a:pt x="591264" y="8235"/>
                    <a:pt x="591217" y="7444"/>
                  </a:cubicBezTo>
                  <a:cubicBezTo>
                    <a:pt x="591036" y="6692"/>
                    <a:pt x="590779" y="5958"/>
                    <a:pt x="590455" y="5254"/>
                  </a:cubicBezTo>
                  <a:cubicBezTo>
                    <a:pt x="590112" y="4634"/>
                    <a:pt x="589617" y="4111"/>
                    <a:pt x="589026" y="3730"/>
                  </a:cubicBezTo>
                  <a:cubicBezTo>
                    <a:pt x="588407" y="3330"/>
                    <a:pt x="587673" y="3130"/>
                    <a:pt x="586930" y="3158"/>
                  </a:cubicBezTo>
                  <a:cubicBezTo>
                    <a:pt x="586207" y="3130"/>
                    <a:pt x="585492" y="3368"/>
                    <a:pt x="584930" y="3825"/>
                  </a:cubicBezTo>
                  <a:cubicBezTo>
                    <a:pt x="584235" y="4282"/>
                    <a:pt x="583702" y="4949"/>
                    <a:pt x="583406" y="5730"/>
                  </a:cubicBezTo>
                  <a:cubicBezTo>
                    <a:pt x="582901" y="6644"/>
                    <a:pt x="582587" y="7644"/>
                    <a:pt x="582454" y="8683"/>
                  </a:cubicBezTo>
                  <a:cubicBezTo>
                    <a:pt x="582349" y="9978"/>
                    <a:pt x="582349" y="11292"/>
                    <a:pt x="582454" y="12588"/>
                  </a:cubicBezTo>
                  <a:cubicBezTo>
                    <a:pt x="582349" y="13883"/>
                    <a:pt x="582349" y="15198"/>
                    <a:pt x="582454" y="16493"/>
                  </a:cubicBezTo>
                  <a:cubicBezTo>
                    <a:pt x="582587" y="17560"/>
                    <a:pt x="582911" y="18589"/>
                    <a:pt x="583406" y="19541"/>
                  </a:cubicBezTo>
                  <a:cubicBezTo>
                    <a:pt x="583721" y="20303"/>
                    <a:pt x="584254" y="20970"/>
                    <a:pt x="584930" y="21446"/>
                  </a:cubicBezTo>
                  <a:cubicBezTo>
                    <a:pt x="585492" y="21903"/>
                    <a:pt x="586207" y="22141"/>
                    <a:pt x="586930" y="22113"/>
                  </a:cubicBezTo>
                  <a:cubicBezTo>
                    <a:pt x="587731" y="22151"/>
                    <a:pt x="588531" y="21951"/>
                    <a:pt x="589216" y="21541"/>
                  </a:cubicBezTo>
                  <a:cubicBezTo>
                    <a:pt x="589779" y="21160"/>
                    <a:pt x="590264" y="20675"/>
                    <a:pt x="590645" y="20113"/>
                  </a:cubicBezTo>
                  <a:cubicBezTo>
                    <a:pt x="590940" y="19408"/>
                    <a:pt x="591160" y="18674"/>
                    <a:pt x="591312" y="17922"/>
                  </a:cubicBezTo>
                  <a:lnTo>
                    <a:pt x="591312" y="15541"/>
                  </a:lnTo>
                  <a:lnTo>
                    <a:pt x="594455" y="15541"/>
                  </a:lnTo>
                  <a:cubicBezTo>
                    <a:pt x="594608" y="16779"/>
                    <a:pt x="594608" y="18017"/>
                    <a:pt x="594455" y="19255"/>
                  </a:cubicBezTo>
                  <a:cubicBezTo>
                    <a:pt x="594198" y="20332"/>
                    <a:pt x="593712" y="21341"/>
                    <a:pt x="593027" y="22208"/>
                  </a:cubicBezTo>
                  <a:cubicBezTo>
                    <a:pt x="592417" y="23065"/>
                    <a:pt x="591598" y="23761"/>
                    <a:pt x="590645" y="24208"/>
                  </a:cubicBezTo>
                  <a:cubicBezTo>
                    <a:pt x="589493" y="24646"/>
                    <a:pt x="588264" y="24875"/>
                    <a:pt x="587026" y="24875"/>
                  </a:cubicBezTo>
                  <a:cubicBezTo>
                    <a:pt x="585930" y="24875"/>
                    <a:pt x="584854" y="24608"/>
                    <a:pt x="583882" y="24113"/>
                  </a:cubicBezTo>
                  <a:cubicBezTo>
                    <a:pt x="582806" y="23599"/>
                    <a:pt x="581892" y="22808"/>
                    <a:pt x="581215" y="21827"/>
                  </a:cubicBezTo>
                  <a:cubicBezTo>
                    <a:pt x="580463" y="20646"/>
                    <a:pt x="579882" y="19360"/>
                    <a:pt x="579501" y="18017"/>
                  </a:cubicBezTo>
                  <a:cubicBezTo>
                    <a:pt x="579053" y="16245"/>
                    <a:pt x="578834" y="14417"/>
                    <a:pt x="578834" y="12588"/>
                  </a:cubicBezTo>
                  <a:cubicBezTo>
                    <a:pt x="578844" y="10759"/>
                    <a:pt x="579072" y="8940"/>
                    <a:pt x="579501" y="7159"/>
                  </a:cubicBezTo>
                  <a:cubicBezTo>
                    <a:pt x="579901" y="5816"/>
                    <a:pt x="580482" y="4539"/>
                    <a:pt x="581215" y="3349"/>
                  </a:cubicBezTo>
                  <a:cubicBezTo>
                    <a:pt x="581940" y="2415"/>
                    <a:pt x="582844" y="1634"/>
                    <a:pt x="583882" y="1063"/>
                  </a:cubicBezTo>
                  <a:cubicBezTo>
                    <a:pt x="584863" y="596"/>
                    <a:pt x="585940" y="367"/>
                    <a:pt x="587026" y="396"/>
                  </a:cubicBezTo>
                  <a:cubicBezTo>
                    <a:pt x="588235" y="339"/>
                    <a:pt x="589445" y="567"/>
                    <a:pt x="590550" y="1063"/>
                  </a:cubicBezTo>
                  <a:cubicBezTo>
                    <a:pt x="591474" y="1605"/>
                    <a:pt x="592274" y="2310"/>
                    <a:pt x="592931" y="3158"/>
                  </a:cubicBezTo>
                  <a:cubicBezTo>
                    <a:pt x="593541" y="4063"/>
                    <a:pt x="593988" y="5054"/>
                    <a:pt x="594265" y="6111"/>
                  </a:cubicBezTo>
                  <a:cubicBezTo>
                    <a:pt x="594550" y="7340"/>
                    <a:pt x="594770" y="8578"/>
                    <a:pt x="594931" y="9826"/>
                  </a:cubicBezTo>
                  <a:close/>
                  <a:moveTo>
                    <a:pt x="597694" y="24494"/>
                  </a:moveTo>
                  <a:lnTo>
                    <a:pt x="597694" y="777"/>
                  </a:lnTo>
                  <a:lnTo>
                    <a:pt x="601028" y="777"/>
                  </a:lnTo>
                  <a:lnTo>
                    <a:pt x="601028" y="10302"/>
                  </a:lnTo>
                  <a:lnTo>
                    <a:pt x="609790" y="10302"/>
                  </a:lnTo>
                  <a:lnTo>
                    <a:pt x="609790" y="777"/>
                  </a:lnTo>
                  <a:lnTo>
                    <a:pt x="613124" y="777"/>
                  </a:lnTo>
                  <a:lnTo>
                    <a:pt x="613124" y="24494"/>
                  </a:lnTo>
                  <a:lnTo>
                    <a:pt x="609790" y="24494"/>
                  </a:lnTo>
                  <a:lnTo>
                    <a:pt x="609790" y="13636"/>
                  </a:lnTo>
                  <a:lnTo>
                    <a:pt x="601028" y="13636"/>
                  </a:lnTo>
                  <a:lnTo>
                    <a:pt x="601028" y="24494"/>
                  </a:lnTo>
                  <a:close/>
                  <a:moveTo>
                    <a:pt x="617887" y="24494"/>
                  </a:moveTo>
                  <a:lnTo>
                    <a:pt x="617887" y="777"/>
                  </a:lnTo>
                  <a:lnTo>
                    <a:pt x="621316" y="777"/>
                  </a:lnTo>
                  <a:lnTo>
                    <a:pt x="629698" y="17636"/>
                  </a:lnTo>
                  <a:lnTo>
                    <a:pt x="629698" y="17636"/>
                  </a:lnTo>
                  <a:lnTo>
                    <a:pt x="629698" y="777"/>
                  </a:lnTo>
                  <a:lnTo>
                    <a:pt x="632841" y="777"/>
                  </a:lnTo>
                  <a:lnTo>
                    <a:pt x="632841" y="24494"/>
                  </a:lnTo>
                  <a:lnTo>
                    <a:pt x="629793" y="24494"/>
                  </a:lnTo>
                  <a:lnTo>
                    <a:pt x="621030" y="6968"/>
                  </a:lnTo>
                  <a:lnTo>
                    <a:pt x="621030" y="6968"/>
                  </a:lnTo>
                  <a:lnTo>
                    <a:pt x="621030" y="24494"/>
                  </a:lnTo>
                  <a:close/>
                  <a:moveTo>
                    <a:pt x="645414" y="3158"/>
                  </a:moveTo>
                  <a:cubicBezTo>
                    <a:pt x="644528" y="3110"/>
                    <a:pt x="643652" y="3387"/>
                    <a:pt x="642938" y="3920"/>
                  </a:cubicBezTo>
                  <a:cubicBezTo>
                    <a:pt x="642223" y="4453"/>
                    <a:pt x="641642" y="5139"/>
                    <a:pt x="641223" y="5920"/>
                  </a:cubicBezTo>
                  <a:cubicBezTo>
                    <a:pt x="640775" y="6892"/>
                    <a:pt x="640461" y="7921"/>
                    <a:pt x="640271" y="8968"/>
                  </a:cubicBezTo>
                  <a:cubicBezTo>
                    <a:pt x="640175" y="10168"/>
                    <a:pt x="640175" y="11388"/>
                    <a:pt x="640271" y="12588"/>
                  </a:cubicBezTo>
                  <a:cubicBezTo>
                    <a:pt x="640166" y="13826"/>
                    <a:pt x="640166" y="15064"/>
                    <a:pt x="640271" y="16303"/>
                  </a:cubicBezTo>
                  <a:cubicBezTo>
                    <a:pt x="640461" y="17350"/>
                    <a:pt x="640775" y="18379"/>
                    <a:pt x="641223" y="19351"/>
                  </a:cubicBezTo>
                  <a:cubicBezTo>
                    <a:pt x="641642" y="20132"/>
                    <a:pt x="642223" y="20817"/>
                    <a:pt x="642938" y="21351"/>
                  </a:cubicBezTo>
                  <a:cubicBezTo>
                    <a:pt x="643671" y="21846"/>
                    <a:pt x="644528" y="22113"/>
                    <a:pt x="645414" y="22113"/>
                  </a:cubicBezTo>
                  <a:cubicBezTo>
                    <a:pt x="646300" y="22122"/>
                    <a:pt x="647167" y="21856"/>
                    <a:pt x="647890" y="21351"/>
                  </a:cubicBezTo>
                  <a:cubicBezTo>
                    <a:pt x="648605" y="20817"/>
                    <a:pt x="649186" y="20132"/>
                    <a:pt x="649605" y="19351"/>
                  </a:cubicBezTo>
                  <a:cubicBezTo>
                    <a:pt x="650091" y="18398"/>
                    <a:pt x="650415" y="17369"/>
                    <a:pt x="650557" y="16303"/>
                  </a:cubicBezTo>
                  <a:cubicBezTo>
                    <a:pt x="650710" y="15064"/>
                    <a:pt x="650710" y="13826"/>
                    <a:pt x="650557" y="12588"/>
                  </a:cubicBezTo>
                  <a:cubicBezTo>
                    <a:pt x="650700" y="11388"/>
                    <a:pt x="650700" y="10168"/>
                    <a:pt x="650557" y="8968"/>
                  </a:cubicBezTo>
                  <a:cubicBezTo>
                    <a:pt x="650415" y="7902"/>
                    <a:pt x="650091" y="6873"/>
                    <a:pt x="649605" y="5920"/>
                  </a:cubicBezTo>
                  <a:cubicBezTo>
                    <a:pt x="649186" y="5139"/>
                    <a:pt x="648605" y="4453"/>
                    <a:pt x="647890" y="3920"/>
                  </a:cubicBezTo>
                  <a:cubicBezTo>
                    <a:pt x="647186" y="3368"/>
                    <a:pt x="646309" y="3101"/>
                    <a:pt x="645414" y="3158"/>
                  </a:cubicBezTo>
                  <a:close/>
                  <a:moveTo>
                    <a:pt x="645414" y="396"/>
                  </a:moveTo>
                  <a:cubicBezTo>
                    <a:pt x="646709" y="358"/>
                    <a:pt x="647986" y="653"/>
                    <a:pt x="649129" y="1253"/>
                  </a:cubicBezTo>
                  <a:cubicBezTo>
                    <a:pt x="650272" y="1834"/>
                    <a:pt x="651253" y="2682"/>
                    <a:pt x="651986" y="3730"/>
                  </a:cubicBezTo>
                  <a:cubicBezTo>
                    <a:pt x="652710" y="4930"/>
                    <a:pt x="653282" y="6206"/>
                    <a:pt x="653701" y="7540"/>
                  </a:cubicBezTo>
                  <a:cubicBezTo>
                    <a:pt x="654091" y="9197"/>
                    <a:pt x="654291" y="10892"/>
                    <a:pt x="654272" y="12588"/>
                  </a:cubicBezTo>
                  <a:cubicBezTo>
                    <a:pt x="654291" y="14283"/>
                    <a:pt x="654101" y="15988"/>
                    <a:pt x="653701" y="17636"/>
                  </a:cubicBezTo>
                  <a:cubicBezTo>
                    <a:pt x="653301" y="19008"/>
                    <a:pt x="652720" y="20322"/>
                    <a:pt x="651986" y="21541"/>
                  </a:cubicBezTo>
                  <a:cubicBezTo>
                    <a:pt x="651253" y="22589"/>
                    <a:pt x="650272" y="23437"/>
                    <a:pt x="649129" y="24018"/>
                  </a:cubicBezTo>
                  <a:cubicBezTo>
                    <a:pt x="647986" y="24618"/>
                    <a:pt x="646709" y="24913"/>
                    <a:pt x="645414" y="24875"/>
                  </a:cubicBezTo>
                  <a:cubicBezTo>
                    <a:pt x="644128" y="24885"/>
                    <a:pt x="642852" y="24589"/>
                    <a:pt x="641699" y="24018"/>
                  </a:cubicBezTo>
                  <a:cubicBezTo>
                    <a:pt x="640604" y="23408"/>
                    <a:pt x="639661" y="22560"/>
                    <a:pt x="638937" y="21541"/>
                  </a:cubicBezTo>
                  <a:cubicBezTo>
                    <a:pt x="638127" y="20360"/>
                    <a:pt x="637546" y="19036"/>
                    <a:pt x="637222" y="17636"/>
                  </a:cubicBezTo>
                  <a:cubicBezTo>
                    <a:pt x="636822" y="15988"/>
                    <a:pt x="636632" y="14283"/>
                    <a:pt x="636651" y="12588"/>
                  </a:cubicBezTo>
                  <a:cubicBezTo>
                    <a:pt x="636632" y="10892"/>
                    <a:pt x="636832" y="9197"/>
                    <a:pt x="637222" y="7540"/>
                  </a:cubicBezTo>
                  <a:cubicBezTo>
                    <a:pt x="637556" y="6178"/>
                    <a:pt x="638137" y="4882"/>
                    <a:pt x="638937" y="3730"/>
                  </a:cubicBezTo>
                  <a:cubicBezTo>
                    <a:pt x="639661" y="2710"/>
                    <a:pt x="640604" y="1863"/>
                    <a:pt x="641699" y="1253"/>
                  </a:cubicBezTo>
                  <a:cubicBezTo>
                    <a:pt x="642852" y="682"/>
                    <a:pt x="644128" y="386"/>
                    <a:pt x="645414" y="396"/>
                  </a:cubicBezTo>
                  <a:close/>
                  <a:moveTo>
                    <a:pt x="657797" y="24494"/>
                  </a:moveTo>
                  <a:lnTo>
                    <a:pt x="657797" y="777"/>
                  </a:lnTo>
                  <a:lnTo>
                    <a:pt x="661130" y="777"/>
                  </a:lnTo>
                  <a:lnTo>
                    <a:pt x="661130" y="21446"/>
                  </a:lnTo>
                  <a:lnTo>
                    <a:pt x="669512" y="21446"/>
                  </a:lnTo>
                  <a:lnTo>
                    <a:pt x="669512" y="24494"/>
                  </a:lnTo>
                  <a:close/>
                  <a:moveTo>
                    <a:pt x="679990" y="3158"/>
                  </a:moveTo>
                  <a:cubicBezTo>
                    <a:pt x="679094" y="3101"/>
                    <a:pt x="678218" y="3368"/>
                    <a:pt x="677513" y="3920"/>
                  </a:cubicBezTo>
                  <a:cubicBezTo>
                    <a:pt x="676799" y="4453"/>
                    <a:pt x="676218" y="5139"/>
                    <a:pt x="675799" y="5920"/>
                  </a:cubicBezTo>
                  <a:cubicBezTo>
                    <a:pt x="675351" y="6892"/>
                    <a:pt x="675037" y="7921"/>
                    <a:pt x="674846" y="8968"/>
                  </a:cubicBezTo>
                  <a:cubicBezTo>
                    <a:pt x="674751" y="10168"/>
                    <a:pt x="674751" y="11388"/>
                    <a:pt x="674846" y="12588"/>
                  </a:cubicBezTo>
                  <a:cubicBezTo>
                    <a:pt x="674741" y="13826"/>
                    <a:pt x="674741" y="15064"/>
                    <a:pt x="674846" y="16303"/>
                  </a:cubicBezTo>
                  <a:cubicBezTo>
                    <a:pt x="675037" y="17350"/>
                    <a:pt x="675351" y="18379"/>
                    <a:pt x="675799" y="19351"/>
                  </a:cubicBezTo>
                  <a:cubicBezTo>
                    <a:pt x="676218" y="20132"/>
                    <a:pt x="676799" y="20817"/>
                    <a:pt x="677513" y="21351"/>
                  </a:cubicBezTo>
                  <a:cubicBezTo>
                    <a:pt x="679009" y="22370"/>
                    <a:pt x="680971" y="22370"/>
                    <a:pt x="682466" y="21351"/>
                  </a:cubicBezTo>
                  <a:cubicBezTo>
                    <a:pt x="683181" y="20817"/>
                    <a:pt x="683762" y="20132"/>
                    <a:pt x="684181" y="19351"/>
                  </a:cubicBezTo>
                  <a:cubicBezTo>
                    <a:pt x="684666" y="18398"/>
                    <a:pt x="684990" y="17369"/>
                    <a:pt x="685133" y="16303"/>
                  </a:cubicBezTo>
                  <a:cubicBezTo>
                    <a:pt x="685638" y="13883"/>
                    <a:pt x="685638" y="11388"/>
                    <a:pt x="685133" y="8968"/>
                  </a:cubicBezTo>
                  <a:cubicBezTo>
                    <a:pt x="684990" y="7902"/>
                    <a:pt x="684666" y="6873"/>
                    <a:pt x="684181" y="5920"/>
                  </a:cubicBezTo>
                  <a:cubicBezTo>
                    <a:pt x="683762" y="5139"/>
                    <a:pt x="683181" y="4453"/>
                    <a:pt x="682466" y="3920"/>
                  </a:cubicBezTo>
                  <a:cubicBezTo>
                    <a:pt x="681761" y="3368"/>
                    <a:pt x="680885" y="3101"/>
                    <a:pt x="679990" y="3158"/>
                  </a:cubicBezTo>
                  <a:close/>
                  <a:moveTo>
                    <a:pt x="679990" y="396"/>
                  </a:moveTo>
                  <a:cubicBezTo>
                    <a:pt x="682580" y="320"/>
                    <a:pt x="685029" y="1577"/>
                    <a:pt x="686467" y="3730"/>
                  </a:cubicBezTo>
                  <a:cubicBezTo>
                    <a:pt x="687267" y="4882"/>
                    <a:pt x="687848" y="6178"/>
                    <a:pt x="688181" y="7540"/>
                  </a:cubicBezTo>
                  <a:cubicBezTo>
                    <a:pt x="688657" y="9178"/>
                    <a:pt x="688877" y="10883"/>
                    <a:pt x="688848" y="12588"/>
                  </a:cubicBezTo>
                  <a:cubicBezTo>
                    <a:pt x="688886" y="14293"/>
                    <a:pt x="688657" y="15998"/>
                    <a:pt x="688181" y="17636"/>
                  </a:cubicBezTo>
                  <a:cubicBezTo>
                    <a:pt x="687857" y="19036"/>
                    <a:pt x="687276" y="20360"/>
                    <a:pt x="686467" y="21541"/>
                  </a:cubicBezTo>
                  <a:cubicBezTo>
                    <a:pt x="684057" y="25123"/>
                    <a:pt x="679199" y="26066"/>
                    <a:pt x="675627" y="23656"/>
                  </a:cubicBezTo>
                  <a:cubicBezTo>
                    <a:pt x="674789" y="23094"/>
                    <a:pt x="674075" y="22370"/>
                    <a:pt x="673513" y="21541"/>
                  </a:cubicBezTo>
                  <a:cubicBezTo>
                    <a:pt x="672703" y="20360"/>
                    <a:pt x="672122" y="19036"/>
                    <a:pt x="671798" y="17636"/>
                  </a:cubicBezTo>
                  <a:cubicBezTo>
                    <a:pt x="671398" y="15988"/>
                    <a:pt x="671208" y="14283"/>
                    <a:pt x="671227" y="12588"/>
                  </a:cubicBezTo>
                  <a:cubicBezTo>
                    <a:pt x="671208" y="10892"/>
                    <a:pt x="671408" y="9197"/>
                    <a:pt x="671798" y="7540"/>
                  </a:cubicBezTo>
                  <a:cubicBezTo>
                    <a:pt x="672132" y="6178"/>
                    <a:pt x="672713" y="4882"/>
                    <a:pt x="673513" y="3730"/>
                  </a:cubicBezTo>
                  <a:cubicBezTo>
                    <a:pt x="674951" y="1577"/>
                    <a:pt x="677399" y="320"/>
                    <a:pt x="679990" y="396"/>
                  </a:cubicBezTo>
                  <a:close/>
                  <a:moveTo>
                    <a:pt x="704755" y="8683"/>
                  </a:moveTo>
                  <a:cubicBezTo>
                    <a:pt x="704698" y="7930"/>
                    <a:pt x="704536" y="7197"/>
                    <a:pt x="704279" y="6492"/>
                  </a:cubicBezTo>
                  <a:cubicBezTo>
                    <a:pt x="704107" y="5873"/>
                    <a:pt x="703821" y="5282"/>
                    <a:pt x="703421" y="4777"/>
                  </a:cubicBezTo>
                  <a:cubicBezTo>
                    <a:pt x="703040" y="4263"/>
                    <a:pt x="702555" y="3844"/>
                    <a:pt x="701992" y="3539"/>
                  </a:cubicBezTo>
                  <a:cubicBezTo>
                    <a:pt x="701335" y="3377"/>
                    <a:pt x="700649" y="3377"/>
                    <a:pt x="699992" y="3539"/>
                  </a:cubicBezTo>
                  <a:cubicBezTo>
                    <a:pt x="699097" y="3482"/>
                    <a:pt x="698220" y="3749"/>
                    <a:pt x="697516" y="4301"/>
                  </a:cubicBezTo>
                  <a:cubicBezTo>
                    <a:pt x="696801" y="4834"/>
                    <a:pt x="696220" y="5520"/>
                    <a:pt x="695801" y="6301"/>
                  </a:cubicBezTo>
                  <a:cubicBezTo>
                    <a:pt x="695354" y="7273"/>
                    <a:pt x="695039" y="8302"/>
                    <a:pt x="694849" y="9349"/>
                  </a:cubicBezTo>
                  <a:cubicBezTo>
                    <a:pt x="694754" y="10549"/>
                    <a:pt x="694754" y="11769"/>
                    <a:pt x="694849" y="12969"/>
                  </a:cubicBezTo>
                  <a:cubicBezTo>
                    <a:pt x="694744" y="14207"/>
                    <a:pt x="694744" y="15445"/>
                    <a:pt x="694849" y="16684"/>
                  </a:cubicBezTo>
                  <a:cubicBezTo>
                    <a:pt x="695020" y="17750"/>
                    <a:pt x="695373" y="18779"/>
                    <a:pt x="695897" y="19732"/>
                  </a:cubicBezTo>
                  <a:cubicBezTo>
                    <a:pt x="696249" y="20560"/>
                    <a:pt x="696849" y="21256"/>
                    <a:pt x="697611" y="21732"/>
                  </a:cubicBezTo>
                  <a:cubicBezTo>
                    <a:pt x="698364" y="22246"/>
                    <a:pt x="699268" y="22513"/>
                    <a:pt x="700183" y="22494"/>
                  </a:cubicBezTo>
                  <a:cubicBezTo>
                    <a:pt x="701002" y="22656"/>
                    <a:pt x="701840" y="22656"/>
                    <a:pt x="702659" y="22494"/>
                  </a:cubicBezTo>
                  <a:cubicBezTo>
                    <a:pt x="703259" y="22122"/>
                    <a:pt x="703774" y="21637"/>
                    <a:pt x="704183" y="21065"/>
                  </a:cubicBezTo>
                  <a:cubicBezTo>
                    <a:pt x="704526" y="20370"/>
                    <a:pt x="704783" y="19636"/>
                    <a:pt x="704945" y="18874"/>
                  </a:cubicBezTo>
                  <a:cubicBezTo>
                    <a:pt x="705002" y="17988"/>
                    <a:pt x="705002" y="17093"/>
                    <a:pt x="704945" y="16207"/>
                  </a:cubicBezTo>
                  <a:lnTo>
                    <a:pt x="698182" y="16207"/>
                  </a:lnTo>
                  <a:lnTo>
                    <a:pt x="698182" y="13159"/>
                  </a:lnTo>
                  <a:lnTo>
                    <a:pt x="708279" y="13159"/>
                  </a:lnTo>
                  <a:lnTo>
                    <a:pt x="708279" y="16112"/>
                  </a:lnTo>
                  <a:cubicBezTo>
                    <a:pt x="708431" y="18636"/>
                    <a:pt x="707689" y="21132"/>
                    <a:pt x="706183" y="23161"/>
                  </a:cubicBezTo>
                  <a:cubicBezTo>
                    <a:pt x="704650" y="24951"/>
                    <a:pt x="702345" y="25904"/>
                    <a:pt x="699992" y="25732"/>
                  </a:cubicBezTo>
                  <a:cubicBezTo>
                    <a:pt x="698668" y="25761"/>
                    <a:pt x="697363" y="25475"/>
                    <a:pt x="696182" y="24875"/>
                  </a:cubicBezTo>
                  <a:cubicBezTo>
                    <a:pt x="695039" y="24294"/>
                    <a:pt x="694058" y="23446"/>
                    <a:pt x="693325" y="22399"/>
                  </a:cubicBezTo>
                  <a:cubicBezTo>
                    <a:pt x="692515" y="21217"/>
                    <a:pt x="691934" y="19893"/>
                    <a:pt x="691610" y="18493"/>
                  </a:cubicBezTo>
                  <a:cubicBezTo>
                    <a:pt x="691210" y="16845"/>
                    <a:pt x="691020" y="15140"/>
                    <a:pt x="691039" y="13445"/>
                  </a:cubicBezTo>
                  <a:cubicBezTo>
                    <a:pt x="691020" y="11750"/>
                    <a:pt x="691220" y="10054"/>
                    <a:pt x="691610" y="8397"/>
                  </a:cubicBezTo>
                  <a:cubicBezTo>
                    <a:pt x="691944" y="7035"/>
                    <a:pt x="692525" y="5739"/>
                    <a:pt x="693325" y="4587"/>
                  </a:cubicBezTo>
                  <a:cubicBezTo>
                    <a:pt x="694049" y="3568"/>
                    <a:pt x="694992" y="2720"/>
                    <a:pt x="696087" y="2110"/>
                  </a:cubicBezTo>
                  <a:cubicBezTo>
                    <a:pt x="697239" y="1529"/>
                    <a:pt x="698516" y="1234"/>
                    <a:pt x="699802" y="1253"/>
                  </a:cubicBezTo>
                  <a:cubicBezTo>
                    <a:pt x="700954" y="1215"/>
                    <a:pt x="702088" y="1444"/>
                    <a:pt x="703136" y="1920"/>
                  </a:cubicBezTo>
                  <a:cubicBezTo>
                    <a:pt x="704107" y="2348"/>
                    <a:pt x="704983" y="2958"/>
                    <a:pt x="705707" y="3730"/>
                  </a:cubicBezTo>
                  <a:cubicBezTo>
                    <a:pt x="706384" y="4492"/>
                    <a:pt x="706926" y="5358"/>
                    <a:pt x="707327" y="6301"/>
                  </a:cubicBezTo>
                  <a:cubicBezTo>
                    <a:pt x="707736" y="7330"/>
                    <a:pt x="707965" y="8425"/>
                    <a:pt x="707993" y="9540"/>
                  </a:cubicBezTo>
                  <a:close/>
                  <a:moveTo>
                    <a:pt x="722852" y="777"/>
                  </a:moveTo>
                  <a:lnTo>
                    <a:pt x="726377" y="777"/>
                  </a:lnTo>
                  <a:lnTo>
                    <a:pt x="719899" y="14874"/>
                  </a:lnTo>
                  <a:lnTo>
                    <a:pt x="719899" y="24399"/>
                  </a:lnTo>
                  <a:lnTo>
                    <a:pt x="716566" y="24399"/>
                  </a:lnTo>
                  <a:lnTo>
                    <a:pt x="716566" y="14874"/>
                  </a:lnTo>
                  <a:lnTo>
                    <a:pt x="709994" y="777"/>
                  </a:lnTo>
                  <a:lnTo>
                    <a:pt x="713518" y="777"/>
                  </a:lnTo>
                  <a:lnTo>
                    <a:pt x="718185" y="112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491" name="图片 490" descr="计算机学院logo-组合01">
            <a:extLst>
              <a:ext uri="{FF2B5EF4-FFF2-40B4-BE49-F238E27FC236}">
                <a16:creationId xmlns:a16="http://schemas.microsoft.com/office/drawing/2014/main" id="{876714E7-5E3C-44D8-8197-98DE1576B7D5}"/>
              </a:ext>
            </a:extLst>
          </p:cNvPr>
          <p:cNvPicPr>
            <a:picLocks noChangeAspect="1"/>
          </p:cNvPicPr>
          <p:nvPr/>
        </p:nvPicPr>
        <p:blipFill>
          <a:blip r:embed="rId3" cstate="hqprint"/>
          <a:stretch>
            <a:fillRect/>
          </a:stretch>
        </p:blipFill>
        <p:spPr>
          <a:xfrm>
            <a:off x="10076238" y="341471"/>
            <a:ext cx="1854367" cy="44992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6BD828-456C-4799-A8C6-236DD006D850}"/>
              </a:ext>
            </a:extLst>
          </p:cNvPr>
          <p:cNvSpPr txBox="1"/>
          <p:nvPr/>
        </p:nvSpPr>
        <p:spPr>
          <a:xfrm>
            <a:off x="3645075" y="1921270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义启小楷书" panose="02010601030101010101" pitchFamily="2" charset="-128"/>
                <a:ea typeface="义启小楷书" panose="02010601030101010101" pitchFamily="2" charset="-128"/>
              </a:rPr>
              <a:t>操作系统原理</a:t>
            </a:r>
          </a:p>
        </p:txBody>
      </p:sp>
    </p:spTree>
    <p:extLst>
      <p:ext uri="{BB962C8B-B14F-4D97-AF65-F5344CB8AC3E}">
        <p14:creationId xmlns:p14="http://schemas.microsoft.com/office/powerpoint/2010/main" val="282085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178896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AD0F21C-DDFE-E4BA-FB2B-76798E2A3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029810" cy="55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文件是在逻辑上具有完整意义的信息集合，它有一个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名字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以供标识，文件名是以字母开头的字母数字串。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构成文件的基本单位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信息项、记录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文件的其他描述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①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文件是具有符号名的信息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数据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项的集合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文件是具有符号名的记录的集合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31153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8105754-5119-8F98-9880-9A4306C6E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26" y="1041407"/>
            <a:ext cx="8318500" cy="391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文件分类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按文件的性质和用途分类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系统文件        程序库文件        用户文件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按文件保护级别分类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不保护文件       执行文件       只读文件       读写文件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③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分类按文件流向分类</a:t>
            </a:r>
            <a:endParaRPr lang="zh-CN" altLang="en-US" sz="28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输入文件        输出文件        输入输出文件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27067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011608C-0356-49D0-06E2-BDFB813D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537810" cy="5862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(5)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文件名与属性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文件名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每个文件有一个给定的名字，这个名字是由串描述且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sym typeface="+mn-ea"/>
              </a:rPr>
              <a:t>由文件</a:t>
            </a: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内容来表示，包括文件符号名和内部标识符。 </a:t>
            </a:r>
            <a:endParaRPr lang="zh-CN" alt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用户使用文件符号名进行文件操作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系统使用文件内部标识符管理文件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文件扩展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文件扩展表示文件的使用特征，如：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.c   .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obj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.lib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等。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文件属性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文件的属性字，表示文件类别、保护级等信息。</a:t>
            </a:r>
          </a:p>
        </p:txBody>
      </p:sp>
    </p:spTree>
    <p:extLst>
      <p:ext uri="{BB962C8B-B14F-4D97-AF65-F5344CB8AC3E}">
        <p14:creationId xmlns:p14="http://schemas.microsoft.com/office/powerpoint/2010/main" val="110759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CCD8887-96B4-7748-E0A8-80B462256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582514" cy="578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文件系统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什么是文件系统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文件系统是操作系统中负责管理和存取文件信息的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软件机构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文件系统的组成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①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管理文件所需的数据结构</a:t>
            </a:r>
            <a:r>
              <a:rPr lang="zh-CN" altLang="en-US" sz="2400" b="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如目录表、文件控制块、存储分配表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管理程序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一组操作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文件系统的功能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 从用户角度看 </a:t>
            </a:r>
            <a:r>
              <a:rPr lang="en-US" altLang="zh-CN" sz="2400" dirty="0">
                <a:solidFill>
                  <a:srgbClr val="000099"/>
                </a:solidFill>
                <a:effectLst/>
                <a:sym typeface="+mn-ea"/>
              </a:rPr>
              <a:t>——</a:t>
            </a:r>
            <a:r>
              <a:rPr lang="en-US" altLang="zh-CN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文件系统实现了“按名存取”的功能。</a:t>
            </a:r>
          </a:p>
        </p:txBody>
      </p:sp>
    </p:spTree>
    <p:extLst>
      <p:ext uri="{BB962C8B-B14F-4D97-AF65-F5344CB8AC3E}">
        <p14:creationId xmlns:p14="http://schemas.microsoft.com/office/powerpoint/2010/main" val="44709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436F5E1-306A-3BF3-87BD-E8786274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09" y="3022779"/>
            <a:ext cx="8186738" cy="37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文件系统的特点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使用简单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使用文件名、一组文件操作命令。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安全可靠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Tx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提供防护措施，在文件遭受破坏时，能</a:t>
            </a:r>
            <a:r>
              <a:rPr lang="zh-CN" altLang="en-US" sz="20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及时全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量备份、增量备份、动态备份、远程备份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既能共享，又能保密</a:t>
            </a:r>
            <a:endParaRPr lang="zh-CN" altLang="en-US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Tx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身份验证、存取权限验证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2772B8D-D759-AF42-7BF5-089BDFAF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9818551" cy="2324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从系统角度看 </a:t>
            </a:r>
            <a:r>
              <a:rPr lang="en-US" altLang="zh-CN" sz="2400" dirty="0">
                <a:solidFill>
                  <a:srgbClr val="000099"/>
                </a:solidFill>
              </a:rPr>
              <a:t>——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辅存空间管理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文件块、空闲块、分配算法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文件集合管理（构造文件结构、文件存取、文件共享和访问）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文件保护（数据可靠和安全）</a:t>
            </a:r>
          </a:p>
        </p:txBody>
      </p:sp>
    </p:spTree>
    <p:extLst>
      <p:ext uri="{BB962C8B-B14F-4D97-AF65-F5344CB8AC3E}">
        <p14:creationId xmlns:p14="http://schemas.microsoft.com/office/powerpoint/2010/main" val="325213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C3E4A9B-51D1-E128-6CA1-59DE593BC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956063"/>
            <a:ext cx="10330546" cy="431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文件组织的两种结构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文件的逻辑结构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什么是逻辑文件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从用户角度看到的文件面貌。即用户对信息进行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逻辑组织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形成的文件结构。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研究文件逻辑结构的目的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ⅰ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为用户提供一种逻辑结构清晰、使用简便的逻辑</a:t>
            </a:r>
            <a:r>
              <a:rPr lang="zh-CN" altLang="en-US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文件形式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ⅱ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用户按文件的逻辑结构形式去存储、检索和加工</a:t>
            </a:r>
            <a:r>
              <a:rPr lang="zh-CN" altLang="en-US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文件中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的信息。</a:t>
            </a:r>
          </a:p>
        </p:txBody>
      </p:sp>
    </p:spTree>
    <p:extLst>
      <p:ext uri="{BB962C8B-B14F-4D97-AF65-F5344CB8AC3E}">
        <p14:creationId xmlns:p14="http://schemas.microsoft.com/office/powerpoint/2010/main" val="37205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FCA75F-9F36-C1A3-AF12-04442C203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42" y="1012959"/>
            <a:ext cx="10635346" cy="386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文件的物理结构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什么是物理文件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文件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的物理结构是信息在物理存储器上的存储方式，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是数据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的物理表示和组织。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研究文件物理结构的目的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ⅰ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选择工作性能良好、设备利用率高的物理文件形式。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ⅱ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系统按照文件的物理结构形式和外部设备打交道，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控制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信息的传输。</a:t>
            </a:r>
          </a:p>
        </p:txBody>
      </p:sp>
    </p:spTree>
    <p:extLst>
      <p:ext uri="{BB962C8B-B14F-4D97-AF65-F5344CB8AC3E}">
        <p14:creationId xmlns:p14="http://schemas.microsoft.com/office/powerpoint/2010/main" val="402241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文件系统概述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B5BF42-210B-1907-C9EE-3C489ADDE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635346" cy="471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逻辑记录与物理记录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磁盘块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</a:t>
            </a: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逻辑记录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文件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中按信息在逻辑上的独立含义来划分的信息单位，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逻辑记录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是对文件进行存取操作的基本单位。</a:t>
            </a: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物理记录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在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存储介质上，由连续信息所组成的一个区域称为块，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也叫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物理记录。</a:t>
            </a: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③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逻辑记录与物理记录的区别与联系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ⅰ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一个是逻辑的概念，一个是物理的概念。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ⅱ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逻辑记录最终要存放到物理记录上。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 iii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逻辑记录大小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&lt;&gt;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物理记录大小。</a:t>
            </a: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07035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1318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文件的逻辑结构与存取方法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7BA17-908B-E458-527B-8E4B3D7A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06034" cy="5603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文件的逻辑结构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流式文件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什么是流式文件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流式文件是相关的有序字符的集合，是无结构的。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流式文件的存取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流式文件是按信息的个数或以特殊字符为界进行存取的。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记录式文件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什么是记录式文件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记录式文件是一种有结构的文件。这种文件在逻辑上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总是被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看成一组连续顺序的记录的集合。</a:t>
            </a:r>
          </a:p>
        </p:txBody>
      </p:sp>
    </p:spTree>
    <p:extLst>
      <p:ext uri="{BB962C8B-B14F-4D97-AF65-F5344CB8AC3E}">
        <p14:creationId xmlns:p14="http://schemas.microsoft.com/office/powerpoint/2010/main" val="167317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文件的逻辑结构与存取方法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0BC901-BA9E-96FA-2456-844F1299B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4065588" cy="108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定长记录与变长记录</a:t>
            </a:r>
          </a:p>
          <a:p>
            <a:pPr marL="1597025" lvl="5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定长记录              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7A9B9E51-E506-A67B-D564-EE9601420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335" y="1400739"/>
            <a:ext cx="274478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变长记录     </a:t>
            </a:r>
          </a:p>
        </p:txBody>
      </p:sp>
      <p:grpSp>
        <p:nvGrpSpPr>
          <p:cNvPr id="5" name="Group 76">
            <a:extLst>
              <a:ext uri="{FF2B5EF4-FFF2-40B4-BE49-F238E27FC236}">
                <a16:creationId xmlns:a16="http://schemas.microsoft.com/office/drawing/2014/main" id="{51A9D792-68C2-3AE6-F994-1DC65898A56B}"/>
              </a:ext>
            </a:extLst>
          </p:cNvPr>
          <p:cNvGrpSpPr>
            <a:grpSpLocks/>
          </p:cNvGrpSpPr>
          <p:nvPr/>
        </p:nvGrpSpPr>
        <p:grpSpPr bwMode="auto">
          <a:xfrm>
            <a:off x="1346660" y="2092142"/>
            <a:ext cx="2203450" cy="2860675"/>
            <a:chOff x="631" y="1219"/>
            <a:chExt cx="1388" cy="1802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5467875D-6F47-187B-8D63-A8FB5E8AB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0" y="1367"/>
              <a:ext cx="820" cy="13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20B0AF5C-9936-884D-1EF0-3306D0C0F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" y="1583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DA399A16-6640-FF29-5856-3E1AF94F3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4" y="1322"/>
              <a:ext cx="23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D9A5DC79-B474-327E-7759-1D5D5E6D9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" y="1816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0FED382E-E5D0-07B8-1C03-99275F926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8" y="1543"/>
              <a:ext cx="23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4541F1C6-2BE9-C7F5-9E1A-9BA2DB49F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" y="1861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 baseline="-25000">
                <a:solidFill>
                  <a:schemeClr val="tx1"/>
                </a:solidFill>
                <a:latin typeface="宋体" panose="02010600030101010101" pitchFamily="2" charset="-122"/>
                <a:sym typeface="MT Extra" panose="05050102010205020202" pitchFamily="18" charset="2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82BDBDAE-FCED-0348-D6AE-1223E861A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2166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24B9677D-54C6-ECAA-784C-C243057D1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2363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B3D28A7-BF1C-1759-9F4B-31DE49ACA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2" y="2116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C966894E-D8FE-2EA0-99D0-BC34D0808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169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28A0F2-1E5D-FB6F-DB81-149E45A8C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" y="1975"/>
              <a:ext cx="5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RPTR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9FCDBD0A-2204-F80E-B689-73A231F36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2" y="2809"/>
              <a:ext cx="8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定长记录文件</a:t>
              </a:r>
              <a:endParaRPr lang="zh-CN" altLang="en-US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D865A42D-1B4B-919E-2D69-C659E47FC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" y="1219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45FEF5AD-4400-7B2E-30E5-D95715763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" y="1472"/>
              <a:ext cx="2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1L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99073FAD-8D9A-B727-17AB-0C7D19D17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696"/>
              <a:ext cx="2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2L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48">
              <a:extLst>
                <a:ext uri="{FF2B5EF4-FFF2-40B4-BE49-F238E27FC236}">
                  <a16:creationId xmlns:a16="http://schemas.microsoft.com/office/drawing/2014/main" id="{0E76B9DA-58B1-3391-7609-9295D2061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2429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 baseline="-25000">
                <a:solidFill>
                  <a:schemeClr val="tx1"/>
                </a:solidFill>
                <a:latin typeface="宋体" panose="02010600030101010101" pitchFamily="2" charset="-122"/>
                <a:sym typeface="MT Extra" panose="05050102010205020202" pitchFamily="18" charset="2"/>
              </a:endParaRPr>
            </a:p>
          </p:txBody>
        </p:sp>
      </p:grpSp>
      <p:grpSp>
        <p:nvGrpSpPr>
          <p:cNvPr id="22" name="Group 78">
            <a:extLst>
              <a:ext uri="{FF2B5EF4-FFF2-40B4-BE49-F238E27FC236}">
                <a16:creationId xmlns:a16="http://schemas.microsoft.com/office/drawing/2014/main" id="{5E6E641F-DFD3-5F33-454B-510E7CF8AD61}"/>
              </a:ext>
            </a:extLst>
          </p:cNvPr>
          <p:cNvGrpSpPr>
            <a:grpSpLocks/>
          </p:cNvGrpSpPr>
          <p:nvPr/>
        </p:nvGrpSpPr>
        <p:grpSpPr bwMode="auto">
          <a:xfrm>
            <a:off x="4661360" y="2092142"/>
            <a:ext cx="2279650" cy="2860675"/>
            <a:chOff x="2719" y="1219"/>
            <a:chExt cx="1436" cy="1802"/>
          </a:xfrm>
        </p:grpSpPr>
        <p:sp>
          <p:nvSpPr>
            <p:cNvPr id="23" name="Text Box 53">
              <a:extLst>
                <a:ext uri="{FF2B5EF4-FFF2-40B4-BE49-F238E27FC236}">
                  <a16:creationId xmlns:a16="http://schemas.microsoft.com/office/drawing/2014/main" id="{B56371FF-906D-DA10-71DA-E9D9AC1FC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8" y="1367"/>
              <a:ext cx="820" cy="13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Line 54">
              <a:extLst>
                <a:ext uri="{FF2B5EF4-FFF2-40B4-BE49-F238E27FC236}">
                  <a16:creationId xmlns:a16="http://schemas.microsoft.com/office/drawing/2014/main" id="{D23F9208-6127-C701-CF5D-2C5848246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538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55">
              <a:extLst>
                <a:ext uri="{FF2B5EF4-FFF2-40B4-BE49-F238E27FC236}">
                  <a16:creationId xmlns:a16="http://schemas.microsoft.com/office/drawing/2014/main" id="{45CBDB02-481A-7040-5BD5-22A83C02F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322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" name="Line 56">
              <a:extLst>
                <a:ext uri="{FF2B5EF4-FFF2-40B4-BE49-F238E27FC236}">
                  <a16:creationId xmlns:a16="http://schemas.microsoft.com/office/drawing/2014/main" id="{0D4E3453-F821-F2A4-56D2-154BE1521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816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 Box 57">
              <a:extLst>
                <a:ext uri="{FF2B5EF4-FFF2-40B4-BE49-F238E27FC236}">
                  <a16:creationId xmlns:a16="http://schemas.microsoft.com/office/drawing/2014/main" id="{2563FD2D-6A61-7DDB-F1CC-DEA6BBEB1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" y="1552"/>
              <a:ext cx="23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" name="Text Box 58">
              <a:extLst>
                <a:ext uri="{FF2B5EF4-FFF2-40B4-BE49-F238E27FC236}">
                  <a16:creationId xmlns:a16="http://schemas.microsoft.com/office/drawing/2014/main" id="{747DE44E-36F5-EC0D-8E55-4BAEE0436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" y="1861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 baseline="-25000">
                <a:solidFill>
                  <a:schemeClr val="tx1"/>
                </a:solidFill>
                <a:latin typeface="宋体" panose="02010600030101010101" pitchFamily="2" charset="-122"/>
                <a:sym typeface="MT Extra" panose="05050102010205020202" pitchFamily="18" charset="2"/>
              </a:endParaRPr>
            </a:p>
          </p:txBody>
        </p:sp>
        <p:sp>
          <p:nvSpPr>
            <p:cNvPr id="29" name="Line 59">
              <a:extLst>
                <a:ext uri="{FF2B5EF4-FFF2-40B4-BE49-F238E27FC236}">
                  <a16:creationId xmlns:a16="http://schemas.microsoft.com/office/drawing/2014/main" id="{6CC3B2FD-A4DE-6344-10DE-43073D11B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283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Line 60">
              <a:extLst>
                <a:ext uri="{FF2B5EF4-FFF2-40B4-BE49-F238E27FC236}">
                  <a16:creationId xmlns:a16="http://schemas.microsoft.com/office/drawing/2014/main" id="{6C25CE1A-3668-E3EB-B91B-9271CEBD2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" y="2507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61">
              <a:extLst>
                <a:ext uri="{FF2B5EF4-FFF2-40B4-BE49-F238E27FC236}">
                  <a16:creationId xmlns:a16="http://schemas.microsoft.com/office/drawing/2014/main" id="{6449FEA5-565E-553B-7811-83F917A95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251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2" name="Line 62">
              <a:extLst>
                <a:ext uri="{FF2B5EF4-FFF2-40B4-BE49-F238E27FC236}">
                  <a16:creationId xmlns:a16="http://schemas.microsoft.com/office/drawing/2014/main" id="{6682C4D6-18CA-C362-DF85-902FDE7B4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9" y="2106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Text Box 63">
              <a:extLst>
                <a:ext uri="{FF2B5EF4-FFF2-40B4-BE49-F238E27FC236}">
                  <a16:creationId xmlns:a16="http://schemas.microsoft.com/office/drawing/2014/main" id="{E4D5ADB2-97A9-4E40-51EA-BB4B1A95C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4" y="1925"/>
              <a:ext cx="5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RPTR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Text Box 64">
              <a:extLst>
                <a:ext uri="{FF2B5EF4-FFF2-40B4-BE49-F238E27FC236}">
                  <a16:creationId xmlns:a16="http://schemas.microsoft.com/office/drawing/2014/main" id="{9098CDE1-0351-0279-1691-CFD2381F7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809"/>
              <a:ext cx="9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变长记录文件</a:t>
              </a:r>
              <a:endParaRPr lang="zh-CN" altLang="en-US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65">
              <a:extLst>
                <a:ext uri="{FF2B5EF4-FFF2-40B4-BE49-F238E27FC236}">
                  <a16:creationId xmlns:a16="http://schemas.microsoft.com/office/drawing/2014/main" id="{FD6D46B6-1AE7-D3E4-EF3A-5CAE58508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6" y="1219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67">
              <a:extLst>
                <a:ext uri="{FF2B5EF4-FFF2-40B4-BE49-F238E27FC236}">
                  <a16:creationId xmlns:a16="http://schemas.microsoft.com/office/drawing/2014/main" id="{FFF49E7E-6F1B-780C-0025-3E0A03033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" y="1696"/>
              <a:ext cx="4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+1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68">
              <a:extLst>
                <a:ext uri="{FF2B5EF4-FFF2-40B4-BE49-F238E27FC236}">
                  <a16:creationId xmlns:a16="http://schemas.microsoft.com/office/drawing/2014/main" id="{FEBD6F7E-255A-799D-8C10-997BAC038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2519"/>
              <a:ext cx="2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 baseline="-25000">
                <a:solidFill>
                  <a:schemeClr val="tx1"/>
                </a:solidFill>
                <a:latin typeface="宋体" panose="02010600030101010101" pitchFamily="2" charset="-122"/>
                <a:sym typeface="MT Extra" panose="05050102010205020202" pitchFamily="18" charset="2"/>
              </a:endParaRPr>
            </a:p>
          </p:txBody>
        </p:sp>
        <p:sp>
          <p:nvSpPr>
            <p:cNvPr id="38" name="Line 69">
              <a:extLst>
                <a:ext uri="{FF2B5EF4-FFF2-40B4-BE49-F238E27FC236}">
                  <a16:creationId xmlns:a16="http://schemas.microsoft.com/office/drawing/2014/main" id="{2249138B-BDF1-096F-C86D-94A2D2EE9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104"/>
              <a:ext cx="8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Text Box 70">
              <a:extLst>
                <a:ext uri="{FF2B5EF4-FFF2-40B4-BE49-F238E27FC236}">
                  <a16:creationId xmlns:a16="http://schemas.microsoft.com/office/drawing/2014/main" id="{8E1B675B-52BE-3DD1-538E-E14FFF24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" y="2072"/>
              <a:ext cx="2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40" name="Text Box 75">
            <a:extLst>
              <a:ext uri="{FF2B5EF4-FFF2-40B4-BE49-F238E27FC236}">
                <a16:creationId xmlns:a16="http://schemas.microsoft.com/office/drawing/2014/main" id="{08D1F14C-71FA-4395-AFFE-61929B3DE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360" y="5381442"/>
            <a:ext cx="3000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定长记录文件和变长记录文件</a:t>
            </a:r>
          </a:p>
        </p:txBody>
      </p:sp>
    </p:spTree>
    <p:extLst>
      <p:ext uri="{BB962C8B-B14F-4D97-AF65-F5344CB8AC3E}">
        <p14:creationId xmlns:p14="http://schemas.microsoft.com/office/powerpoint/2010/main" val="70323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文件的逻辑结构与存取方法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85DE3BD-CC10-A0FA-2F10-5FAD18582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415890" cy="443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文件存取方法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顺序存取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后一次存取总是在前一次存取的基础上进行的。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顺序存取时不必给出具体的存取位置。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随机存取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用户以任意次序请求某个记录。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随机存取时要指出起始存取位置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例如记录号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6065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2225990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78F14036-74B9-BB0E-E29E-8779C3FAD37A}"/>
              </a:ext>
            </a:extLst>
          </p:cNvPr>
          <p:cNvSpPr txBox="1">
            <a:spLocks/>
          </p:cNvSpPr>
          <p:nvPr/>
        </p:nvSpPr>
        <p:spPr>
          <a:xfrm>
            <a:off x="487822" y="830079"/>
            <a:ext cx="8405813" cy="4943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indent="-533400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文件物理结构要考虑什么？</a:t>
            </a:r>
            <a:endParaRPr lang="en-US" altLang="zh-CN" dirty="0">
              <a:solidFill>
                <a:srgbClr val="335F9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indent="-533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effectLst/>
                <a:latin typeface="+mn-ea"/>
                <a:ea typeface="+mn-ea"/>
              </a:rPr>
              <a:t>大多数文件都很小</a:t>
            </a:r>
            <a:endParaRPr lang="en-US" altLang="zh-CN" dirty="0"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914400" lvl="3" indent="-45593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时间：如何快速访问</a:t>
            </a:r>
            <a:endParaRPr lang="en-US" altLang="zh-CN" sz="2400" kern="0" dirty="0">
              <a:solidFill>
                <a:schemeClr val="tx1"/>
              </a:solidFill>
              <a:latin typeface="+mn-ea"/>
            </a:endParaRPr>
          </a:p>
          <a:p>
            <a:pPr marL="914400" lvl="3" indent="-45593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空间：如何高效利用</a:t>
            </a:r>
            <a:endParaRPr lang="en-US" altLang="zh-CN" sz="2400" kern="0" dirty="0">
              <a:solidFill>
                <a:schemeClr val="tx1"/>
              </a:solidFill>
              <a:latin typeface="+mn-ea"/>
            </a:endParaRPr>
          </a:p>
          <a:p>
            <a:pPr marL="533400" indent="-533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effectLst/>
                <a:latin typeface="+mn-ea"/>
                <a:ea typeface="+mn-ea"/>
              </a:rPr>
              <a:t>一些文件非常大</a:t>
            </a:r>
            <a:endParaRPr lang="en-US" altLang="zh-CN" dirty="0"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914400" lvl="3" indent="-45593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如何支持大文件？</a:t>
            </a:r>
            <a:endParaRPr lang="en-US" altLang="zh-CN" sz="2400" kern="0" dirty="0">
              <a:solidFill>
                <a:schemeClr val="tx1"/>
              </a:solidFill>
              <a:latin typeface="+mn-ea"/>
            </a:endParaRPr>
          </a:p>
          <a:p>
            <a:pPr marL="914400" lvl="3" indent="-45593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如何尽可能的高效</a:t>
            </a:r>
            <a:endParaRPr lang="en-US" altLang="zh-CN" sz="24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20695EDF-2425-DC1E-8DF0-02D7103B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030" y="3100338"/>
            <a:ext cx="5365306" cy="1947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要解决的问题：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14400" lvl="3" indent="-45593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b="0" kern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文件怎么存放在外存上</a:t>
            </a:r>
            <a:endParaRPr lang="en-US" altLang="zh-CN" sz="2400" b="0" kern="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 marL="914400" lvl="3" indent="-455930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b="0" kern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怎么从外存访问数据（读、写）</a:t>
            </a:r>
          </a:p>
        </p:txBody>
      </p:sp>
    </p:spTree>
    <p:extLst>
      <p:ext uri="{BB962C8B-B14F-4D97-AF65-F5344CB8AC3E}">
        <p14:creationId xmlns:p14="http://schemas.microsoft.com/office/powerpoint/2010/main" val="162304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0AE22B-30F6-96EB-2431-14FC5FF82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1" y="830079"/>
            <a:ext cx="10035527" cy="241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常用的文件物理结构：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连续文件、串联文件、索引结构</a:t>
            </a:r>
            <a:endParaRPr lang="zh-CN" altLang="en-US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连续文件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什么是连续文件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连续文件结构是由一组分配在磁盘连续区域的物理块组成的。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FBEB83-8A4A-74A7-8240-4B7EE9AAA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36" y="3763684"/>
            <a:ext cx="10035527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400" b="1">
                <a:solidFill>
                  <a:srgbClr val="4138F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ct val="30000"/>
              </a:spcBef>
              <a:buClr>
                <a:srgbClr val="FFC000"/>
              </a:buClr>
              <a:defRPr/>
            </a:pPr>
            <a:r>
              <a:rPr lang="en-US" altLang="zh-CN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连续文件结构例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文件Ａ有三个记录 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逻辑记录与物理块大小相等，都</a:t>
            </a:r>
            <a:r>
              <a:rPr lang="zh-CN" altLang="en-US" sz="2400" b="0" dirty="0" smtClean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en-US" altLang="zh-CN" sz="2400" b="0" dirty="0" smtClean="0">
                <a:solidFill>
                  <a:schemeClr val="tx1"/>
                </a:solidFill>
                <a:latin typeface="+mn-ea"/>
                <a:ea typeface="+mn-ea"/>
              </a:rPr>
              <a:t>512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Ｂ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，采用连续文件结构，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2400" b="0" baseline="-25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存放在块号为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100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的磁盘块上。 </a:t>
            </a:r>
          </a:p>
        </p:txBody>
      </p:sp>
    </p:spTree>
    <p:extLst>
      <p:ext uri="{BB962C8B-B14F-4D97-AF65-F5344CB8AC3E}">
        <p14:creationId xmlns:p14="http://schemas.microsoft.com/office/powerpoint/2010/main" val="2082959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D8BCFC69-D2A9-EF35-BC60-20D720AC109A}"/>
              </a:ext>
            </a:extLst>
          </p:cNvPr>
          <p:cNvGrpSpPr>
            <a:grpSpLocks/>
          </p:cNvGrpSpPr>
          <p:nvPr/>
        </p:nvGrpSpPr>
        <p:grpSpPr bwMode="auto">
          <a:xfrm>
            <a:off x="1259347" y="830079"/>
            <a:ext cx="5816600" cy="2827337"/>
            <a:chOff x="748" y="445"/>
            <a:chExt cx="3664" cy="1781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B16FA859-59F8-B54B-24CD-4290808F3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9" y="494"/>
              <a:ext cx="978" cy="1478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   3   100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0CB43642-2593-6BFA-D888-A405A2A05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944"/>
              <a:ext cx="97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DE35DEE3-57C7-712D-D497-D864F0DB0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207"/>
              <a:ext cx="97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94C1D4D6-0B4B-C81C-0D67-A7DBFDB18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2" y="944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663C3F8-E6F1-E421-888B-057E108C1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" y="944"/>
              <a:ext cx="0" cy="2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39C5426A-77F6-972D-834A-67F7682C9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" y="861"/>
              <a:ext cx="1461" cy="377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            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           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   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653BAE72-6EA7-90C4-892E-17A772ADA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861"/>
              <a:ext cx="0" cy="3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37C0934F-1EA3-78EA-691B-419ECE36F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861"/>
              <a:ext cx="0" cy="3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DF968EB9-F574-78A6-100D-9B4A4E00B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1101"/>
              <a:ext cx="3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1F975231-0DE1-972C-52CB-458A696E2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4" y="858"/>
              <a:ext cx="0" cy="2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BB0C0436-EA67-5099-9688-B5BD27CAC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4" y="860"/>
              <a:ext cx="4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7B13A58A-B29F-7C83-AF98-43E6BD870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445"/>
              <a:ext cx="76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897984A4-D6E8-401B-40BF-87BF39F62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650"/>
              <a:ext cx="3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DB7D20F5-9800-D378-1967-100F32F66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650"/>
              <a:ext cx="33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631E7EAE-B7FB-CE0A-B68F-91BCB7D5A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" y="650"/>
              <a:ext cx="32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102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EBA88109-D95D-178D-7B85-2421A58D6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2014"/>
              <a:ext cx="6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id="{0C17E0ED-3C09-93DC-1B4A-A87788F9F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887"/>
              <a:ext cx="597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</p:grpSp>
      <p:sp>
        <p:nvSpPr>
          <p:cNvPr id="21" name="Rectangle 25">
            <a:extLst>
              <a:ext uri="{FF2B5EF4-FFF2-40B4-BE49-F238E27FC236}">
                <a16:creationId xmlns:a16="http://schemas.microsoft.com/office/drawing/2014/main" id="{9B309FCE-FB68-533D-E20E-A76E32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4111441"/>
            <a:ext cx="10468722" cy="2691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连续文件的特点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结构简单，实现容易，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连续存取时速度较快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创建文件时要给出文件大小，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文件长度一经固定便不易改变，动态增加和修改不易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存储空间利用率不高（碎片）</a:t>
            </a: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84525014-E9C0-3561-AEE4-BAB3239DE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22" y="3617729"/>
            <a:ext cx="816927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rgbClr val="CC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问题：存取 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400" baseline="-25000" dirty="0" err="1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记录时，应如何操作 ？可采用哪些分配策略？</a:t>
            </a:r>
          </a:p>
        </p:txBody>
      </p:sp>
      <p:sp>
        <p:nvSpPr>
          <p:cNvPr id="23" name="Text Box 31">
            <a:extLst>
              <a:ext uri="{FF2B5EF4-FFF2-40B4-BE49-F238E27FC236}">
                <a16:creationId xmlns:a16="http://schemas.microsoft.com/office/drawing/2014/main" id="{6F5ECC7B-9AB5-8B85-DD07-4400D168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547" y="2984316"/>
            <a:ext cx="1693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串联文件结构</a:t>
            </a:r>
          </a:p>
        </p:txBody>
      </p:sp>
    </p:spTree>
    <p:extLst>
      <p:ext uri="{BB962C8B-B14F-4D97-AF65-F5344CB8AC3E}">
        <p14:creationId xmlns:p14="http://schemas.microsoft.com/office/powerpoint/2010/main" val="433491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B6F394B-D004-0112-CF4B-FE647BF04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570322" cy="321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串联文件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什么是串联文件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串联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文件结构是按顺序由串联的块组成的，即文件的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信息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存于若干块物理块中，每个物理块的最末一个字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作为链接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字，它指出后继块的物理地址。文件的最后一块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的链接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字为结束标记“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”，它表示文件至本块结束。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560C29-F45C-EA24-4258-FEB6D3990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884" y="4244792"/>
            <a:ext cx="362902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串联</a:t>
            </a:r>
            <a:r>
              <a:rPr lang="zh-CN" altLang="en-US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文件结构例子</a:t>
            </a:r>
            <a:endParaRPr lang="zh-CN" altLang="en-US" sz="2600" b="1" dirty="0">
              <a:solidFill>
                <a:prstClr val="black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6354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3FFE7B3C-3699-8A1F-31A2-61832097C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634" y="6718117"/>
            <a:ext cx="376238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400" b="0">
                <a:solidFill>
                  <a:schemeClr val="tx2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5C3BFB91-3986-A5C7-51B4-A31E055E9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27" y="3609933"/>
            <a:ext cx="951498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串联文件的特点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能较好地利用辅存空间，提高利用率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不必事先知道文件长度，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易于对文件进行修改和扩充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连续存取时速度较快，随机存取效率太低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None/>
              <a:defRPr/>
            </a:pPr>
            <a:r>
              <a:rPr lang="zh-CN" altLang="zh-CN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④</a:t>
            </a:r>
            <a:r>
              <a:rPr lang="en-US" altLang="zh-CN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链接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字占用一定空间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None/>
              <a:defRPr/>
            </a:pPr>
            <a:r>
              <a:rPr lang="zh-CN" altLang="zh-CN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⑤</a:t>
            </a:r>
            <a:r>
              <a:rPr lang="en-US" altLang="zh-CN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可靠性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问题</a:t>
            </a:r>
            <a:r>
              <a:rPr lang="zh-CN" altLang="en-US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，链接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字容易出错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5" name="Group 71">
            <a:extLst>
              <a:ext uri="{FF2B5EF4-FFF2-40B4-BE49-F238E27FC236}">
                <a16:creationId xmlns:a16="http://schemas.microsoft.com/office/drawing/2014/main" id="{7A7A9792-878C-38DD-9177-A368142C2789}"/>
              </a:ext>
            </a:extLst>
          </p:cNvPr>
          <p:cNvGrpSpPr>
            <a:grpSpLocks/>
          </p:cNvGrpSpPr>
          <p:nvPr/>
        </p:nvGrpSpPr>
        <p:grpSpPr bwMode="auto">
          <a:xfrm>
            <a:off x="503697" y="830079"/>
            <a:ext cx="7297737" cy="2762250"/>
            <a:chOff x="385" y="392"/>
            <a:chExt cx="4597" cy="1740"/>
          </a:xfrm>
        </p:grpSpPr>
        <p:sp>
          <p:nvSpPr>
            <p:cNvPr id="6" name="Text Box 45">
              <a:extLst>
                <a:ext uri="{FF2B5EF4-FFF2-40B4-BE49-F238E27FC236}">
                  <a16:creationId xmlns:a16="http://schemas.microsoft.com/office/drawing/2014/main" id="{C604A6E8-A1F7-74C4-B969-B1F0D26BA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" y="500"/>
              <a:ext cx="829" cy="1376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    100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46">
              <a:extLst>
                <a:ext uri="{FF2B5EF4-FFF2-40B4-BE49-F238E27FC236}">
                  <a16:creationId xmlns:a16="http://schemas.microsoft.com/office/drawing/2014/main" id="{A5480BB0-28F6-4B3A-F47C-AEBE1087F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899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47">
              <a:extLst>
                <a:ext uri="{FF2B5EF4-FFF2-40B4-BE49-F238E27FC236}">
                  <a16:creationId xmlns:a16="http://schemas.microsoft.com/office/drawing/2014/main" id="{6F8E00C7-A17F-1C7F-A9FA-8D2050FC3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204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48">
              <a:extLst>
                <a:ext uri="{FF2B5EF4-FFF2-40B4-BE49-F238E27FC236}">
                  <a16:creationId xmlns:a16="http://schemas.microsoft.com/office/drawing/2014/main" id="{4CDE0FEF-FFE6-C26F-0EF3-001ADEA98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0" y="899"/>
              <a:ext cx="0" cy="3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49">
              <a:extLst>
                <a:ext uri="{FF2B5EF4-FFF2-40B4-BE49-F238E27FC236}">
                  <a16:creationId xmlns:a16="http://schemas.microsoft.com/office/drawing/2014/main" id="{2018658F-CBEB-A899-867F-E7680892E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" y="752"/>
              <a:ext cx="620" cy="5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57</a:t>
              </a:r>
            </a:p>
          </p:txBody>
        </p:sp>
        <p:sp>
          <p:nvSpPr>
            <p:cNvPr id="11" name="Line 50">
              <a:extLst>
                <a:ext uri="{FF2B5EF4-FFF2-40B4-BE49-F238E27FC236}">
                  <a16:creationId xmlns:a16="http://schemas.microsoft.com/office/drawing/2014/main" id="{11FEB7BB-6B3B-EB7C-355B-EDDC43A70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1119"/>
              <a:ext cx="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51">
              <a:extLst>
                <a:ext uri="{FF2B5EF4-FFF2-40B4-BE49-F238E27FC236}">
                  <a16:creationId xmlns:a16="http://schemas.microsoft.com/office/drawing/2014/main" id="{F90EFEC9-CA71-95D6-B47E-67437006D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" y="752"/>
              <a:ext cx="619" cy="5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Line 52">
              <a:extLst>
                <a:ext uri="{FF2B5EF4-FFF2-40B4-BE49-F238E27FC236}">
                  <a16:creationId xmlns:a16="http://schemas.microsoft.com/office/drawing/2014/main" id="{831C5AAC-23CF-488F-EE01-9A420302E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119"/>
              <a:ext cx="6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53">
              <a:extLst>
                <a:ext uri="{FF2B5EF4-FFF2-40B4-BE49-F238E27FC236}">
                  <a16:creationId xmlns:a16="http://schemas.microsoft.com/office/drawing/2014/main" id="{D5A55EC1-59C4-C202-1319-BF591F6BA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5" y="1079"/>
              <a:ext cx="3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54">
              <a:extLst>
                <a:ext uri="{FF2B5EF4-FFF2-40B4-BE49-F238E27FC236}">
                  <a16:creationId xmlns:a16="http://schemas.microsoft.com/office/drawing/2014/main" id="{74226E17-DEBE-30BC-63EB-7B0C196EB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761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55">
              <a:extLst>
                <a:ext uri="{FF2B5EF4-FFF2-40B4-BE49-F238E27FC236}">
                  <a16:creationId xmlns:a16="http://schemas.microsoft.com/office/drawing/2014/main" id="{16A8C3DB-01C6-2A9B-FAEE-9EC0BB4DC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761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56">
              <a:extLst>
                <a:ext uri="{FF2B5EF4-FFF2-40B4-BE49-F238E27FC236}">
                  <a16:creationId xmlns:a16="http://schemas.microsoft.com/office/drawing/2014/main" id="{F05373D0-DEDB-A39A-0CE8-8B4A21715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" y="1204"/>
              <a:ext cx="25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57">
              <a:extLst>
                <a:ext uri="{FF2B5EF4-FFF2-40B4-BE49-F238E27FC236}">
                  <a16:creationId xmlns:a16="http://schemas.microsoft.com/office/drawing/2014/main" id="{8C55F988-3D24-5597-9B09-D811612F7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762"/>
              <a:ext cx="24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58">
              <a:extLst>
                <a:ext uri="{FF2B5EF4-FFF2-40B4-BE49-F238E27FC236}">
                  <a16:creationId xmlns:a16="http://schemas.microsoft.com/office/drawing/2014/main" id="{07BE15E9-DCCD-B2EF-D07D-1F2D1100A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9" y="1204"/>
              <a:ext cx="2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59">
              <a:extLst>
                <a:ext uri="{FF2B5EF4-FFF2-40B4-BE49-F238E27FC236}">
                  <a16:creationId xmlns:a16="http://schemas.microsoft.com/office/drawing/2014/main" id="{781E2CEA-D470-A96C-D5FA-66358ABA7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5" y="752"/>
              <a:ext cx="0" cy="4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60">
              <a:extLst>
                <a:ext uri="{FF2B5EF4-FFF2-40B4-BE49-F238E27FC236}">
                  <a16:creationId xmlns:a16="http://schemas.microsoft.com/office/drawing/2014/main" id="{D018DE58-7624-90E3-01D2-601418E18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5" y="753"/>
              <a:ext cx="24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61">
              <a:extLst>
                <a:ext uri="{FF2B5EF4-FFF2-40B4-BE49-F238E27FC236}">
                  <a16:creationId xmlns:a16="http://schemas.microsoft.com/office/drawing/2014/main" id="{5EE75A15-579B-8125-F22A-526C0ED8C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752"/>
              <a:ext cx="620" cy="5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150</a:t>
              </a:r>
            </a:p>
          </p:txBody>
        </p:sp>
        <p:sp>
          <p:nvSpPr>
            <p:cNvPr id="23" name="Line 62">
              <a:extLst>
                <a:ext uri="{FF2B5EF4-FFF2-40B4-BE49-F238E27FC236}">
                  <a16:creationId xmlns:a16="http://schemas.microsoft.com/office/drawing/2014/main" id="{867306B2-42E6-69E1-94DD-74F6BDEA9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1" y="1119"/>
              <a:ext cx="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63">
              <a:extLst>
                <a:ext uri="{FF2B5EF4-FFF2-40B4-BE49-F238E27FC236}">
                  <a16:creationId xmlns:a16="http://schemas.microsoft.com/office/drawing/2014/main" id="{97D51C4C-A597-70DE-624C-8F1B8E170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8" y="754"/>
              <a:ext cx="0" cy="4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64">
              <a:extLst>
                <a:ext uri="{FF2B5EF4-FFF2-40B4-BE49-F238E27FC236}">
                  <a16:creationId xmlns:a16="http://schemas.microsoft.com/office/drawing/2014/main" id="{69AE2735-ABC5-4D8B-EA5E-24141816D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" y="392"/>
              <a:ext cx="669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26" name="Text Box 65">
              <a:extLst>
                <a:ext uri="{FF2B5EF4-FFF2-40B4-BE49-F238E27FC236}">
                  <a16:creationId xmlns:a16="http://schemas.microsoft.com/office/drawing/2014/main" id="{6B708649-0F8C-500F-718B-8E6EB3071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" y="392"/>
              <a:ext cx="6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150</a:t>
              </a:r>
            </a:p>
          </p:txBody>
        </p:sp>
        <p:sp>
          <p:nvSpPr>
            <p:cNvPr id="27" name="Text Box 66">
              <a:extLst>
                <a:ext uri="{FF2B5EF4-FFF2-40B4-BE49-F238E27FC236}">
                  <a16:creationId xmlns:a16="http://schemas.microsoft.com/office/drawing/2014/main" id="{398560A8-61FC-0A7B-1098-483DF9391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392"/>
              <a:ext cx="6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57</a:t>
              </a:r>
            </a:p>
          </p:txBody>
        </p:sp>
        <p:sp>
          <p:nvSpPr>
            <p:cNvPr id="28" name="Text Box 67">
              <a:extLst>
                <a:ext uri="{FF2B5EF4-FFF2-40B4-BE49-F238E27FC236}">
                  <a16:creationId xmlns:a16="http://schemas.microsoft.com/office/drawing/2014/main" id="{7B166DBD-B90E-6E5E-2836-11B6E90B7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920"/>
              <a:ext cx="6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29" name="Text Box 68">
              <a:extLst>
                <a:ext uri="{FF2B5EF4-FFF2-40B4-BE49-F238E27FC236}">
                  <a16:creationId xmlns:a16="http://schemas.microsoft.com/office/drawing/2014/main" id="{F3C33D73-9635-8BE1-F45F-86DF21E93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845"/>
              <a:ext cx="64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</p:grpSp>
      <p:sp>
        <p:nvSpPr>
          <p:cNvPr id="30" name="Rectangle 70">
            <a:extLst>
              <a:ext uri="{FF2B5EF4-FFF2-40B4-BE49-F238E27FC236}">
                <a16:creationId xmlns:a16="http://schemas.microsoft.com/office/drawing/2014/main" id="{30A878A6-69B2-769B-1A57-5CF7A9320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322" y="2866982"/>
            <a:ext cx="611945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rgbClr val="CC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问题：存取 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r </a:t>
            </a:r>
            <a:r>
              <a:rPr lang="en-US" altLang="zh-CN" sz="2400" baseline="-25000" dirty="0" err="1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记录时，应如何操作 ？</a:t>
            </a:r>
          </a:p>
        </p:txBody>
      </p:sp>
      <p:sp>
        <p:nvSpPr>
          <p:cNvPr id="31" name="Text Box 72">
            <a:extLst>
              <a:ext uri="{FF2B5EF4-FFF2-40B4-BE49-F238E27FC236}">
                <a16:creationId xmlns:a16="http://schemas.microsoft.com/office/drawing/2014/main" id="{8FD1CB6E-3BCD-A070-03F7-FF205FED8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459" y="2950979"/>
            <a:ext cx="19817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串联</a:t>
            </a:r>
            <a:r>
              <a:rPr lang="zh-CN" alt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文件结构例子</a:t>
            </a:r>
            <a:endParaRPr lang="zh-CN" altLang="en-US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072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EA9716D6-5CEF-507E-2F91-A9025FE466E3}"/>
              </a:ext>
            </a:extLst>
          </p:cNvPr>
          <p:cNvSpPr txBox="1">
            <a:spLocks/>
          </p:cNvSpPr>
          <p:nvPr/>
        </p:nvSpPr>
        <p:spPr>
          <a:xfrm>
            <a:off x="487821" y="1040384"/>
            <a:ext cx="9724941" cy="176613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indent="-533400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  <a:defRPr/>
            </a:pPr>
            <a:r>
              <a:rPr lang="zh-CN" altLang="en-US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串联文件的变形：文件映照技术（</a:t>
            </a:r>
            <a:r>
              <a:rPr lang="en-US" altLang="zh-CN" dirty="0" smtClean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FAT</a:t>
            </a:r>
            <a:r>
              <a:rPr lang="zh-CN" altLang="en-US" dirty="0" smtClean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endParaRPr lang="en-US" altLang="zh-CN" dirty="0">
              <a:solidFill>
                <a:srgbClr val="335F9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18852D5C-F688-C450-9D78-BBA0223045A8}"/>
              </a:ext>
            </a:extLst>
          </p:cNvPr>
          <p:cNvSpPr txBox="1"/>
          <p:nvPr/>
        </p:nvSpPr>
        <p:spPr bwMode="auto">
          <a:xfrm>
            <a:off x="747890" y="2362198"/>
            <a:ext cx="3429000" cy="1827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1028700" indent="-45593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428750" indent="-39878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752600" indent="-32258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92325" indent="-338455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整个磁盘设置一张</a:t>
            </a:r>
            <a:r>
              <a:rPr lang="en-US" altLang="zh-CN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FAT</a:t>
            </a:r>
            <a:r>
              <a:rPr lang="zh-CN" altLang="en-US" sz="2400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表，每个盘块对应一个表目，存放连接文件各物理块的指针。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232" y="2359476"/>
            <a:ext cx="6303264" cy="304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42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/>
                </a:solidFill>
              </a:rPr>
              <a:t>文件系统</a:t>
            </a:r>
            <a:r>
              <a:rPr lang="en-US" altLang="zh-CN" dirty="0">
                <a:solidFill>
                  <a:schemeClr val="tx2"/>
                </a:solidFill>
              </a:rPr>
              <a:t>——</a:t>
            </a:r>
            <a:r>
              <a:rPr lang="zh-CN" altLang="en-US" dirty="0">
                <a:solidFill>
                  <a:schemeClr val="tx2"/>
                </a:solidFill>
              </a:rPr>
              <a:t>文件的物理结构</a:t>
            </a:r>
            <a:endParaRPr lang="zh-CN" altLang="en-US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EA9716D6-5CEF-507E-2F91-A9025FE466E3}"/>
              </a:ext>
            </a:extLst>
          </p:cNvPr>
          <p:cNvSpPr txBox="1">
            <a:spLocks/>
          </p:cNvSpPr>
          <p:nvPr/>
        </p:nvSpPr>
        <p:spPr>
          <a:xfrm>
            <a:off x="487823" y="951999"/>
            <a:ext cx="5153010" cy="120192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1" indent="-455930">
              <a:defRPr/>
            </a:pPr>
            <a:r>
              <a:rPr lang="zh-CN" altLang="en-US" sz="2800" b="1" dirty="0" smtClean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文件</a:t>
            </a:r>
            <a:r>
              <a:rPr lang="zh-CN" altLang="en-US" sz="2800" b="1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映照技术：</a:t>
            </a:r>
            <a:endParaRPr lang="en-US" altLang="zh-CN" sz="2800" b="1" dirty="0">
              <a:solidFill>
                <a:srgbClr val="335F9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marL="572770" lvl="1"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把链接指针按顺序集中存放，构成盘文件映射表</a:t>
            </a:r>
            <a:r>
              <a:rPr lang="en-US" altLang="zh-CN" sz="2400" kern="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400" kern="0" dirty="0">
                <a:solidFill>
                  <a:schemeClr val="tx1"/>
                </a:solidFill>
                <a:latin typeface="+mn-ea"/>
              </a:rPr>
              <a:t>文件分配表</a:t>
            </a:r>
            <a:r>
              <a:rPr lang="en-US" altLang="zh-CN" sz="2400" kern="0" dirty="0">
                <a:solidFill>
                  <a:schemeClr val="tx1"/>
                </a:solidFill>
                <a:latin typeface="+mn-ea"/>
              </a:rPr>
              <a:t>(FAT)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898" y="951999"/>
            <a:ext cx="5322205" cy="125881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633" y="2379789"/>
            <a:ext cx="78295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7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0C3CA9-ECEF-1F1F-F31B-F87CC56E0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598770" cy="2286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索引文件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什么是索引文件</a:t>
            </a:r>
          </a:p>
          <a:p>
            <a:pPr marL="360000"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系统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为每个文件建立逻辑块号与物理块号的对照表。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这张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表称为该文件的索引表。文件由数据文件和索引表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构成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。这种文件称为索引文件。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24539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E6427C6-B511-FA3E-DABF-39D7082EF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22" y="830079"/>
            <a:ext cx="6997700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r>
              <a:rPr lang="zh-CN" altLang="en-US" sz="2600" b="1" dirty="0" smtClean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文件结构例子</a:t>
            </a:r>
            <a:endParaRPr lang="zh-CN" altLang="en-US" sz="2600" b="1" dirty="0">
              <a:solidFill>
                <a:prstClr val="black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A11E845C-1060-E624-6EAD-6098A936AF32}"/>
              </a:ext>
            </a:extLst>
          </p:cNvPr>
          <p:cNvGrpSpPr>
            <a:grpSpLocks/>
          </p:cNvGrpSpPr>
          <p:nvPr/>
        </p:nvGrpSpPr>
        <p:grpSpPr bwMode="auto">
          <a:xfrm>
            <a:off x="487822" y="1600017"/>
            <a:ext cx="7739063" cy="4400550"/>
            <a:chOff x="390" y="855"/>
            <a:chExt cx="4875" cy="2772"/>
          </a:xfrm>
        </p:grpSpPr>
        <p:sp>
          <p:nvSpPr>
            <p:cNvPr id="5" name="Text Box 26">
              <a:extLst>
                <a:ext uri="{FF2B5EF4-FFF2-40B4-BE49-F238E27FC236}">
                  <a16:creationId xmlns:a16="http://schemas.microsoft.com/office/drawing/2014/main" id="{66936A39-7384-88B8-5BD8-86765D79B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" y="1261"/>
              <a:ext cx="878" cy="2051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索引表指针</a:t>
              </a:r>
            </a:p>
          </p:txBody>
        </p:sp>
        <p:sp>
          <p:nvSpPr>
            <p:cNvPr id="6" name="Text Box 27">
              <a:extLst>
                <a:ext uri="{FF2B5EF4-FFF2-40B4-BE49-F238E27FC236}">
                  <a16:creationId xmlns:a16="http://schemas.microsoft.com/office/drawing/2014/main" id="{1AA7494B-05C4-B422-8FC5-1B08877A1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" y="1753"/>
              <a:ext cx="600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818AC620-72A3-5703-7590-5DE700080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1261"/>
              <a:ext cx="407" cy="289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163D0D3A-5E33-2801-9DDF-4D1049B03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1665"/>
              <a:ext cx="407" cy="266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282C0510-5240-23EA-FB06-DE371A94F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094"/>
              <a:ext cx="2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E9313C0A-54DE-39D0-8B61-A50EC3245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1" y="1335"/>
              <a:ext cx="0" cy="7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0FEDC71A-CB1D-CE7C-856C-E42057A15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1335"/>
              <a:ext cx="3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0BA981B9-BF43-FC6B-FEB8-2A2F446DE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" y="1758"/>
              <a:ext cx="8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17F6C581-2CE0-8F73-B64D-219BFE3FA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" y="2190"/>
              <a:ext cx="8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9EA7191D-2BC8-006F-1236-FD10E9533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" y="1983"/>
              <a:ext cx="8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36">
              <a:extLst>
                <a:ext uri="{FF2B5EF4-FFF2-40B4-BE49-F238E27FC236}">
                  <a16:creationId xmlns:a16="http://schemas.microsoft.com/office/drawing/2014/main" id="{A5663E4D-C27D-E391-2064-5648756AB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3377"/>
              <a:ext cx="7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16" name="Text Box 38">
              <a:extLst>
                <a:ext uri="{FF2B5EF4-FFF2-40B4-BE49-F238E27FC236}">
                  <a16:creationId xmlns:a16="http://schemas.microsoft.com/office/drawing/2014/main" id="{8A0EB250-5E02-EFC1-0FD9-9C73CCC67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" y="1342"/>
              <a:ext cx="1215" cy="875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0                23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1                19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2                26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 3                29</a:t>
              </a:r>
            </a:p>
          </p:txBody>
        </p:sp>
        <p:sp>
          <p:nvSpPr>
            <p:cNvPr id="17" name="Line 39">
              <a:extLst>
                <a:ext uri="{FF2B5EF4-FFF2-40B4-BE49-F238E27FC236}">
                  <a16:creationId xmlns:a16="http://schemas.microsoft.com/office/drawing/2014/main" id="{8B6A8BDF-8AE5-03D9-589F-02ABC4F4F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1569"/>
              <a:ext cx="12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41">
              <a:extLst>
                <a:ext uri="{FF2B5EF4-FFF2-40B4-BE49-F238E27FC236}">
                  <a16:creationId xmlns:a16="http://schemas.microsoft.com/office/drawing/2014/main" id="{4DBA7991-3DA1-BE15-B6A6-C3B793149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1774"/>
              <a:ext cx="12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4281F36D-ACC0-2A43-1506-9B4A3A470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1983"/>
              <a:ext cx="12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846EF825-FA29-0263-82A6-905170493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1342"/>
              <a:ext cx="0" cy="8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 Box 44">
              <a:extLst>
                <a:ext uri="{FF2B5EF4-FFF2-40B4-BE49-F238E27FC236}">
                  <a16:creationId xmlns:a16="http://schemas.microsoft.com/office/drawing/2014/main" id="{A44D7D26-A744-1088-612A-72EC99F8B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2111"/>
              <a:ext cx="407" cy="266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45">
              <a:extLst>
                <a:ext uri="{FF2B5EF4-FFF2-40B4-BE49-F238E27FC236}">
                  <a16:creationId xmlns:a16="http://schemas.microsoft.com/office/drawing/2014/main" id="{F72C385B-4DB7-DBA0-3C48-D56C58CAE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2560"/>
              <a:ext cx="407" cy="266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46">
              <a:extLst>
                <a:ext uri="{FF2B5EF4-FFF2-40B4-BE49-F238E27FC236}">
                  <a16:creationId xmlns:a16="http://schemas.microsoft.com/office/drawing/2014/main" id="{F0133687-E668-4346-6B98-A7899982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1208"/>
              <a:ext cx="739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24" name="Text Box 47">
              <a:extLst>
                <a:ext uri="{FF2B5EF4-FFF2-40B4-BE49-F238E27FC236}">
                  <a16:creationId xmlns:a16="http://schemas.microsoft.com/office/drawing/2014/main" id="{686C5850-2D03-4206-CCD3-3540FE4B8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1623"/>
              <a:ext cx="732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25" name="Text Box 48">
              <a:extLst>
                <a:ext uri="{FF2B5EF4-FFF2-40B4-BE49-F238E27FC236}">
                  <a16:creationId xmlns:a16="http://schemas.microsoft.com/office/drawing/2014/main" id="{74C1431A-DB13-A12A-788D-EEBDF2507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2068"/>
              <a:ext cx="642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ECFE98F7-9D03-3138-2AB6-54D957C93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6" y="2535"/>
              <a:ext cx="63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29</a:t>
              </a:r>
            </a:p>
          </p:txBody>
        </p:sp>
        <p:sp>
          <p:nvSpPr>
            <p:cNvPr id="27" name="Line 50">
              <a:extLst>
                <a:ext uri="{FF2B5EF4-FFF2-40B4-BE49-F238E27FC236}">
                  <a16:creationId xmlns:a16="http://schemas.microsoft.com/office/drawing/2014/main" id="{23E97C35-6A2A-7FA2-3E69-B594101F9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0" y="1268"/>
              <a:ext cx="684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Line 51">
              <a:extLst>
                <a:ext uri="{FF2B5EF4-FFF2-40B4-BE49-F238E27FC236}">
                  <a16:creationId xmlns:a16="http://schemas.microsoft.com/office/drawing/2014/main" id="{E7617DAB-C48C-66FF-55BF-DF33AB874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675"/>
              <a:ext cx="6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Line 52">
              <a:extLst>
                <a:ext uri="{FF2B5EF4-FFF2-40B4-BE49-F238E27FC236}">
                  <a16:creationId xmlns:a16="http://schemas.microsoft.com/office/drawing/2014/main" id="{16617EBC-A3FF-3CB6-A995-138CB5C30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" y="1853"/>
              <a:ext cx="692" cy="2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Line 53">
              <a:extLst>
                <a:ext uri="{FF2B5EF4-FFF2-40B4-BE49-F238E27FC236}">
                  <a16:creationId xmlns:a16="http://schemas.microsoft.com/office/drawing/2014/main" id="{28DE1CE4-4AC1-94C3-6E3F-E3018E81C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2105"/>
              <a:ext cx="663" cy="4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54">
              <a:extLst>
                <a:ext uri="{FF2B5EF4-FFF2-40B4-BE49-F238E27FC236}">
                  <a16:creationId xmlns:a16="http://schemas.microsoft.com/office/drawing/2014/main" id="{BEF84309-835C-24A3-6131-7C33198CC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" y="855"/>
              <a:ext cx="9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文件索引表</a:t>
              </a:r>
            </a:p>
          </p:txBody>
        </p:sp>
        <p:sp>
          <p:nvSpPr>
            <p:cNvPr id="32" name="Text Box 55">
              <a:extLst>
                <a:ext uri="{FF2B5EF4-FFF2-40B4-BE49-F238E27FC236}">
                  <a16:creationId xmlns:a16="http://schemas.microsoft.com/office/drawing/2014/main" id="{2F7BCE6D-22DB-2B2C-9C1C-6CB81CD4E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" y="1087"/>
              <a:ext cx="6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</a:rPr>
                <a:t>逻辑块号</a:t>
              </a:r>
            </a:p>
          </p:txBody>
        </p:sp>
        <p:sp>
          <p:nvSpPr>
            <p:cNvPr id="33" name="Text Box 56">
              <a:extLst>
                <a:ext uri="{FF2B5EF4-FFF2-40B4-BE49-F238E27FC236}">
                  <a16:creationId xmlns:a16="http://schemas.microsoft.com/office/drawing/2014/main" id="{BCC620AC-3153-F28E-779D-C2B2B0885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1097"/>
              <a:ext cx="6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</a:rPr>
                <a:t>物理块号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885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8746BF2-6AEA-B395-6D2E-C935DAEF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5666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索引文件的操作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索引文件在存储区中占两个区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ⅰ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索引区：存放索引表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ⅱ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数据区：存放数据文件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访问索引文件的操作</a:t>
            </a:r>
          </a:p>
          <a:p>
            <a:pPr lvl="1"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ⅰ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查文件索引，由逻辑块号查得物理块号</a:t>
            </a:r>
          </a:p>
          <a:p>
            <a:pPr lvl="1"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ⅱ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由此磁盘物理块号而获得所要求的信息</a:t>
            </a:r>
          </a:p>
          <a:p>
            <a:pPr marL="0" indent="0" algn="just">
              <a:lnSpc>
                <a:spcPct val="10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索引文件的特点</a:t>
            </a: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易于文件的增删</a:t>
            </a: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直接读写任意记录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Tx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③  没有碎片</a:t>
            </a:r>
            <a:endParaRPr lang="en-US" altLang="zh-CN" sz="2400" dirty="0">
              <a:solidFill>
                <a:srgbClr val="000099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00000"/>
              </a:lnSpc>
              <a:buClr>
                <a:schemeClr val="tx2"/>
              </a:buClr>
              <a:buSzPct val="95000"/>
              <a:buFontTx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④ </a:t>
            </a:r>
            <a:r>
              <a:rPr lang="en-US" altLang="zh-CN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索引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表带来的开销</a:t>
            </a:r>
          </a:p>
        </p:txBody>
      </p:sp>
      <p:sp>
        <p:nvSpPr>
          <p:cNvPr id="4" name="Rectangle 70">
            <a:extLst>
              <a:ext uri="{FF2B5EF4-FFF2-40B4-BE49-F238E27FC236}">
                <a16:creationId xmlns:a16="http://schemas.microsoft.com/office/drawing/2014/main" id="{CFF178E5-450D-752A-6605-98805D346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884" y="5189296"/>
            <a:ext cx="395922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rgbClr val="CC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问题：如何处理大文件 ？</a:t>
            </a:r>
          </a:p>
        </p:txBody>
      </p:sp>
    </p:spTree>
    <p:extLst>
      <p:ext uri="{BB962C8B-B14F-4D97-AF65-F5344CB8AC3E}">
        <p14:creationId xmlns:p14="http://schemas.microsoft.com/office/powerpoint/2010/main" val="1803160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893544-EABB-71AA-2DF6-B8DFCEB3F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1265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4.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索引表的组织</a:t>
            </a: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——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多级索引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直接索引</a:t>
            </a:r>
          </a:p>
        </p:txBody>
      </p:sp>
      <p:sp>
        <p:nvSpPr>
          <p:cNvPr id="4" name="Rectangle 37">
            <a:extLst>
              <a:ext uri="{FF2B5EF4-FFF2-40B4-BE49-F238E27FC236}">
                <a16:creationId xmlns:a16="http://schemas.microsoft.com/office/drawing/2014/main" id="{598232EC-9460-CDF0-3154-DB0F4E703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024" y="2185018"/>
            <a:ext cx="549774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文件目录项中有一组表项用于索引。每一个表项登记的是逻辑记录所在的磁盘块号。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EAF24CB5-F6F7-799C-D564-52CB8DB39913}"/>
              </a:ext>
            </a:extLst>
          </p:cNvPr>
          <p:cNvGrpSpPr>
            <a:grpSpLocks/>
          </p:cNvGrpSpPr>
          <p:nvPr/>
        </p:nvGrpSpPr>
        <p:grpSpPr bwMode="auto">
          <a:xfrm>
            <a:off x="6310126" y="1672186"/>
            <a:ext cx="5116512" cy="3689350"/>
            <a:chOff x="1263" y="1120"/>
            <a:chExt cx="3223" cy="2324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76250EDA-7922-431D-5E04-D76BD430C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4" y="1120"/>
              <a:ext cx="1003" cy="2028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6FE853D4-E465-DE18-AAE3-71554D556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" y="1570"/>
              <a:ext cx="58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A4DF3C13-0093-D27E-D969-D02589AF4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1387"/>
              <a:ext cx="398" cy="287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5AE6C992-62AE-ADDD-43FB-00E42EE94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1921"/>
              <a:ext cx="398" cy="263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64F76830-CD9A-72A2-2093-929C5AD1C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3198"/>
              <a:ext cx="722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B3006AB-BFC0-ABF7-F70A-3C61F229B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2457"/>
              <a:ext cx="398" cy="263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BA36A478-9894-B652-5D0A-C3002D81B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3033"/>
              <a:ext cx="398" cy="263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5EE167D6-778F-DFCF-0311-CDBA856AC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1345"/>
              <a:ext cx="72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F39D946-CE62-24D8-1C12-EA6F88969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1879"/>
              <a:ext cx="72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89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E661C414-5EC3-3E34-9666-4C45E5A4F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415"/>
              <a:ext cx="72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126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78F18D32-A645-CE15-FC22-0ADF3167C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5" y="2991"/>
              <a:ext cx="721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磁盘块号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229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8FBEF0A5-1645-B8AB-0940-6130BD716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386"/>
              <a:ext cx="630" cy="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3A32AFFA-D996-2CA1-2302-F706F5C91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21"/>
              <a:ext cx="6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5845FC9-4B16-215D-6860-893D3C666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086"/>
              <a:ext cx="676" cy="3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857F13DA-743E-4273-C723-8C3D3F088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2259"/>
              <a:ext cx="676" cy="7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50ADBF55-CFD9-F09F-9592-67FE84D16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6" y="1488"/>
              <a:ext cx="1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14C3D16-A779-725B-22E1-D9551A68B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1687"/>
              <a:ext cx="9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F25F03AC-8122-8592-7819-EFF887682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3" y="1846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4D121FE0-FA5F-13C1-F6A4-BE9C3A4CE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004"/>
              <a:ext cx="9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1E54C2C8-AEBA-721A-2900-02BCF3620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2192"/>
              <a:ext cx="9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EA4DB1F5-10F7-D08F-E014-6FF0D4F6D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3" y="2360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 Box 32">
              <a:extLst>
                <a:ext uri="{FF2B5EF4-FFF2-40B4-BE49-F238E27FC236}">
                  <a16:creationId xmlns:a16="http://schemas.microsoft.com/office/drawing/2014/main" id="{52ABBB63-6206-A359-2F36-3FF10492E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86"/>
              <a:ext cx="425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23</a:t>
              </a:r>
            </a:p>
          </p:txBody>
        </p:sp>
        <p:sp>
          <p:nvSpPr>
            <p:cNvPr id="28" name="Text Box 33">
              <a:extLst>
                <a:ext uri="{FF2B5EF4-FFF2-40B4-BE49-F238E27FC236}">
                  <a16:creationId xmlns:a16="http://schemas.microsoft.com/office/drawing/2014/main" id="{74205CF1-5946-D956-1E15-10FE31B6F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847"/>
              <a:ext cx="425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89</a:t>
              </a:r>
            </a:p>
          </p:txBody>
        </p:sp>
        <p:sp>
          <p:nvSpPr>
            <p:cNvPr id="29" name="Text Box 34">
              <a:extLst>
                <a:ext uri="{FF2B5EF4-FFF2-40B4-BE49-F238E27FC236}">
                  <a16:creationId xmlns:a16="http://schemas.microsoft.com/office/drawing/2014/main" id="{A9EBD1F8-1EAB-C209-BC83-DA3C02A58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" y="2033"/>
              <a:ext cx="42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126</a:t>
              </a:r>
            </a:p>
          </p:txBody>
        </p:sp>
        <p:sp>
          <p:nvSpPr>
            <p:cNvPr id="30" name="Text Box 35">
              <a:extLst>
                <a:ext uri="{FF2B5EF4-FFF2-40B4-BE49-F238E27FC236}">
                  <a16:creationId xmlns:a16="http://schemas.microsoft.com/office/drawing/2014/main" id="{CA8CF7E5-00E4-6AAC-AF15-B461A4FEC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2197"/>
              <a:ext cx="425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229</a:t>
              </a:r>
            </a:p>
          </p:txBody>
        </p:sp>
        <p:sp>
          <p:nvSpPr>
            <p:cNvPr id="31" name="Line 38">
              <a:extLst>
                <a:ext uri="{FF2B5EF4-FFF2-40B4-BE49-F238E27FC236}">
                  <a16:creationId xmlns:a16="http://schemas.microsoft.com/office/drawing/2014/main" id="{2E7777F3-0A32-E359-E0E3-749BC4584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" y="2574"/>
              <a:ext cx="1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39">
              <a:extLst>
                <a:ext uri="{FF2B5EF4-FFF2-40B4-BE49-F238E27FC236}">
                  <a16:creationId xmlns:a16="http://schemas.microsoft.com/office/drawing/2014/main" id="{2D92DF1A-94AC-8B51-832F-65F195613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1513"/>
              <a:ext cx="29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33" name="Text Box 40">
              <a:extLst>
                <a:ext uri="{FF2B5EF4-FFF2-40B4-BE49-F238E27FC236}">
                  <a16:creationId xmlns:a16="http://schemas.microsoft.com/office/drawing/2014/main" id="{75927BBD-5457-6314-F59C-2F9840AC2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7" y="2398"/>
              <a:ext cx="298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</p:grpSp>
      <p:sp>
        <p:nvSpPr>
          <p:cNvPr id="34" name="Text Box 44">
            <a:extLst>
              <a:ext uri="{FF2B5EF4-FFF2-40B4-BE49-F238E27FC236}">
                <a16:creationId xmlns:a16="http://schemas.microsoft.com/office/drawing/2014/main" id="{59E1801A-D52F-97CF-FAF5-3ACD3E7A5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413" y="5534574"/>
            <a:ext cx="195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直接索引文件结构</a:t>
            </a:r>
          </a:p>
        </p:txBody>
      </p:sp>
    </p:spTree>
    <p:extLst>
      <p:ext uri="{BB962C8B-B14F-4D97-AF65-F5344CB8AC3E}">
        <p14:creationId xmlns:p14="http://schemas.microsoft.com/office/powerpoint/2010/main" val="192331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49AA72A-A3FF-37EF-0BC9-8E73B4F4F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10" y="830079"/>
            <a:ext cx="6751637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一级间接索引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9E981B7A-F5EE-8FCC-E911-9F925E347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27" y="1669859"/>
            <a:ext cx="5343351" cy="207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effectLst/>
                <a:latin typeface="Times New Roman" panose="02020603050405020304" pitchFamily="18" charset="0"/>
                <a:sym typeface="+mn-ea"/>
              </a:rPr>
              <a:t>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文件目录项中有一组表项，其内容登记的是第一级索引表块的块号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第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一级索引表块中的索引表项登记的是文件逻辑记录所在的磁盘块号。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5" name="Group 96">
            <a:extLst>
              <a:ext uri="{FF2B5EF4-FFF2-40B4-BE49-F238E27FC236}">
                <a16:creationId xmlns:a16="http://schemas.microsoft.com/office/drawing/2014/main" id="{DCC1F1F3-919F-F0D9-0B69-ED5542170273}"/>
              </a:ext>
            </a:extLst>
          </p:cNvPr>
          <p:cNvGrpSpPr>
            <a:grpSpLocks/>
          </p:cNvGrpSpPr>
          <p:nvPr/>
        </p:nvGrpSpPr>
        <p:grpSpPr bwMode="auto">
          <a:xfrm>
            <a:off x="5674440" y="1345393"/>
            <a:ext cx="5672138" cy="4210050"/>
            <a:chOff x="1984" y="494"/>
            <a:chExt cx="3573" cy="2652"/>
          </a:xfrm>
        </p:grpSpPr>
        <p:sp>
          <p:nvSpPr>
            <p:cNvPr id="6" name="Text Box 38">
              <a:extLst>
                <a:ext uri="{FF2B5EF4-FFF2-40B4-BE49-F238E27FC236}">
                  <a16:creationId xmlns:a16="http://schemas.microsoft.com/office/drawing/2014/main" id="{A0824F40-224C-E993-576D-A0B79D870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7" y="583"/>
              <a:ext cx="932" cy="2194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39">
              <a:extLst>
                <a:ext uri="{FF2B5EF4-FFF2-40B4-BE49-F238E27FC236}">
                  <a16:creationId xmlns:a16="http://schemas.microsoft.com/office/drawing/2014/main" id="{CB02B626-2753-469F-B4E7-E2B005694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1070"/>
              <a:ext cx="544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  <p:sp>
          <p:nvSpPr>
            <p:cNvPr id="8" name="Text Box 40">
              <a:extLst>
                <a:ext uri="{FF2B5EF4-FFF2-40B4-BE49-F238E27FC236}">
                  <a16:creationId xmlns:a16="http://schemas.microsoft.com/office/drawing/2014/main" id="{3F47F751-FB03-50DE-8538-6311D42F8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3" y="2844"/>
              <a:ext cx="671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9" name="Line 41">
              <a:extLst>
                <a:ext uri="{FF2B5EF4-FFF2-40B4-BE49-F238E27FC236}">
                  <a16:creationId xmlns:a16="http://schemas.microsoft.com/office/drawing/2014/main" id="{2265B600-07F0-9292-DA04-A6B3E0350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" y="981"/>
              <a:ext cx="9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42">
              <a:extLst>
                <a:ext uri="{FF2B5EF4-FFF2-40B4-BE49-F238E27FC236}">
                  <a16:creationId xmlns:a16="http://schemas.microsoft.com/office/drawing/2014/main" id="{769FC929-3ABA-85C8-F29D-307166267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1197"/>
              <a:ext cx="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43">
              <a:extLst>
                <a:ext uri="{FF2B5EF4-FFF2-40B4-BE49-F238E27FC236}">
                  <a16:creationId xmlns:a16="http://schemas.microsoft.com/office/drawing/2014/main" id="{56D1765E-4278-3B9E-89C7-6ADD20B51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367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44">
              <a:extLst>
                <a:ext uri="{FF2B5EF4-FFF2-40B4-BE49-F238E27FC236}">
                  <a16:creationId xmlns:a16="http://schemas.microsoft.com/office/drawing/2014/main" id="{6EF54F66-E7EA-5190-78ED-8AF58209F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1539"/>
              <a:ext cx="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45">
              <a:extLst>
                <a:ext uri="{FF2B5EF4-FFF2-40B4-BE49-F238E27FC236}">
                  <a16:creationId xmlns:a16="http://schemas.microsoft.com/office/drawing/2014/main" id="{5C757703-DC1A-DD5A-36CD-BC77BD301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1" y="1742"/>
              <a:ext cx="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46">
              <a:extLst>
                <a:ext uri="{FF2B5EF4-FFF2-40B4-BE49-F238E27FC236}">
                  <a16:creationId xmlns:a16="http://schemas.microsoft.com/office/drawing/2014/main" id="{FD2472B7-1EF8-3753-9FD6-5C5977D0C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925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47">
              <a:extLst>
                <a:ext uri="{FF2B5EF4-FFF2-40B4-BE49-F238E27FC236}">
                  <a16:creationId xmlns:a16="http://schemas.microsoft.com/office/drawing/2014/main" id="{F8E231E8-DF1B-DCB4-847D-198498495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8" y="1215"/>
              <a:ext cx="39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 52</a:t>
              </a:r>
            </a:p>
          </p:txBody>
        </p:sp>
        <p:sp>
          <p:nvSpPr>
            <p:cNvPr id="16" name="Text Box 48">
              <a:extLst>
                <a:ext uri="{FF2B5EF4-FFF2-40B4-BE49-F238E27FC236}">
                  <a16:creationId xmlns:a16="http://schemas.microsoft.com/office/drawing/2014/main" id="{05560D4A-CBA7-C44A-4496-B806EC672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9" y="1368"/>
              <a:ext cx="39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66</a:t>
              </a:r>
            </a:p>
          </p:txBody>
        </p:sp>
        <p:sp>
          <p:nvSpPr>
            <p:cNvPr id="17" name="Text Box 49">
              <a:extLst>
                <a:ext uri="{FF2B5EF4-FFF2-40B4-BE49-F238E27FC236}">
                  <a16:creationId xmlns:a16="http://schemas.microsoft.com/office/drawing/2014/main" id="{818AB453-443B-EAE5-5841-2350F5BD5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1571"/>
              <a:ext cx="39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126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550D398A-8644-6787-ACFB-FA140C1B6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1747"/>
              <a:ext cx="39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229</a:t>
              </a:r>
            </a:p>
          </p:txBody>
        </p:sp>
        <p:sp>
          <p:nvSpPr>
            <p:cNvPr id="19" name="Text Box 51">
              <a:extLst>
                <a:ext uri="{FF2B5EF4-FFF2-40B4-BE49-F238E27FC236}">
                  <a16:creationId xmlns:a16="http://schemas.microsoft.com/office/drawing/2014/main" id="{092958CE-3385-A426-B61F-94B2C8B93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" y="866"/>
              <a:ext cx="370" cy="211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52">
              <a:extLst>
                <a:ext uri="{FF2B5EF4-FFF2-40B4-BE49-F238E27FC236}">
                  <a16:creationId xmlns:a16="http://schemas.microsoft.com/office/drawing/2014/main" id="{F8B4F072-D6FC-B78B-2F7C-767D06CF3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852"/>
              <a:ext cx="58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块号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21" name="Text Box 53">
              <a:extLst>
                <a:ext uri="{FF2B5EF4-FFF2-40B4-BE49-F238E27FC236}">
                  <a16:creationId xmlns:a16="http://schemas.microsoft.com/office/drawing/2014/main" id="{AEE3A6B1-7EE4-66C4-1FF6-492F2E99F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7" y="942"/>
              <a:ext cx="555" cy="588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22" name="Line 54">
              <a:extLst>
                <a:ext uri="{FF2B5EF4-FFF2-40B4-BE49-F238E27FC236}">
                  <a16:creationId xmlns:a16="http://schemas.microsoft.com/office/drawing/2014/main" id="{C51133CB-3EC5-84D4-DFAF-9BD352982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079"/>
              <a:ext cx="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55">
              <a:extLst>
                <a:ext uri="{FF2B5EF4-FFF2-40B4-BE49-F238E27FC236}">
                  <a16:creationId xmlns:a16="http://schemas.microsoft.com/office/drawing/2014/main" id="{22A82954-C1AF-E584-9991-FE653BA98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1205"/>
              <a:ext cx="5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7362C09D-488E-625B-AA75-04A2103DA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1409"/>
              <a:ext cx="5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57">
              <a:extLst>
                <a:ext uri="{FF2B5EF4-FFF2-40B4-BE49-F238E27FC236}">
                  <a16:creationId xmlns:a16="http://schemas.microsoft.com/office/drawing/2014/main" id="{37AD8A9F-4EFA-37EA-A1ED-3E1F700F2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228"/>
              <a:ext cx="27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26" name="Text Box 58">
              <a:extLst>
                <a:ext uri="{FF2B5EF4-FFF2-40B4-BE49-F238E27FC236}">
                  <a16:creationId xmlns:a16="http://schemas.microsoft.com/office/drawing/2014/main" id="{FE61FB73-FB94-CF00-96DB-8ACB95297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" y="922"/>
              <a:ext cx="39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23</a:t>
              </a:r>
            </a:p>
          </p:txBody>
        </p:sp>
        <p:sp>
          <p:nvSpPr>
            <p:cNvPr id="27" name="Text Box 59">
              <a:extLst>
                <a:ext uri="{FF2B5EF4-FFF2-40B4-BE49-F238E27FC236}">
                  <a16:creationId xmlns:a16="http://schemas.microsoft.com/office/drawing/2014/main" id="{DDC46A41-589F-35AB-0C15-848B5E089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" y="1055"/>
              <a:ext cx="39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89</a:t>
              </a:r>
            </a:p>
          </p:txBody>
        </p:sp>
        <p:sp>
          <p:nvSpPr>
            <p:cNvPr id="28" name="Text Box 60">
              <a:extLst>
                <a:ext uri="{FF2B5EF4-FFF2-40B4-BE49-F238E27FC236}">
                  <a16:creationId xmlns:a16="http://schemas.microsoft.com/office/drawing/2014/main" id="{27B8BA6E-5A7F-54EB-83DD-A4F0980B3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" y="1144"/>
              <a:ext cx="370" cy="211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61">
              <a:extLst>
                <a:ext uri="{FF2B5EF4-FFF2-40B4-BE49-F238E27FC236}">
                  <a16:creationId xmlns:a16="http://schemas.microsoft.com/office/drawing/2014/main" id="{D640F07F-C76B-7CB7-B029-A651AC3C7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130"/>
              <a:ext cx="58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块号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89</a:t>
              </a:r>
            </a:p>
          </p:txBody>
        </p:sp>
        <p:sp>
          <p:nvSpPr>
            <p:cNvPr id="30" name="Line 62">
              <a:extLst>
                <a:ext uri="{FF2B5EF4-FFF2-40B4-BE49-F238E27FC236}">
                  <a16:creationId xmlns:a16="http://schemas.microsoft.com/office/drawing/2014/main" id="{371C6709-9F27-9459-EB30-04A4FA723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3" y="873"/>
              <a:ext cx="277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Line 63">
              <a:extLst>
                <a:ext uri="{FF2B5EF4-FFF2-40B4-BE49-F238E27FC236}">
                  <a16:creationId xmlns:a16="http://schemas.microsoft.com/office/drawing/2014/main" id="{46DFC233-8C54-650D-47F2-557695990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152"/>
              <a:ext cx="2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64">
              <a:extLst>
                <a:ext uri="{FF2B5EF4-FFF2-40B4-BE49-F238E27FC236}">
                  <a16:creationId xmlns:a16="http://schemas.microsoft.com/office/drawing/2014/main" id="{D85A67A4-38A9-66D9-0FA8-984473B31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763"/>
              <a:ext cx="369" cy="197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256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65">
              <a:extLst>
                <a:ext uri="{FF2B5EF4-FFF2-40B4-BE49-F238E27FC236}">
                  <a16:creationId xmlns:a16="http://schemas.microsoft.com/office/drawing/2014/main" id="{A908C6F2-738B-00EF-2685-B17000A23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1750"/>
              <a:ext cx="651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块号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178</a:t>
              </a:r>
            </a:p>
          </p:txBody>
        </p:sp>
        <p:sp>
          <p:nvSpPr>
            <p:cNvPr id="34" name="Text Box 66">
              <a:extLst>
                <a:ext uri="{FF2B5EF4-FFF2-40B4-BE49-F238E27FC236}">
                  <a16:creationId xmlns:a16="http://schemas.microsoft.com/office/drawing/2014/main" id="{08D7A67F-CCB6-0F4F-E5F9-C28083FF9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838"/>
              <a:ext cx="554" cy="59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35" name="Line 67">
              <a:extLst>
                <a:ext uri="{FF2B5EF4-FFF2-40B4-BE49-F238E27FC236}">
                  <a16:creationId xmlns:a16="http://schemas.microsoft.com/office/drawing/2014/main" id="{82CFE9E9-8806-D972-A2F1-A6F987172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976"/>
              <a:ext cx="5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Line 68">
              <a:extLst>
                <a:ext uri="{FF2B5EF4-FFF2-40B4-BE49-F238E27FC236}">
                  <a16:creationId xmlns:a16="http://schemas.microsoft.com/office/drawing/2014/main" id="{90EEAA1B-194A-7A87-2516-043DF9CFE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0" y="2102"/>
              <a:ext cx="5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Line 69">
              <a:extLst>
                <a:ext uri="{FF2B5EF4-FFF2-40B4-BE49-F238E27FC236}">
                  <a16:creationId xmlns:a16="http://schemas.microsoft.com/office/drawing/2014/main" id="{E22B10C1-C722-B564-46AC-770A454FC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306"/>
              <a:ext cx="5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 Box 70">
              <a:extLst>
                <a:ext uri="{FF2B5EF4-FFF2-40B4-BE49-F238E27FC236}">
                  <a16:creationId xmlns:a16="http://schemas.microsoft.com/office/drawing/2014/main" id="{E1293BD1-CB13-BF04-8A87-42DCD812B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" y="2125"/>
              <a:ext cx="27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39" name="Text Box 71">
              <a:extLst>
                <a:ext uri="{FF2B5EF4-FFF2-40B4-BE49-F238E27FC236}">
                  <a16:creationId xmlns:a16="http://schemas.microsoft.com/office/drawing/2014/main" id="{4EA0D60E-52AC-CAE8-3AB9-6C56CFFA4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" y="1819"/>
              <a:ext cx="39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178</a:t>
              </a:r>
            </a:p>
          </p:txBody>
        </p:sp>
        <p:sp>
          <p:nvSpPr>
            <p:cNvPr id="40" name="Text Box 72">
              <a:extLst>
                <a:ext uri="{FF2B5EF4-FFF2-40B4-BE49-F238E27FC236}">
                  <a16:creationId xmlns:a16="http://schemas.microsoft.com/office/drawing/2014/main" id="{6A90B5C4-B3B6-ED72-4477-1714B5A10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" y="2285"/>
              <a:ext cx="395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49</a:t>
              </a:r>
            </a:p>
          </p:txBody>
        </p:sp>
        <p:sp>
          <p:nvSpPr>
            <p:cNvPr id="41" name="Text Box 73">
              <a:extLst>
                <a:ext uri="{FF2B5EF4-FFF2-40B4-BE49-F238E27FC236}">
                  <a16:creationId xmlns:a16="http://schemas.microsoft.com/office/drawing/2014/main" id="{F82B4FA9-6AE9-8126-BADD-A4FC0B0C5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9" y="2271"/>
              <a:ext cx="369" cy="211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511</a:t>
              </a:r>
            </a:p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74">
              <a:extLst>
                <a:ext uri="{FF2B5EF4-FFF2-40B4-BE49-F238E27FC236}">
                  <a16:creationId xmlns:a16="http://schemas.microsoft.com/office/drawing/2014/main" id="{E873E365-7B96-C2E4-65E0-290C4B8B9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6" y="2293"/>
              <a:ext cx="571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块号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49</a:t>
              </a:r>
            </a:p>
          </p:txBody>
        </p:sp>
        <p:sp>
          <p:nvSpPr>
            <p:cNvPr id="43" name="Line 75">
              <a:extLst>
                <a:ext uri="{FF2B5EF4-FFF2-40B4-BE49-F238E27FC236}">
                  <a16:creationId xmlns:a16="http://schemas.microsoft.com/office/drawing/2014/main" id="{EAB125E0-99F3-EAAD-F7FD-FF87C622E3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1760"/>
              <a:ext cx="277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Line 76">
              <a:extLst>
                <a:ext uri="{FF2B5EF4-FFF2-40B4-BE49-F238E27FC236}">
                  <a16:creationId xmlns:a16="http://schemas.microsoft.com/office/drawing/2014/main" id="{C08329F7-48AB-5FBB-7322-39AE76C81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61"/>
              <a:ext cx="2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Line 77">
              <a:extLst>
                <a:ext uri="{FF2B5EF4-FFF2-40B4-BE49-F238E27FC236}">
                  <a16:creationId xmlns:a16="http://schemas.microsoft.com/office/drawing/2014/main" id="{AA0BD1BE-A824-E8AE-1540-B2070E5561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9" y="943"/>
              <a:ext cx="397" cy="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Line 80">
              <a:extLst>
                <a:ext uri="{FF2B5EF4-FFF2-40B4-BE49-F238E27FC236}">
                  <a16:creationId xmlns:a16="http://schemas.microsoft.com/office/drawing/2014/main" id="{FF8775CC-6D78-07E8-289A-24C953EF3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" y="1449"/>
              <a:ext cx="412" cy="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Text Box 82">
              <a:extLst>
                <a:ext uri="{FF2B5EF4-FFF2-40B4-BE49-F238E27FC236}">
                  <a16:creationId xmlns:a16="http://schemas.microsoft.com/office/drawing/2014/main" id="{C696F1E8-815A-0563-686A-87F87558E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" y="1423"/>
              <a:ext cx="2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48" name="Text Box 83">
              <a:extLst>
                <a:ext uri="{FF2B5EF4-FFF2-40B4-BE49-F238E27FC236}">
                  <a16:creationId xmlns:a16="http://schemas.microsoft.com/office/drawing/2014/main" id="{72932BD4-C90C-168D-FA7E-C0ACBC151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6" y="494"/>
              <a:ext cx="1058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一级间接索引表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磁盘块号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52</a:t>
              </a:r>
            </a:p>
          </p:txBody>
        </p:sp>
        <p:sp>
          <p:nvSpPr>
            <p:cNvPr id="49" name="Text Box 84">
              <a:extLst>
                <a:ext uri="{FF2B5EF4-FFF2-40B4-BE49-F238E27FC236}">
                  <a16:creationId xmlns:a16="http://schemas.microsoft.com/office/drawing/2014/main" id="{B67F25C2-7A7C-F4C5-0520-473895CF7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8" y="557"/>
              <a:ext cx="5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</a:t>
              </a:r>
            </a:p>
          </p:txBody>
        </p:sp>
        <p:sp>
          <p:nvSpPr>
            <p:cNvPr id="50" name="Line 88">
              <a:extLst>
                <a:ext uri="{FF2B5EF4-FFF2-40B4-BE49-F238E27FC236}">
                  <a16:creationId xmlns:a16="http://schemas.microsoft.com/office/drawing/2014/main" id="{7A221DA0-8241-A98E-F372-5014F37F1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9" y="2197"/>
              <a:ext cx="9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Text Box 89">
              <a:extLst>
                <a:ext uri="{FF2B5EF4-FFF2-40B4-BE49-F238E27FC236}">
                  <a16:creationId xmlns:a16="http://schemas.microsoft.com/office/drawing/2014/main" id="{27D0C55E-0274-970A-1E12-AB5E6CC88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0" y="1008"/>
              <a:ext cx="28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52" name="Text Box 90">
              <a:extLst>
                <a:ext uri="{FF2B5EF4-FFF2-40B4-BE49-F238E27FC236}">
                  <a16:creationId xmlns:a16="http://schemas.microsoft.com/office/drawing/2014/main" id="{52FAD9C3-8A9D-4E3F-9A4D-C3375EF28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5" y="1986"/>
              <a:ext cx="28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53" name="Text Box 93">
              <a:extLst>
                <a:ext uri="{FF2B5EF4-FFF2-40B4-BE49-F238E27FC236}">
                  <a16:creationId xmlns:a16="http://schemas.microsoft.com/office/drawing/2014/main" id="{B85B6B05-147D-3456-4301-3AAEDFBD3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2051"/>
              <a:ext cx="27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54" name="Text Box 95">
              <a:extLst>
                <a:ext uri="{FF2B5EF4-FFF2-40B4-BE49-F238E27FC236}">
                  <a16:creationId xmlns:a16="http://schemas.microsoft.com/office/drawing/2014/main" id="{2F7E113D-AF60-FBE0-4B22-B9DF414ED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8" y="2934"/>
              <a:ext cx="14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一级间接索引文件结构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435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7D33FE-6643-51F1-A948-60E52DAF4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97" y="830079"/>
            <a:ext cx="831850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二级间接索引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4343BF-D9DC-7AF0-D296-8A532F9D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23" y="1696291"/>
            <a:ext cx="4351337" cy="40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文件目录项中有一组表项，其内容登记的是第二级索引表块的块号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第二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级索引表块中的索引表项登记的第一级索引表块的块号，第一级索引表项中登记的是文件逻辑记录所在的磁盘块号。</a:t>
            </a:r>
          </a:p>
        </p:txBody>
      </p:sp>
      <p:grpSp>
        <p:nvGrpSpPr>
          <p:cNvPr id="5" name="Group 144">
            <a:extLst>
              <a:ext uri="{FF2B5EF4-FFF2-40B4-BE49-F238E27FC236}">
                <a16:creationId xmlns:a16="http://schemas.microsoft.com/office/drawing/2014/main" id="{79532D91-3CBF-A4EE-81F1-24320DF95B10}"/>
              </a:ext>
            </a:extLst>
          </p:cNvPr>
          <p:cNvGrpSpPr>
            <a:grpSpLocks/>
          </p:cNvGrpSpPr>
          <p:nvPr/>
        </p:nvGrpSpPr>
        <p:grpSpPr bwMode="auto">
          <a:xfrm>
            <a:off x="4764547" y="1039066"/>
            <a:ext cx="6588125" cy="4441825"/>
            <a:chOff x="769" y="440"/>
            <a:chExt cx="4150" cy="2798"/>
          </a:xfrm>
        </p:grpSpPr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10DFBEC9-3B5E-529B-4AA6-41A88DC35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" y="1200"/>
              <a:ext cx="57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目录项</a:t>
              </a:r>
            </a:p>
          </p:txBody>
        </p:sp>
        <p:sp>
          <p:nvSpPr>
            <p:cNvPr id="7" name="Text Box 56">
              <a:extLst>
                <a:ext uri="{FF2B5EF4-FFF2-40B4-BE49-F238E27FC236}">
                  <a16:creationId xmlns:a16="http://schemas.microsoft.com/office/drawing/2014/main" id="{B40C1E6B-B57D-9521-F403-2354DFB80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854"/>
              <a:ext cx="979" cy="156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57">
              <a:extLst>
                <a:ext uri="{FF2B5EF4-FFF2-40B4-BE49-F238E27FC236}">
                  <a16:creationId xmlns:a16="http://schemas.microsoft.com/office/drawing/2014/main" id="{5A6CE6EE-8F38-DD8F-7DA0-E419BF6A9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" y="2500"/>
              <a:ext cx="70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9" name="Line 58">
              <a:extLst>
                <a:ext uri="{FF2B5EF4-FFF2-40B4-BE49-F238E27FC236}">
                  <a16:creationId xmlns:a16="http://schemas.microsoft.com/office/drawing/2014/main" id="{F8A1E5E0-A1DD-53A5-8019-E8B93DFB6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90"/>
              <a:ext cx="95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59">
              <a:extLst>
                <a:ext uri="{FF2B5EF4-FFF2-40B4-BE49-F238E27FC236}">
                  <a16:creationId xmlns:a16="http://schemas.microsoft.com/office/drawing/2014/main" id="{692810BD-363B-5615-4BD9-EBF48637D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1290"/>
              <a:ext cx="9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60">
              <a:extLst>
                <a:ext uri="{FF2B5EF4-FFF2-40B4-BE49-F238E27FC236}">
                  <a16:creationId xmlns:a16="http://schemas.microsoft.com/office/drawing/2014/main" id="{494EF8FC-012B-8BF3-73FE-BC372A7B9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1412"/>
              <a:ext cx="9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61">
              <a:extLst>
                <a:ext uri="{FF2B5EF4-FFF2-40B4-BE49-F238E27FC236}">
                  <a16:creationId xmlns:a16="http://schemas.microsoft.com/office/drawing/2014/main" id="{134AC6AF-5E25-5C83-E1A7-A76ED5173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8" y="1533"/>
              <a:ext cx="9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62">
              <a:extLst>
                <a:ext uri="{FF2B5EF4-FFF2-40B4-BE49-F238E27FC236}">
                  <a16:creationId xmlns:a16="http://schemas.microsoft.com/office/drawing/2014/main" id="{A297BCAF-C88A-5887-3F3F-05B68C76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1679"/>
              <a:ext cx="9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63">
              <a:extLst>
                <a:ext uri="{FF2B5EF4-FFF2-40B4-BE49-F238E27FC236}">
                  <a16:creationId xmlns:a16="http://schemas.microsoft.com/office/drawing/2014/main" id="{FA0706AE-AEBD-FE73-1DD1-43ECC55C1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1808"/>
              <a:ext cx="9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65">
              <a:extLst>
                <a:ext uri="{FF2B5EF4-FFF2-40B4-BE49-F238E27FC236}">
                  <a16:creationId xmlns:a16="http://schemas.microsoft.com/office/drawing/2014/main" id="{0E31FA27-A10F-3727-9628-95BB18AD1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966"/>
              <a:ext cx="581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16" name="Line 66">
              <a:extLst>
                <a:ext uri="{FF2B5EF4-FFF2-40B4-BE49-F238E27FC236}">
                  <a16:creationId xmlns:a16="http://schemas.microsoft.com/office/drawing/2014/main" id="{A4555992-7128-5551-6C88-C9FD073B4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064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67">
              <a:extLst>
                <a:ext uri="{FF2B5EF4-FFF2-40B4-BE49-F238E27FC236}">
                  <a16:creationId xmlns:a16="http://schemas.microsoft.com/office/drawing/2014/main" id="{AE1F2D94-9F6E-E4D8-25BB-799C1C969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4" y="1153"/>
              <a:ext cx="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68">
              <a:extLst>
                <a:ext uri="{FF2B5EF4-FFF2-40B4-BE49-F238E27FC236}">
                  <a16:creationId xmlns:a16="http://schemas.microsoft.com/office/drawing/2014/main" id="{6438849E-25FF-AC59-1E65-07CBE0E8E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7" y="1299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 Box 69">
              <a:extLst>
                <a:ext uri="{FF2B5EF4-FFF2-40B4-BE49-F238E27FC236}">
                  <a16:creationId xmlns:a16="http://schemas.microsoft.com/office/drawing/2014/main" id="{FC311A3A-EA56-5EAF-1837-4BFF89224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1143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20" name="Text Box 71">
              <a:extLst>
                <a:ext uri="{FF2B5EF4-FFF2-40B4-BE49-F238E27FC236}">
                  <a16:creationId xmlns:a16="http://schemas.microsoft.com/office/drawing/2014/main" id="{914F4E0F-79CB-99B7-F2F9-B94B66B06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0" y="2326"/>
              <a:ext cx="581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21" name="Line 72">
              <a:extLst>
                <a:ext uri="{FF2B5EF4-FFF2-40B4-BE49-F238E27FC236}">
                  <a16:creationId xmlns:a16="http://schemas.microsoft.com/office/drawing/2014/main" id="{9C16B69E-62C8-B2F7-EAE8-66E0D8046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0" y="2424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AC405B3A-1D00-F52E-1624-03EC87CB4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513"/>
              <a:ext cx="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74">
              <a:extLst>
                <a:ext uri="{FF2B5EF4-FFF2-40B4-BE49-F238E27FC236}">
                  <a16:creationId xmlns:a16="http://schemas.microsoft.com/office/drawing/2014/main" id="{602E94A8-830A-5690-BFC1-CFC240295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" y="2659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 Box 75">
              <a:extLst>
                <a:ext uri="{FF2B5EF4-FFF2-40B4-BE49-F238E27FC236}">
                  <a16:creationId xmlns:a16="http://schemas.microsoft.com/office/drawing/2014/main" id="{F6F7B6F2-B6D1-CBC9-78F9-3DFC51E68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8" y="2503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25" name="Line 76">
              <a:extLst>
                <a:ext uri="{FF2B5EF4-FFF2-40B4-BE49-F238E27FC236}">
                  <a16:creationId xmlns:a16="http://schemas.microsoft.com/office/drawing/2014/main" id="{C43EA339-F06E-0E2D-3EA1-1B02F00D5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1" y="949"/>
              <a:ext cx="415" cy="4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77">
              <a:extLst>
                <a:ext uri="{FF2B5EF4-FFF2-40B4-BE49-F238E27FC236}">
                  <a16:creationId xmlns:a16="http://schemas.microsoft.com/office/drawing/2014/main" id="{83830E35-0D4D-5729-5057-5BEBDC26A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1711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27" name="Text Box 78">
              <a:extLst>
                <a:ext uri="{FF2B5EF4-FFF2-40B4-BE49-F238E27FC236}">
                  <a16:creationId xmlns:a16="http://schemas.microsoft.com/office/drawing/2014/main" id="{84E02131-3FB6-11AE-0025-778DC7B4C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709"/>
              <a:ext cx="96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二级间接索引</a:t>
              </a:r>
            </a:p>
          </p:txBody>
        </p:sp>
        <p:sp>
          <p:nvSpPr>
            <p:cNvPr id="28" name="Text Box 80">
              <a:extLst>
                <a:ext uri="{FF2B5EF4-FFF2-40B4-BE49-F238E27FC236}">
                  <a16:creationId xmlns:a16="http://schemas.microsoft.com/office/drawing/2014/main" id="{E289988A-41C9-F139-7C46-E16133713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675"/>
              <a:ext cx="387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29" name="Text Box 81">
              <a:extLst>
                <a:ext uri="{FF2B5EF4-FFF2-40B4-BE49-F238E27FC236}">
                  <a16:creationId xmlns:a16="http://schemas.microsoft.com/office/drawing/2014/main" id="{D90FED0B-366F-1533-8E51-842C3B836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9" y="1064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30" name="Line 82">
              <a:extLst>
                <a:ext uri="{FF2B5EF4-FFF2-40B4-BE49-F238E27FC236}">
                  <a16:creationId xmlns:a16="http://schemas.microsoft.com/office/drawing/2014/main" id="{0DD4868F-162E-F071-C186-8EC201696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7" y="677"/>
              <a:ext cx="29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Line 83">
              <a:extLst>
                <a:ext uri="{FF2B5EF4-FFF2-40B4-BE49-F238E27FC236}">
                  <a16:creationId xmlns:a16="http://schemas.microsoft.com/office/drawing/2014/main" id="{3E0E1C9B-93FB-76A8-9197-F9FF40E1B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0" y="1070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84">
              <a:extLst>
                <a:ext uri="{FF2B5EF4-FFF2-40B4-BE49-F238E27FC236}">
                  <a16:creationId xmlns:a16="http://schemas.microsoft.com/office/drawing/2014/main" id="{C5A58D9C-ECE4-6EC0-412B-EEB5DF3CF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" y="881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33" name="Text Box 86">
              <a:extLst>
                <a:ext uri="{FF2B5EF4-FFF2-40B4-BE49-F238E27FC236}">
                  <a16:creationId xmlns:a16="http://schemas.microsoft.com/office/drawing/2014/main" id="{F83565E3-8608-2B33-5006-AADF40E70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" y="698"/>
              <a:ext cx="581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34" name="Line 87">
              <a:extLst>
                <a:ext uri="{FF2B5EF4-FFF2-40B4-BE49-F238E27FC236}">
                  <a16:creationId xmlns:a16="http://schemas.microsoft.com/office/drawing/2014/main" id="{2CD69D18-0B3C-3655-DA7A-635BCA082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7" y="796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Line 88">
              <a:extLst>
                <a:ext uri="{FF2B5EF4-FFF2-40B4-BE49-F238E27FC236}">
                  <a16:creationId xmlns:a16="http://schemas.microsoft.com/office/drawing/2014/main" id="{943C728F-013A-53CE-20FA-445742D39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" y="885"/>
              <a:ext cx="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Line 89">
              <a:extLst>
                <a:ext uri="{FF2B5EF4-FFF2-40B4-BE49-F238E27FC236}">
                  <a16:creationId xmlns:a16="http://schemas.microsoft.com/office/drawing/2014/main" id="{930552F4-63B1-528D-7C48-78CE42FBE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1031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Text Box 90">
              <a:extLst>
                <a:ext uri="{FF2B5EF4-FFF2-40B4-BE49-F238E27FC236}">
                  <a16:creationId xmlns:a16="http://schemas.microsoft.com/office/drawing/2014/main" id="{06F4961E-CA9D-B49D-B57B-D308F1821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884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38" name="Text Box 91">
              <a:extLst>
                <a:ext uri="{FF2B5EF4-FFF2-40B4-BE49-F238E27FC236}">
                  <a16:creationId xmlns:a16="http://schemas.microsoft.com/office/drawing/2014/main" id="{7F3F612D-5A4E-36AA-90B1-E15EEE36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7" y="1181"/>
              <a:ext cx="290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39" name="Line 92">
              <a:extLst>
                <a:ext uri="{FF2B5EF4-FFF2-40B4-BE49-F238E27FC236}">
                  <a16:creationId xmlns:a16="http://schemas.microsoft.com/office/drawing/2014/main" id="{9AC1E432-B8C3-0CB6-2620-360EB0EF7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0" y="707"/>
              <a:ext cx="457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Text Box 93">
              <a:extLst>
                <a:ext uri="{FF2B5EF4-FFF2-40B4-BE49-F238E27FC236}">
                  <a16:creationId xmlns:a16="http://schemas.microsoft.com/office/drawing/2014/main" id="{EDF0B4B2-7695-6EB1-E506-57BFE289E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440"/>
              <a:ext cx="58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</a:t>
              </a:r>
            </a:p>
          </p:txBody>
        </p:sp>
        <p:sp>
          <p:nvSpPr>
            <p:cNvPr id="41" name="Text Box 95">
              <a:extLst>
                <a:ext uri="{FF2B5EF4-FFF2-40B4-BE49-F238E27FC236}">
                  <a16:creationId xmlns:a16="http://schemas.microsoft.com/office/drawing/2014/main" id="{82D78CD7-E83B-B7A9-9C16-56EFBBED4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1738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96">
              <a:extLst>
                <a:ext uri="{FF2B5EF4-FFF2-40B4-BE49-F238E27FC236}">
                  <a16:creationId xmlns:a16="http://schemas.microsoft.com/office/drawing/2014/main" id="{A54A2E92-ACCC-32B2-EF54-1D3C34F18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3" y="1574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43" name="Text Box 98">
              <a:extLst>
                <a:ext uri="{FF2B5EF4-FFF2-40B4-BE49-F238E27FC236}">
                  <a16:creationId xmlns:a16="http://schemas.microsoft.com/office/drawing/2014/main" id="{899B1A19-61AE-01C3-A245-183C540CB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1365"/>
              <a:ext cx="581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44" name="Line 99">
              <a:extLst>
                <a:ext uri="{FF2B5EF4-FFF2-40B4-BE49-F238E27FC236}">
                  <a16:creationId xmlns:a16="http://schemas.microsoft.com/office/drawing/2014/main" id="{828FE7B3-1017-125E-1E29-DC2AC568A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1463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Line 100">
              <a:extLst>
                <a:ext uri="{FF2B5EF4-FFF2-40B4-BE49-F238E27FC236}">
                  <a16:creationId xmlns:a16="http://schemas.microsoft.com/office/drawing/2014/main" id="{3C3C56B5-28B3-7F98-FF02-5B15D1984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9" y="1552"/>
              <a:ext cx="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Line 101">
              <a:extLst>
                <a:ext uri="{FF2B5EF4-FFF2-40B4-BE49-F238E27FC236}">
                  <a16:creationId xmlns:a16="http://schemas.microsoft.com/office/drawing/2014/main" id="{3B1CEF0E-C58E-C19C-2806-7D7A038A6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1698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Text Box 102">
              <a:extLst>
                <a:ext uri="{FF2B5EF4-FFF2-40B4-BE49-F238E27FC236}">
                  <a16:creationId xmlns:a16="http://schemas.microsoft.com/office/drawing/2014/main" id="{2A7A93F5-E87F-D0A6-3CA2-A778EA8FE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2" y="1551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48" name="Line 103">
              <a:extLst>
                <a:ext uri="{FF2B5EF4-FFF2-40B4-BE49-F238E27FC236}">
                  <a16:creationId xmlns:a16="http://schemas.microsoft.com/office/drawing/2014/main" id="{C49365D4-2133-747A-1958-DB0177B8B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5" y="1401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Text Box 104">
              <a:extLst>
                <a:ext uri="{FF2B5EF4-FFF2-40B4-BE49-F238E27FC236}">
                  <a16:creationId xmlns:a16="http://schemas.microsoft.com/office/drawing/2014/main" id="{7A809C9A-1C46-2130-4782-4F68D8903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1395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50" name="Line 105">
              <a:extLst>
                <a:ext uri="{FF2B5EF4-FFF2-40B4-BE49-F238E27FC236}">
                  <a16:creationId xmlns:a16="http://schemas.microsoft.com/office/drawing/2014/main" id="{A41932F7-B88E-BBDA-FB6D-A0D43D4E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5" y="1740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Line 106">
              <a:extLst>
                <a:ext uri="{FF2B5EF4-FFF2-40B4-BE49-F238E27FC236}">
                  <a16:creationId xmlns:a16="http://schemas.microsoft.com/office/drawing/2014/main" id="{D4F74D76-911D-0A30-B52B-A0654AECD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1366"/>
              <a:ext cx="5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Text Box 108">
              <a:extLst>
                <a:ext uri="{FF2B5EF4-FFF2-40B4-BE49-F238E27FC236}">
                  <a16:creationId xmlns:a16="http://schemas.microsoft.com/office/drawing/2014/main" id="{BD92F00B-0AD6-128C-07BD-BF4735A0B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025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53" name="Text Box 109">
              <a:extLst>
                <a:ext uri="{FF2B5EF4-FFF2-40B4-BE49-F238E27FC236}">
                  <a16:creationId xmlns:a16="http://schemas.microsoft.com/office/drawing/2014/main" id="{D730275B-1546-F401-7181-FD49F42B5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3" y="2414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54" name="Line 110">
              <a:extLst>
                <a:ext uri="{FF2B5EF4-FFF2-40B4-BE49-F238E27FC236}">
                  <a16:creationId xmlns:a16="http://schemas.microsoft.com/office/drawing/2014/main" id="{E644960C-7308-D867-1C85-6E76D0D5C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" y="2028"/>
              <a:ext cx="29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111">
              <a:extLst>
                <a:ext uri="{FF2B5EF4-FFF2-40B4-BE49-F238E27FC236}">
                  <a16:creationId xmlns:a16="http://schemas.microsoft.com/office/drawing/2014/main" id="{52D5F140-2A6F-ACC9-43D4-05F96CE12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2420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Text Box 112">
              <a:extLst>
                <a:ext uri="{FF2B5EF4-FFF2-40B4-BE49-F238E27FC236}">
                  <a16:creationId xmlns:a16="http://schemas.microsoft.com/office/drawing/2014/main" id="{53695342-47B8-F944-A7F7-E24463E06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2231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57" name="Text Box 114">
              <a:extLst>
                <a:ext uri="{FF2B5EF4-FFF2-40B4-BE49-F238E27FC236}">
                  <a16:creationId xmlns:a16="http://schemas.microsoft.com/office/drawing/2014/main" id="{CDBFB4FF-D481-55BB-2078-23E410A83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48"/>
              <a:ext cx="582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58" name="Line 115">
              <a:extLst>
                <a:ext uri="{FF2B5EF4-FFF2-40B4-BE49-F238E27FC236}">
                  <a16:creationId xmlns:a16="http://schemas.microsoft.com/office/drawing/2014/main" id="{9629AC2A-47B7-FDF8-84E8-AF906A913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146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Line 116">
              <a:extLst>
                <a:ext uri="{FF2B5EF4-FFF2-40B4-BE49-F238E27FC236}">
                  <a16:creationId xmlns:a16="http://schemas.microsoft.com/office/drawing/2014/main" id="{4776F064-9EF6-B1F4-A1C5-AEDFE9A25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2235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Line 117">
              <a:extLst>
                <a:ext uri="{FF2B5EF4-FFF2-40B4-BE49-F238E27FC236}">
                  <a16:creationId xmlns:a16="http://schemas.microsoft.com/office/drawing/2014/main" id="{1055A37F-07E9-B7F9-A6B2-DFF734ADB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2381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Text Box 118">
              <a:extLst>
                <a:ext uri="{FF2B5EF4-FFF2-40B4-BE49-F238E27FC236}">
                  <a16:creationId xmlns:a16="http://schemas.microsoft.com/office/drawing/2014/main" id="{F5A110B6-199F-80DF-F030-AF2DBCB93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5" y="2234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62" name="Text Box 119">
              <a:extLst>
                <a:ext uri="{FF2B5EF4-FFF2-40B4-BE49-F238E27FC236}">
                  <a16:creationId xmlns:a16="http://schemas.microsoft.com/office/drawing/2014/main" id="{3A48FE22-9534-48EF-9C68-080A5DA5A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2531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63" name="Line 120">
              <a:extLst>
                <a:ext uri="{FF2B5EF4-FFF2-40B4-BE49-F238E27FC236}">
                  <a16:creationId xmlns:a16="http://schemas.microsoft.com/office/drawing/2014/main" id="{03C5A527-E632-8E23-1F6B-1D72FB7DDB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3" y="2057"/>
              <a:ext cx="457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4" name="Text Box 122">
              <a:extLst>
                <a:ext uri="{FF2B5EF4-FFF2-40B4-BE49-F238E27FC236}">
                  <a16:creationId xmlns:a16="http://schemas.microsoft.com/office/drawing/2014/main" id="{01206B6E-7F50-9BB3-BEA6-D69E9DD16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3088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123">
              <a:extLst>
                <a:ext uri="{FF2B5EF4-FFF2-40B4-BE49-F238E27FC236}">
                  <a16:creationId xmlns:a16="http://schemas.microsoft.com/office/drawing/2014/main" id="{5389A9DD-3B3D-758D-B68E-8F2296416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" y="2924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66" name="Text Box 125">
              <a:extLst>
                <a:ext uri="{FF2B5EF4-FFF2-40B4-BE49-F238E27FC236}">
                  <a16:creationId xmlns:a16="http://schemas.microsoft.com/office/drawing/2014/main" id="{21497875-1D44-FB94-A9A7-668A059BC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8" y="2715"/>
              <a:ext cx="581" cy="419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67" name="Line 126">
              <a:extLst>
                <a:ext uri="{FF2B5EF4-FFF2-40B4-BE49-F238E27FC236}">
                  <a16:creationId xmlns:a16="http://schemas.microsoft.com/office/drawing/2014/main" id="{BC32D29E-D9C3-3297-D99C-3DB2E5763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8" y="2813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Line 127">
              <a:extLst>
                <a:ext uri="{FF2B5EF4-FFF2-40B4-BE49-F238E27FC236}">
                  <a16:creationId xmlns:a16="http://schemas.microsoft.com/office/drawing/2014/main" id="{CA860AC9-6EC0-C056-94C4-897D2A5E1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" y="2902"/>
              <a:ext cx="5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9" name="Line 128">
              <a:extLst>
                <a:ext uri="{FF2B5EF4-FFF2-40B4-BE49-F238E27FC236}">
                  <a16:creationId xmlns:a16="http://schemas.microsoft.com/office/drawing/2014/main" id="{3DAF7E6F-2EAD-6D6D-1F99-209611160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5" y="3048"/>
              <a:ext cx="5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" name="Text Box 129">
              <a:extLst>
                <a:ext uri="{FF2B5EF4-FFF2-40B4-BE49-F238E27FC236}">
                  <a16:creationId xmlns:a16="http://schemas.microsoft.com/office/drawing/2014/main" id="{3A367BEB-B49B-63A2-1133-D3604BA0A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" y="2901"/>
              <a:ext cx="290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endParaRPr>
            </a:p>
          </p:txBody>
        </p:sp>
        <p:sp>
          <p:nvSpPr>
            <p:cNvPr id="71" name="Line 130">
              <a:extLst>
                <a:ext uri="{FF2B5EF4-FFF2-40B4-BE49-F238E27FC236}">
                  <a16:creationId xmlns:a16="http://schemas.microsoft.com/office/drawing/2014/main" id="{83E214A6-AFFF-E99B-D254-495E39605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751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Text Box 131">
              <a:extLst>
                <a:ext uri="{FF2B5EF4-FFF2-40B4-BE49-F238E27FC236}">
                  <a16:creationId xmlns:a16="http://schemas.microsoft.com/office/drawing/2014/main" id="{955AB8EA-C84B-13E7-A493-25BB97E6B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" y="2745"/>
              <a:ext cx="388" cy="150"/>
            </a:xfrm>
            <a:prstGeom prst="rect">
              <a:avLst/>
            </a:prstGeom>
            <a:solidFill>
              <a:srgbClr val="FFCCCC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6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73" name="Line 132">
              <a:extLst>
                <a:ext uri="{FF2B5EF4-FFF2-40B4-BE49-F238E27FC236}">
                  <a16:creationId xmlns:a16="http://schemas.microsoft.com/office/drawing/2014/main" id="{4C27084F-52C1-E6A5-02C6-13637ACED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3090"/>
              <a:ext cx="2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133">
              <a:extLst>
                <a:ext uri="{FF2B5EF4-FFF2-40B4-BE49-F238E27FC236}">
                  <a16:creationId xmlns:a16="http://schemas.microsoft.com/office/drawing/2014/main" id="{47C78036-04B3-27A1-60CB-6C87A7686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16"/>
              <a:ext cx="5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134">
              <a:extLst>
                <a:ext uri="{FF2B5EF4-FFF2-40B4-BE49-F238E27FC236}">
                  <a16:creationId xmlns:a16="http://schemas.microsoft.com/office/drawing/2014/main" id="{C4F680A8-72DA-C226-A7B2-043E3305C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1740"/>
              <a:ext cx="517" cy="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Text Box 135">
              <a:extLst>
                <a:ext uri="{FF2B5EF4-FFF2-40B4-BE49-F238E27FC236}">
                  <a16:creationId xmlns:a16="http://schemas.microsoft.com/office/drawing/2014/main" id="{2CD6C890-064F-9478-9BB9-1AF67C747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458"/>
              <a:ext cx="923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一级间接索引</a:t>
              </a:r>
            </a:p>
          </p:txBody>
        </p:sp>
        <p:sp>
          <p:nvSpPr>
            <p:cNvPr id="77" name="Line 138">
              <a:extLst>
                <a:ext uri="{FF2B5EF4-FFF2-40B4-BE49-F238E27FC236}">
                  <a16:creationId xmlns:a16="http://schemas.microsoft.com/office/drawing/2014/main" id="{62DE501F-2597-4C95-F396-B31761D0A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" y="2022"/>
              <a:ext cx="95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Text Box 139">
              <a:extLst>
                <a:ext uri="{FF2B5EF4-FFF2-40B4-BE49-F238E27FC236}">
                  <a16:creationId xmlns:a16="http://schemas.microsoft.com/office/drawing/2014/main" id="{557BD8BD-1BD1-A830-737A-E1C175B73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1" y="1106"/>
              <a:ext cx="2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9" name="Text Box 140">
              <a:extLst>
                <a:ext uri="{FF2B5EF4-FFF2-40B4-BE49-F238E27FC236}">
                  <a16:creationId xmlns:a16="http://schemas.microsoft.com/office/drawing/2014/main" id="{C1A8B8DA-E0ED-366E-6FD8-21DF65430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1" y="1842"/>
              <a:ext cx="2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  <a:sym typeface="MT Extra" panose="05050102010205020202" pitchFamily="18" charset="2"/>
                </a:rPr>
                <a:t></a:t>
              </a:r>
            </a:p>
          </p:txBody>
        </p:sp>
      </p:grpSp>
      <p:sp>
        <p:nvSpPr>
          <p:cNvPr id="80" name="Text Box 145">
            <a:extLst>
              <a:ext uri="{FF2B5EF4-FFF2-40B4-BE49-F238E27FC236}">
                <a16:creationId xmlns:a16="http://schemas.microsoft.com/office/drawing/2014/main" id="{80AB5EB6-CC81-46E1-5932-4F6D0192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372" y="5860303"/>
            <a:ext cx="2232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二级间接索引文件结构</a:t>
            </a:r>
          </a:p>
        </p:txBody>
      </p:sp>
    </p:spTree>
    <p:extLst>
      <p:ext uri="{BB962C8B-B14F-4D97-AF65-F5344CB8AC3E}">
        <p14:creationId xmlns:p14="http://schemas.microsoft.com/office/powerpoint/2010/main" val="675311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文件的物理结构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924BEB-CBFC-FD01-FFA3-E1C979657302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705310" y="830079"/>
            <a:ext cx="7772400" cy="53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  <a:defRPr/>
            </a:pPr>
            <a:r>
              <a:rPr lang="zh-CN" altLang="en-US" sz="2800" b="1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文件物理结构的比较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32E9BB-7BA6-0D5A-C3FE-65D55436FB74}"/>
              </a:ext>
            </a:extLst>
          </p:cNvPr>
          <p:cNvSpPr txBox="1">
            <a:spLocks noChangeArrowheads="1"/>
          </p:cNvSpPr>
          <p:nvPr/>
        </p:nvSpPr>
        <p:spPr>
          <a:xfrm>
            <a:off x="859782" y="1366654"/>
            <a:ext cx="9896042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b="1" dirty="0">
                <a:solidFill>
                  <a:srgbClr val="4138FA"/>
                </a:solidFill>
                <a:latin typeface="+mn-ea"/>
                <a:ea typeface="+mn-ea"/>
              </a:rPr>
              <a:t>连续文件</a:t>
            </a:r>
            <a:r>
              <a:rPr lang="zh-CN" altLang="en-US" b="1" dirty="0">
                <a:latin typeface="+mn-ea"/>
                <a:ea typeface="+mn-ea"/>
              </a:rPr>
              <a:t>：</a:t>
            </a:r>
          </a:p>
          <a:p>
            <a:pPr lvl="1" algn="just"/>
            <a:r>
              <a:rPr lang="zh-CN" altLang="en-US" dirty="0">
                <a:latin typeface="+mn-ea"/>
                <a:ea typeface="+mn-ea"/>
              </a:rPr>
              <a:t>不需要额外的空间开销，只在文件目录中指出文件的大小和首块的块号即可；顺序访问效率很高；适应于</a:t>
            </a:r>
            <a:r>
              <a:rPr lang="zh-CN" altLang="en-US" dirty="0">
                <a:solidFill>
                  <a:srgbClr val="4138FA"/>
                </a:solidFill>
                <a:latin typeface="+mn-ea"/>
                <a:ea typeface="+mn-ea"/>
              </a:rPr>
              <a:t>顺序存取</a:t>
            </a:r>
          </a:p>
          <a:p>
            <a:pPr lvl="1" algn="just"/>
            <a:r>
              <a:rPr lang="zh-CN" altLang="en-US" dirty="0">
                <a:latin typeface="+mn-ea"/>
                <a:ea typeface="+mn-ea"/>
              </a:rPr>
              <a:t>动态增长和缩小系统开销很大；文件创建时要求用户提供文件的大小；存储空间浪费较大</a:t>
            </a:r>
          </a:p>
          <a:p>
            <a:pPr lvl="1" algn="just"/>
            <a:endParaRPr lang="zh-CN" altLang="en-US" sz="1600" b="1" dirty="0"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4138FA"/>
                </a:solidFill>
                <a:latin typeface="+mn-ea"/>
                <a:ea typeface="+mn-ea"/>
              </a:rPr>
              <a:t>串联文件：</a:t>
            </a:r>
          </a:p>
          <a:p>
            <a:pPr lvl="1" algn="just"/>
            <a:r>
              <a:rPr lang="zh-CN" altLang="en-US" dirty="0">
                <a:latin typeface="+mn-ea"/>
                <a:ea typeface="+mn-ea"/>
              </a:rPr>
              <a:t>克服了连续文件的不足之处，但文件的随机访问系统开销较大。适应于</a:t>
            </a:r>
            <a:r>
              <a:rPr lang="zh-CN" altLang="en-US" dirty="0">
                <a:solidFill>
                  <a:srgbClr val="4138FA"/>
                </a:solidFill>
                <a:latin typeface="+mn-ea"/>
                <a:ea typeface="+mn-ea"/>
              </a:rPr>
              <a:t>顺序访问</a:t>
            </a:r>
            <a:r>
              <a:rPr lang="zh-CN" altLang="en-US" dirty="0">
                <a:latin typeface="+mn-ea"/>
                <a:ea typeface="+mn-ea"/>
              </a:rPr>
              <a:t>的文件</a:t>
            </a:r>
          </a:p>
          <a:p>
            <a:pPr lvl="1" algn="just"/>
            <a:endParaRPr lang="zh-CN" altLang="en-US" sz="1600" b="1" dirty="0"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4138FA"/>
                </a:solidFill>
                <a:latin typeface="+mn-ea"/>
                <a:ea typeface="+mn-ea"/>
              </a:rPr>
              <a:t>索引文件：</a:t>
            </a:r>
          </a:p>
          <a:p>
            <a:pPr lvl="1" algn="just"/>
            <a:r>
              <a:rPr lang="zh-CN" altLang="en-US" dirty="0">
                <a:latin typeface="+mn-ea"/>
                <a:ea typeface="+mn-ea"/>
              </a:rPr>
              <a:t>既适应于</a:t>
            </a:r>
            <a:r>
              <a:rPr lang="zh-CN" altLang="en-US" dirty="0">
                <a:solidFill>
                  <a:srgbClr val="4138FA"/>
                </a:solidFill>
                <a:latin typeface="+mn-ea"/>
                <a:ea typeface="+mn-ea"/>
              </a:rPr>
              <a:t>顺序访问</a:t>
            </a:r>
            <a:r>
              <a:rPr lang="zh-CN" altLang="en-US" dirty="0">
                <a:latin typeface="+mn-ea"/>
                <a:ea typeface="+mn-ea"/>
              </a:rPr>
              <a:t>，也适应于</a:t>
            </a:r>
            <a:r>
              <a:rPr lang="zh-CN" altLang="en-US" dirty="0">
                <a:solidFill>
                  <a:srgbClr val="4138FA"/>
                </a:solidFill>
                <a:latin typeface="+mn-ea"/>
                <a:ea typeface="+mn-ea"/>
              </a:rPr>
              <a:t>随机访问</a:t>
            </a:r>
          </a:p>
          <a:p>
            <a:pPr lvl="1" algn="just"/>
            <a:r>
              <a:rPr lang="zh-CN" altLang="en-US" dirty="0">
                <a:latin typeface="+mn-ea"/>
                <a:ea typeface="+mn-ea"/>
              </a:rPr>
              <a:t>存在索引表的空间开销和文件索引的时间开销</a:t>
            </a:r>
          </a:p>
        </p:txBody>
      </p:sp>
    </p:spTree>
    <p:extLst>
      <p:ext uri="{BB962C8B-B14F-4D97-AF65-F5344CB8AC3E}">
        <p14:creationId xmlns:p14="http://schemas.microsoft.com/office/powerpoint/2010/main" val="2063417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ECE6BC2-ED2B-6247-7B5D-72AE28DA9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643937" cy="351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5.  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文件系统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文件的特点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树型文件目录结构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可安装拆卸的文件系统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③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文件是无结构的字符流式文件</a:t>
            </a:r>
          </a:p>
          <a:p>
            <a:pPr lvl="1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④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将外部设备与文件一样对待</a:t>
            </a:r>
          </a:p>
        </p:txBody>
      </p:sp>
    </p:spTree>
    <p:extLst>
      <p:ext uri="{BB962C8B-B14F-4D97-AF65-F5344CB8AC3E}">
        <p14:creationId xmlns:p14="http://schemas.microsoft.com/office/powerpoint/2010/main" val="1897068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C7817A-374B-1F46-B022-622D56083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515879"/>
            <a:ext cx="613251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普通文件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用户程序、数据文件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6540EA2-CF3E-F2DB-03B3-F170037E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10" y="2560454"/>
            <a:ext cx="902811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目录文件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     用于组织和形成树型目录结构中的一个单位，由若干目录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     项组成。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7C0F160-6458-7B79-6EE6-43D70ED3D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997" y="4147954"/>
            <a:ext cx="10680939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③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特别文件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与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硬设备有关的文件称为特别文件。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包括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块设备文件、字符设备文件。与计算机连接每一种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输入输出设备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都有一个特别文件。它是操作系统核心用于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存取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输入输出设备的通道，是用户与硬件设备联系的桥梁。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946124D-AC37-3278-3323-54918F55E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35" y="830079"/>
            <a:ext cx="761365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文件的类型</a:t>
            </a:r>
          </a:p>
        </p:txBody>
      </p:sp>
    </p:spTree>
    <p:extLst>
      <p:ext uri="{BB962C8B-B14F-4D97-AF65-F5344CB8AC3E}">
        <p14:creationId xmlns:p14="http://schemas.microsoft.com/office/powerpoint/2010/main" val="2592900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E265A8A-F070-1F12-0D56-954F9841B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97" y="830079"/>
            <a:ext cx="8318500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6.  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系统的索引文件结构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3B988A-E097-AFD5-390D-22F7735F8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436504"/>
            <a:ext cx="10464658" cy="352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文件索引节点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  什么是文件索引节点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en-US" altLang="zh-CN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UNIX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系统把文件目录项中除了名字以外的信息全部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存放到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一个磁盘的数据块上，这种数据块就是文件索引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节点 </a:t>
            </a:r>
            <a:r>
              <a:rPr lang="en-US" altLang="zh-CN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indexnode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，简称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节点，又称为磁盘索引节点。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在目录项中只有文件的名字和对应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节点的编号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32113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A54BF74-AADC-231B-D60F-6A436A9DF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33401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磁盘索引节点结构</a:t>
            </a:r>
            <a:endParaRPr lang="zh-CN" altLang="en-US" sz="2400">
              <a:solidFill>
                <a:srgbClr val="000099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7FA2D98-ADF0-2B3A-FCE5-AB88E038FFED}"/>
              </a:ext>
            </a:extLst>
          </p:cNvPr>
          <p:cNvGrpSpPr>
            <a:grpSpLocks/>
          </p:cNvGrpSpPr>
          <p:nvPr/>
        </p:nvGrpSpPr>
        <p:grpSpPr bwMode="auto">
          <a:xfrm>
            <a:off x="759285" y="1647642"/>
            <a:ext cx="3105150" cy="2676525"/>
            <a:chOff x="200" y="572"/>
            <a:chExt cx="2203" cy="1859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72A51223-13DC-94C2-E5AF-ED12048CD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572"/>
              <a:ext cx="2177" cy="18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1AF04FF0-3E7B-A168-F101-3B8CBFF7E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" y="847"/>
              <a:ext cx="2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2E57C751-A419-55EF-E5EC-971CA02FD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" y="594"/>
              <a:ext cx="213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文件所有者标识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i_uid</a:t>
              </a: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i_gid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00673B8F-3569-B077-BEDC-5CA8917E2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2161"/>
              <a:ext cx="2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地址索引表　　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i_addr[13]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FB81293E-2D90-9ABC-9BB1-8D9292AAE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" y="1127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B461AD7-FE5E-CA9C-AA85-04568DEE6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879"/>
              <a:ext cx="2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文件类型        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i_type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8BA09589-19CD-2637-E015-2B0142630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1384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A6340291-E3CB-B36A-2F37-218FD9A47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" y="1135"/>
              <a:ext cx="213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文件存取许可权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i_mode</a:t>
              </a: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EF7FE606-D49F-CF65-579B-52355D4DC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" y="1639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703E356E-44D0-D93E-2CAB-F635BA434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1389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联接计数　　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i_ilink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0870F57D-05D8-6DBE-0D2A-76A767709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" y="1895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3CB5242E-86E9-42E4-47C2-79E1ACC00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1640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文件存取时间　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i_time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79F2FDB-691C-84E5-C30D-2A215BC1D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2151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22F4CA46-7353-C2E5-25FF-0E4A6BC08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1885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文件长度　　　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i_size</a:t>
              </a:r>
            </a:p>
          </p:txBody>
        </p:sp>
      </p:grpSp>
      <p:sp>
        <p:nvSpPr>
          <p:cNvPr id="19" name="Rectangle 19">
            <a:extLst>
              <a:ext uri="{FF2B5EF4-FFF2-40B4-BE49-F238E27FC236}">
                <a16:creationId xmlns:a16="http://schemas.microsoft.com/office/drawing/2014/main" id="{2C998124-CEC3-4BB9-FFF2-2A1A51F75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766" y="1207523"/>
            <a:ext cx="6876146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文件所有者标识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定义对一个文件具有存取权的用户集合，分为文件所有者、用户组所有者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文件类型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分为正规文件、目录文件、字符特殊文件或块特殊文件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文件存取许可权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按文件所有者、文件的用户组所有者及其他用户三个类别对文件施行保护。每类都具有读、写、执行该文件的存取权，并且能分别地设置。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C03B5D7C-844B-59BD-9D8A-717AED4CF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622" y="4625792"/>
            <a:ext cx="2071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磁盘索引节点的结构</a:t>
            </a:r>
          </a:p>
        </p:txBody>
      </p:sp>
    </p:spTree>
    <p:extLst>
      <p:ext uri="{BB962C8B-B14F-4D97-AF65-F5344CB8AC3E}">
        <p14:creationId xmlns:p14="http://schemas.microsoft.com/office/powerpoint/2010/main" val="360516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226B6C8-7FD2-7453-0DC6-54F9F69DA600}"/>
              </a:ext>
            </a:extLst>
          </p:cNvPr>
          <p:cNvGrpSpPr>
            <a:grpSpLocks/>
          </p:cNvGrpSpPr>
          <p:nvPr/>
        </p:nvGrpSpPr>
        <p:grpSpPr bwMode="auto">
          <a:xfrm>
            <a:off x="487822" y="1602493"/>
            <a:ext cx="3105150" cy="2676525"/>
            <a:chOff x="200" y="572"/>
            <a:chExt cx="2203" cy="1859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7A60DBD9-33C7-42DC-FC82-0D967A040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572"/>
              <a:ext cx="2177" cy="18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3509C71-80B5-D87B-3BDA-CEF500643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" y="847"/>
              <a:ext cx="2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9F6CB31A-9CFA-F497-20D1-590F27B54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" y="594"/>
              <a:ext cx="213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文件所有者标识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i_uid</a:t>
              </a: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i_gid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278B99A5-CF11-6D12-FDEB-B7487981C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2161"/>
              <a:ext cx="2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地址索引表　　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i_addr[13]</a:t>
              </a: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6A24C392-3921-334A-52CF-8C45D17FE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" y="1127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4AF28830-2456-EE0E-0C38-10576402E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879"/>
              <a:ext cx="213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文件类型        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i_type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787C3D20-E4E1-5475-7612-95FD1EA46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1384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54E9DBEF-2CF2-72E0-A380-1E0E118FA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" y="1135"/>
              <a:ext cx="213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文件存取许可权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i_mode</a:t>
              </a: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D67F8AD9-4437-2FBC-5580-C3AB2821C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" y="1639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8B0F50E2-017A-4570-7C36-1C3ED251D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1389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联接计数　　    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i_ilink</a:t>
              </a: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83D6A5C-8323-39C8-8226-C92216CFE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" y="1895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E45D48A5-9C1E-D168-49B0-802627212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1640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文件存取时间　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i_time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4AD7D96-A9AE-5528-415C-75285ED3C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2151"/>
              <a:ext cx="2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1AE42F70-D15C-807F-7C2C-944783AE8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" y="1885"/>
              <a:ext cx="213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文件长度　　　 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</a:t>
              </a:r>
              <a:r>
                <a:rPr lang="en-US" altLang="zh-CN" sz="1400" b="1">
                  <a:solidFill>
                    <a:schemeClr val="tx1"/>
                  </a:solidFill>
                </a:rPr>
                <a:t>size</a:t>
              </a:r>
            </a:p>
          </p:txBody>
        </p:sp>
      </p:grpSp>
      <p:sp>
        <p:nvSpPr>
          <p:cNvPr id="18" name="Rectangle 18">
            <a:extLst>
              <a:ext uri="{FF2B5EF4-FFF2-40B4-BE49-F238E27FC236}">
                <a16:creationId xmlns:a16="http://schemas.microsoft.com/office/drawing/2014/main" id="{822987B8-0902-8B9E-B81A-C118808C5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096" y="1290556"/>
            <a:ext cx="6984159" cy="393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ⅳ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文件联结数目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表示在文件目录结构中，有多少个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文件名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指向该文件。每当增加一个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名字时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i_ilink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值加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，减少一个名字时其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值减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。当其值减为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时，该文件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才能真正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删除。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ⅴ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地址索引表</a:t>
            </a:r>
          </a:p>
          <a:p>
            <a:pPr eaLnBrk="1" hangingPunct="1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文件数据的磁盘地址明细表，即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地址索引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表，在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第七版本用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i_addr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[8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] 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来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描述。在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systemⅤ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i_addr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[13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来描述。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A1CC2453-1CDE-6128-BA9E-EBA3EC641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097" y="4677480"/>
            <a:ext cx="2071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磁盘索引节点的结构</a:t>
            </a:r>
          </a:p>
        </p:txBody>
      </p:sp>
    </p:spTree>
    <p:extLst>
      <p:ext uri="{BB962C8B-B14F-4D97-AF65-F5344CB8AC3E}">
        <p14:creationId xmlns:p14="http://schemas.microsoft.com/office/powerpoint/2010/main" val="3231648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66EABF-2BF2-544C-952D-6EE962739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36750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磁盘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索引节点示例</a:t>
            </a:r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F0412C3C-CB9D-DA4C-18A7-002AB4A2F9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2714615"/>
              </p:ext>
            </p:extLst>
          </p:nvPr>
        </p:nvGraphicFramePr>
        <p:xfrm>
          <a:off x="1997725" y="1674629"/>
          <a:ext cx="5865813" cy="3394076"/>
        </p:xfrm>
        <a:graphic>
          <a:graphicData uri="http://schemas.openxmlformats.org/drawingml/2006/table">
            <a:tbl>
              <a:tblPr/>
              <a:tblGrid>
                <a:gridCol w="586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所有者 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mjb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用户组              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 型                 正规文件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许可权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rwxr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-x--x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最后一次读文件      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20131023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下午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1∶45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最后一次写文件      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20131022   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10∶30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最后一次改变索引节点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20131023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下午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1∶30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文件长度  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6030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663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磁盘地址             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i_addr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[13]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8">
            <a:extLst>
              <a:ext uri="{FF2B5EF4-FFF2-40B4-BE49-F238E27FC236}">
                <a16:creationId xmlns:a16="http://schemas.microsoft.com/office/drawing/2014/main" id="{7429CCF4-EF50-5A71-FE6E-76852F1DD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650" y="5298892"/>
            <a:ext cx="2043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磁盘索引节点示例</a:t>
            </a:r>
          </a:p>
        </p:txBody>
      </p:sp>
    </p:spTree>
    <p:extLst>
      <p:ext uri="{BB962C8B-B14F-4D97-AF65-F5344CB8AC3E}">
        <p14:creationId xmlns:p14="http://schemas.microsoft.com/office/powerpoint/2010/main" val="591647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26C9637-D1BC-AC6F-5AB1-7C22EEBB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374655"/>
            <a:ext cx="10448402" cy="2428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(2)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文件索引结构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UNIX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系统采用文件索引结构，文件所在的磁盘物理块</a:t>
            </a:r>
            <a:r>
              <a:rPr lang="zh-CN" altLang="en-US" sz="24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号可以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不连续。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讨论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UNIX</a:t>
            </a:r>
            <a:r>
              <a:rPr kumimoji="1" lang="zh-CN" altLang="en-US" sz="2400" b="0" dirty="0">
                <a:solidFill>
                  <a:schemeClr val="tx1"/>
                </a:solidFill>
                <a:effectLst/>
                <a:sym typeface="+mn-ea"/>
              </a:rPr>
              <a:t>第七版本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的文件索引结构</a:t>
            </a:r>
          </a:p>
          <a:p>
            <a:pPr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    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UNIX system V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的文件索引结构</a:t>
            </a:r>
          </a:p>
        </p:txBody>
      </p:sp>
    </p:spTree>
    <p:extLst>
      <p:ext uri="{BB962C8B-B14F-4D97-AF65-F5344CB8AC3E}">
        <p14:creationId xmlns:p14="http://schemas.microsoft.com/office/powerpoint/2010/main" val="3993289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822C472-CF7C-532A-A9EF-687B595E4504}"/>
              </a:ext>
            </a:extLst>
          </p:cNvPr>
          <p:cNvGrpSpPr>
            <a:grpSpLocks/>
          </p:cNvGrpSpPr>
          <p:nvPr/>
        </p:nvGrpSpPr>
        <p:grpSpPr bwMode="auto">
          <a:xfrm>
            <a:off x="552910" y="2233429"/>
            <a:ext cx="4254500" cy="3551237"/>
            <a:chOff x="24" y="1237"/>
            <a:chExt cx="2680" cy="2237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1DA5F45B-9A51-1369-15BE-B6A1F3E16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" y="2146"/>
              <a:ext cx="280" cy="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603F1799-5BED-BD31-13C8-E4010ABE5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1261"/>
              <a:ext cx="781" cy="221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B73EDF93-34A4-B39D-295B-1E565C529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1511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062FA3E9-3D41-53E9-277F-0DA46C0E0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1774"/>
              <a:ext cx="78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E6C9E931-163C-79D9-A15D-5E1930A3E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2039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ADBBD5CB-5BB8-9DA4-45ED-22F447D64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2303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38490817-8116-D045-660A-F877457AD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2620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26042AAE-1786-2CCF-E0C4-1D612DC4D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2885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E8CB8591-C4DB-55E4-6838-51C11088D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" y="3149"/>
              <a:ext cx="78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60B8718-50D5-49D9-E640-7063B4535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" y="1237"/>
              <a:ext cx="65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5CE3587-1044-9BFB-2B84-3E90CEB00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" y="1501"/>
              <a:ext cx="69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i_addr[1]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25531040-430F-D857-BD65-BA8CD1F2D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" y="1768"/>
              <a:ext cx="631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i_addr[2]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FE5DD2DC-FB31-673A-541B-4A5FA0DCA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" y="2008"/>
              <a:ext cx="64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i_addr[3]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5DEFDD85-CD24-54B7-32AF-6D9E736D4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" y="2297"/>
              <a:ext cx="676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i_addr[4]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1E9A9763-435A-7CF6-1197-50C093342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" y="2595"/>
              <a:ext cx="641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i_addr[5]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0E5ED7E2-F2CB-AD94-EFBB-FBBAA3F08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" y="2884"/>
              <a:ext cx="668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i_addr[6]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8B5DB23B-A87D-AC9E-8D6D-C35FA5EE2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" y="3174"/>
              <a:ext cx="68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i_addr[7]</a:t>
              </a: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275EDC89-1623-F13A-49EB-5A4D15564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" y="1274"/>
              <a:ext cx="4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14BB0086-9CE6-5B9C-DC43-B1D18405F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1529"/>
              <a:ext cx="4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57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6B0F9B46-A2DF-C65F-508F-E0D575B1D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1247"/>
              <a:ext cx="246" cy="21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E2240552-2F91-B606-8A8C-F8D2FA9D6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3" y="1248"/>
              <a:ext cx="33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6DFF072C-F202-B2DE-652A-968D1D9B6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1352"/>
              <a:ext cx="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7E14ECB-B8D6-F899-2511-90135D5BA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3210"/>
              <a:ext cx="246" cy="21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123F95B4-6CC8-4CAD-4FCA-6AAC5B134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" y="3202"/>
              <a:ext cx="4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1103B54C-A9F4-F207-D9FB-D3DD73FAE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3315"/>
              <a:ext cx="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728F46DD-DC33-8C95-37A9-CFBBB0804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1564"/>
              <a:ext cx="246" cy="21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9B43F6A6-BC7D-D0F6-CF3A-B06992845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" y="1574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57</a:t>
              </a:r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DC698C6E-D837-9E56-D002-905EED44F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8" y="1670"/>
              <a:ext cx="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2B83D96C-0C8F-C8BE-CA17-8E34FD060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" y="3185"/>
              <a:ext cx="4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200</a:t>
              </a:r>
            </a:p>
          </p:txBody>
        </p:sp>
      </p:grpSp>
      <p:sp>
        <p:nvSpPr>
          <p:cNvPr id="33" name="Rectangle 33">
            <a:extLst>
              <a:ext uri="{FF2B5EF4-FFF2-40B4-BE49-F238E27FC236}">
                <a16:creationId xmlns:a16="http://schemas.microsoft.com/office/drawing/2014/main" id="{0570F6D6-EDC1-3D37-9237-A6A40F47A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486" y="2343633"/>
            <a:ext cx="6314911" cy="292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在文件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节点中使用一个具有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个数据项的数组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来描述文件物理结构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构造小型文件时，数组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]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作为直接索引表。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文件的大小：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8×512B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47422368-56A5-FAE5-6D0E-E57412FF7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① UNIX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第七版本的文件索引结构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小型文件</a:t>
            </a: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98F12704-DC54-BE44-8DB2-9E3090143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035" y="6138679"/>
            <a:ext cx="28114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UNIX 7</a:t>
            </a:r>
            <a:r>
              <a:rPr lang="en-US" altLang="zh-CN" sz="1600" b="0">
                <a:solidFill>
                  <a:schemeClr val="tx1"/>
                </a:solidFill>
              </a:rPr>
              <a:t> </a:t>
            </a:r>
            <a:r>
              <a:rPr lang="zh-CN" altLang="en-US" sz="1600" b="0">
                <a:solidFill>
                  <a:schemeClr val="tx1"/>
                </a:solidFill>
              </a:rPr>
              <a:t>版本的小型文件结构</a:t>
            </a:r>
          </a:p>
        </p:txBody>
      </p:sp>
    </p:spTree>
    <p:extLst>
      <p:ext uri="{BB962C8B-B14F-4D97-AF65-F5344CB8AC3E}">
        <p14:creationId xmlns:p14="http://schemas.microsoft.com/office/powerpoint/2010/main" val="3512902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2620EC-00FC-F0BE-0B39-F58397469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38179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大型文件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A9D5BA-AF88-F79F-955F-FCA90AD92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006" y="5276666"/>
            <a:ext cx="9763607" cy="119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 ]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用于一级间接索引，只使用 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[0] -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[6]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系统支持的文件最大可为：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7×256×512B 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5E6BE10E-A2BC-02B8-AA13-B5C3754339E9}"/>
              </a:ext>
            </a:extLst>
          </p:cNvPr>
          <p:cNvGrpSpPr>
            <a:grpSpLocks/>
          </p:cNvGrpSpPr>
          <p:nvPr/>
        </p:nvGrpSpPr>
        <p:grpSpPr bwMode="auto">
          <a:xfrm>
            <a:off x="3240547" y="1023754"/>
            <a:ext cx="5254625" cy="3465512"/>
            <a:chOff x="1177" y="718"/>
            <a:chExt cx="3310" cy="2183"/>
          </a:xfrm>
        </p:grpSpPr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36D28588-B8A9-5C02-92D1-B1C508A3D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3" y="27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648C7F0F-C922-C711-BE5B-764419555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3" y="2413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D17B1239-385E-402D-6FFA-14F56B51B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2" y="1636"/>
              <a:ext cx="296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923FB41-8049-21EA-4E44-A7E36434D4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7" y="782"/>
              <a:ext cx="1421" cy="1907"/>
              <a:chOff x="1374" y="881"/>
              <a:chExt cx="1421" cy="1907"/>
            </a:xfrm>
          </p:grpSpPr>
          <p:sp>
            <p:nvSpPr>
              <p:cNvPr id="43" name="Text Box 11">
                <a:extLst>
                  <a:ext uri="{FF2B5EF4-FFF2-40B4-BE49-F238E27FC236}">
                    <a16:creationId xmlns:a16="http://schemas.microsoft.com/office/drawing/2014/main" id="{5E43BB03-8100-2DBB-E685-4C1D96E80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912"/>
                <a:ext cx="826" cy="1876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1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1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44" name="Line 12">
                <a:extLst>
                  <a:ext uri="{FF2B5EF4-FFF2-40B4-BE49-F238E27FC236}">
                    <a16:creationId xmlns:a16="http://schemas.microsoft.com/office/drawing/2014/main" id="{CE534C93-DBFE-04DF-FF64-3701E0066A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1127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" name="Line 13">
                <a:extLst>
                  <a:ext uri="{FF2B5EF4-FFF2-40B4-BE49-F238E27FC236}">
                    <a16:creationId xmlns:a16="http://schemas.microsoft.com/office/drawing/2014/main" id="{E33C86DE-34AB-3418-412C-17E37E921A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1353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6" name="Line 14">
                <a:extLst>
                  <a:ext uri="{FF2B5EF4-FFF2-40B4-BE49-F238E27FC236}">
                    <a16:creationId xmlns:a16="http://schemas.microsoft.com/office/drawing/2014/main" id="{E940252E-8400-8461-0946-544F0813D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1580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" name="Line 15">
                <a:extLst>
                  <a:ext uri="{FF2B5EF4-FFF2-40B4-BE49-F238E27FC236}">
                    <a16:creationId xmlns:a16="http://schemas.microsoft.com/office/drawing/2014/main" id="{3AC1ABC1-AE7C-805A-D217-600084A1B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1808"/>
                <a:ext cx="8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8" name="Line 16">
                <a:extLst>
                  <a:ext uri="{FF2B5EF4-FFF2-40B4-BE49-F238E27FC236}">
                    <a16:creationId xmlns:a16="http://schemas.microsoft.com/office/drawing/2014/main" id="{2554741D-2F81-ADC1-0EE8-4968924DE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2080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9" name="Line 17">
                <a:extLst>
                  <a:ext uri="{FF2B5EF4-FFF2-40B4-BE49-F238E27FC236}">
                    <a16:creationId xmlns:a16="http://schemas.microsoft.com/office/drawing/2014/main" id="{5FEEFC21-0AAC-FC48-5907-602172F62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2307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0" name="Line 18">
                <a:extLst>
                  <a:ext uri="{FF2B5EF4-FFF2-40B4-BE49-F238E27FC236}">
                    <a16:creationId xmlns:a16="http://schemas.microsoft.com/office/drawing/2014/main" id="{17ADBD1D-7361-FA92-50C2-DC7E44825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9" y="2534"/>
                <a:ext cx="82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" name="Text Box 19">
                <a:extLst>
                  <a:ext uri="{FF2B5EF4-FFF2-40B4-BE49-F238E27FC236}">
                    <a16:creationId xmlns:a16="http://schemas.microsoft.com/office/drawing/2014/main" id="{FDF032D8-58F5-6B0A-B821-7BD818B35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881"/>
                <a:ext cx="663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i_addr[0]</a:t>
                </a:r>
              </a:p>
            </p:txBody>
          </p:sp>
          <p:sp>
            <p:nvSpPr>
              <p:cNvPr id="52" name="Text Box 20">
                <a:extLst>
                  <a:ext uri="{FF2B5EF4-FFF2-40B4-BE49-F238E27FC236}">
                    <a16:creationId xmlns:a16="http://schemas.microsoft.com/office/drawing/2014/main" id="{0D7B60F3-5D46-4B1D-57B5-CF8FFB0711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1122"/>
                <a:ext cx="635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i_addr[1]</a:t>
                </a:r>
              </a:p>
            </p:txBody>
          </p:sp>
          <p:sp>
            <p:nvSpPr>
              <p:cNvPr id="53" name="Text Box 21">
                <a:extLst>
                  <a:ext uri="{FF2B5EF4-FFF2-40B4-BE49-F238E27FC236}">
                    <a16:creationId xmlns:a16="http://schemas.microsoft.com/office/drawing/2014/main" id="{00EC527D-18DD-BA14-CD20-44D35FAC8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1348"/>
                <a:ext cx="671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i_addr[2]</a:t>
                </a:r>
              </a:p>
            </p:txBody>
          </p:sp>
          <p:sp>
            <p:nvSpPr>
              <p:cNvPr id="54" name="Text Box 22">
                <a:extLst>
                  <a:ext uri="{FF2B5EF4-FFF2-40B4-BE49-F238E27FC236}">
                    <a16:creationId xmlns:a16="http://schemas.microsoft.com/office/drawing/2014/main" id="{005A96CD-273F-622C-3E2A-8B6F30CABC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0" y="1555"/>
                <a:ext cx="61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i_addr[3]</a:t>
                </a:r>
              </a:p>
            </p:txBody>
          </p:sp>
          <p:sp>
            <p:nvSpPr>
              <p:cNvPr id="55" name="Text Box 23">
                <a:extLst>
                  <a:ext uri="{FF2B5EF4-FFF2-40B4-BE49-F238E27FC236}">
                    <a16:creationId xmlns:a16="http://schemas.microsoft.com/office/drawing/2014/main" id="{44E52E84-1B9D-E215-C629-BABA32A014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4" y="1804"/>
                <a:ext cx="634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i_addr[4]</a:t>
                </a:r>
              </a:p>
            </p:txBody>
          </p:sp>
          <p:sp>
            <p:nvSpPr>
              <p:cNvPr id="56" name="Text Box 24">
                <a:extLst>
                  <a:ext uri="{FF2B5EF4-FFF2-40B4-BE49-F238E27FC236}">
                    <a16:creationId xmlns:a16="http://schemas.microsoft.com/office/drawing/2014/main" id="{7DAC7B9A-EEEA-FB4C-6D66-3BE1AA311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2070"/>
                <a:ext cx="63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i_addr[5]</a:t>
                </a:r>
              </a:p>
            </p:txBody>
          </p:sp>
          <p:sp>
            <p:nvSpPr>
              <p:cNvPr id="57" name="Text Box 25">
                <a:extLst>
                  <a:ext uri="{FF2B5EF4-FFF2-40B4-BE49-F238E27FC236}">
                    <a16:creationId xmlns:a16="http://schemas.microsoft.com/office/drawing/2014/main" id="{6E0BC3B7-EDEA-1628-0796-9E5B294FE0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2291"/>
                <a:ext cx="635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i_addr[6]</a:t>
                </a:r>
              </a:p>
            </p:txBody>
          </p:sp>
          <p:sp>
            <p:nvSpPr>
              <p:cNvPr id="58" name="Text Box 26">
                <a:extLst>
                  <a:ext uri="{FF2B5EF4-FFF2-40B4-BE49-F238E27FC236}">
                    <a16:creationId xmlns:a16="http://schemas.microsoft.com/office/drawing/2014/main" id="{444267EC-5DA7-1EC3-F470-80A17613F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1" y="2540"/>
                <a:ext cx="645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i_addr[7]</a:t>
                </a:r>
              </a:p>
            </p:txBody>
          </p:sp>
          <p:sp>
            <p:nvSpPr>
              <p:cNvPr id="59" name="Text Box 27">
                <a:extLst>
                  <a:ext uri="{FF2B5EF4-FFF2-40B4-BE49-F238E27FC236}">
                    <a16:creationId xmlns:a16="http://schemas.microsoft.com/office/drawing/2014/main" id="{51B4D8AD-9CD8-599C-8BA9-1EA5E477F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6" y="900"/>
                <a:ext cx="42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387</a:t>
                </a:r>
              </a:p>
            </p:txBody>
          </p:sp>
          <p:sp>
            <p:nvSpPr>
              <p:cNvPr id="60" name="Text Box 28">
                <a:extLst>
                  <a:ext uri="{FF2B5EF4-FFF2-40B4-BE49-F238E27FC236}">
                    <a16:creationId xmlns:a16="http://schemas.microsoft.com/office/drawing/2014/main" id="{303B9642-F09A-FC46-25D8-062492E689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1126"/>
                <a:ext cx="42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97</a:t>
                </a:r>
              </a:p>
            </p:txBody>
          </p:sp>
          <p:sp>
            <p:nvSpPr>
              <p:cNvPr id="61" name="Text Box 29">
                <a:extLst>
                  <a:ext uri="{FF2B5EF4-FFF2-40B4-BE49-F238E27FC236}">
                    <a16:creationId xmlns:a16="http://schemas.microsoft.com/office/drawing/2014/main" id="{F7F94123-42CE-1476-27E4-F13DA83565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7" y="2324"/>
                <a:ext cx="42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200</a:t>
                </a:r>
              </a:p>
            </p:txBody>
          </p:sp>
        </p:grp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888C31F8-73D8-4610-D0F5-27115AB08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819"/>
              <a:ext cx="4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11" name="Rectangle 31">
              <a:extLst>
                <a:ext uri="{FF2B5EF4-FFF2-40B4-BE49-F238E27FC236}">
                  <a16:creationId xmlns:a16="http://schemas.microsoft.com/office/drawing/2014/main" id="{4684F313-417F-C9A3-C09B-9F1D9DAB2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832"/>
              <a:ext cx="260" cy="18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Line 32">
              <a:extLst>
                <a:ext uri="{FF2B5EF4-FFF2-40B4-BE49-F238E27FC236}">
                  <a16:creationId xmlns:a16="http://schemas.microsoft.com/office/drawing/2014/main" id="{26A74C83-7F60-790B-00AF-CC6EEB3EA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7" y="94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Rectangle 33">
              <a:extLst>
                <a:ext uri="{FF2B5EF4-FFF2-40B4-BE49-F238E27FC236}">
                  <a16:creationId xmlns:a16="http://schemas.microsoft.com/office/drawing/2014/main" id="{D8D069A4-1D9D-4239-60E4-1B2821C84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241"/>
              <a:ext cx="260" cy="18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34">
              <a:extLst>
                <a:ext uri="{FF2B5EF4-FFF2-40B4-BE49-F238E27FC236}">
                  <a16:creationId xmlns:a16="http://schemas.microsoft.com/office/drawing/2014/main" id="{5B16B704-BD6D-2D12-62E6-E6278906A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7" y="129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35">
              <a:extLst>
                <a:ext uri="{FF2B5EF4-FFF2-40B4-BE49-F238E27FC236}">
                  <a16:creationId xmlns:a16="http://schemas.microsoft.com/office/drawing/2014/main" id="{42B0181A-6C59-6AE5-F666-2869ECB8D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3" y="1014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6" name="Text Box 36">
              <a:extLst>
                <a:ext uri="{FF2B5EF4-FFF2-40B4-BE49-F238E27FC236}">
                  <a16:creationId xmlns:a16="http://schemas.microsoft.com/office/drawing/2014/main" id="{F41F5D31-93A5-B9B2-B0DC-8C8826EBD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2295"/>
              <a:ext cx="2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58</a:t>
              </a:r>
            </a:p>
          </p:txBody>
        </p:sp>
        <p:sp>
          <p:nvSpPr>
            <p:cNvPr id="17" name="Line 37">
              <a:extLst>
                <a:ext uri="{FF2B5EF4-FFF2-40B4-BE49-F238E27FC236}">
                  <a16:creationId xmlns:a16="http://schemas.microsoft.com/office/drawing/2014/main" id="{3127B636-C128-CC5A-950A-0FC57089A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2354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38">
              <a:extLst>
                <a:ext uri="{FF2B5EF4-FFF2-40B4-BE49-F238E27FC236}">
                  <a16:creationId xmlns:a16="http://schemas.microsoft.com/office/drawing/2014/main" id="{E62BB4B5-0096-F118-0A8C-A69E1949F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2300"/>
              <a:ext cx="260" cy="18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Rectangle 39">
              <a:extLst>
                <a:ext uri="{FF2B5EF4-FFF2-40B4-BE49-F238E27FC236}">
                  <a16:creationId xmlns:a16="http://schemas.microsoft.com/office/drawing/2014/main" id="{94E693B2-AF52-F954-C64D-224C4BA43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2708"/>
              <a:ext cx="260" cy="18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Text Box 40">
              <a:extLst>
                <a:ext uri="{FF2B5EF4-FFF2-40B4-BE49-F238E27FC236}">
                  <a16:creationId xmlns:a16="http://schemas.microsoft.com/office/drawing/2014/main" id="{53CBD509-997F-DABA-A2BD-F233BEDA6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4" y="2486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21" name="Text Box 41">
              <a:extLst>
                <a:ext uri="{FF2B5EF4-FFF2-40B4-BE49-F238E27FC236}">
                  <a16:creationId xmlns:a16="http://schemas.microsoft.com/office/drawing/2014/main" id="{3E9293D5-42D1-1C00-CAF7-C39C3A879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1216"/>
              <a:ext cx="2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37</a:t>
              </a:r>
            </a:p>
          </p:txBody>
        </p:sp>
        <p:grpSp>
          <p:nvGrpSpPr>
            <p:cNvPr id="22" name="Group 42">
              <a:extLst>
                <a:ext uri="{FF2B5EF4-FFF2-40B4-BE49-F238E27FC236}">
                  <a16:creationId xmlns:a16="http://schemas.microsoft.com/office/drawing/2014/main" id="{CBAD662C-8C79-6F96-2D79-528B67E0D7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1" y="718"/>
              <a:ext cx="515" cy="710"/>
              <a:chOff x="2282" y="846"/>
              <a:chExt cx="515" cy="710"/>
            </a:xfrm>
          </p:grpSpPr>
          <p:sp>
            <p:nvSpPr>
              <p:cNvPr id="35" name="Text Box 43">
                <a:extLst>
                  <a:ext uri="{FF2B5EF4-FFF2-40B4-BE49-F238E27FC236}">
                    <a16:creationId xmlns:a16="http://schemas.microsoft.com/office/drawing/2014/main" id="{B5424FEC-2EA7-1B29-A6C9-031C117BF3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9" y="846"/>
                <a:ext cx="4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387</a:t>
                </a:r>
              </a:p>
            </p:txBody>
          </p:sp>
          <p:grpSp>
            <p:nvGrpSpPr>
              <p:cNvPr id="36" name="Group 44">
                <a:extLst>
                  <a:ext uri="{FF2B5EF4-FFF2-40B4-BE49-F238E27FC236}">
                    <a16:creationId xmlns:a16="http://schemas.microsoft.com/office/drawing/2014/main" id="{D442D874-33D8-8636-51B8-769E844E5C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2" y="1054"/>
                <a:ext cx="478" cy="476"/>
                <a:chOff x="3459" y="944"/>
                <a:chExt cx="478" cy="476"/>
              </a:xfrm>
            </p:grpSpPr>
            <p:sp>
              <p:nvSpPr>
                <p:cNvPr id="40" name="Rectangle 45">
                  <a:extLst>
                    <a:ext uri="{FF2B5EF4-FFF2-40B4-BE49-F238E27FC236}">
                      <a16:creationId xmlns:a16="http://schemas.microsoft.com/office/drawing/2014/main" id="{EB46FCE0-F636-81D8-D766-16F21DF9BB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4" y="944"/>
                  <a:ext cx="469" cy="47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marL="914400" indent="-341630"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Blip>
                      <a:blip r:embed="rId2"/>
                    </a:buBlip>
                    <a:defRPr/>
                  </a:pPr>
                  <a:endParaRPr lang="zh-CN" altLang="zh-CN" b="1">
                    <a:solidFill>
                      <a:srgbClr val="4138FA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41" name="Line 46">
                  <a:extLst>
                    <a:ext uri="{FF2B5EF4-FFF2-40B4-BE49-F238E27FC236}">
                      <a16:creationId xmlns:a16="http://schemas.microsoft.com/office/drawing/2014/main" id="{1FBFC1A4-3FD0-5FFE-8C34-33B06D8590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7" y="1276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2" name="Line 47">
                  <a:extLst>
                    <a:ext uri="{FF2B5EF4-FFF2-40B4-BE49-F238E27FC236}">
                      <a16:creationId xmlns:a16="http://schemas.microsoft.com/office/drawing/2014/main" id="{82E29296-7E5C-DC12-CFA4-4AC43942C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1127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37" name="Text Box 48">
                <a:extLst>
                  <a:ext uri="{FF2B5EF4-FFF2-40B4-BE49-F238E27FC236}">
                    <a16:creationId xmlns:a16="http://schemas.microsoft.com/office/drawing/2014/main" id="{7B9449FF-DC76-4627-CC9D-F3E85C0A2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9" y="1037"/>
                <a:ext cx="35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100</a:t>
                </a:r>
              </a:p>
            </p:txBody>
          </p:sp>
          <p:sp>
            <p:nvSpPr>
              <p:cNvPr id="38" name="Text Box 49">
                <a:extLst>
                  <a:ext uri="{FF2B5EF4-FFF2-40B4-BE49-F238E27FC236}">
                    <a16:creationId xmlns:a16="http://schemas.microsoft.com/office/drawing/2014/main" id="{A9FCA648-DEE5-D2B2-28C2-F297736CF8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" y="1344"/>
                <a:ext cx="28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37</a:t>
                </a:r>
              </a:p>
            </p:txBody>
          </p:sp>
          <p:sp>
            <p:nvSpPr>
              <p:cNvPr id="39" name="Text Box 50">
                <a:extLst>
                  <a:ext uri="{FF2B5EF4-FFF2-40B4-BE49-F238E27FC236}">
                    <a16:creationId xmlns:a16="http://schemas.microsoft.com/office/drawing/2014/main" id="{E082E505-CCA2-47C2-352B-FD9FF09443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0" y="1196"/>
                <a:ext cx="2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23" name="Text Box 51">
              <a:extLst>
                <a:ext uri="{FF2B5EF4-FFF2-40B4-BE49-F238E27FC236}">
                  <a16:creationId xmlns:a16="http://schemas.microsoft.com/office/drawing/2014/main" id="{85173101-2460-B5BA-184D-BA8C538E8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3" y="2689"/>
              <a:ext cx="3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322</a:t>
              </a:r>
            </a:p>
          </p:txBody>
        </p:sp>
        <p:sp>
          <p:nvSpPr>
            <p:cNvPr id="24" name="Text Box 52">
              <a:extLst>
                <a:ext uri="{FF2B5EF4-FFF2-40B4-BE49-F238E27FC236}">
                  <a16:creationId xmlns:a16="http://schemas.microsoft.com/office/drawing/2014/main" id="{CFE74929-5813-56EA-EAE6-2D3EAC8CB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0" y="1260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grpSp>
          <p:nvGrpSpPr>
            <p:cNvPr id="25" name="Group 53">
              <a:extLst>
                <a:ext uri="{FF2B5EF4-FFF2-40B4-BE49-F238E27FC236}">
                  <a16:creationId xmlns:a16="http://schemas.microsoft.com/office/drawing/2014/main" id="{9F17B77A-162B-740D-B826-76364857D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0" y="2144"/>
              <a:ext cx="515" cy="710"/>
              <a:chOff x="2337" y="3095"/>
              <a:chExt cx="515" cy="710"/>
            </a:xfrm>
          </p:grpSpPr>
          <p:sp>
            <p:nvSpPr>
              <p:cNvPr id="27" name="Text Box 54">
                <a:extLst>
                  <a:ext uri="{FF2B5EF4-FFF2-40B4-BE49-F238E27FC236}">
                    <a16:creationId xmlns:a16="http://schemas.microsoft.com/office/drawing/2014/main" id="{EC33843E-D9A4-0A63-FBF3-8E1160976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4" y="3095"/>
                <a:ext cx="4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200</a:t>
                </a:r>
              </a:p>
            </p:txBody>
          </p:sp>
          <p:grpSp>
            <p:nvGrpSpPr>
              <p:cNvPr id="28" name="Group 55">
                <a:extLst>
                  <a:ext uri="{FF2B5EF4-FFF2-40B4-BE49-F238E27FC236}">
                    <a16:creationId xmlns:a16="http://schemas.microsoft.com/office/drawing/2014/main" id="{688AF085-AFAC-563D-D539-862E3688FF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7" y="3303"/>
                <a:ext cx="478" cy="476"/>
                <a:chOff x="3459" y="944"/>
                <a:chExt cx="478" cy="476"/>
              </a:xfrm>
            </p:grpSpPr>
            <p:sp>
              <p:nvSpPr>
                <p:cNvPr id="32" name="Rectangle 56">
                  <a:extLst>
                    <a:ext uri="{FF2B5EF4-FFF2-40B4-BE49-F238E27FC236}">
                      <a16:creationId xmlns:a16="http://schemas.microsoft.com/office/drawing/2014/main" id="{5F6ABD63-B617-355C-CF49-246E7E03A5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4" y="944"/>
                  <a:ext cx="469" cy="47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marL="914400" indent="-341630"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Blip>
                      <a:blip r:embed="rId2"/>
                    </a:buBlip>
                    <a:defRPr/>
                  </a:pPr>
                  <a:endParaRPr lang="zh-CN" altLang="zh-CN" b="1">
                    <a:solidFill>
                      <a:srgbClr val="4138FA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33" name="Line 57">
                  <a:extLst>
                    <a:ext uri="{FF2B5EF4-FFF2-40B4-BE49-F238E27FC236}">
                      <a16:creationId xmlns:a16="http://schemas.microsoft.com/office/drawing/2014/main" id="{84B0D0D8-3762-D78C-AF28-F2259AC61E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7" y="1276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4" name="Line 58">
                  <a:extLst>
                    <a:ext uri="{FF2B5EF4-FFF2-40B4-BE49-F238E27FC236}">
                      <a16:creationId xmlns:a16="http://schemas.microsoft.com/office/drawing/2014/main" id="{22028E8D-6AB1-3AA3-BDB1-AD3D1BD5D5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1127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9" name="Text Box 59">
                <a:extLst>
                  <a:ext uri="{FF2B5EF4-FFF2-40B4-BE49-F238E27FC236}">
                    <a16:creationId xmlns:a16="http://schemas.microsoft.com/office/drawing/2014/main" id="{282ED755-DE75-86F8-FC36-ADFF71D335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1" y="3285"/>
                <a:ext cx="35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58</a:t>
                </a:r>
              </a:p>
            </p:txBody>
          </p:sp>
          <p:sp>
            <p:nvSpPr>
              <p:cNvPr id="30" name="Text Box 60">
                <a:extLst>
                  <a:ext uri="{FF2B5EF4-FFF2-40B4-BE49-F238E27FC236}">
                    <a16:creationId xmlns:a16="http://schemas.microsoft.com/office/drawing/2014/main" id="{74111023-DBBB-EF7E-131C-FB7ED85904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3593"/>
                <a:ext cx="38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322</a:t>
                </a:r>
              </a:p>
            </p:txBody>
          </p:sp>
          <p:sp>
            <p:nvSpPr>
              <p:cNvPr id="31" name="Text Box 61">
                <a:extLst>
                  <a:ext uri="{FF2B5EF4-FFF2-40B4-BE49-F238E27FC236}">
                    <a16:creationId xmlns:a16="http://schemas.microsoft.com/office/drawing/2014/main" id="{1AD5C8F1-EFB4-83BF-4FD4-E1B2AF8585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" y="3445"/>
                <a:ext cx="2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26" name="Line 62">
              <a:extLst>
                <a:ext uri="{FF2B5EF4-FFF2-40B4-BE49-F238E27FC236}">
                  <a16:creationId xmlns:a16="http://schemas.microsoft.com/office/drawing/2014/main" id="{A41B6E6F-7198-80C7-20A2-54CA975A9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9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2" name="Text Box 64">
            <a:extLst>
              <a:ext uri="{FF2B5EF4-FFF2-40B4-BE49-F238E27FC236}">
                <a16:creationId xmlns:a16="http://schemas.microsoft.com/office/drawing/2014/main" id="{8C490D9F-B97A-BD1D-C58D-EE84AA4CA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0172" y="4719454"/>
            <a:ext cx="2811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UNIX 7</a:t>
            </a:r>
            <a:r>
              <a:rPr lang="en-US" altLang="zh-CN" sz="1600" b="0">
                <a:solidFill>
                  <a:schemeClr val="tx1"/>
                </a:solidFill>
              </a:rPr>
              <a:t> </a:t>
            </a:r>
            <a:r>
              <a:rPr lang="zh-CN" altLang="en-US" sz="1600" b="0">
                <a:solidFill>
                  <a:schemeClr val="tx1"/>
                </a:solidFill>
              </a:rPr>
              <a:t>版本的大型文件结构</a:t>
            </a:r>
          </a:p>
        </p:txBody>
      </p:sp>
    </p:spTree>
    <p:extLst>
      <p:ext uri="{BB962C8B-B14F-4D97-AF65-F5344CB8AC3E}">
        <p14:creationId xmlns:p14="http://schemas.microsoft.com/office/powerpoint/2010/main" val="18917036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DDFA57-8D1F-8686-989B-A3DC91624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35877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巨型文件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4CF9716-DFFF-4707-2DBD-422AC4374290}"/>
              </a:ext>
            </a:extLst>
          </p:cNvPr>
          <p:cNvGrpSpPr>
            <a:grpSpLocks/>
          </p:cNvGrpSpPr>
          <p:nvPr/>
        </p:nvGrpSpPr>
        <p:grpSpPr bwMode="auto">
          <a:xfrm>
            <a:off x="3624598" y="862816"/>
            <a:ext cx="7191375" cy="5518150"/>
            <a:chOff x="867" y="611"/>
            <a:chExt cx="4530" cy="3476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2C155A46-4C40-240A-2168-38F0DA54F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" y="2817"/>
              <a:ext cx="3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296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BB3D482F-2EE7-1D21-0634-217655DA2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3" y="3546"/>
              <a:ext cx="3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466</a:t>
              </a: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91079E30-E1A4-C694-3667-B5D34BC89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3958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8E080F35-620D-DB17-748B-909D8221D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3256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353A8BDA-8629-7A1C-1A1F-311F5EEA6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2939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0BEF95E3-7AC3-A0B3-1D16-8F713035D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3" y="3319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F958637C-1E28-CE7C-7650-FA6247C1A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" y="2874"/>
              <a:ext cx="6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572D3C5C-D5A0-97E5-DEFD-3FEC8EC84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2498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C9F53117-5DB8-8E74-53D2-F37E2630A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2169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32D6F442-ACEB-A320-5E3E-A6CF43844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182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4C1E020C-B920-A559-030F-A4E1BE68C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853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0EC52247-3901-06D4-1238-B00C4779D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1430"/>
              <a:ext cx="294" cy="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F6A74778-2746-780C-6EE0-EA3262DFD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9" y="743"/>
              <a:ext cx="820" cy="170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96204395-41D2-423C-D0C1-721965141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954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93299DD0-E43E-441B-56FC-E223C0BFF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1175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E3CB2D48-533F-48E8-EF06-DEBBCA7DA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1397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452C7683-CD14-3F04-0B47-39F8E620A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1602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30B4938F-DD14-533E-9CAA-C1C6DB1A0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1821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914B5748-11E6-9DD9-36D5-704C7A86C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2017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9A59A45C-D907-4BAD-8FA8-58AE21636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2247"/>
              <a:ext cx="8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EF947DCF-B96F-050A-683F-A157AE8A5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693"/>
              <a:ext cx="667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D8E381F2-8F7C-5E07-4056-21CAD2C82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918"/>
              <a:ext cx="65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i_addr[1]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366A140E-D0DF-1100-30D7-D522BE9B0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1131"/>
              <a:ext cx="713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i_addr[2]</a:t>
              </a: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08C2C369-D557-25DD-748D-D4C709C6C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1338"/>
              <a:ext cx="677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i_addr[3]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3922991B-9E27-8067-C753-44F1A2D5F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1571"/>
              <a:ext cx="6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i_addr[4]</a:t>
              </a: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44286EDB-7B26-466D-E33A-A783EDBDF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1795"/>
              <a:ext cx="649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i_addr[5]</a:t>
              </a: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A53FD24E-BBA8-7CD3-6647-02E17A433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2028"/>
              <a:ext cx="64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i_addr[6]</a:t>
              </a:r>
            </a:p>
          </p:txBody>
        </p: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6FBCDB6E-4AE0-B751-58E6-9B65DB8BF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2225"/>
              <a:ext cx="66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i_addr[7]</a:t>
              </a:r>
            </a:p>
          </p:txBody>
        </p:sp>
        <p:sp>
          <p:nvSpPr>
            <p:cNvPr id="33" name="Text Box 34">
              <a:extLst>
                <a:ext uri="{FF2B5EF4-FFF2-40B4-BE49-F238E27FC236}">
                  <a16:creationId xmlns:a16="http://schemas.microsoft.com/office/drawing/2014/main" id="{1EC7BD2F-E410-C9EF-84D5-1873E0C23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731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387</a:t>
              </a: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A906A826-DE5D-2B2A-9817-4E67AFFD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963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139</a:t>
              </a: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77785BFE-9C65-149F-4A61-89E1E6E39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2005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200</a:t>
              </a:r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85DFEA76-6296-431A-4808-B5B13215B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1" y="770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7B237D72-A63D-6FEF-C7C5-E60D39292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" y="82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5271A2E5-062A-CE46-AE33-009C82D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765"/>
              <a:ext cx="258" cy="16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0E1EFAE1-48C3-AC6A-D881-B0580122B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132"/>
              <a:ext cx="258" cy="16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A7365A4A-FEDA-F7C7-8E29-B82226935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0" y="929"/>
              <a:ext cx="29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748ADB56-5209-77F0-706A-D49814212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1" y="2059"/>
              <a:ext cx="3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58</a:t>
              </a:r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A4CD821B-F0F6-5E29-D0F2-3D6C486B2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" y="2129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Rectangle 44">
              <a:extLst>
                <a:ext uri="{FF2B5EF4-FFF2-40B4-BE49-F238E27FC236}">
                  <a16:creationId xmlns:a16="http://schemas.microsoft.com/office/drawing/2014/main" id="{B3479E48-1DFA-32F0-A483-16D924720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2064"/>
              <a:ext cx="258" cy="16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00D4838A-16F3-52D9-41DE-0B2EE14B1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2437"/>
              <a:ext cx="258" cy="16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Text Box 46">
              <a:extLst>
                <a:ext uri="{FF2B5EF4-FFF2-40B4-BE49-F238E27FC236}">
                  <a16:creationId xmlns:a16="http://schemas.microsoft.com/office/drawing/2014/main" id="{D33DC454-844A-7DDE-7DB4-EA1032042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3" y="2227"/>
              <a:ext cx="29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 </a:t>
              </a: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D7F17658-35A6-485A-5406-B2B417143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" y="2831"/>
              <a:ext cx="258" cy="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48">
              <a:extLst>
                <a:ext uri="{FF2B5EF4-FFF2-40B4-BE49-F238E27FC236}">
                  <a16:creationId xmlns:a16="http://schemas.microsoft.com/office/drawing/2014/main" id="{DC018C6E-1700-70DC-617A-E29BC5ED3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" y="3219"/>
              <a:ext cx="258" cy="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Text Box 49">
              <a:extLst>
                <a:ext uri="{FF2B5EF4-FFF2-40B4-BE49-F238E27FC236}">
                  <a16:creationId xmlns:a16="http://schemas.microsoft.com/office/drawing/2014/main" id="{02425E8F-0082-E61B-83F9-C6B065904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1" y="2993"/>
              <a:ext cx="17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E6A3FEC1-4F26-C7D5-B9A6-42AE9827B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2849"/>
              <a:ext cx="8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87731A65-782E-0675-E91D-FB4F48A18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" y="3560"/>
              <a:ext cx="258" cy="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52">
              <a:extLst>
                <a:ext uri="{FF2B5EF4-FFF2-40B4-BE49-F238E27FC236}">
                  <a16:creationId xmlns:a16="http://schemas.microsoft.com/office/drawing/2014/main" id="{35866C1E-C57B-F198-3DC3-0C3CF0F89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" y="3632"/>
              <a:ext cx="3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Rectangle 53">
              <a:extLst>
                <a:ext uri="{FF2B5EF4-FFF2-40B4-BE49-F238E27FC236}">
                  <a16:creationId xmlns:a16="http://schemas.microsoft.com/office/drawing/2014/main" id="{AC8D8F36-B2B1-E6FA-7D54-761CE7208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9" y="3903"/>
              <a:ext cx="258" cy="1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ADC8840A-23C1-961B-D458-6ADBCDBDC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3" y="3562"/>
              <a:ext cx="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470018EB-3CD6-E0EB-BCFC-BED2E0BDD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" y="2376"/>
              <a:ext cx="9" cy="4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 Box 56">
              <a:extLst>
                <a:ext uri="{FF2B5EF4-FFF2-40B4-BE49-F238E27FC236}">
                  <a16:creationId xmlns:a16="http://schemas.microsoft.com/office/drawing/2014/main" id="{E7E84DB8-B467-077E-CE87-B0A919F78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" y="1185"/>
              <a:ext cx="29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56" name="Text Box 57">
              <a:extLst>
                <a:ext uri="{FF2B5EF4-FFF2-40B4-BE49-F238E27FC236}">
                  <a16:creationId xmlns:a16="http://schemas.microsoft.com/office/drawing/2014/main" id="{48C38DC3-38EE-D6C8-8B9B-7986D75E3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3" y="3705"/>
              <a:ext cx="17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57" name="Text Box 58">
              <a:extLst>
                <a:ext uri="{FF2B5EF4-FFF2-40B4-BE49-F238E27FC236}">
                  <a16:creationId xmlns:a16="http://schemas.microsoft.com/office/drawing/2014/main" id="{7D327137-25F2-00CF-B927-29E6EE9D0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2632"/>
              <a:ext cx="4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482</a:t>
              </a:r>
            </a:p>
          </p:txBody>
        </p:sp>
        <p:grpSp>
          <p:nvGrpSpPr>
            <p:cNvPr id="58" name="Group 59">
              <a:extLst>
                <a:ext uri="{FF2B5EF4-FFF2-40B4-BE49-F238E27FC236}">
                  <a16:creationId xmlns:a16="http://schemas.microsoft.com/office/drawing/2014/main" id="{DE55E578-8CB8-FCBB-C505-45E8F1983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7" y="2840"/>
              <a:ext cx="478" cy="476"/>
              <a:chOff x="3459" y="944"/>
              <a:chExt cx="478" cy="476"/>
            </a:xfrm>
          </p:grpSpPr>
          <p:sp>
            <p:nvSpPr>
              <p:cNvPr id="101" name="Rectangle 60">
                <a:extLst>
                  <a:ext uri="{FF2B5EF4-FFF2-40B4-BE49-F238E27FC236}">
                    <a16:creationId xmlns:a16="http://schemas.microsoft.com/office/drawing/2014/main" id="{2468E3F1-6D60-EC5A-A5CA-05022604E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4" y="944"/>
                <a:ext cx="469" cy="47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2" name="Line 61">
                <a:extLst>
                  <a:ext uri="{FF2B5EF4-FFF2-40B4-BE49-F238E27FC236}">
                    <a16:creationId xmlns:a16="http://schemas.microsoft.com/office/drawing/2014/main" id="{7EB4B8C0-3259-16C5-2886-12B33C8DC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7" y="1276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" name="Line 62">
                <a:extLst>
                  <a:ext uri="{FF2B5EF4-FFF2-40B4-BE49-F238E27FC236}">
                    <a16:creationId xmlns:a16="http://schemas.microsoft.com/office/drawing/2014/main" id="{EDB55D63-85D7-EC7D-8B50-DBBAADD9E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" y="1127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9" name="Text Box 63">
              <a:extLst>
                <a:ext uri="{FF2B5EF4-FFF2-40B4-BE49-F238E27FC236}">
                  <a16:creationId xmlns:a16="http://schemas.microsoft.com/office/drawing/2014/main" id="{32504DDF-9F4C-CC0A-89F3-D174320FB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2813"/>
              <a:ext cx="3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768</a:t>
              </a:r>
            </a:p>
          </p:txBody>
        </p:sp>
        <p:sp>
          <p:nvSpPr>
            <p:cNvPr id="60" name="Text Box 64">
              <a:extLst>
                <a:ext uri="{FF2B5EF4-FFF2-40B4-BE49-F238E27FC236}">
                  <a16:creationId xmlns:a16="http://schemas.microsoft.com/office/drawing/2014/main" id="{EF419082-6D00-953C-D41C-AF76AF93D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4" y="3130"/>
              <a:ext cx="3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389</a:t>
              </a:r>
            </a:p>
          </p:txBody>
        </p:sp>
        <p:sp>
          <p:nvSpPr>
            <p:cNvPr id="61" name="Text Box 65">
              <a:extLst>
                <a:ext uri="{FF2B5EF4-FFF2-40B4-BE49-F238E27FC236}">
                  <a16:creationId xmlns:a16="http://schemas.microsoft.com/office/drawing/2014/main" id="{26B27555-3E11-68C0-9537-A734B7F57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4" y="2982"/>
              <a:ext cx="29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grpSp>
          <p:nvGrpSpPr>
            <p:cNvPr id="62" name="Group 66">
              <a:extLst>
                <a:ext uri="{FF2B5EF4-FFF2-40B4-BE49-F238E27FC236}">
                  <a16:creationId xmlns:a16="http://schemas.microsoft.com/office/drawing/2014/main" id="{EF0BE33F-D448-C423-F2BD-1BF5C5695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7" y="2668"/>
              <a:ext cx="515" cy="710"/>
              <a:chOff x="2282" y="846"/>
              <a:chExt cx="515" cy="710"/>
            </a:xfrm>
          </p:grpSpPr>
          <p:sp>
            <p:nvSpPr>
              <p:cNvPr id="93" name="Text Box 67">
                <a:extLst>
                  <a:ext uri="{FF2B5EF4-FFF2-40B4-BE49-F238E27FC236}">
                    <a16:creationId xmlns:a16="http://schemas.microsoft.com/office/drawing/2014/main" id="{721706D8-2685-525D-C373-C00B32210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9" y="846"/>
                <a:ext cx="4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768</a:t>
                </a:r>
              </a:p>
            </p:txBody>
          </p:sp>
          <p:grpSp>
            <p:nvGrpSpPr>
              <p:cNvPr id="94" name="Group 68">
                <a:extLst>
                  <a:ext uri="{FF2B5EF4-FFF2-40B4-BE49-F238E27FC236}">
                    <a16:creationId xmlns:a16="http://schemas.microsoft.com/office/drawing/2014/main" id="{869E4D13-EEA0-7AF4-15DE-16F23D0E75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2" y="1054"/>
                <a:ext cx="478" cy="476"/>
                <a:chOff x="3459" y="944"/>
                <a:chExt cx="478" cy="476"/>
              </a:xfrm>
            </p:grpSpPr>
            <p:sp>
              <p:nvSpPr>
                <p:cNvPr id="98" name="Rectangle 69">
                  <a:extLst>
                    <a:ext uri="{FF2B5EF4-FFF2-40B4-BE49-F238E27FC236}">
                      <a16:creationId xmlns:a16="http://schemas.microsoft.com/office/drawing/2014/main" id="{EE163D70-B4AF-D96F-5ED8-EABDFE489D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4" y="944"/>
                  <a:ext cx="469" cy="47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marL="914400" indent="-341630"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Blip>
                      <a:blip r:embed="rId2"/>
                    </a:buBlip>
                    <a:defRPr/>
                  </a:pPr>
                  <a:endParaRPr lang="zh-CN" altLang="zh-CN" b="1">
                    <a:solidFill>
                      <a:srgbClr val="4138FA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99" name="Line 70">
                  <a:extLst>
                    <a:ext uri="{FF2B5EF4-FFF2-40B4-BE49-F238E27FC236}">
                      <a16:creationId xmlns:a16="http://schemas.microsoft.com/office/drawing/2014/main" id="{765EF43E-0DEA-65B7-D745-B4CAE9C5D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7" y="1276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0" name="Line 71">
                  <a:extLst>
                    <a:ext uri="{FF2B5EF4-FFF2-40B4-BE49-F238E27FC236}">
                      <a16:creationId xmlns:a16="http://schemas.microsoft.com/office/drawing/2014/main" id="{0B6169B0-DC34-2ACF-8B54-81F2E35B0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1127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95" name="Text Box 72">
                <a:extLst>
                  <a:ext uri="{FF2B5EF4-FFF2-40B4-BE49-F238E27FC236}">
                    <a16:creationId xmlns:a16="http://schemas.microsoft.com/office/drawing/2014/main" id="{BA5A2D10-4E7E-3ADF-EFA6-F993FCD24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9" y="1037"/>
                <a:ext cx="35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296</a:t>
                </a:r>
              </a:p>
            </p:txBody>
          </p:sp>
          <p:sp>
            <p:nvSpPr>
              <p:cNvPr id="96" name="Text Box 73">
                <a:extLst>
                  <a:ext uri="{FF2B5EF4-FFF2-40B4-BE49-F238E27FC236}">
                    <a16:creationId xmlns:a16="http://schemas.microsoft.com/office/drawing/2014/main" id="{4FE01587-6AB1-D4B4-0E99-4483AAFCD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" y="1344"/>
                <a:ext cx="28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87</a:t>
                </a:r>
              </a:p>
            </p:txBody>
          </p:sp>
          <p:sp>
            <p:nvSpPr>
              <p:cNvPr id="97" name="Text Box 74">
                <a:extLst>
                  <a:ext uri="{FF2B5EF4-FFF2-40B4-BE49-F238E27FC236}">
                    <a16:creationId xmlns:a16="http://schemas.microsoft.com/office/drawing/2014/main" id="{DBFD63B3-C0EB-D81F-1C7F-213AD37F2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0" y="1196"/>
                <a:ext cx="2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grpSp>
          <p:nvGrpSpPr>
            <p:cNvPr id="63" name="Group 75">
              <a:extLst>
                <a:ext uri="{FF2B5EF4-FFF2-40B4-BE49-F238E27FC236}">
                  <a16:creationId xmlns:a16="http://schemas.microsoft.com/office/drawing/2014/main" id="{C6FE9084-A564-6F8A-B12A-7476EAB48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0" y="1918"/>
              <a:ext cx="515" cy="710"/>
              <a:chOff x="2900" y="2071"/>
              <a:chExt cx="515" cy="710"/>
            </a:xfrm>
          </p:grpSpPr>
          <p:sp>
            <p:nvSpPr>
              <p:cNvPr id="85" name="Text Box 76">
                <a:extLst>
                  <a:ext uri="{FF2B5EF4-FFF2-40B4-BE49-F238E27FC236}">
                    <a16:creationId xmlns:a16="http://schemas.microsoft.com/office/drawing/2014/main" id="{9EE3DE50-79A7-E92D-E09A-FCA57C23D7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" y="2071"/>
                <a:ext cx="4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200</a:t>
                </a:r>
              </a:p>
            </p:txBody>
          </p:sp>
          <p:grpSp>
            <p:nvGrpSpPr>
              <p:cNvPr id="86" name="Group 77">
                <a:extLst>
                  <a:ext uri="{FF2B5EF4-FFF2-40B4-BE49-F238E27FC236}">
                    <a16:creationId xmlns:a16="http://schemas.microsoft.com/office/drawing/2014/main" id="{9072DCBC-FA29-433D-7746-8F72C89317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0" y="2279"/>
                <a:ext cx="478" cy="476"/>
                <a:chOff x="3459" y="944"/>
                <a:chExt cx="478" cy="476"/>
              </a:xfrm>
            </p:grpSpPr>
            <p:sp>
              <p:nvSpPr>
                <p:cNvPr id="90" name="Rectangle 78">
                  <a:extLst>
                    <a:ext uri="{FF2B5EF4-FFF2-40B4-BE49-F238E27FC236}">
                      <a16:creationId xmlns:a16="http://schemas.microsoft.com/office/drawing/2014/main" id="{6B1B1168-39D5-89E7-C72E-7D3CDC57D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4" y="944"/>
                  <a:ext cx="469" cy="47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marL="914400" indent="-341630"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algn="l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Blip>
                      <a:blip r:embed="rId2"/>
                    </a:buBlip>
                    <a:defRPr/>
                  </a:pPr>
                  <a:endParaRPr lang="zh-CN" altLang="zh-CN" b="1">
                    <a:solidFill>
                      <a:srgbClr val="4138FA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endParaRPr>
                </a:p>
              </p:txBody>
            </p:sp>
            <p:sp>
              <p:nvSpPr>
                <p:cNvPr id="91" name="Line 79">
                  <a:extLst>
                    <a:ext uri="{FF2B5EF4-FFF2-40B4-BE49-F238E27FC236}">
                      <a16:creationId xmlns:a16="http://schemas.microsoft.com/office/drawing/2014/main" id="{F510E7A6-D059-D7D8-C846-022296C99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7" y="1276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92" name="Line 80">
                  <a:extLst>
                    <a:ext uri="{FF2B5EF4-FFF2-40B4-BE49-F238E27FC236}">
                      <a16:creationId xmlns:a16="http://schemas.microsoft.com/office/drawing/2014/main" id="{D9B0FCA7-270D-691E-ABE5-05EC15D045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1127"/>
                  <a:ext cx="4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lnSpc>
                      <a:spcPct val="120000"/>
                    </a:lnSpc>
                    <a:buClr>
                      <a:schemeClr val="tx2"/>
                    </a:buClr>
                    <a:buSzPct val="95000"/>
                    <a:buFont typeface="Wingdings" panose="05000000000000000000" pitchFamily="2" charset="2"/>
                    <a:buChar char="Ø"/>
                    <a:defRPr/>
                  </a:pPr>
                  <a:endParaRPr lang="zh-CN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87" name="Text Box 81">
                <a:extLst>
                  <a:ext uri="{FF2B5EF4-FFF2-40B4-BE49-F238E27FC236}">
                    <a16:creationId xmlns:a16="http://schemas.microsoft.com/office/drawing/2014/main" id="{9305D1E8-BA90-0228-46B0-EB16B27E6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7" y="2262"/>
                <a:ext cx="35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58</a:t>
                </a:r>
              </a:p>
            </p:txBody>
          </p:sp>
          <p:sp>
            <p:nvSpPr>
              <p:cNvPr id="88" name="Text Box 82">
                <a:extLst>
                  <a:ext uri="{FF2B5EF4-FFF2-40B4-BE49-F238E27FC236}">
                    <a16:creationId xmlns:a16="http://schemas.microsoft.com/office/drawing/2014/main" id="{1FFB1116-7072-8FBF-E6B8-B2A507EAE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4" y="2569"/>
                <a:ext cx="28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93</a:t>
                </a:r>
              </a:p>
            </p:txBody>
          </p:sp>
          <p:sp>
            <p:nvSpPr>
              <p:cNvPr id="89" name="Text Box 83">
                <a:extLst>
                  <a:ext uri="{FF2B5EF4-FFF2-40B4-BE49-F238E27FC236}">
                    <a16:creationId xmlns:a16="http://schemas.microsoft.com/office/drawing/2014/main" id="{64CE8B31-FC35-3A85-2962-05DED18D4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" y="2421"/>
                <a:ext cx="2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64" name="Text Box 84">
              <a:extLst>
                <a:ext uri="{FF2B5EF4-FFF2-40B4-BE49-F238E27FC236}">
                  <a16:creationId xmlns:a16="http://schemas.microsoft.com/office/drawing/2014/main" id="{39BE0FA5-C4D9-6E62-09BA-A95E47072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3" y="1099"/>
              <a:ext cx="2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37</a:t>
              </a:r>
            </a:p>
          </p:txBody>
        </p:sp>
        <p:sp>
          <p:nvSpPr>
            <p:cNvPr id="65" name="Text Box 85">
              <a:extLst>
                <a:ext uri="{FF2B5EF4-FFF2-40B4-BE49-F238E27FC236}">
                  <a16:creationId xmlns:a16="http://schemas.microsoft.com/office/drawing/2014/main" id="{608C2189-CFA1-9933-F98A-917D7B255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" y="2406"/>
              <a:ext cx="3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93</a:t>
              </a:r>
            </a:p>
          </p:txBody>
        </p:sp>
        <p:sp>
          <p:nvSpPr>
            <p:cNvPr id="66" name="Text Box 86">
              <a:extLst>
                <a:ext uri="{FF2B5EF4-FFF2-40B4-BE49-F238E27FC236}">
                  <a16:creationId xmlns:a16="http://schemas.microsoft.com/office/drawing/2014/main" id="{45A99BDF-F774-A81F-6426-17A54C9DC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7" y="2243"/>
              <a:ext cx="4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482</a:t>
              </a:r>
            </a:p>
          </p:txBody>
        </p:sp>
        <p:sp>
          <p:nvSpPr>
            <p:cNvPr id="67" name="Text Box 87">
              <a:extLst>
                <a:ext uri="{FF2B5EF4-FFF2-40B4-BE49-F238E27FC236}">
                  <a16:creationId xmlns:a16="http://schemas.microsoft.com/office/drawing/2014/main" id="{B886524E-2ABF-E26B-84F6-300D32B46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8" y="3201"/>
              <a:ext cx="2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87</a:t>
              </a: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3C58F67D-AE1F-2776-62A1-FFC20539B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" y="611"/>
              <a:ext cx="4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387</a:t>
              </a:r>
            </a:p>
          </p:txBody>
        </p:sp>
        <p:grpSp>
          <p:nvGrpSpPr>
            <p:cNvPr id="69" name="Group 89">
              <a:extLst>
                <a:ext uri="{FF2B5EF4-FFF2-40B4-BE49-F238E27FC236}">
                  <a16:creationId xmlns:a16="http://schemas.microsoft.com/office/drawing/2014/main" id="{9F71C86A-0818-973F-B7A9-61D4E9B89E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0" y="819"/>
              <a:ext cx="478" cy="476"/>
              <a:chOff x="3459" y="944"/>
              <a:chExt cx="478" cy="476"/>
            </a:xfrm>
          </p:grpSpPr>
          <p:sp>
            <p:nvSpPr>
              <p:cNvPr id="82" name="Rectangle 90">
                <a:extLst>
                  <a:ext uri="{FF2B5EF4-FFF2-40B4-BE49-F238E27FC236}">
                    <a16:creationId xmlns:a16="http://schemas.microsoft.com/office/drawing/2014/main" id="{DB250E0A-175D-C7A4-0D49-05FCBB0B0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4" y="944"/>
                <a:ext cx="469" cy="47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Line 91">
                <a:extLst>
                  <a:ext uri="{FF2B5EF4-FFF2-40B4-BE49-F238E27FC236}">
                    <a16:creationId xmlns:a16="http://schemas.microsoft.com/office/drawing/2014/main" id="{5120604F-53DD-4117-2884-6F6375CEE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7" y="1276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4" name="Line 92">
                <a:extLst>
                  <a:ext uri="{FF2B5EF4-FFF2-40B4-BE49-F238E27FC236}">
                    <a16:creationId xmlns:a16="http://schemas.microsoft.com/office/drawing/2014/main" id="{B397FC4C-221B-CE66-5992-164714306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" y="1127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0" name="Text Box 93">
              <a:extLst>
                <a:ext uri="{FF2B5EF4-FFF2-40B4-BE49-F238E27FC236}">
                  <a16:creationId xmlns:a16="http://schemas.microsoft.com/office/drawing/2014/main" id="{5BEF9A4F-778E-9D24-92E8-029F6EA1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1" y="802"/>
              <a:ext cx="3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100</a:t>
              </a:r>
            </a:p>
          </p:txBody>
        </p:sp>
        <p:sp>
          <p:nvSpPr>
            <p:cNvPr id="71" name="Text Box 94">
              <a:extLst>
                <a:ext uri="{FF2B5EF4-FFF2-40B4-BE49-F238E27FC236}">
                  <a16:creationId xmlns:a16="http://schemas.microsoft.com/office/drawing/2014/main" id="{9A39D9EA-CB07-4265-F4DE-985E66E00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1109"/>
              <a:ext cx="2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37</a:t>
              </a:r>
            </a:p>
          </p:txBody>
        </p:sp>
        <p:sp>
          <p:nvSpPr>
            <p:cNvPr id="72" name="Text Box 95">
              <a:extLst>
                <a:ext uri="{FF2B5EF4-FFF2-40B4-BE49-F238E27FC236}">
                  <a16:creationId xmlns:a16="http://schemas.microsoft.com/office/drawing/2014/main" id="{E04802DE-9A41-85A5-C244-8FE5647C4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" y="961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3" name="Text Box 96">
              <a:extLst>
                <a:ext uri="{FF2B5EF4-FFF2-40B4-BE49-F238E27FC236}">
                  <a16:creationId xmlns:a16="http://schemas.microsoft.com/office/drawing/2014/main" id="{96AD51AC-0A1A-1C86-28E5-5B064AEBD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4" y="3352"/>
              <a:ext cx="4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389</a:t>
              </a:r>
            </a:p>
          </p:txBody>
        </p:sp>
        <p:grpSp>
          <p:nvGrpSpPr>
            <p:cNvPr id="74" name="Group 97">
              <a:extLst>
                <a:ext uri="{FF2B5EF4-FFF2-40B4-BE49-F238E27FC236}">
                  <a16:creationId xmlns:a16="http://schemas.microsoft.com/office/drawing/2014/main" id="{9B126FA6-56C4-E14F-BBB8-03FD024B3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7" y="3560"/>
              <a:ext cx="478" cy="476"/>
              <a:chOff x="3459" y="944"/>
              <a:chExt cx="478" cy="476"/>
            </a:xfrm>
          </p:grpSpPr>
          <p:sp>
            <p:nvSpPr>
              <p:cNvPr id="79" name="Rectangle 98">
                <a:extLst>
                  <a:ext uri="{FF2B5EF4-FFF2-40B4-BE49-F238E27FC236}">
                    <a16:creationId xmlns:a16="http://schemas.microsoft.com/office/drawing/2014/main" id="{2C171E5D-596E-03E8-22BA-1020EE7FA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4" y="944"/>
                <a:ext cx="469" cy="476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0" name="Line 99">
                <a:extLst>
                  <a:ext uri="{FF2B5EF4-FFF2-40B4-BE49-F238E27FC236}">
                    <a16:creationId xmlns:a16="http://schemas.microsoft.com/office/drawing/2014/main" id="{512C5FC4-6405-619A-804E-166147747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7" y="1276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1" name="Line 100">
                <a:extLst>
                  <a:ext uri="{FF2B5EF4-FFF2-40B4-BE49-F238E27FC236}">
                    <a16:creationId xmlns:a16="http://schemas.microsoft.com/office/drawing/2014/main" id="{BB7AC4DB-0E45-E1AA-7D4F-AB0B0FA50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" y="1127"/>
                <a:ext cx="4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5" name="Text Box 101">
              <a:extLst>
                <a:ext uri="{FF2B5EF4-FFF2-40B4-BE49-F238E27FC236}">
                  <a16:creationId xmlns:a16="http://schemas.microsoft.com/office/drawing/2014/main" id="{C09B920E-11FD-8E23-E6E4-E9AD44AB7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8" y="3543"/>
              <a:ext cx="3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466</a:t>
              </a:r>
            </a:p>
          </p:txBody>
        </p:sp>
        <p:sp>
          <p:nvSpPr>
            <p:cNvPr id="76" name="Text Box 102">
              <a:extLst>
                <a:ext uri="{FF2B5EF4-FFF2-40B4-BE49-F238E27FC236}">
                  <a16:creationId xmlns:a16="http://schemas.microsoft.com/office/drawing/2014/main" id="{1F8039FA-3823-F064-C1C5-B46E3ACB0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850"/>
              <a:ext cx="32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108</a:t>
              </a:r>
            </a:p>
          </p:txBody>
        </p:sp>
        <p:sp>
          <p:nvSpPr>
            <p:cNvPr id="77" name="Text Box 103">
              <a:extLst>
                <a:ext uri="{FF2B5EF4-FFF2-40B4-BE49-F238E27FC236}">
                  <a16:creationId xmlns:a16="http://schemas.microsoft.com/office/drawing/2014/main" id="{87753336-D196-8B22-0951-214E266B6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5" y="3702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8" name="Text Box 104">
              <a:extLst>
                <a:ext uri="{FF2B5EF4-FFF2-40B4-BE49-F238E27FC236}">
                  <a16:creationId xmlns:a16="http://schemas.microsoft.com/office/drawing/2014/main" id="{F6105C13-971C-5284-9AE0-17F2C8810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3" y="3875"/>
              <a:ext cx="33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108</a:t>
              </a:r>
            </a:p>
          </p:txBody>
        </p:sp>
      </p:grpSp>
      <p:sp>
        <p:nvSpPr>
          <p:cNvPr id="104" name="Text Box 106">
            <a:extLst>
              <a:ext uri="{FF2B5EF4-FFF2-40B4-BE49-F238E27FC236}">
                <a16:creationId xmlns:a16="http://schemas.microsoft.com/office/drawing/2014/main" id="{610BEC65-8B9F-3FDA-4929-27D8C1663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5" y="6222373"/>
            <a:ext cx="28114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 7</a:t>
            </a:r>
            <a:r>
              <a:rPr lang="en-US" altLang="zh-CN" sz="1600" b="0" dirty="0">
                <a:solidFill>
                  <a:schemeClr val="tx1"/>
                </a:solidFill>
              </a:rPr>
              <a:t> </a:t>
            </a:r>
            <a:r>
              <a:rPr lang="zh-CN" altLang="en-US" sz="1600" b="0" dirty="0">
                <a:solidFill>
                  <a:schemeClr val="tx1"/>
                </a:solidFill>
              </a:rPr>
              <a:t>版本的巨型文件结构</a:t>
            </a:r>
          </a:p>
        </p:txBody>
      </p:sp>
    </p:spTree>
    <p:extLst>
      <p:ext uri="{BB962C8B-B14F-4D97-AF65-F5344CB8AC3E}">
        <p14:creationId xmlns:p14="http://schemas.microsoft.com/office/powerpoint/2010/main" val="2530966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18350C6-D52D-169D-377E-316D9A952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" y="1013596"/>
            <a:ext cx="47339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巨型文件支持的文件大小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6F62FA-ABDE-48F3-75EB-38FD3990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625" y="1727339"/>
            <a:ext cx="8785141" cy="1882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[0]——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[6]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用于一级间接索引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[7]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用于二级间接索引       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系统支持的文件最大可为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(7×256 + 256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)×512B </a:t>
            </a:r>
          </a:p>
        </p:txBody>
      </p:sp>
    </p:spTree>
    <p:extLst>
      <p:ext uri="{BB962C8B-B14F-4D97-AF65-F5344CB8AC3E}">
        <p14:creationId xmlns:p14="http://schemas.microsoft.com/office/powerpoint/2010/main" val="2016674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BBB2F-0ABD-48DC-F82E-3991B39E2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38" y="708350"/>
            <a:ext cx="10323618" cy="108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UNIX system V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的文件索引结构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 system  V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i_addr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[13]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地址表来构造文件的</a:t>
            </a:r>
            <a:r>
              <a:rPr lang="zh-CN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索引结构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B5F955-AA30-6F61-C723-20EDA889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4" y="5077743"/>
            <a:ext cx="584894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系统支持的文件最大可为：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(10+256+256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+256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)×512B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D98AF44E-B51F-9AD1-60DA-510204EC2784}"/>
              </a:ext>
            </a:extLst>
          </p:cNvPr>
          <p:cNvGrpSpPr>
            <a:grpSpLocks/>
          </p:cNvGrpSpPr>
          <p:nvPr/>
        </p:nvGrpSpPr>
        <p:grpSpPr bwMode="auto">
          <a:xfrm>
            <a:off x="3564397" y="1743682"/>
            <a:ext cx="7332663" cy="4906963"/>
            <a:chOff x="764" y="970"/>
            <a:chExt cx="4619" cy="3091"/>
          </a:xfrm>
        </p:grpSpPr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71979EEE-CD95-903A-C139-6D1CB9A9EE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1" y="1067"/>
              <a:ext cx="803" cy="1731"/>
              <a:chOff x="716" y="685"/>
              <a:chExt cx="928" cy="1935"/>
            </a:xfrm>
          </p:grpSpPr>
          <p:sp>
            <p:nvSpPr>
              <p:cNvPr id="122" name="Text Box 8">
                <a:extLst>
                  <a:ext uri="{FF2B5EF4-FFF2-40B4-BE49-F238E27FC236}">
                    <a16:creationId xmlns:a16="http://schemas.microsoft.com/office/drawing/2014/main" id="{51202681-23E3-0976-CBC1-222C290176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" y="685"/>
                <a:ext cx="928" cy="1935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1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23" name="Line 9">
                <a:extLst>
                  <a:ext uri="{FF2B5EF4-FFF2-40B4-BE49-F238E27FC236}">
                    <a16:creationId xmlns:a16="http://schemas.microsoft.com/office/drawing/2014/main" id="{B86C3D94-F6EC-6BB5-E21B-E28D3ED87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855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4" name="Line 10">
                <a:extLst>
                  <a:ext uri="{FF2B5EF4-FFF2-40B4-BE49-F238E27FC236}">
                    <a16:creationId xmlns:a16="http://schemas.microsoft.com/office/drawing/2014/main" id="{7537809C-5B85-1877-8FA7-AAFA21CBB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004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5" name="Line 11">
                <a:extLst>
                  <a:ext uri="{FF2B5EF4-FFF2-40B4-BE49-F238E27FC236}">
                    <a16:creationId xmlns:a16="http://schemas.microsoft.com/office/drawing/2014/main" id="{0E224AB1-BAD7-8425-26DB-FFAD0E451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140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6" name="Line 12">
                <a:extLst>
                  <a:ext uri="{FF2B5EF4-FFF2-40B4-BE49-F238E27FC236}">
                    <a16:creationId xmlns:a16="http://schemas.microsoft.com/office/drawing/2014/main" id="{55F40A4F-01F2-0622-5B06-DD8EA66E9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296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7" name="Line 13">
                <a:extLst>
                  <a:ext uri="{FF2B5EF4-FFF2-40B4-BE49-F238E27FC236}">
                    <a16:creationId xmlns:a16="http://schemas.microsoft.com/office/drawing/2014/main" id="{439C791A-F8D1-2A9A-EAC7-93DD535B2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440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8" name="Line 14">
                <a:extLst>
                  <a:ext uri="{FF2B5EF4-FFF2-40B4-BE49-F238E27FC236}">
                    <a16:creationId xmlns:a16="http://schemas.microsoft.com/office/drawing/2014/main" id="{0C411E2C-7F7D-42CC-46FE-BF2ADC567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582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9" name="Line 15">
                <a:extLst>
                  <a:ext uri="{FF2B5EF4-FFF2-40B4-BE49-F238E27FC236}">
                    <a16:creationId xmlns:a16="http://schemas.microsoft.com/office/drawing/2014/main" id="{E286DAE7-25DD-7CEF-1809-F80822EA4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717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0" name="Line 16">
                <a:extLst>
                  <a:ext uri="{FF2B5EF4-FFF2-40B4-BE49-F238E27FC236}">
                    <a16:creationId xmlns:a16="http://schemas.microsoft.com/office/drawing/2014/main" id="{2A9CDA1E-AFCD-A3E4-BF08-3F9BDCE15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1853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1" name="Line 17">
                <a:extLst>
                  <a:ext uri="{FF2B5EF4-FFF2-40B4-BE49-F238E27FC236}">
                    <a16:creationId xmlns:a16="http://schemas.microsoft.com/office/drawing/2014/main" id="{3FDE7054-1EB1-18B5-83AF-1D3FB8AE7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2009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2" name="Line 18">
                <a:extLst>
                  <a:ext uri="{FF2B5EF4-FFF2-40B4-BE49-F238E27FC236}">
                    <a16:creationId xmlns:a16="http://schemas.microsoft.com/office/drawing/2014/main" id="{33F987E8-ED03-4E11-054B-0810F0A41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2159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3" name="Line 19">
                <a:extLst>
                  <a:ext uri="{FF2B5EF4-FFF2-40B4-BE49-F238E27FC236}">
                    <a16:creationId xmlns:a16="http://schemas.microsoft.com/office/drawing/2014/main" id="{215133CB-8C65-0768-6355-20632E709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2325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4" name="Line 20">
                <a:extLst>
                  <a:ext uri="{FF2B5EF4-FFF2-40B4-BE49-F238E27FC236}">
                    <a16:creationId xmlns:a16="http://schemas.microsoft.com/office/drawing/2014/main" id="{EA0A6DE8-2C19-F17A-3190-A6096C357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" y="2471"/>
                <a:ext cx="9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" name="Rectangle 21">
              <a:extLst>
                <a:ext uri="{FF2B5EF4-FFF2-40B4-BE49-F238E27FC236}">
                  <a16:creationId xmlns:a16="http://schemas.microsoft.com/office/drawing/2014/main" id="{28D82D8A-EE80-8331-D8BD-8E0D80D2F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2" y="3125"/>
              <a:ext cx="411" cy="27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8F2BE9F7-59B5-F837-7AC0-242AB8E03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3193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40D6D0D6-00DE-67B7-8C4D-411FA1105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3338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DB23173-BB83-485C-CD5C-2492AD69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2749"/>
              <a:ext cx="410" cy="27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4B8CB076-E99B-AC4D-1DD2-207DEF49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16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97D1208E-5ECA-2825-5C2C-03FACBC51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962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9045C43C-8685-932E-A95A-BE7C557F7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3539"/>
              <a:ext cx="410" cy="2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28">
              <a:extLst>
                <a:ext uri="{FF2B5EF4-FFF2-40B4-BE49-F238E27FC236}">
                  <a16:creationId xmlns:a16="http://schemas.microsoft.com/office/drawing/2014/main" id="{2F8F8F44-036F-2B78-BAC1-95DAEBDCA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3606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B0925AF3-396A-41F9-8DBD-D4C925743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3812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D582E087-B826-EC0D-9254-FAD72835B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3387"/>
              <a:ext cx="411" cy="2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2604ABC4-5FA5-F760-77C8-7A043A0C3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454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D438FE00-F123-E8FE-68F8-00E925A2F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599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Rectangle 33">
              <a:extLst>
                <a:ext uri="{FF2B5EF4-FFF2-40B4-BE49-F238E27FC236}">
                  <a16:creationId xmlns:a16="http://schemas.microsoft.com/office/drawing/2014/main" id="{08A541B0-D0CF-6347-6F3C-63EE4B46F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3782"/>
              <a:ext cx="411" cy="2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85314EB3-57D7-7FBB-2F3D-460A0E1DB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848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35">
              <a:extLst>
                <a:ext uri="{FF2B5EF4-FFF2-40B4-BE49-F238E27FC236}">
                  <a16:creationId xmlns:a16="http://schemas.microsoft.com/office/drawing/2014/main" id="{E6335BD0-0EB2-5B3A-92DE-5DBD7F277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994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DE778E8E-09BE-0FD8-CB97-8EE9441CB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2998"/>
              <a:ext cx="411" cy="2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3" name="Line 37">
              <a:extLst>
                <a:ext uri="{FF2B5EF4-FFF2-40B4-BE49-F238E27FC236}">
                  <a16:creationId xmlns:a16="http://schemas.microsoft.com/office/drawing/2014/main" id="{23BAABA5-9154-73E5-3DFB-113BB081B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065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38">
              <a:extLst>
                <a:ext uri="{FF2B5EF4-FFF2-40B4-BE49-F238E27FC236}">
                  <a16:creationId xmlns:a16="http://schemas.microsoft.com/office/drawing/2014/main" id="{05E9A132-DD35-51F1-404B-CB202CA49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3210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Rectangle 39">
              <a:extLst>
                <a:ext uri="{FF2B5EF4-FFF2-40B4-BE49-F238E27FC236}">
                  <a16:creationId xmlns:a16="http://schemas.microsoft.com/office/drawing/2014/main" id="{B0650AD9-1448-7FA7-04C0-B163417E3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2592"/>
              <a:ext cx="411" cy="2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" name="Line 40">
              <a:extLst>
                <a:ext uri="{FF2B5EF4-FFF2-40B4-BE49-F238E27FC236}">
                  <a16:creationId xmlns:a16="http://schemas.microsoft.com/office/drawing/2014/main" id="{0442F953-4063-10DF-90B1-6FA94EB28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2659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Line 41">
              <a:extLst>
                <a:ext uri="{FF2B5EF4-FFF2-40B4-BE49-F238E27FC236}">
                  <a16:creationId xmlns:a16="http://schemas.microsoft.com/office/drawing/2014/main" id="{586BB3AA-D6F1-78B1-63DD-68C01C6F7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2804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Rectangle 42">
              <a:extLst>
                <a:ext uri="{FF2B5EF4-FFF2-40B4-BE49-F238E27FC236}">
                  <a16:creationId xmlns:a16="http://schemas.microsoft.com/office/drawing/2014/main" id="{A96B4C70-9522-C2A4-ABDF-307776E97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2592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9" name="Rectangle 43">
              <a:extLst>
                <a:ext uri="{FF2B5EF4-FFF2-40B4-BE49-F238E27FC236}">
                  <a16:creationId xmlns:a16="http://schemas.microsoft.com/office/drawing/2014/main" id="{CCEAE8E2-A761-76E1-8D54-7D4698C8F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2798"/>
              <a:ext cx="253" cy="6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" name="Rectangle 44">
              <a:extLst>
                <a:ext uri="{FF2B5EF4-FFF2-40B4-BE49-F238E27FC236}">
                  <a16:creationId xmlns:a16="http://schemas.microsoft.com/office/drawing/2014/main" id="{CF8A4E27-35A0-CC97-AD7B-4D70FFC86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2998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1" name="Rectangle 45">
              <a:extLst>
                <a:ext uri="{FF2B5EF4-FFF2-40B4-BE49-F238E27FC236}">
                  <a16:creationId xmlns:a16="http://schemas.microsoft.com/office/drawing/2014/main" id="{67A77E5B-1F72-970D-D1DB-100B980E8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3205"/>
              <a:ext cx="253" cy="6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85E88B3-3759-1395-2A3E-D594C33BF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3387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3" name="Rectangle 47">
              <a:extLst>
                <a:ext uri="{FF2B5EF4-FFF2-40B4-BE49-F238E27FC236}">
                  <a16:creationId xmlns:a16="http://schemas.microsoft.com/office/drawing/2014/main" id="{B5ED9DE9-0FC0-990B-4598-418DB21E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3593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4" name="Rectangle 48">
              <a:extLst>
                <a:ext uri="{FF2B5EF4-FFF2-40B4-BE49-F238E27FC236}">
                  <a16:creationId xmlns:a16="http://schemas.microsoft.com/office/drawing/2014/main" id="{B6C32874-D421-C554-D841-D7D597C0C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3782"/>
              <a:ext cx="253" cy="6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" name="Rectangle 49">
              <a:extLst>
                <a:ext uri="{FF2B5EF4-FFF2-40B4-BE49-F238E27FC236}">
                  <a16:creationId xmlns:a16="http://schemas.microsoft.com/office/drawing/2014/main" id="{443CD315-EE42-8E21-050F-7EB7F1EAA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3994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6" name="Line 50">
              <a:extLst>
                <a:ext uri="{FF2B5EF4-FFF2-40B4-BE49-F238E27FC236}">
                  <a16:creationId xmlns:a16="http://schemas.microsoft.com/office/drawing/2014/main" id="{3CAD9ECB-F225-9AD6-A947-9272341620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3" y="2744"/>
              <a:ext cx="385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Line 51">
              <a:extLst>
                <a:ext uri="{FF2B5EF4-FFF2-40B4-BE49-F238E27FC236}">
                  <a16:creationId xmlns:a16="http://schemas.microsoft.com/office/drawing/2014/main" id="{2946E0A6-9875-E2CC-604A-F397D3B18B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2598"/>
              <a:ext cx="463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Line 52">
              <a:extLst>
                <a:ext uri="{FF2B5EF4-FFF2-40B4-BE49-F238E27FC236}">
                  <a16:creationId xmlns:a16="http://schemas.microsoft.com/office/drawing/2014/main" id="{B20054CE-4AA0-AFD4-5CCF-E4B789774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998"/>
              <a:ext cx="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24FF0895-9940-51E0-7B13-87A36FF0A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3387"/>
              <a:ext cx="463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05CCAC12-6EC4-3D74-99C7-74709D0DA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3752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Line 55">
              <a:extLst>
                <a:ext uri="{FF2B5EF4-FFF2-40B4-BE49-F238E27FC236}">
                  <a16:creationId xmlns:a16="http://schemas.microsoft.com/office/drawing/2014/main" id="{EE9F7155-BDDC-0481-7293-01A77D065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3782"/>
              <a:ext cx="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90750380-7C06-46C6-4CCA-EBDA84DE6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3387"/>
              <a:ext cx="385" cy="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57">
              <a:extLst>
                <a:ext uri="{FF2B5EF4-FFF2-40B4-BE49-F238E27FC236}">
                  <a16:creationId xmlns:a16="http://schemas.microsoft.com/office/drawing/2014/main" id="{25C21C36-737B-0DAA-37AF-1D0B111DA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3212"/>
              <a:ext cx="28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4" name="Line 58">
              <a:extLst>
                <a:ext uri="{FF2B5EF4-FFF2-40B4-BE49-F238E27FC236}">
                  <a16:creationId xmlns:a16="http://schemas.microsoft.com/office/drawing/2014/main" id="{9B605FEF-05CD-3A62-B39C-F9F967ED9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628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Line 59">
              <a:extLst>
                <a:ext uri="{FF2B5EF4-FFF2-40B4-BE49-F238E27FC236}">
                  <a16:creationId xmlns:a16="http://schemas.microsoft.com/office/drawing/2014/main" id="{68A1AEBE-1486-9A64-B03B-238CE7CAA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829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Line 60">
              <a:extLst>
                <a:ext uri="{FF2B5EF4-FFF2-40B4-BE49-F238E27FC236}">
                  <a16:creationId xmlns:a16="http://schemas.microsoft.com/office/drawing/2014/main" id="{79170B24-5F62-E737-0C28-740164CA1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029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Line 61">
              <a:extLst>
                <a:ext uri="{FF2B5EF4-FFF2-40B4-BE49-F238E27FC236}">
                  <a16:creationId xmlns:a16="http://schemas.microsoft.com/office/drawing/2014/main" id="{E98A4810-BB76-B849-D0CB-BD8BF92B6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241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Line 62">
              <a:extLst>
                <a:ext uri="{FF2B5EF4-FFF2-40B4-BE49-F238E27FC236}">
                  <a16:creationId xmlns:a16="http://schemas.microsoft.com/office/drawing/2014/main" id="{B5D6DC15-E33F-6827-1703-4277B4376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417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Line 63">
              <a:extLst>
                <a:ext uri="{FF2B5EF4-FFF2-40B4-BE49-F238E27FC236}">
                  <a16:creationId xmlns:a16="http://schemas.microsoft.com/office/drawing/2014/main" id="{FB21A28C-59DE-F18A-C1F5-590727164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630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" name="Line 64">
              <a:extLst>
                <a:ext uri="{FF2B5EF4-FFF2-40B4-BE49-F238E27FC236}">
                  <a16:creationId xmlns:a16="http://schemas.microsoft.com/office/drawing/2014/main" id="{0D73C8BE-2CF2-2237-E3B0-F072ADDB4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812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Line 65">
              <a:extLst>
                <a:ext uri="{FF2B5EF4-FFF2-40B4-BE49-F238E27FC236}">
                  <a16:creationId xmlns:a16="http://schemas.microsoft.com/office/drawing/2014/main" id="{FC7A69F9-C6A0-C5D0-96A6-CA0677809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4024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Rectangle 66">
              <a:extLst>
                <a:ext uri="{FF2B5EF4-FFF2-40B4-BE49-F238E27FC236}">
                  <a16:creationId xmlns:a16="http://schemas.microsoft.com/office/drawing/2014/main" id="{64DFCC84-A7B3-EA25-143A-CCB337FB4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1917"/>
              <a:ext cx="410" cy="27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3" name="Line 67">
              <a:extLst>
                <a:ext uri="{FF2B5EF4-FFF2-40B4-BE49-F238E27FC236}">
                  <a16:creationId xmlns:a16="http://schemas.microsoft.com/office/drawing/2014/main" id="{09F5AB93-9A19-4CDC-820D-9DEE7C927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1984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7E637924-E910-C883-D1C0-66023B71C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130"/>
              <a:ext cx="4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Rectangle 69">
              <a:extLst>
                <a:ext uri="{FF2B5EF4-FFF2-40B4-BE49-F238E27FC236}">
                  <a16:creationId xmlns:a16="http://schemas.microsoft.com/office/drawing/2014/main" id="{28FD6C44-AC1B-B66A-A3B8-9F6CF0AA3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2167"/>
              <a:ext cx="411" cy="2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6" name="Line 70">
              <a:extLst>
                <a:ext uri="{FF2B5EF4-FFF2-40B4-BE49-F238E27FC236}">
                  <a16:creationId xmlns:a16="http://schemas.microsoft.com/office/drawing/2014/main" id="{D4EF04BC-8B8C-C4BC-8349-50FEE4090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2233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71">
              <a:extLst>
                <a:ext uri="{FF2B5EF4-FFF2-40B4-BE49-F238E27FC236}">
                  <a16:creationId xmlns:a16="http://schemas.microsoft.com/office/drawing/2014/main" id="{7C841BE4-3BF9-0291-0B3D-DCE9CE277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2379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Rectangle 72">
              <a:extLst>
                <a:ext uri="{FF2B5EF4-FFF2-40B4-BE49-F238E27FC236}">
                  <a16:creationId xmlns:a16="http://schemas.microsoft.com/office/drawing/2014/main" id="{118C3B8A-7D9B-0474-0F36-98781E991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1760"/>
              <a:ext cx="411" cy="2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9" name="Line 73">
              <a:extLst>
                <a:ext uri="{FF2B5EF4-FFF2-40B4-BE49-F238E27FC236}">
                  <a16:creationId xmlns:a16="http://schemas.microsoft.com/office/drawing/2014/main" id="{B37455CB-913F-BBD7-B976-09D81603C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1826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Line 74">
              <a:extLst>
                <a:ext uri="{FF2B5EF4-FFF2-40B4-BE49-F238E27FC236}">
                  <a16:creationId xmlns:a16="http://schemas.microsoft.com/office/drawing/2014/main" id="{581AB5CE-5C20-3D35-B6F3-5164E6886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1972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Rectangle 75">
              <a:extLst>
                <a:ext uri="{FF2B5EF4-FFF2-40B4-BE49-F238E27FC236}">
                  <a16:creationId xmlns:a16="http://schemas.microsoft.com/office/drawing/2014/main" id="{3604BB71-1DB2-EB0C-9D96-C498B378C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760"/>
              <a:ext cx="253" cy="6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Rectangle 76">
              <a:extLst>
                <a:ext uri="{FF2B5EF4-FFF2-40B4-BE49-F238E27FC236}">
                  <a16:creationId xmlns:a16="http://schemas.microsoft.com/office/drawing/2014/main" id="{9A3D882C-9C20-EAF7-2146-FD1ABF013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966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A7D81582-50E9-6EE7-525F-131BA7F6D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2167"/>
              <a:ext cx="253" cy="6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Rectangle 78">
              <a:extLst>
                <a:ext uri="{FF2B5EF4-FFF2-40B4-BE49-F238E27FC236}">
                  <a16:creationId xmlns:a16="http://schemas.microsoft.com/office/drawing/2014/main" id="{C99A862D-B636-5792-C690-3AC1CBE2C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2372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Line 79">
              <a:extLst>
                <a:ext uri="{FF2B5EF4-FFF2-40B4-BE49-F238E27FC236}">
                  <a16:creationId xmlns:a16="http://schemas.microsoft.com/office/drawing/2014/main" id="{1271F8D5-8648-75EB-D986-18BB0351D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1765"/>
              <a:ext cx="463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" name="Line 80">
              <a:extLst>
                <a:ext uri="{FF2B5EF4-FFF2-40B4-BE49-F238E27FC236}">
                  <a16:creationId xmlns:a16="http://schemas.microsoft.com/office/drawing/2014/main" id="{D6560EC0-9D44-50F5-8ACD-AD63B1EB5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167"/>
              <a:ext cx="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" name="Line 81">
              <a:extLst>
                <a:ext uri="{FF2B5EF4-FFF2-40B4-BE49-F238E27FC236}">
                  <a16:creationId xmlns:a16="http://schemas.microsoft.com/office/drawing/2014/main" id="{065CA2C5-1F82-7C7F-4D8A-B4D54242A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796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Line 82">
              <a:extLst>
                <a:ext uri="{FF2B5EF4-FFF2-40B4-BE49-F238E27FC236}">
                  <a16:creationId xmlns:a16="http://schemas.microsoft.com/office/drawing/2014/main" id="{3BB8C37E-E31F-5EC5-2A0C-83E593D51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996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9" name="Line 83">
              <a:extLst>
                <a:ext uri="{FF2B5EF4-FFF2-40B4-BE49-F238E27FC236}">
                  <a16:creationId xmlns:a16="http://schemas.microsoft.com/office/drawing/2014/main" id="{4BAC7F58-5B49-954F-6D87-5C624C640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197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0" name="Line 84">
              <a:extLst>
                <a:ext uri="{FF2B5EF4-FFF2-40B4-BE49-F238E27FC236}">
                  <a16:creationId xmlns:a16="http://schemas.microsoft.com/office/drawing/2014/main" id="{BE32D809-698F-AB5D-BA28-C9C61F890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409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Rectangle 85">
              <a:extLst>
                <a:ext uri="{FF2B5EF4-FFF2-40B4-BE49-F238E27FC236}">
                  <a16:creationId xmlns:a16="http://schemas.microsoft.com/office/drawing/2014/main" id="{C922D00C-B4F3-827F-3D73-A71928484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1340"/>
              <a:ext cx="411" cy="27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2" name="Line 86">
              <a:extLst>
                <a:ext uri="{FF2B5EF4-FFF2-40B4-BE49-F238E27FC236}">
                  <a16:creationId xmlns:a16="http://schemas.microsoft.com/office/drawing/2014/main" id="{DB0DC840-6FD8-B520-FADF-F3BB7EC56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1407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87">
              <a:extLst>
                <a:ext uri="{FF2B5EF4-FFF2-40B4-BE49-F238E27FC236}">
                  <a16:creationId xmlns:a16="http://schemas.microsoft.com/office/drawing/2014/main" id="{FA18EA69-33CF-18FC-9970-C9C855F5F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1553"/>
              <a:ext cx="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Rectangle 88">
              <a:extLst>
                <a:ext uri="{FF2B5EF4-FFF2-40B4-BE49-F238E27FC236}">
                  <a16:creationId xmlns:a16="http://schemas.microsoft.com/office/drawing/2014/main" id="{68040F94-6712-0304-F169-F63B288F2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340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5" name="Rectangle 89">
              <a:extLst>
                <a:ext uri="{FF2B5EF4-FFF2-40B4-BE49-F238E27FC236}">
                  <a16:creationId xmlns:a16="http://schemas.microsoft.com/office/drawing/2014/main" id="{B93B4AB4-262F-D75E-D413-43D70154A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547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6" name="Line 90">
              <a:extLst>
                <a:ext uri="{FF2B5EF4-FFF2-40B4-BE49-F238E27FC236}">
                  <a16:creationId xmlns:a16="http://schemas.microsoft.com/office/drawing/2014/main" id="{B44399C9-94DE-D4AA-189A-42E038CAE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377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91">
              <a:extLst>
                <a:ext uri="{FF2B5EF4-FFF2-40B4-BE49-F238E27FC236}">
                  <a16:creationId xmlns:a16="http://schemas.microsoft.com/office/drawing/2014/main" id="{2961A06C-C0F8-E0A9-20D9-C104E0040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577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Rectangle 92">
              <a:extLst>
                <a:ext uri="{FF2B5EF4-FFF2-40B4-BE49-F238E27FC236}">
                  <a16:creationId xmlns:a16="http://schemas.microsoft.com/office/drawing/2014/main" id="{A073F8FB-15AA-EC95-B7A0-995A56108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" y="970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9" name="Rectangle 93">
              <a:extLst>
                <a:ext uri="{FF2B5EF4-FFF2-40B4-BE49-F238E27FC236}">
                  <a16:creationId xmlns:a16="http://schemas.microsoft.com/office/drawing/2014/main" id="{10837E23-EF90-D690-A877-2B2A7C09F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" y="1170"/>
              <a:ext cx="253" cy="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0" name="Text Box 94">
              <a:extLst>
                <a:ext uri="{FF2B5EF4-FFF2-40B4-BE49-F238E27FC236}">
                  <a16:creationId xmlns:a16="http://schemas.microsoft.com/office/drawing/2014/main" id="{BD34DBB6-4B67-48F8-045C-021921DED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1004"/>
              <a:ext cx="288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81" name="Line 95">
              <a:extLst>
                <a:ext uri="{FF2B5EF4-FFF2-40B4-BE49-F238E27FC236}">
                  <a16:creationId xmlns:a16="http://schemas.microsoft.com/office/drawing/2014/main" id="{92A24FF3-CFC0-1626-5DE3-1C21EAA28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2730"/>
              <a:ext cx="3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96">
              <a:extLst>
                <a:ext uri="{FF2B5EF4-FFF2-40B4-BE49-F238E27FC236}">
                  <a16:creationId xmlns:a16="http://schemas.microsoft.com/office/drawing/2014/main" id="{ABF5613C-283A-95F7-05AB-039705E47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" y="3125"/>
              <a:ext cx="3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97">
              <a:extLst>
                <a:ext uri="{FF2B5EF4-FFF2-40B4-BE49-F238E27FC236}">
                  <a16:creationId xmlns:a16="http://schemas.microsoft.com/office/drawing/2014/main" id="{2317C6BD-A115-2DD1-C1CB-CD6FB3F7C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2601"/>
              <a:ext cx="1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98">
              <a:extLst>
                <a:ext uri="{FF2B5EF4-FFF2-40B4-BE49-F238E27FC236}">
                  <a16:creationId xmlns:a16="http://schemas.microsoft.com/office/drawing/2014/main" id="{0254DCEA-FC8C-7C2A-B135-0333C23BF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3" y="1916"/>
              <a:ext cx="3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Line 99">
              <a:extLst>
                <a:ext uri="{FF2B5EF4-FFF2-40B4-BE49-F238E27FC236}">
                  <a16:creationId xmlns:a16="http://schemas.microsoft.com/office/drawing/2014/main" id="{6A68F3E8-0ECE-7F12-9F22-1ECC7F8B0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2300"/>
              <a:ext cx="6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Line 100">
              <a:extLst>
                <a:ext uri="{FF2B5EF4-FFF2-40B4-BE49-F238E27FC236}">
                  <a16:creationId xmlns:a16="http://schemas.microsoft.com/office/drawing/2014/main" id="{0F79B045-74C4-D26F-5794-BEB0A4E600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1" y="1188"/>
              <a:ext cx="1" cy="11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Line 101">
              <a:extLst>
                <a:ext uri="{FF2B5EF4-FFF2-40B4-BE49-F238E27FC236}">
                  <a16:creationId xmlns:a16="http://schemas.microsoft.com/office/drawing/2014/main" id="{CE33319B-F6CA-8A82-3975-522FBC2AB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2" y="1188"/>
              <a:ext cx="235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" name="Line 102">
              <a:extLst>
                <a:ext uri="{FF2B5EF4-FFF2-40B4-BE49-F238E27FC236}">
                  <a16:creationId xmlns:a16="http://schemas.microsoft.com/office/drawing/2014/main" id="{F6BE3209-541A-5DEE-BBE7-FEF275F74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140"/>
              <a:ext cx="4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Line 103">
              <a:extLst>
                <a:ext uri="{FF2B5EF4-FFF2-40B4-BE49-F238E27FC236}">
                  <a16:creationId xmlns:a16="http://schemas.microsoft.com/office/drawing/2014/main" id="{CD2B30BC-705A-DE37-818A-48B792CA8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1013"/>
              <a:ext cx="0" cy="1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0" name="Text Box 104">
              <a:extLst>
                <a:ext uri="{FF2B5EF4-FFF2-40B4-BE49-F238E27FC236}">
                  <a16:creationId xmlns:a16="http://schemas.microsoft.com/office/drawing/2014/main" id="{FF948D72-20BE-D15B-3F7D-3BC23588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1" y="1162"/>
              <a:ext cx="8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一级间接索引</a:t>
              </a:r>
            </a:p>
          </p:txBody>
        </p:sp>
        <p:sp>
          <p:nvSpPr>
            <p:cNvPr id="91" name="Text Box 105">
              <a:extLst>
                <a:ext uri="{FF2B5EF4-FFF2-40B4-BE49-F238E27FC236}">
                  <a16:creationId xmlns:a16="http://schemas.microsoft.com/office/drawing/2014/main" id="{62C234C7-209E-39C4-6983-30DD5D1E1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" y="1708"/>
              <a:ext cx="8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二级间接索引</a:t>
              </a:r>
            </a:p>
          </p:txBody>
        </p:sp>
        <p:sp>
          <p:nvSpPr>
            <p:cNvPr id="92" name="Text Box 106">
              <a:extLst>
                <a:ext uri="{FF2B5EF4-FFF2-40B4-BE49-F238E27FC236}">
                  <a16:creationId xmlns:a16="http://schemas.microsoft.com/office/drawing/2014/main" id="{3383999C-3073-24EE-2CDF-01FAD8DFF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2896"/>
              <a:ext cx="8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三级间接索引</a:t>
              </a:r>
            </a:p>
          </p:txBody>
        </p:sp>
        <p:sp>
          <p:nvSpPr>
            <p:cNvPr id="93" name="Text Box 107">
              <a:extLst>
                <a:ext uri="{FF2B5EF4-FFF2-40B4-BE49-F238E27FC236}">
                  <a16:creationId xmlns:a16="http://schemas.microsoft.com/office/drawing/2014/main" id="{D4CBA9BA-6F63-35D8-E2AD-068BAAA06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" y="1046"/>
              <a:ext cx="64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94" name="Text Box 108">
              <a:extLst>
                <a:ext uri="{FF2B5EF4-FFF2-40B4-BE49-F238E27FC236}">
                  <a16:creationId xmlns:a16="http://schemas.microsoft.com/office/drawing/2014/main" id="{0539496F-A1CF-AF4F-E11F-F3D36B96F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" y="1183"/>
              <a:ext cx="602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i_addr[1]</a:t>
              </a:r>
            </a:p>
          </p:txBody>
        </p:sp>
        <p:sp>
          <p:nvSpPr>
            <p:cNvPr id="95" name="Text Box 109">
              <a:extLst>
                <a:ext uri="{FF2B5EF4-FFF2-40B4-BE49-F238E27FC236}">
                  <a16:creationId xmlns:a16="http://schemas.microsoft.com/office/drawing/2014/main" id="{4A07C791-1C47-25F5-65F4-8669AFBFB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" y="1309"/>
              <a:ext cx="55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i_addr[2]</a:t>
              </a:r>
            </a:p>
          </p:txBody>
        </p:sp>
        <p:sp>
          <p:nvSpPr>
            <p:cNvPr id="96" name="Text Box 110">
              <a:extLst>
                <a:ext uri="{FF2B5EF4-FFF2-40B4-BE49-F238E27FC236}">
                  <a16:creationId xmlns:a16="http://schemas.microsoft.com/office/drawing/2014/main" id="{0B5A92A7-55C2-562B-80EC-5DD77B5CE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" y="1435"/>
              <a:ext cx="55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i_addr[3]</a:t>
              </a:r>
            </a:p>
          </p:txBody>
        </p:sp>
        <p:sp>
          <p:nvSpPr>
            <p:cNvPr id="97" name="Text Box 111">
              <a:extLst>
                <a:ext uri="{FF2B5EF4-FFF2-40B4-BE49-F238E27FC236}">
                  <a16:creationId xmlns:a16="http://schemas.microsoft.com/office/drawing/2014/main" id="{E973E5DB-9474-BF11-EB31-91B5FB617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" y="1567"/>
              <a:ext cx="55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</a:t>
              </a: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[4]</a:t>
              </a:r>
            </a:p>
          </p:txBody>
        </p:sp>
        <p:sp>
          <p:nvSpPr>
            <p:cNvPr id="98" name="Text Box 112">
              <a:extLst>
                <a:ext uri="{FF2B5EF4-FFF2-40B4-BE49-F238E27FC236}">
                  <a16:creationId xmlns:a16="http://schemas.microsoft.com/office/drawing/2014/main" id="{981152E6-C343-8280-AAC3-E690945B7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" y="1705"/>
              <a:ext cx="55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i_addr[5]</a:t>
              </a:r>
            </a:p>
          </p:txBody>
        </p:sp>
        <p:sp>
          <p:nvSpPr>
            <p:cNvPr id="99" name="Text Box 113">
              <a:extLst>
                <a:ext uri="{FF2B5EF4-FFF2-40B4-BE49-F238E27FC236}">
                  <a16:creationId xmlns:a16="http://schemas.microsoft.com/office/drawing/2014/main" id="{EDE236DA-759C-4EAA-76D0-22548CDAC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" y="1836"/>
              <a:ext cx="556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i_addr[6]</a:t>
              </a:r>
            </a:p>
          </p:txBody>
        </p:sp>
        <p:sp>
          <p:nvSpPr>
            <p:cNvPr id="100" name="Text Box 114">
              <a:extLst>
                <a:ext uri="{FF2B5EF4-FFF2-40B4-BE49-F238E27FC236}">
                  <a16:creationId xmlns:a16="http://schemas.microsoft.com/office/drawing/2014/main" id="{D0050624-AEDA-95BB-20F0-F0162BD65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" y="1962"/>
              <a:ext cx="55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i_addr[7]</a:t>
              </a:r>
            </a:p>
          </p:txBody>
        </p:sp>
        <p:sp>
          <p:nvSpPr>
            <p:cNvPr id="101" name="Text Box 115">
              <a:extLst>
                <a:ext uri="{FF2B5EF4-FFF2-40B4-BE49-F238E27FC236}">
                  <a16:creationId xmlns:a16="http://schemas.microsoft.com/office/drawing/2014/main" id="{1F5A31D0-0665-20B7-948C-D94805E2D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097"/>
              <a:ext cx="556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i_addr[8]</a:t>
              </a:r>
            </a:p>
          </p:txBody>
        </p:sp>
        <p:sp>
          <p:nvSpPr>
            <p:cNvPr id="102" name="Text Box 116">
              <a:extLst>
                <a:ext uri="{FF2B5EF4-FFF2-40B4-BE49-F238E27FC236}">
                  <a16:creationId xmlns:a16="http://schemas.microsoft.com/office/drawing/2014/main" id="{31372819-17F4-E481-D8ED-F036358ED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22"/>
              <a:ext cx="55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i_addr[9]</a:t>
              </a:r>
            </a:p>
          </p:txBody>
        </p:sp>
        <p:sp>
          <p:nvSpPr>
            <p:cNvPr id="103" name="Line 117">
              <a:extLst>
                <a:ext uri="{FF2B5EF4-FFF2-40B4-BE49-F238E27FC236}">
                  <a16:creationId xmlns:a16="http://schemas.microsoft.com/office/drawing/2014/main" id="{B3FC192E-9810-C152-69FC-DD89F0043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2730"/>
              <a:ext cx="0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" name="Line 118">
              <a:extLst>
                <a:ext uri="{FF2B5EF4-FFF2-40B4-BE49-F238E27FC236}">
                  <a16:creationId xmlns:a16="http://schemas.microsoft.com/office/drawing/2014/main" id="{FC77533B-3E06-5A3A-EB38-A833E563A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1" y="1914"/>
              <a:ext cx="0" cy="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5" name="Line 119">
              <a:extLst>
                <a:ext uri="{FF2B5EF4-FFF2-40B4-BE49-F238E27FC236}">
                  <a16:creationId xmlns:a16="http://schemas.microsoft.com/office/drawing/2014/main" id="{C9837688-8E40-489F-D0FE-360A8B9C8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356"/>
              <a:ext cx="13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6" name="Line 120">
              <a:extLst>
                <a:ext uri="{FF2B5EF4-FFF2-40B4-BE49-F238E27FC236}">
                  <a16:creationId xmlns:a16="http://schemas.microsoft.com/office/drawing/2014/main" id="{C569CB10-1896-1A84-4D86-F55F3811A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356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" name="Line 121">
              <a:extLst>
                <a:ext uri="{FF2B5EF4-FFF2-40B4-BE49-F238E27FC236}">
                  <a16:creationId xmlns:a16="http://schemas.microsoft.com/office/drawing/2014/main" id="{79D61097-447A-29FC-2FDD-F03B6172C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1" y="2473"/>
              <a:ext cx="8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8" name="Line 122">
              <a:extLst>
                <a:ext uri="{FF2B5EF4-FFF2-40B4-BE49-F238E27FC236}">
                  <a16:creationId xmlns:a16="http://schemas.microsoft.com/office/drawing/2014/main" id="{E19E53BE-B235-DB7E-CAB8-55D248FCF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1013"/>
              <a:ext cx="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9" name="Text Box 123">
              <a:extLst>
                <a:ext uri="{FF2B5EF4-FFF2-40B4-BE49-F238E27FC236}">
                  <a16:creationId xmlns:a16="http://schemas.microsoft.com/office/drawing/2014/main" id="{8E32587C-111B-9A81-77E5-A5BC821E1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2656"/>
              <a:ext cx="66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i_addr[12]</a:t>
              </a:r>
            </a:p>
          </p:txBody>
        </p:sp>
        <p:sp>
          <p:nvSpPr>
            <p:cNvPr id="110" name="Text Box 124">
              <a:extLst>
                <a:ext uri="{FF2B5EF4-FFF2-40B4-BE49-F238E27FC236}">
                  <a16:creationId xmlns:a16="http://schemas.microsoft.com/office/drawing/2014/main" id="{FA451FB3-FCB2-B3A4-02E7-8A2D9D7CF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" y="2495"/>
              <a:ext cx="638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i_addr[11]</a:t>
              </a:r>
            </a:p>
          </p:txBody>
        </p:sp>
        <p:sp>
          <p:nvSpPr>
            <p:cNvPr id="111" name="Text Box 125">
              <a:extLst>
                <a:ext uri="{FF2B5EF4-FFF2-40B4-BE49-F238E27FC236}">
                  <a16:creationId xmlns:a16="http://schemas.microsoft.com/office/drawing/2014/main" id="{4CDED1E4-9D5E-B0D2-3503-01178B49F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" y="2351"/>
              <a:ext cx="620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i_addr[10]</a:t>
              </a:r>
            </a:p>
          </p:txBody>
        </p:sp>
        <p:sp>
          <p:nvSpPr>
            <p:cNvPr id="112" name="Text Box 126">
              <a:extLst>
                <a:ext uri="{FF2B5EF4-FFF2-40B4-BE49-F238E27FC236}">
                  <a16:creationId xmlns:a16="http://schemas.microsoft.com/office/drawing/2014/main" id="{3ADA2282-6B5F-EEEB-4E47-4422201D0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" y="1369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3" name="Text Box 127">
              <a:extLst>
                <a:ext uri="{FF2B5EF4-FFF2-40B4-BE49-F238E27FC236}">
                  <a16:creationId xmlns:a16="http://schemas.microsoft.com/office/drawing/2014/main" id="{14CFE53F-F7FC-503F-3BE1-44AEED583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" y="1790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4" name="Text Box 128">
              <a:extLst>
                <a:ext uri="{FF2B5EF4-FFF2-40B4-BE49-F238E27FC236}">
                  <a16:creationId xmlns:a16="http://schemas.microsoft.com/office/drawing/2014/main" id="{7BB0AC91-926D-0717-1021-BD21F8101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1" y="2202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5" name="Text Box 129">
              <a:extLst>
                <a:ext uri="{FF2B5EF4-FFF2-40B4-BE49-F238E27FC236}">
                  <a16:creationId xmlns:a16="http://schemas.microsoft.com/office/drawing/2014/main" id="{CD483553-FCAC-0F1A-F079-959BFE84C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2" y="2632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6" name="Text Box 130">
              <a:extLst>
                <a:ext uri="{FF2B5EF4-FFF2-40B4-BE49-F238E27FC236}">
                  <a16:creationId xmlns:a16="http://schemas.microsoft.com/office/drawing/2014/main" id="{75F93C90-BCC8-5756-DECD-F61CF8E5F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" y="3034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7" name="Text Box 131">
              <a:extLst>
                <a:ext uri="{FF2B5EF4-FFF2-40B4-BE49-F238E27FC236}">
                  <a16:creationId xmlns:a16="http://schemas.microsoft.com/office/drawing/2014/main" id="{94766F46-9D56-612F-D5BE-D06E0B72D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" y="3428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8" name="Text Box 132">
              <a:extLst>
                <a:ext uri="{FF2B5EF4-FFF2-40B4-BE49-F238E27FC236}">
                  <a16:creationId xmlns:a16="http://schemas.microsoft.com/office/drawing/2014/main" id="{9C16A449-186E-A3B6-E1BD-98ED0B056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0" y="3821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9" name="Text Box 133">
              <a:extLst>
                <a:ext uri="{FF2B5EF4-FFF2-40B4-BE49-F238E27FC236}">
                  <a16:creationId xmlns:a16="http://schemas.microsoft.com/office/drawing/2014/main" id="{9B6E8EF0-90BE-3A86-B037-DCDA67080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" y="2008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20" name="Text Box 134">
              <a:extLst>
                <a:ext uri="{FF2B5EF4-FFF2-40B4-BE49-F238E27FC236}">
                  <a16:creationId xmlns:a16="http://schemas.microsoft.com/office/drawing/2014/main" id="{CED61204-E67C-D851-8D5B-E683AF965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" y="2839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21" name="Text Box 135">
              <a:extLst>
                <a:ext uri="{FF2B5EF4-FFF2-40B4-BE49-F238E27FC236}">
                  <a16:creationId xmlns:a16="http://schemas.microsoft.com/office/drawing/2014/main" id="{C2186A40-A111-3153-D23F-0F599AED3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3" y="3625"/>
              <a:ext cx="2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MT Extra" panose="05050102010205020202" pitchFamily="18" charset="2"/>
                </a:rPr>
                <a:t></a:t>
              </a:r>
            </a:p>
          </p:txBody>
        </p:sp>
      </p:grpSp>
      <p:sp>
        <p:nvSpPr>
          <p:cNvPr id="135" name="Rectangle 4">
            <a:extLst>
              <a:ext uri="{FF2B5EF4-FFF2-40B4-BE49-F238E27FC236}">
                <a16:creationId xmlns:a16="http://schemas.microsoft.com/office/drawing/2014/main" id="{70659E7A-81E8-AA22-AE7B-E24491B65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6082" y="2785018"/>
            <a:ext cx="4469606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12800" lvl="1" indent="-355600" algn="just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11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小型文件采用直接索引</a:t>
            </a:r>
          </a:p>
          <a:p>
            <a:pPr marL="812800" lvl="1" indent="-355600" algn="just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11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138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大型文件采用间接索引</a:t>
            </a:r>
          </a:p>
        </p:txBody>
      </p:sp>
    </p:spTree>
    <p:extLst>
      <p:ext uri="{BB962C8B-B14F-4D97-AF65-F5344CB8AC3E}">
        <p14:creationId xmlns:p14="http://schemas.microsoft.com/office/powerpoint/2010/main" val="3886986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040408-2487-1F00-E84F-E7EDD0FA3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821" y="3522366"/>
            <a:ext cx="10582515" cy="2549249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假设磁盘块大小为</a:t>
            </a:r>
            <a:r>
              <a:rPr lang="en-US" altLang="zh-CN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512</a:t>
            </a:r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字节，磁盘块号占</a:t>
            </a:r>
            <a:r>
              <a:rPr lang="en-US" altLang="zh-CN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4</a:t>
            </a:r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个字节画出文件大小分别为</a:t>
            </a:r>
            <a:r>
              <a:rPr lang="en-US" altLang="zh-CN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1890</a:t>
            </a:r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6250</a:t>
            </a:r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137200</a:t>
            </a:r>
            <a:r>
              <a:rPr lang="zh-CN" altLang="en-US" sz="2800" b="1" dirty="0">
                <a:solidFill>
                  <a:srgbClr val="000099"/>
                </a:solidFill>
                <a:effectLst/>
                <a:latin typeface="+mn-ea"/>
                <a:ea typeface="+mn-ea"/>
              </a:rPr>
              <a:t>的文件对应的文件结构，并分析其特点。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AB654C-A272-856C-F12F-E676B1EB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27" y="1294470"/>
            <a:ext cx="10317909" cy="1421928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UNIX</a:t>
            </a:r>
            <a:r>
              <a:rPr lang="zh-CN" altLang="en-US" sz="2400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采用多级间接索引结构，对小型文件采用直接索引，对大型文件采用间接索引，从而，既保证绝大多数的文件有高的存取效率，又能适应存取一些大型文件（既保证了文件系统的高效率，又使其有很宽的适应面）。</a:t>
            </a:r>
          </a:p>
        </p:txBody>
      </p:sp>
    </p:spTree>
    <p:extLst>
      <p:ext uri="{BB962C8B-B14F-4D97-AF65-F5344CB8AC3E}">
        <p14:creationId xmlns:p14="http://schemas.microsoft.com/office/powerpoint/2010/main" val="1639226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>
                <a:solidFill>
                  <a:srgbClr val="FF0000"/>
                </a:solidFill>
              </a:rPr>
              <a:t>文件目录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9752532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578750D-5F41-C631-6E84-273ECE325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094834" cy="539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文件目录有关概念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什么是文件目录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文件目录是记录文件的名字、存放地址及其他有关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文件的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说明信息和控制信息的数据结构。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</a:t>
            </a:r>
            <a:r>
              <a:rPr lang="zh-CN" altLang="en-US" sz="2400" b="0" dirty="0" smtClean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文件目录</a:t>
            </a:r>
            <a:r>
              <a:rPr lang="zh-CN" altLang="en-US" sz="2400" b="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、文件目录项、目录文件的关系？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文件目录项的内容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   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文件名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       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文件逻辑结构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说明该文件的记录是否定长、记录长度及记录个数等。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19543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517008B-4DD1-78EE-0BDF-5D648BDA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91039"/>
            <a:ext cx="10574386" cy="529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③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文件物理结构：记录文件的物理结构形式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 连续文件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——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指出文件第一块的物理地址、文件所占块数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 串联文件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——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指出该文件第一块的物理地址  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 索引文件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——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指出索引表地址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④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存取控制信息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文件主具有的存取权限、核准的其他用户及其相应的存取权限</a:t>
            </a:r>
            <a:r>
              <a:rPr lang="zh-CN" altLang="en-US" sz="2000" dirty="0">
                <a:latin typeface="Times New Roman" panose="02020603050405020304" pitchFamily="18" charset="0"/>
                <a:sym typeface="+mn-ea"/>
              </a:rPr>
              <a:t> 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⑤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管理信息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文件建立日期、时间，上一次存取时间、要求文件保留的时间等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⑥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文件类型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文件的类型，例如可分为数据文件、目录文件、块存储设备文件</a:t>
            </a:r>
            <a:r>
              <a:rPr lang="zh-CN" altLang="en-US" sz="20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、字符</a:t>
            </a:r>
            <a:r>
              <a:rPr lang="zh-CN" altLang="en-US" sz="2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设备文件</a:t>
            </a:r>
          </a:p>
        </p:txBody>
      </p:sp>
    </p:spTree>
    <p:extLst>
      <p:ext uri="{BB962C8B-B14F-4D97-AF65-F5344CB8AC3E}">
        <p14:creationId xmlns:p14="http://schemas.microsoft.com/office/powerpoint/2010/main" val="3092769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0BD73D-BEF7-4275-E811-33545094F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712562" cy="2286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一级文件目录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什么是一级文件目录</a:t>
            </a:r>
          </a:p>
          <a:p>
            <a:pPr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系统将已建立的所有文件的文件名、存放地址及有关的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说明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信息放在一张表中，这张表称为一级文件目录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Group 157">
            <a:extLst>
              <a:ext uri="{FF2B5EF4-FFF2-40B4-BE49-F238E27FC236}">
                <a16:creationId xmlns:a16="http://schemas.microsoft.com/office/drawing/2014/main" id="{98BDA500-81DE-5A13-CBAA-26F513F49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7909"/>
              </p:ext>
            </p:extLst>
          </p:nvPr>
        </p:nvGraphicFramePr>
        <p:xfrm>
          <a:off x="3368563" y="3672339"/>
          <a:ext cx="3998913" cy="2346344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 件 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物 理 地 址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 他 信 息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test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compiler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assembler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89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wang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marL="5734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marL="10306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marL="143065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marL="1754505"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marL="22117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marL="26689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marL="31261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marL="3583305"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158">
            <a:extLst>
              <a:ext uri="{FF2B5EF4-FFF2-40B4-BE49-F238E27FC236}">
                <a16:creationId xmlns:a16="http://schemas.microsoft.com/office/drawing/2014/main" id="{4CEF50B0-064C-55DD-B706-683AFB2C1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263" y="3219902"/>
            <a:ext cx="1462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一级文件目录</a:t>
            </a:r>
          </a:p>
        </p:txBody>
      </p:sp>
    </p:spTree>
    <p:extLst>
      <p:ext uri="{BB962C8B-B14F-4D97-AF65-F5344CB8AC3E}">
        <p14:creationId xmlns:p14="http://schemas.microsoft.com/office/powerpoint/2010/main" val="15645287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9191C0E-9F48-7CF8-247B-45F72A72B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10" y="882911"/>
            <a:ext cx="11610706" cy="548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一级文件目录的特点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实现了按名存取的功能，比较简单；</a:t>
            </a: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文件多时，目录检索时间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长；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要求文件名和文件之间有一一对应的关系，即：不允许两个文件有相同的名字。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None/>
              <a:defRPr/>
            </a:pPr>
            <a:r>
              <a:rPr kumimoji="1" lang="zh-CN" altLang="en-US" sz="2000" dirty="0">
                <a:solidFill>
                  <a:srgbClr val="CC3300"/>
                </a:solidFill>
                <a:sym typeface="+mn-ea"/>
              </a:rPr>
              <a:t>         </a:t>
            </a:r>
            <a:r>
              <a:rPr kumimoji="1" lang="zh-CN" altLang="en-US" sz="2400" dirty="0">
                <a:solidFill>
                  <a:srgbClr val="CC0000"/>
                </a:solidFill>
                <a:effectLst/>
                <a:sym typeface="+mn-ea"/>
              </a:rPr>
              <a:t>在多用户环境中，出现了重名问题，或称为命名冲突</a:t>
            </a:r>
            <a:endParaRPr lang="zh-CN" altLang="en-US" sz="2400" dirty="0">
              <a:solidFill>
                <a:srgbClr val="CC0000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重名问题</a:t>
            </a:r>
          </a:p>
          <a:p>
            <a:pPr lvl="1"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所谓“重名”，是指不同用户对不同文件起了相同的名字，即两个或多个文件只有一个相同的符号名。又称为命名冲突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lang="zh-CN" alt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solidFill>
                  <a:srgbClr val="CC0000"/>
                </a:solidFill>
                <a:effectLst/>
                <a:sym typeface="+mn-ea"/>
              </a:rPr>
              <a:t>         为了解决命名冲突、获得更灵活的命名能力，</a:t>
            </a:r>
            <a:r>
              <a:rPr kumimoji="1" lang="zh-CN" altLang="en-US" sz="2400" dirty="0" smtClean="0">
                <a:solidFill>
                  <a:srgbClr val="CC0000"/>
                </a:solidFill>
                <a:effectLst/>
                <a:sym typeface="+mn-ea"/>
              </a:rPr>
              <a:t>文件系统必须</a:t>
            </a:r>
            <a:r>
              <a:rPr kumimoji="1" lang="zh-CN" altLang="en-US" sz="2400" dirty="0">
                <a:solidFill>
                  <a:srgbClr val="CC0000"/>
                </a:solidFill>
                <a:effectLst/>
                <a:sym typeface="+mn-ea"/>
              </a:rPr>
              <a:t>采用多级目录结构</a:t>
            </a:r>
          </a:p>
        </p:txBody>
      </p:sp>
    </p:spTree>
    <p:extLst>
      <p:ext uri="{BB962C8B-B14F-4D97-AF65-F5344CB8AC3E}">
        <p14:creationId xmlns:p14="http://schemas.microsoft.com/office/powerpoint/2010/main" val="9962358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5DEE3A7-2F51-CF2F-2A92-5B1F0538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91378" cy="2880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3.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树型文件目录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什么是树型文件目录</a:t>
            </a:r>
          </a:p>
          <a:p>
            <a:pPr eaLnBrk="1" hangingPunct="1">
              <a:lnSpc>
                <a:spcPct val="130000"/>
              </a:lnSpc>
              <a:buFontTx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在多级目录系统中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除最末一级外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，任何一级目录的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目录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项可以描述一个目录文件，也可以描述一个非目录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 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数据文件</a:t>
            </a: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，而数据文件一定在树叶上。这样，就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构成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了一个树形层次结构。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3630278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8089123-1D69-DDA4-E109-6F1933CD2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34" y="830079"/>
            <a:ext cx="42116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树型文件目录结构        </a:t>
            </a:r>
          </a:p>
        </p:txBody>
      </p:sp>
      <p:grpSp>
        <p:nvGrpSpPr>
          <p:cNvPr id="4" name="Group 118">
            <a:extLst>
              <a:ext uri="{FF2B5EF4-FFF2-40B4-BE49-F238E27FC236}">
                <a16:creationId xmlns:a16="http://schemas.microsoft.com/office/drawing/2014/main" id="{C7CC8BAF-03F8-330A-9220-ABA6A63BB72A}"/>
              </a:ext>
            </a:extLst>
          </p:cNvPr>
          <p:cNvGrpSpPr>
            <a:grpSpLocks/>
          </p:cNvGrpSpPr>
          <p:nvPr/>
        </p:nvGrpSpPr>
        <p:grpSpPr bwMode="auto">
          <a:xfrm>
            <a:off x="1900697" y="811212"/>
            <a:ext cx="8077200" cy="5235575"/>
            <a:chOff x="207" y="666"/>
            <a:chExt cx="5088" cy="3298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1A800E9A-74D4-C594-0030-3F0B251ED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917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6F48F54C-25D1-3C87-358B-067A020B6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113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90E6680A-0E3E-F5C1-E5F3-156C41013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74C80C82-7E19-F68E-BB63-847FA4912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0A49CB01-1C23-4F9D-06AA-4831CE747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5DAFFB72-6DA4-3FB5-A0C9-B5F1B542F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86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AA97881-3FCA-6725-B5A4-8024D0627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79AEF7FB-ABCE-37C0-7424-044FFC0E5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851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AA7B5799-2753-E827-7648-C451DBEF6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88067A9D-A816-C552-CEF5-E68D41279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EC913886-574E-4C3C-1865-95B42BA5A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787FD493-9D28-56E4-4938-94004865A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82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D3E4F952-BBB8-DAAE-AD6F-22AC08AB2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D7B7734C-3495-B67B-F144-650318915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840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4DFCE1C5-C7BD-2838-13EA-D49ADE0E7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2036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60F9C46E-F12E-846C-4F58-4ED7EE8CD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E8D683D0-8786-112A-30BA-BAFCBAE0C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727D5029-C206-E2AB-BA49-284C1306E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78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D9E7148F-B70B-76F5-96E3-57C96BBB0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1786"/>
              <a:ext cx="26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C325FE9D-15B3-300A-18B8-2083F1618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791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0DF68B45-F474-7B18-012A-86A7B863C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2774"/>
              <a:ext cx="488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2DEF050B-DA0F-C057-AD54-1C623EA2C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6904C07D-6540-C811-F641-689173660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6D473801-3569-FBE2-4365-93B42D7C3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38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9" name="Rectangle 30">
              <a:extLst>
                <a:ext uri="{FF2B5EF4-FFF2-40B4-BE49-F238E27FC236}">
                  <a16:creationId xmlns:a16="http://schemas.microsoft.com/office/drawing/2014/main" id="{E3B565BB-776E-1EEA-2298-4858FAED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765"/>
              <a:ext cx="49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6058D98C-3715-5B59-2E7D-4013D6932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E6D36A73-CCBF-CD49-14FF-DABD24332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C5EDCA95-2022-AA76-F0D7-39553C0D5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" y="2738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AAACA04B-ACCC-DADC-6F01-2AA6B178D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785"/>
              <a:ext cx="65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BF79826C-4EEE-6905-61D1-A818C23C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980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200E27DB-2ABE-EA66-8041-C437A296A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1C0F26A7-3927-0EDF-28E2-2580220B8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61896228-F57E-785A-D944-4E3F8BFE2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F13EEE77-6197-D777-7F50-6D21F54DB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8A61C386-1994-3733-B421-A00783FF3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2EBBDE5B-CC4C-16C1-EA51-5D49C0746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1851"/>
              <a:ext cx="43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7F2C2430-C658-A90C-8D9A-773A434C9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C12DBF73-7DE8-C522-13E6-BCD63588A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7937DEA1-072F-0517-5EB6-DE9278C84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79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257110DB-034D-C9AE-F0C0-4536CB127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1796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5" name="Line 46">
              <a:extLst>
                <a:ext uri="{FF2B5EF4-FFF2-40B4-BE49-F238E27FC236}">
                  <a16:creationId xmlns:a16="http://schemas.microsoft.com/office/drawing/2014/main" id="{B516398C-D23F-DF55-3EDA-28668E79A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047"/>
              <a:ext cx="4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6A7D60B1-5F17-6D16-E9D9-01F2AB800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2763"/>
              <a:ext cx="43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F693424A-1D8F-9BE0-A0A4-891B79751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E4C99359-71BF-45FC-7B9D-F6C014EE1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Text Box 50">
              <a:extLst>
                <a:ext uri="{FF2B5EF4-FFF2-40B4-BE49-F238E27FC236}">
                  <a16:creationId xmlns:a16="http://schemas.microsoft.com/office/drawing/2014/main" id="{4ADF0F3E-0725-8CF8-ADD6-7B76177CE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1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597B0269-031D-5E99-9913-959288D95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2709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1" name="Line 52">
              <a:extLst>
                <a:ext uri="{FF2B5EF4-FFF2-40B4-BE49-F238E27FC236}">
                  <a16:creationId xmlns:a16="http://schemas.microsoft.com/office/drawing/2014/main" id="{4F8D0EF2-0F95-AB20-D686-BE4841C73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43"/>
              <a:ext cx="0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2FB08561-6CBE-28AE-ABB8-E10FC1162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4" y="1243"/>
              <a:ext cx="1369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0309865E-3430-0DD7-036D-0CCAA7659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43"/>
              <a:ext cx="1592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B5939A54-A4CD-53CC-49CB-217655768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155"/>
              <a:ext cx="366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56">
              <a:extLst>
                <a:ext uri="{FF2B5EF4-FFF2-40B4-BE49-F238E27FC236}">
                  <a16:creationId xmlns:a16="http://schemas.microsoft.com/office/drawing/2014/main" id="{D6C95C2A-BE0A-DC2D-55A1-3AD1ED2AA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155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57">
              <a:extLst>
                <a:ext uri="{FF2B5EF4-FFF2-40B4-BE49-F238E27FC236}">
                  <a16:creationId xmlns:a16="http://schemas.microsoft.com/office/drawing/2014/main" id="{05CE17EC-9DAA-EFB8-60CE-2682AFEEC2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9" y="2155"/>
              <a:ext cx="71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58">
              <a:extLst>
                <a:ext uri="{FF2B5EF4-FFF2-40B4-BE49-F238E27FC236}">
                  <a16:creationId xmlns:a16="http://schemas.microsoft.com/office/drawing/2014/main" id="{A61DC1BE-DAE7-02D4-C53F-DBF161209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2155"/>
              <a:ext cx="695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Oval 59">
              <a:extLst>
                <a:ext uri="{FF2B5EF4-FFF2-40B4-BE49-F238E27FC236}">
                  <a16:creationId xmlns:a16="http://schemas.microsoft.com/office/drawing/2014/main" id="{082811DA-B976-E44F-545A-9803FA904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" y="2872"/>
              <a:ext cx="162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9" name="Oval 60">
              <a:extLst>
                <a:ext uri="{FF2B5EF4-FFF2-40B4-BE49-F238E27FC236}">
                  <a16:creationId xmlns:a16="http://schemas.microsoft.com/office/drawing/2014/main" id="{D8FD343D-6FC0-1D3C-1000-1DBD20B5D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0" name="Oval 61">
              <a:extLst>
                <a:ext uri="{FF2B5EF4-FFF2-40B4-BE49-F238E27FC236}">
                  <a16:creationId xmlns:a16="http://schemas.microsoft.com/office/drawing/2014/main" id="{41B0289A-DD6A-D37D-836C-5752E9F49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1" name="Oval 62">
              <a:extLst>
                <a:ext uri="{FF2B5EF4-FFF2-40B4-BE49-F238E27FC236}">
                  <a16:creationId xmlns:a16="http://schemas.microsoft.com/office/drawing/2014/main" id="{51E27924-65D6-CFDB-1C2A-D29CD909D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Oval 63">
              <a:extLst>
                <a:ext uri="{FF2B5EF4-FFF2-40B4-BE49-F238E27FC236}">
                  <a16:creationId xmlns:a16="http://schemas.microsoft.com/office/drawing/2014/main" id="{71E33861-9AB3-0F99-6E85-F87FC54CE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64">
              <a:extLst>
                <a:ext uri="{FF2B5EF4-FFF2-40B4-BE49-F238E27FC236}">
                  <a16:creationId xmlns:a16="http://schemas.microsoft.com/office/drawing/2014/main" id="{76FA83AD-3E76-CFFD-96BD-7009F1D6A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65">
              <a:extLst>
                <a:ext uri="{FF2B5EF4-FFF2-40B4-BE49-F238E27FC236}">
                  <a16:creationId xmlns:a16="http://schemas.microsoft.com/office/drawing/2014/main" id="{5E8FE6E2-2E56-23DC-76E7-41E999B87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66">
              <a:extLst>
                <a:ext uri="{FF2B5EF4-FFF2-40B4-BE49-F238E27FC236}">
                  <a16:creationId xmlns:a16="http://schemas.microsoft.com/office/drawing/2014/main" id="{F4DA878C-B11F-CFD4-F38A-E1C769913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3490"/>
              <a:ext cx="163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67">
              <a:extLst>
                <a:ext uri="{FF2B5EF4-FFF2-40B4-BE49-F238E27FC236}">
                  <a16:creationId xmlns:a16="http://schemas.microsoft.com/office/drawing/2014/main" id="{CA63DAC7-A3C4-1C6C-D072-8DD39C235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68">
              <a:extLst>
                <a:ext uri="{FF2B5EF4-FFF2-40B4-BE49-F238E27FC236}">
                  <a16:creationId xmlns:a16="http://schemas.microsoft.com/office/drawing/2014/main" id="{C857D487-909C-6A0D-0601-20219752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69">
              <a:extLst>
                <a:ext uri="{FF2B5EF4-FFF2-40B4-BE49-F238E27FC236}">
                  <a16:creationId xmlns:a16="http://schemas.microsoft.com/office/drawing/2014/main" id="{E8EE8A76-7091-3DAC-602B-58F1957C7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70">
              <a:extLst>
                <a:ext uri="{FF2B5EF4-FFF2-40B4-BE49-F238E27FC236}">
                  <a16:creationId xmlns:a16="http://schemas.microsoft.com/office/drawing/2014/main" id="{AA2E1F2B-6DD6-BB43-D81D-AE1746CD5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Oval 71">
              <a:extLst>
                <a:ext uri="{FF2B5EF4-FFF2-40B4-BE49-F238E27FC236}">
                  <a16:creationId xmlns:a16="http://schemas.microsoft.com/office/drawing/2014/main" id="{26856C81-8653-3BE2-EAC8-53ECE9AC5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872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" name="Line 72">
              <a:extLst>
                <a:ext uri="{FF2B5EF4-FFF2-40B4-BE49-F238E27FC236}">
                  <a16:creationId xmlns:a16="http://schemas.microsoft.com/office/drawing/2014/main" id="{54EAA559-19C6-D549-EA57-257A54B90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8" y="2155"/>
              <a:ext cx="146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Line 73">
              <a:extLst>
                <a:ext uri="{FF2B5EF4-FFF2-40B4-BE49-F238E27FC236}">
                  <a16:creationId xmlns:a16="http://schemas.microsoft.com/office/drawing/2014/main" id="{57932D7C-D1DC-EC62-7CBB-E9AA24643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" y="2155"/>
              <a:ext cx="125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74">
              <a:extLst>
                <a:ext uri="{FF2B5EF4-FFF2-40B4-BE49-F238E27FC236}">
                  <a16:creationId xmlns:a16="http://schemas.microsoft.com/office/drawing/2014/main" id="{108DE5F2-6174-87CA-A6F0-99B2184F9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" y="3045"/>
              <a:ext cx="0" cy="4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75">
              <a:extLst>
                <a:ext uri="{FF2B5EF4-FFF2-40B4-BE49-F238E27FC236}">
                  <a16:creationId xmlns:a16="http://schemas.microsoft.com/office/drawing/2014/main" id="{541A8724-1EFF-E3D0-C4C0-2616C99D7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3045"/>
              <a:ext cx="125" cy="4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76">
              <a:extLst>
                <a:ext uri="{FF2B5EF4-FFF2-40B4-BE49-F238E27FC236}">
                  <a16:creationId xmlns:a16="http://schemas.microsoft.com/office/drawing/2014/main" id="{0A990D02-EA36-A199-E13E-3E0FB89EE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77">
              <a:extLst>
                <a:ext uri="{FF2B5EF4-FFF2-40B4-BE49-F238E27FC236}">
                  <a16:creationId xmlns:a16="http://schemas.microsoft.com/office/drawing/2014/main" id="{A03EB9EE-7DDF-FF64-A45F-E4A9BB120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78">
              <a:extLst>
                <a:ext uri="{FF2B5EF4-FFF2-40B4-BE49-F238E27FC236}">
                  <a16:creationId xmlns:a16="http://schemas.microsoft.com/office/drawing/2014/main" id="{80FDF3A6-10CB-E770-993B-8474ED692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00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79">
              <a:extLst>
                <a:ext uri="{FF2B5EF4-FFF2-40B4-BE49-F238E27FC236}">
                  <a16:creationId xmlns:a16="http://schemas.microsoft.com/office/drawing/2014/main" id="{94A85A84-D28F-16D6-3B2C-019B46104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3100"/>
              <a:ext cx="7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80">
              <a:extLst>
                <a:ext uri="{FF2B5EF4-FFF2-40B4-BE49-F238E27FC236}">
                  <a16:creationId xmlns:a16="http://schemas.microsoft.com/office/drawing/2014/main" id="{D25BC407-28B1-D02C-6407-ADFB520A7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81">
              <a:extLst>
                <a:ext uri="{FF2B5EF4-FFF2-40B4-BE49-F238E27FC236}">
                  <a16:creationId xmlns:a16="http://schemas.microsoft.com/office/drawing/2014/main" id="{79A5C22C-F277-896C-8E26-C38AE0DD0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82">
              <a:extLst>
                <a:ext uri="{FF2B5EF4-FFF2-40B4-BE49-F238E27FC236}">
                  <a16:creationId xmlns:a16="http://schemas.microsoft.com/office/drawing/2014/main" id="{91F149FF-E7A8-9288-69F9-2A4848957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3100"/>
              <a:ext cx="11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83">
              <a:extLst>
                <a:ext uri="{FF2B5EF4-FFF2-40B4-BE49-F238E27FC236}">
                  <a16:creationId xmlns:a16="http://schemas.microsoft.com/office/drawing/2014/main" id="{84B39C05-3F87-F297-807C-93E3E4FF3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155"/>
              <a:ext cx="0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84">
              <a:extLst>
                <a:ext uri="{FF2B5EF4-FFF2-40B4-BE49-F238E27FC236}">
                  <a16:creationId xmlns:a16="http://schemas.microsoft.com/office/drawing/2014/main" id="{0DD27B19-ABD1-483A-6034-FE2482C28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55"/>
              <a:ext cx="77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85">
              <a:extLst>
                <a:ext uri="{FF2B5EF4-FFF2-40B4-BE49-F238E27FC236}">
                  <a16:creationId xmlns:a16="http://schemas.microsoft.com/office/drawing/2014/main" id="{2DDC9AA6-2087-C44D-6D07-D9F7CC72A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2065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Text Box 86">
              <a:extLst>
                <a:ext uri="{FF2B5EF4-FFF2-40B4-BE49-F238E27FC236}">
                  <a16:creationId xmlns:a16="http://schemas.microsoft.com/office/drawing/2014/main" id="{3599E920-6149-868B-D6E6-44BE3B686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86" name="Text Box 87">
              <a:extLst>
                <a:ext uri="{FF2B5EF4-FFF2-40B4-BE49-F238E27FC236}">
                  <a16:creationId xmlns:a16="http://schemas.microsoft.com/office/drawing/2014/main" id="{4D695515-306F-7EB3-BA66-0BC7A70E8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3714"/>
              <a:ext cx="48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87" name="Text Box 88">
              <a:extLst>
                <a:ext uri="{FF2B5EF4-FFF2-40B4-BE49-F238E27FC236}">
                  <a16:creationId xmlns:a16="http://schemas.microsoft.com/office/drawing/2014/main" id="{0C99EDEC-6331-6E01-987C-00D1E8C8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88" name="Text Box 89">
              <a:extLst>
                <a:ext uri="{FF2B5EF4-FFF2-40B4-BE49-F238E27FC236}">
                  <a16:creationId xmlns:a16="http://schemas.microsoft.com/office/drawing/2014/main" id="{CEEF9DC1-9FD9-D213-F06B-790BFE55C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89" name="Text Box 90">
              <a:extLst>
                <a:ext uri="{FF2B5EF4-FFF2-40B4-BE49-F238E27FC236}">
                  <a16:creationId xmlns:a16="http://schemas.microsoft.com/office/drawing/2014/main" id="{63B180E6-F751-EACE-3955-672F4772E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90" name="Text Box 91">
              <a:extLst>
                <a:ext uri="{FF2B5EF4-FFF2-40B4-BE49-F238E27FC236}">
                  <a16:creationId xmlns:a16="http://schemas.microsoft.com/office/drawing/2014/main" id="{85226644-1E7B-2E9C-60CF-D6D7E406B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1" name="Text Box 92">
              <a:extLst>
                <a:ext uri="{FF2B5EF4-FFF2-40B4-BE49-F238E27FC236}">
                  <a16:creationId xmlns:a16="http://schemas.microsoft.com/office/drawing/2014/main" id="{64B29B80-6B3C-896F-15E7-E01FB9AAE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2" name="Text Box 93">
              <a:extLst>
                <a:ext uri="{FF2B5EF4-FFF2-40B4-BE49-F238E27FC236}">
                  <a16:creationId xmlns:a16="http://schemas.microsoft.com/office/drawing/2014/main" id="{EB378DD6-8A90-9488-B79C-EDFB4136B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3" name="Text Box 94">
              <a:extLst>
                <a:ext uri="{FF2B5EF4-FFF2-40B4-BE49-F238E27FC236}">
                  <a16:creationId xmlns:a16="http://schemas.microsoft.com/office/drawing/2014/main" id="{59BF250D-A60B-0B58-B26F-133606B3A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7" y="3714"/>
              <a:ext cx="48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4" name="Text Box 95">
              <a:extLst>
                <a:ext uri="{FF2B5EF4-FFF2-40B4-BE49-F238E27FC236}">
                  <a16:creationId xmlns:a16="http://schemas.microsoft.com/office/drawing/2014/main" id="{5456198E-2413-A74A-AF91-DEFF0EB0A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966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5" name="Text Box 96">
              <a:extLst>
                <a:ext uri="{FF2B5EF4-FFF2-40B4-BE49-F238E27FC236}">
                  <a16:creationId xmlns:a16="http://schemas.microsoft.com/office/drawing/2014/main" id="{7D885B47-DAE2-C281-9E1C-D90F03CA0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865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96" name="Text Box 97">
              <a:extLst>
                <a:ext uri="{FF2B5EF4-FFF2-40B4-BE49-F238E27FC236}">
                  <a16:creationId xmlns:a16="http://schemas.microsoft.com/office/drawing/2014/main" id="{8139A250-4643-1912-C32D-94E90FD91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97" name="Text Box 98">
              <a:extLst>
                <a:ext uri="{FF2B5EF4-FFF2-40B4-BE49-F238E27FC236}">
                  <a16:creationId xmlns:a16="http://schemas.microsoft.com/office/drawing/2014/main" id="{D9F493CD-064A-B411-76E4-66A3B2DD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98" name="Text Box 99">
              <a:extLst>
                <a:ext uri="{FF2B5EF4-FFF2-40B4-BE49-F238E27FC236}">
                  <a16:creationId xmlns:a16="http://schemas.microsoft.com/office/drawing/2014/main" id="{7CDB0155-7F9D-7486-D859-8BDC6D4F5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31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99" name="Text Box 100">
              <a:extLst>
                <a:ext uri="{FF2B5EF4-FFF2-40B4-BE49-F238E27FC236}">
                  <a16:creationId xmlns:a16="http://schemas.microsoft.com/office/drawing/2014/main" id="{846F5FAE-7BAC-53E1-4471-911EAB41F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1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100" name="Text Box 101">
              <a:extLst>
                <a:ext uri="{FF2B5EF4-FFF2-40B4-BE49-F238E27FC236}">
                  <a16:creationId xmlns:a16="http://schemas.microsoft.com/office/drawing/2014/main" id="{CC376E73-683C-1C23-53DD-D67E5AC1B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8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1" name="Text Box 102">
              <a:extLst>
                <a:ext uri="{FF2B5EF4-FFF2-40B4-BE49-F238E27FC236}">
                  <a16:creationId xmlns:a16="http://schemas.microsoft.com/office/drawing/2014/main" id="{299DDB3F-A88E-7966-B46D-011D5875C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29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2" name="Text Box 103">
              <a:extLst>
                <a:ext uri="{FF2B5EF4-FFF2-40B4-BE49-F238E27FC236}">
                  <a16:creationId xmlns:a16="http://schemas.microsoft.com/office/drawing/2014/main" id="{5014F498-B0CE-BFE4-29F3-45B038A5A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547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3" name="Text Box 104">
              <a:extLst>
                <a:ext uri="{FF2B5EF4-FFF2-40B4-BE49-F238E27FC236}">
                  <a16:creationId xmlns:a16="http://schemas.microsoft.com/office/drawing/2014/main" id="{A4F8E082-88D8-3557-457F-EE29AB39A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5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4" name="Text Box 105">
              <a:extLst>
                <a:ext uri="{FF2B5EF4-FFF2-40B4-BE49-F238E27FC236}">
                  <a16:creationId xmlns:a16="http://schemas.microsoft.com/office/drawing/2014/main" id="{CDF81CC0-2526-491E-DA78-E4B651B95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30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5" name="Text Box 106">
              <a:extLst>
                <a:ext uri="{FF2B5EF4-FFF2-40B4-BE49-F238E27FC236}">
                  <a16:creationId xmlns:a16="http://schemas.microsoft.com/office/drawing/2014/main" id="{C52AACCD-D740-4DAF-1B22-AA1214A4C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" y="30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06" name="Text Box 107">
              <a:extLst>
                <a:ext uri="{FF2B5EF4-FFF2-40B4-BE49-F238E27FC236}">
                  <a16:creationId xmlns:a16="http://schemas.microsoft.com/office/drawing/2014/main" id="{A2EB2171-EC70-714F-BD96-4B9AC0A0E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666"/>
              <a:ext cx="7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600" b="1">
                  <a:solidFill>
                    <a:schemeClr val="tx1"/>
                  </a:solidFill>
                </a:rPr>
                <a:t>/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7" name="Text Box 108">
              <a:extLst>
                <a:ext uri="{FF2B5EF4-FFF2-40B4-BE49-F238E27FC236}">
                  <a16:creationId xmlns:a16="http://schemas.microsoft.com/office/drawing/2014/main" id="{FE182832-4C02-4266-AE87-FB4697662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8" name="Text Box 109">
              <a:extLst>
                <a:ext uri="{FF2B5EF4-FFF2-40B4-BE49-F238E27FC236}">
                  <a16:creationId xmlns:a16="http://schemas.microsoft.com/office/drawing/2014/main" id="{8B58E647-5430-772B-D8E6-C5D46275D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1566"/>
              <a:ext cx="643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9" name="Text Box 110">
              <a:extLst>
                <a:ext uri="{FF2B5EF4-FFF2-40B4-BE49-F238E27FC236}">
                  <a16:creationId xmlns:a16="http://schemas.microsoft.com/office/drawing/2014/main" id="{64A7E190-9618-63C5-2954-433A4F126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0" name="Text Box 111">
              <a:extLst>
                <a:ext uri="{FF2B5EF4-FFF2-40B4-BE49-F238E27FC236}">
                  <a16:creationId xmlns:a16="http://schemas.microsoft.com/office/drawing/2014/main" id="{490A71B6-44E7-1335-7B44-D9A682342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515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1" name="Text Box 112">
              <a:extLst>
                <a:ext uri="{FF2B5EF4-FFF2-40B4-BE49-F238E27FC236}">
                  <a16:creationId xmlns:a16="http://schemas.microsoft.com/office/drawing/2014/main" id="{FD062305-F56A-9FC5-199C-26B10BE82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379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2" name="Text Box 113">
              <a:extLst>
                <a:ext uri="{FF2B5EF4-FFF2-40B4-BE49-F238E27FC236}">
                  <a16:creationId xmlns:a16="http://schemas.microsoft.com/office/drawing/2014/main" id="{2CD9F485-52A7-050B-774F-C2E801F48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3" name="Text Box 114">
              <a:extLst>
                <a:ext uri="{FF2B5EF4-FFF2-40B4-BE49-F238E27FC236}">
                  <a16:creationId xmlns:a16="http://schemas.microsoft.com/office/drawing/2014/main" id="{F0EF4385-7470-05E2-2BB8-B225304A0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4" name="Line 115">
              <a:extLst>
                <a:ext uri="{FF2B5EF4-FFF2-40B4-BE49-F238E27FC236}">
                  <a16:creationId xmlns:a16="http://schemas.microsoft.com/office/drawing/2014/main" id="{D839DE15-6C17-D39E-3E48-98D90CCFC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965"/>
              <a:ext cx="4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" name="Line 116">
              <a:extLst>
                <a:ext uri="{FF2B5EF4-FFF2-40B4-BE49-F238E27FC236}">
                  <a16:creationId xmlns:a16="http://schemas.microsoft.com/office/drawing/2014/main" id="{76601A99-79BC-4D54-DF97-6053EDA67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4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6" name="Line 117">
              <a:extLst>
                <a:ext uri="{FF2B5EF4-FFF2-40B4-BE49-F238E27FC236}">
                  <a16:creationId xmlns:a16="http://schemas.microsoft.com/office/drawing/2014/main" id="{D90F7CAC-1D13-4452-93AA-A38457D39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974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7" name="Text Box 119">
            <a:extLst>
              <a:ext uri="{FF2B5EF4-FFF2-40B4-BE49-F238E27FC236}">
                <a16:creationId xmlns:a16="http://schemas.microsoft.com/office/drawing/2014/main" id="{9141F5E2-80EC-EE66-2672-B944DBEAE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092" y="6171983"/>
            <a:ext cx="2043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多级文件目录结构</a:t>
            </a:r>
          </a:p>
        </p:txBody>
      </p:sp>
    </p:spTree>
    <p:extLst>
      <p:ext uri="{BB962C8B-B14F-4D97-AF65-F5344CB8AC3E}">
        <p14:creationId xmlns:p14="http://schemas.microsoft.com/office/powerpoint/2010/main" val="3373660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D6DD51A-313A-2031-4CE6-CEA18D776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02" y="785375"/>
            <a:ext cx="10936082" cy="165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文件路径名</a:t>
            </a: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</a:t>
            </a:r>
            <a:r>
              <a:rPr lang="zh-CN" alt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多级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目录中，文件的路径名是由根目录到该文件的通路上所有目录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符号名和该文件的符号名组成的字符串，相互之间用分隔符分隔。 </a:t>
            </a:r>
          </a:p>
        </p:txBody>
      </p:sp>
      <p:sp>
        <p:nvSpPr>
          <p:cNvPr id="4" name="Rectangle 231">
            <a:extLst>
              <a:ext uri="{FF2B5EF4-FFF2-40B4-BE49-F238E27FC236}">
                <a16:creationId xmlns:a16="http://schemas.microsoft.com/office/drawing/2014/main" id="{F6991907-CB44-68C4-40AE-F8FE0F61D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480" y="2376766"/>
            <a:ext cx="536854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12800" lvl="1" indent="-355600" algn="just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的文件的文件路径名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为： 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/b/f/j</a:t>
            </a:r>
          </a:p>
        </p:txBody>
      </p:sp>
      <p:grpSp>
        <p:nvGrpSpPr>
          <p:cNvPr id="5" name="Group 233">
            <a:extLst>
              <a:ext uri="{FF2B5EF4-FFF2-40B4-BE49-F238E27FC236}">
                <a16:creationId xmlns:a16="http://schemas.microsoft.com/office/drawing/2014/main" id="{CFF17165-3707-9974-A6C2-6D599850AF89}"/>
              </a:ext>
            </a:extLst>
          </p:cNvPr>
          <p:cNvGrpSpPr>
            <a:grpSpLocks/>
          </p:cNvGrpSpPr>
          <p:nvPr/>
        </p:nvGrpSpPr>
        <p:grpSpPr bwMode="auto">
          <a:xfrm>
            <a:off x="644258" y="2298378"/>
            <a:ext cx="7292975" cy="4321175"/>
            <a:chOff x="207" y="666"/>
            <a:chExt cx="5088" cy="3298"/>
          </a:xfrm>
        </p:grpSpPr>
        <p:sp>
          <p:nvSpPr>
            <p:cNvPr id="6" name="Rectangle 234">
              <a:extLst>
                <a:ext uri="{FF2B5EF4-FFF2-40B4-BE49-F238E27FC236}">
                  <a16:creationId xmlns:a16="http://schemas.microsoft.com/office/drawing/2014/main" id="{13AFC8C6-8D43-52CF-BD6F-21F7E94EE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917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" name="Line 235">
              <a:extLst>
                <a:ext uri="{FF2B5EF4-FFF2-40B4-BE49-F238E27FC236}">
                  <a16:creationId xmlns:a16="http://schemas.microsoft.com/office/drawing/2014/main" id="{DC4F16A6-4B81-4F32-EABB-98E532AED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113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236">
              <a:extLst>
                <a:ext uri="{FF2B5EF4-FFF2-40B4-BE49-F238E27FC236}">
                  <a16:creationId xmlns:a16="http://schemas.microsoft.com/office/drawing/2014/main" id="{2369AB28-0EC9-CD58-F4B1-ACDE88B89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237">
              <a:extLst>
                <a:ext uri="{FF2B5EF4-FFF2-40B4-BE49-F238E27FC236}">
                  <a16:creationId xmlns:a16="http://schemas.microsoft.com/office/drawing/2014/main" id="{146648C3-0420-1954-9C3E-94A068FBE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238">
              <a:extLst>
                <a:ext uri="{FF2B5EF4-FFF2-40B4-BE49-F238E27FC236}">
                  <a16:creationId xmlns:a16="http://schemas.microsoft.com/office/drawing/2014/main" id="{1F94BE0A-4F9C-CBAF-D2A6-D439611C7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Text Box 239">
              <a:extLst>
                <a:ext uri="{FF2B5EF4-FFF2-40B4-BE49-F238E27FC236}">
                  <a16:creationId xmlns:a16="http://schemas.microsoft.com/office/drawing/2014/main" id="{30E89DA5-7155-076D-D84D-4D37DD187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86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" name="Text Box 240">
              <a:extLst>
                <a:ext uri="{FF2B5EF4-FFF2-40B4-BE49-F238E27FC236}">
                  <a16:creationId xmlns:a16="http://schemas.microsoft.com/office/drawing/2014/main" id="{F03C1645-1D2A-461E-AA85-A03E384EA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" name="Rectangle 241">
              <a:extLst>
                <a:ext uri="{FF2B5EF4-FFF2-40B4-BE49-F238E27FC236}">
                  <a16:creationId xmlns:a16="http://schemas.microsoft.com/office/drawing/2014/main" id="{958CC93E-9B69-660E-D156-2AC45E943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851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Line 242">
              <a:extLst>
                <a:ext uri="{FF2B5EF4-FFF2-40B4-BE49-F238E27FC236}">
                  <a16:creationId xmlns:a16="http://schemas.microsoft.com/office/drawing/2014/main" id="{75CBBD51-66F5-04C3-646B-AE8E7197C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243">
              <a:extLst>
                <a:ext uri="{FF2B5EF4-FFF2-40B4-BE49-F238E27FC236}">
                  <a16:creationId xmlns:a16="http://schemas.microsoft.com/office/drawing/2014/main" id="{9800A6F0-5D52-830C-0DA1-1568D7D8B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244">
              <a:extLst>
                <a:ext uri="{FF2B5EF4-FFF2-40B4-BE49-F238E27FC236}">
                  <a16:creationId xmlns:a16="http://schemas.microsoft.com/office/drawing/2014/main" id="{13557D33-43F9-7CC1-DF3C-4E466B8A4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" name="Text Box 245">
              <a:extLst>
                <a:ext uri="{FF2B5EF4-FFF2-40B4-BE49-F238E27FC236}">
                  <a16:creationId xmlns:a16="http://schemas.microsoft.com/office/drawing/2014/main" id="{C662DD3C-4625-CB15-9C6E-875F1DEB8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82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8" name="Text Box 246">
              <a:extLst>
                <a:ext uri="{FF2B5EF4-FFF2-40B4-BE49-F238E27FC236}">
                  <a16:creationId xmlns:a16="http://schemas.microsoft.com/office/drawing/2014/main" id="{35D9F836-78C9-861E-6428-3927FB1FA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" name="Rectangle 247">
              <a:extLst>
                <a:ext uri="{FF2B5EF4-FFF2-40B4-BE49-F238E27FC236}">
                  <a16:creationId xmlns:a16="http://schemas.microsoft.com/office/drawing/2014/main" id="{CA5BC386-9174-3F93-E6EC-B960F3606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840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Line 248">
              <a:extLst>
                <a:ext uri="{FF2B5EF4-FFF2-40B4-BE49-F238E27FC236}">
                  <a16:creationId xmlns:a16="http://schemas.microsoft.com/office/drawing/2014/main" id="{6C5FCD4B-15A6-A879-95EB-4CDB6E71C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2036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49">
              <a:extLst>
                <a:ext uri="{FF2B5EF4-FFF2-40B4-BE49-F238E27FC236}">
                  <a16:creationId xmlns:a16="http://schemas.microsoft.com/office/drawing/2014/main" id="{BA346170-BD13-C881-262B-A8C1875BD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250">
              <a:extLst>
                <a:ext uri="{FF2B5EF4-FFF2-40B4-BE49-F238E27FC236}">
                  <a16:creationId xmlns:a16="http://schemas.microsoft.com/office/drawing/2014/main" id="{C5BA4E14-2154-6389-8222-B9ABECE8E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0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Box 251">
              <a:extLst>
                <a:ext uri="{FF2B5EF4-FFF2-40B4-BE49-F238E27FC236}">
                  <a16:creationId xmlns:a16="http://schemas.microsoft.com/office/drawing/2014/main" id="{3F8FB004-05C9-B1B3-3635-A82C6904F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78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4" name="Text Box 252">
              <a:extLst>
                <a:ext uri="{FF2B5EF4-FFF2-40B4-BE49-F238E27FC236}">
                  <a16:creationId xmlns:a16="http://schemas.microsoft.com/office/drawing/2014/main" id="{7208313D-E46C-C099-E610-92FA886E2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1786"/>
              <a:ext cx="26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5" name="Text Box 253">
              <a:extLst>
                <a:ext uri="{FF2B5EF4-FFF2-40B4-BE49-F238E27FC236}">
                  <a16:creationId xmlns:a16="http://schemas.microsoft.com/office/drawing/2014/main" id="{CCB510E9-EAA9-B321-CF12-BAB326BAE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791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6" name="Rectangle 254">
              <a:extLst>
                <a:ext uri="{FF2B5EF4-FFF2-40B4-BE49-F238E27FC236}">
                  <a16:creationId xmlns:a16="http://schemas.microsoft.com/office/drawing/2014/main" id="{611847FC-D568-41FD-A3DE-D7F6333F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2774"/>
              <a:ext cx="488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7" name="Line 255">
              <a:extLst>
                <a:ext uri="{FF2B5EF4-FFF2-40B4-BE49-F238E27FC236}">
                  <a16:creationId xmlns:a16="http://schemas.microsoft.com/office/drawing/2014/main" id="{17B6339B-E237-703D-F937-ADE740D22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Text Box 256">
              <a:extLst>
                <a:ext uri="{FF2B5EF4-FFF2-40B4-BE49-F238E27FC236}">
                  <a16:creationId xmlns:a16="http://schemas.microsoft.com/office/drawing/2014/main" id="{55BFA338-5D16-C3FD-F01B-A343FAA54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" name="Text Box 257">
              <a:extLst>
                <a:ext uri="{FF2B5EF4-FFF2-40B4-BE49-F238E27FC236}">
                  <a16:creationId xmlns:a16="http://schemas.microsoft.com/office/drawing/2014/main" id="{3F993DA2-A080-96E9-BABA-7F6D48F87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38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0" name="Rectangle 258">
              <a:extLst>
                <a:ext uri="{FF2B5EF4-FFF2-40B4-BE49-F238E27FC236}">
                  <a16:creationId xmlns:a16="http://schemas.microsoft.com/office/drawing/2014/main" id="{71ADC4C9-B875-9C0B-09E0-B9D2EC15A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765"/>
              <a:ext cx="49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1" name="Line 259">
              <a:extLst>
                <a:ext uri="{FF2B5EF4-FFF2-40B4-BE49-F238E27FC236}">
                  <a16:creationId xmlns:a16="http://schemas.microsoft.com/office/drawing/2014/main" id="{B6C297E0-D9C1-83CB-CAD5-673B270B6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260">
              <a:extLst>
                <a:ext uri="{FF2B5EF4-FFF2-40B4-BE49-F238E27FC236}">
                  <a16:creationId xmlns:a16="http://schemas.microsoft.com/office/drawing/2014/main" id="{C4E5D452-0C63-4267-EAA4-0A9667AC9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3" name="Text Box 261">
              <a:extLst>
                <a:ext uri="{FF2B5EF4-FFF2-40B4-BE49-F238E27FC236}">
                  <a16:creationId xmlns:a16="http://schemas.microsoft.com/office/drawing/2014/main" id="{D3B9A43A-200B-4B85-1421-2CB67F6B2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" y="2738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4" name="Rectangle 262">
              <a:extLst>
                <a:ext uri="{FF2B5EF4-FFF2-40B4-BE49-F238E27FC236}">
                  <a16:creationId xmlns:a16="http://schemas.microsoft.com/office/drawing/2014/main" id="{DF7715A2-C0B5-65B9-C34E-9F87B8131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785"/>
              <a:ext cx="65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" name="Line 263">
              <a:extLst>
                <a:ext uri="{FF2B5EF4-FFF2-40B4-BE49-F238E27FC236}">
                  <a16:creationId xmlns:a16="http://schemas.microsoft.com/office/drawing/2014/main" id="{31E98C9C-F849-91BF-C7E0-E2F12002A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980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Line 264">
              <a:extLst>
                <a:ext uri="{FF2B5EF4-FFF2-40B4-BE49-F238E27FC236}">
                  <a16:creationId xmlns:a16="http://schemas.microsoft.com/office/drawing/2014/main" id="{EDC6BAE4-F29F-A5EA-AA20-DD03F1B5F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Text Box 265">
              <a:extLst>
                <a:ext uri="{FF2B5EF4-FFF2-40B4-BE49-F238E27FC236}">
                  <a16:creationId xmlns:a16="http://schemas.microsoft.com/office/drawing/2014/main" id="{01562658-C6C5-97FC-0B9B-A0153CB74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8" name="Text Box 266">
              <a:extLst>
                <a:ext uri="{FF2B5EF4-FFF2-40B4-BE49-F238E27FC236}">
                  <a16:creationId xmlns:a16="http://schemas.microsoft.com/office/drawing/2014/main" id="{BC425E67-55FA-D5EB-3A08-6E5F3451C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9" name="Text Box 267">
              <a:extLst>
                <a:ext uri="{FF2B5EF4-FFF2-40B4-BE49-F238E27FC236}">
                  <a16:creationId xmlns:a16="http://schemas.microsoft.com/office/drawing/2014/main" id="{2CC7A08F-6A04-E270-AC22-AE64ECE25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0" name="Line 268">
              <a:extLst>
                <a:ext uri="{FF2B5EF4-FFF2-40B4-BE49-F238E27FC236}">
                  <a16:creationId xmlns:a16="http://schemas.microsoft.com/office/drawing/2014/main" id="{B05152D8-E922-4307-E521-B732CE648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Rectangle 269">
              <a:extLst>
                <a:ext uri="{FF2B5EF4-FFF2-40B4-BE49-F238E27FC236}">
                  <a16:creationId xmlns:a16="http://schemas.microsoft.com/office/drawing/2014/main" id="{646CFE74-3637-688D-84A0-B0EDB07AA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1851"/>
              <a:ext cx="43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2" name="Line 270">
              <a:extLst>
                <a:ext uri="{FF2B5EF4-FFF2-40B4-BE49-F238E27FC236}">
                  <a16:creationId xmlns:a16="http://schemas.microsoft.com/office/drawing/2014/main" id="{2868A34A-1CE6-B212-08AA-6AD8FDD15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Line 271">
              <a:extLst>
                <a:ext uri="{FF2B5EF4-FFF2-40B4-BE49-F238E27FC236}">
                  <a16:creationId xmlns:a16="http://schemas.microsoft.com/office/drawing/2014/main" id="{E35DD1E9-34CE-377F-E99C-7041AC140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Text Box 272">
              <a:extLst>
                <a:ext uri="{FF2B5EF4-FFF2-40B4-BE49-F238E27FC236}">
                  <a16:creationId xmlns:a16="http://schemas.microsoft.com/office/drawing/2014/main" id="{51A3BAC8-380B-4B3E-0D51-2624F3E3A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79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5" name="Text Box 273">
              <a:extLst>
                <a:ext uri="{FF2B5EF4-FFF2-40B4-BE49-F238E27FC236}">
                  <a16:creationId xmlns:a16="http://schemas.microsoft.com/office/drawing/2014/main" id="{514049ED-5A35-B510-D26F-283035328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1796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6" name="Line 274">
              <a:extLst>
                <a:ext uri="{FF2B5EF4-FFF2-40B4-BE49-F238E27FC236}">
                  <a16:creationId xmlns:a16="http://schemas.microsoft.com/office/drawing/2014/main" id="{7DA15DC8-CED7-C340-D20F-1C7303BBE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047"/>
              <a:ext cx="4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Rectangle 275">
              <a:extLst>
                <a:ext uri="{FF2B5EF4-FFF2-40B4-BE49-F238E27FC236}">
                  <a16:creationId xmlns:a16="http://schemas.microsoft.com/office/drawing/2014/main" id="{0EBCE48C-FAE8-9C96-90C1-2B4B39B00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2763"/>
              <a:ext cx="433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Line 276">
              <a:extLst>
                <a:ext uri="{FF2B5EF4-FFF2-40B4-BE49-F238E27FC236}">
                  <a16:creationId xmlns:a16="http://schemas.microsoft.com/office/drawing/2014/main" id="{FAA886C2-B72F-88F7-CEB6-9504B754B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Line 277">
              <a:extLst>
                <a:ext uri="{FF2B5EF4-FFF2-40B4-BE49-F238E27FC236}">
                  <a16:creationId xmlns:a16="http://schemas.microsoft.com/office/drawing/2014/main" id="{B8EC9399-82D1-1E68-87F5-B1C612818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" name="Text Box 278">
              <a:extLst>
                <a:ext uri="{FF2B5EF4-FFF2-40B4-BE49-F238E27FC236}">
                  <a16:creationId xmlns:a16="http://schemas.microsoft.com/office/drawing/2014/main" id="{E3FD5F95-8160-767D-DAC3-3AC4299B1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1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1" name="Text Box 279">
              <a:extLst>
                <a:ext uri="{FF2B5EF4-FFF2-40B4-BE49-F238E27FC236}">
                  <a16:creationId xmlns:a16="http://schemas.microsoft.com/office/drawing/2014/main" id="{3D1092FE-C1D1-BB76-3EA4-B16974EF8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2709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2" name="Line 280">
              <a:extLst>
                <a:ext uri="{FF2B5EF4-FFF2-40B4-BE49-F238E27FC236}">
                  <a16:creationId xmlns:a16="http://schemas.microsoft.com/office/drawing/2014/main" id="{32EF2F20-C4B8-834A-32E0-37DB30D27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43"/>
              <a:ext cx="0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Line 281">
              <a:extLst>
                <a:ext uri="{FF2B5EF4-FFF2-40B4-BE49-F238E27FC236}">
                  <a16:creationId xmlns:a16="http://schemas.microsoft.com/office/drawing/2014/main" id="{8A485961-0790-D2AE-A7CC-261FAEC71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4" y="1243"/>
              <a:ext cx="1369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282">
              <a:extLst>
                <a:ext uri="{FF2B5EF4-FFF2-40B4-BE49-F238E27FC236}">
                  <a16:creationId xmlns:a16="http://schemas.microsoft.com/office/drawing/2014/main" id="{C0A0A67A-728B-24F0-40F0-421C454FE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43"/>
              <a:ext cx="1592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283">
              <a:extLst>
                <a:ext uri="{FF2B5EF4-FFF2-40B4-BE49-F238E27FC236}">
                  <a16:creationId xmlns:a16="http://schemas.microsoft.com/office/drawing/2014/main" id="{66635A35-89F7-4489-6DD7-B67A93E530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155"/>
              <a:ext cx="365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284">
              <a:extLst>
                <a:ext uri="{FF2B5EF4-FFF2-40B4-BE49-F238E27FC236}">
                  <a16:creationId xmlns:a16="http://schemas.microsoft.com/office/drawing/2014/main" id="{1A4C796A-6327-7DF3-AF53-E45F65378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155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285">
              <a:extLst>
                <a:ext uri="{FF2B5EF4-FFF2-40B4-BE49-F238E27FC236}">
                  <a16:creationId xmlns:a16="http://schemas.microsoft.com/office/drawing/2014/main" id="{5B7E1F37-0E03-015A-6003-380D40707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9" y="2155"/>
              <a:ext cx="71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Line 286">
              <a:extLst>
                <a:ext uri="{FF2B5EF4-FFF2-40B4-BE49-F238E27FC236}">
                  <a16:creationId xmlns:a16="http://schemas.microsoft.com/office/drawing/2014/main" id="{42BEC92F-F2CE-FA73-BEEF-A2FDF3307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2155"/>
              <a:ext cx="69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Oval 287">
              <a:extLst>
                <a:ext uri="{FF2B5EF4-FFF2-40B4-BE49-F238E27FC236}">
                  <a16:creationId xmlns:a16="http://schemas.microsoft.com/office/drawing/2014/main" id="{AE3B8106-468C-956E-F9C6-35CE97ED2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" y="2872"/>
              <a:ext cx="162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0" name="Oval 288">
              <a:extLst>
                <a:ext uri="{FF2B5EF4-FFF2-40B4-BE49-F238E27FC236}">
                  <a16:creationId xmlns:a16="http://schemas.microsoft.com/office/drawing/2014/main" id="{56DE2E02-069B-1152-9EAB-46A88CEAE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1" name="Oval 289">
              <a:extLst>
                <a:ext uri="{FF2B5EF4-FFF2-40B4-BE49-F238E27FC236}">
                  <a16:creationId xmlns:a16="http://schemas.microsoft.com/office/drawing/2014/main" id="{229498A1-ADB4-0E1B-9A8B-9174C4477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Oval 290">
              <a:extLst>
                <a:ext uri="{FF2B5EF4-FFF2-40B4-BE49-F238E27FC236}">
                  <a16:creationId xmlns:a16="http://schemas.microsoft.com/office/drawing/2014/main" id="{9F4386F5-A275-1AD1-F42B-353CE96A8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291">
              <a:extLst>
                <a:ext uri="{FF2B5EF4-FFF2-40B4-BE49-F238E27FC236}">
                  <a16:creationId xmlns:a16="http://schemas.microsoft.com/office/drawing/2014/main" id="{E3764993-D04C-1C26-81AE-D6FCB6B5E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292">
              <a:extLst>
                <a:ext uri="{FF2B5EF4-FFF2-40B4-BE49-F238E27FC236}">
                  <a16:creationId xmlns:a16="http://schemas.microsoft.com/office/drawing/2014/main" id="{27524860-ADCA-A5AB-0C3B-E11E66A26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293">
              <a:extLst>
                <a:ext uri="{FF2B5EF4-FFF2-40B4-BE49-F238E27FC236}">
                  <a16:creationId xmlns:a16="http://schemas.microsoft.com/office/drawing/2014/main" id="{07FA4415-4369-DCD4-FE46-96A6634D8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294">
              <a:extLst>
                <a:ext uri="{FF2B5EF4-FFF2-40B4-BE49-F238E27FC236}">
                  <a16:creationId xmlns:a16="http://schemas.microsoft.com/office/drawing/2014/main" id="{BCB6154E-DC61-5E33-FD20-18C6B4B08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295">
              <a:extLst>
                <a:ext uri="{FF2B5EF4-FFF2-40B4-BE49-F238E27FC236}">
                  <a16:creationId xmlns:a16="http://schemas.microsoft.com/office/drawing/2014/main" id="{21991C04-3BDE-EB70-5A58-D596C52A1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296">
              <a:extLst>
                <a:ext uri="{FF2B5EF4-FFF2-40B4-BE49-F238E27FC236}">
                  <a16:creationId xmlns:a16="http://schemas.microsoft.com/office/drawing/2014/main" id="{D139E5C4-AEF0-554E-E521-CE0AE24EA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297">
              <a:extLst>
                <a:ext uri="{FF2B5EF4-FFF2-40B4-BE49-F238E27FC236}">
                  <a16:creationId xmlns:a16="http://schemas.microsoft.com/office/drawing/2014/main" id="{5C1ECFFE-489A-C52F-9189-EA654C164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Oval 298">
              <a:extLst>
                <a:ext uri="{FF2B5EF4-FFF2-40B4-BE49-F238E27FC236}">
                  <a16:creationId xmlns:a16="http://schemas.microsoft.com/office/drawing/2014/main" id="{39289786-C916-3354-07DB-49EE897D2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" name="Oval 299">
              <a:extLst>
                <a:ext uri="{FF2B5EF4-FFF2-40B4-BE49-F238E27FC236}">
                  <a16:creationId xmlns:a16="http://schemas.microsoft.com/office/drawing/2014/main" id="{64D69BA7-02FC-A33F-B9E3-E8EBD45EC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872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2" name="Line 300">
              <a:extLst>
                <a:ext uri="{FF2B5EF4-FFF2-40B4-BE49-F238E27FC236}">
                  <a16:creationId xmlns:a16="http://schemas.microsoft.com/office/drawing/2014/main" id="{E37E8F5B-57D9-D17D-5D74-6E32451A09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8" y="2155"/>
              <a:ext cx="146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301">
              <a:extLst>
                <a:ext uri="{FF2B5EF4-FFF2-40B4-BE49-F238E27FC236}">
                  <a16:creationId xmlns:a16="http://schemas.microsoft.com/office/drawing/2014/main" id="{0EAA36C2-F41A-34AD-DC51-552E712F5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2155"/>
              <a:ext cx="124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302">
              <a:extLst>
                <a:ext uri="{FF2B5EF4-FFF2-40B4-BE49-F238E27FC236}">
                  <a16:creationId xmlns:a16="http://schemas.microsoft.com/office/drawing/2014/main" id="{06D47B27-FD62-A13E-5ABA-C53816547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" y="3046"/>
              <a:ext cx="0" cy="4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303">
              <a:extLst>
                <a:ext uri="{FF2B5EF4-FFF2-40B4-BE49-F238E27FC236}">
                  <a16:creationId xmlns:a16="http://schemas.microsoft.com/office/drawing/2014/main" id="{AB1C5B1E-D423-B1A0-956C-80298EC3A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" y="3046"/>
              <a:ext cx="124" cy="4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304">
              <a:extLst>
                <a:ext uri="{FF2B5EF4-FFF2-40B4-BE49-F238E27FC236}">
                  <a16:creationId xmlns:a16="http://schemas.microsoft.com/office/drawing/2014/main" id="{2244DB9C-82DE-C5E5-018A-024BC392E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305">
              <a:extLst>
                <a:ext uri="{FF2B5EF4-FFF2-40B4-BE49-F238E27FC236}">
                  <a16:creationId xmlns:a16="http://schemas.microsoft.com/office/drawing/2014/main" id="{153DB82D-B08C-A062-F4D2-AAFA81D55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306">
              <a:extLst>
                <a:ext uri="{FF2B5EF4-FFF2-40B4-BE49-F238E27FC236}">
                  <a16:creationId xmlns:a16="http://schemas.microsoft.com/office/drawing/2014/main" id="{86B5C337-21B6-1F01-7223-C91FC35DA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00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307">
              <a:extLst>
                <a:ext uri="{FF2B5EF4-FFF2-40B4-BE49-F238E27FC236}">
                  <a16:creationId xmlns:a16="http://schemas.microsoft.com/office/drawing/2014/main" id="{D2834F21-67A6-4C87-8E25-876C90575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3100"/>
              <a:ext cx="8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308">
              <a:extLst>
                <a:ext uri="{FF2B5EF4-FFF2-40B4-BE49-F238E27FC236}">
                  <a16:creationId xmlns:a16="http://schemas.microsoft.com/office/drawing/2014/main" id="{29096D7C-A470-F79B-9EF9-2167AAA06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309">
              <a:extLst>
                <a:ext uri="{FF2B5EF4-FFF2-40B4-BE49-F238E27FC236}">
                  <a16:creationId xmlns:a16="http://schemas.microsoft.com/office/drawing/2014/main" id="{3DC238C2-A5BC-176E-00B9-62B8B377C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310">
              <a:extLst>
                <a:ext uri="{FF2B5EF4-FFF2-40B4-BE49-F238E27FC236}">
                  <a16:creationId xmlns:a16="http://schemas.microsoft.com/office/drawing/2014/main" id="{B2F0DD3E-A3A7-EC33-C2FF-75A77F114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3100"/>
              <a:ext cx="11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311">
              <a:extLst>
                <a:ext uri="{FF2B5EF4-FFF2-40B4-BE49-F238E27FC236}">
                  <a16:creationId xmlns:a16="http://schemas.microsoft.com/office/drawing/2014/main" id="{C5051936-4B3A-41D7-DAE9-DF9FF471A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155"/>
              <a:ext cx="0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312">
              <a:extLst>
                <a:ext uri="{FF2B5EF4-FFF2-40B4-BE49-F238E27FC236}">
                  <a16:creationId xmlns:a16="http://schemas.microsoft.com/office/drawing/2014/main" id="{95F461CF-48FC-D8BE-A9CF-C53A027A5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55"/>
              <a:ext cx="75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Line 313">
              <a:extLst>
                <a:ext uri="{FF2B5EF4-FFF2-40B4-BE49-F238E27FC236}">
                  <a16:creationId xmlns:a16="http://schemas.microsoft.com/office/drawing/2014/main" id="{342A45A0-1C1E-E09E-B3F5-9030EC5BF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065"/>
              <a:ext cx="6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Text Box 314">
              <a:extLst>
                <a:ext uri="{FF2B5EF4-FFF2-40B4-BE49-F238E27FC236}">
                  <a16:creationId xmlns:a16="http://schemas.microsoft.com/office/drawing/2014/main" id="{F915354A-C9DA-3AC3-134A-7E9D40E1C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87" name="Text Box 315">
              <a:extLst>
                <a:ext uri="{FF2B5EF4-FFF2-40B4-BE49-F238E27FC236}">
                  <a16:creationId xmlns:a16="http://schemas.microsoft.com/office/drawing/2014/main" id="{95432CA5-AA1E-B906-C93F-BDB9195EA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3714"/>
              <a:ext cx="48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88" name="Text Box 316">
              <a:extLst>
                <a:ext uri="{FF2B5EF4-FFF2-40B4-BE49-F238E27FC236}">
                  <a16:creationId xmlns:a16="http://schemas.microsoft.com/office/drawing/2014/main" id="{FE02BBFC-E152-5C7A-19AD-E3B38641B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89" name="Text Box 317">
              <a:extLst>
                <a:ext uri="{FF2B5EF4-FFF2-40B4-BE49-F238E27FC236}">
                  <a16:creationId xmlns:a16="http://schemas.microsoft.com/office/drawing/2014/main" id="{07D6C60C-FE7C-A15A-916D-B06F73DEF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90" name="Text Box 318">
              <a:extLst>
                <a:ext uri="{FF2B5EF4-FFF2-40B4-BE49-F238E27FC236}">
                  <a16:creationId xmlns:a16="http://schemas.microsoft.com/office/drawing/2014/main" id="{4F415D03-1BB2-E2B8-444D-068483B26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91" name="Text Box 319">
              <a:extLst>
                <a:ext uri="{FF2B5EF4-FFF2-40B4-BE49-F238E27FC236}">
                  <a16:creationId xmlns:a16="http://schemas.microsoft.com/office/drawing/2014/main" id="{B3431F12-1A14-4FC8-010A-8EE19D88E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2" name="Text Box 320">
              <a:extLst>
                <a:ext uri="{FF2B5EF4-FFF2-40B4-BE49-F238E27FC236}">
                  <a16:creationId xmlns:a16="http://schemas.microsoft.com/office/drawing/2014/main" id="{F335D109-D3DF-E5D7-38FB-6A3B69AB8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3" name="Text Box 321">
              <a:extLst>
                <a:ext uri="{FF2B5EF4-FFF2-40B4-BE49-F238E27FC236}">
                  <a16:creationId xmlns:a16="http://schemas.microsoft.com/office/drawing/2014/main" id="{AB18F0E2-216D-BC6C-54E8-2476FA9AF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4" name="Text Box 322">
              <a:extLst>
                <a:ext uri="{FF2B5EF4-FFF2-40B4-BE49-F238E27FC236}">
                  <a16:creationId xmlns:a16="http://schemas.microsoft.com/office/drawing/2014/main" id="{076CA44C-3F17-B559-ED7C-571B3376C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7" y="3714"/>
              <a:ext cx="48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5" name="Text Box 323">
              <a:extLst>
                <a:ext uri="{FF2B5EF4-FFF2-40B4-BE49-F238E27FC236}">
                  <a16:creationId xmlns:a16="http://schemas.microsoft.com/office/drawing/2014/main" id="{B4F9DD47-F2F6-8C7F-1BDA-A34205B69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966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6" name="Text Box 324">
              <a:extLst>
                <a:ext uri="{FF2B5EF4-FFF2-40B4-BE49-F238E27FC236}">
                  <a16:creationId xmlns:a16="http://schemas.microsoft.com/office/drawing/2014/main" id="{D0C0721B-60B9-6B73-857D-7482E37E4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865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97" name="Text Box 325">
              <a:extLst>
                <a:ext uri="{FF2B5EF4-FFF2-40B4-BE49-F238E27FC236}">
                  <a16:creationId xmlns:a16="http://schemas.microsoft.com/office/drawing/2014/main" id="{8FDF886C-F486-DD0C-69C5-9AEBD541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98" name="Text Box 326">
              <a:extLst>
                <a:ext uri="{FF2B5EF4-FFF2-40B4-BE49-F238E27FC236}">
                  <a16:creationId xmlns:a16="http://schemas.microsoft.com/office/drawing/2014/main" id="{224F11D6-BEF1-4E00-9204-8628D9EF9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99" name="Text Box 327">
              <a:extLst>
                <a:ext uri="{FF2B5EF4-FFF2-40B4-BE49-F238E27FC236}">
                  <a16:creationId xmlns:a16="http://schemas.microsoft.com/office/drawing/2014/main" id="{7130B6B3-C8D2-C772-CCB9-5595D4E7B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31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100" name="Text Box 328">
              <a:extLst>
                <a:ext uri="{FF2B5EF4-FFF2-40B4-BE49-F238E27FC236}">
                  <a16:creationId xmlns:a16="http://schemas.microsoft.com/office/drawing/2014/main" id="{5E5B09D1-8DCB-806B-2DDA-1317D9AB2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1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101" name="Text Box 329">
              <a:extLst>
                <a:ext uri="{FF2B5EF4-FFF2-40B4-BE49-F238E27FC236}">
                  <a16:creationId xmlns:a16="http://schemas.microsoft.com/office/drawing/2014/main" id="{AB026FC7-4266-5661-61DD-901BBD515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8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2" name="Text Box 330">
              <a:extLst>
                <a:ext uri="{FF2B5EF4-FFF2-40B4-BE49-F238E27FC236}">
                  <a16:creationId xmlns:a16="http://schemas.microsoft.com/office/drawing/2014/main" id="{16BC00D1-0952-1DB3-5FB1-203C6B07D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29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3" name="Text Box 331">
              <a:extLst>
                <a:ext uri="{FF2B5EF4-FFF2-40B4-BE49-F238E27FC236}">
                  <a16:creationId xmlns:a16="http://schemas.microsoft.com/office/drawing/2014/main" id="{55724BAB-5154-ABF3-1357-BBCBB2DAD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547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4" name="Text Box 332">
              <a:extLst>
                <a:ext uri="{FF2B5EF4-FFF2-40B4-BE49-F238E27FC236}">
                  <a16:creationId xmlns:a16="http://schemas.microsoft.com/office/drawing/2014/main" id="{056F7FA2-9272-8F0D-1119-23EB4AE5C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5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5" name="Text Box 333">
              <a:extLst>
                <a:ext uri="{FF2B5EF4-FFF2-40B4-BE49-F238E27FC236}">
                  <a16:creationId xmlns:a16="http://schemas.microsoft.com/office/drawing/2014/main" id="{651633C5-D7D2-2AEE-993C-68429269C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30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6" name="Text Box 334">
              <a:extLst>
                <a:ext uri="{FF2B5EF4-FFF2-40B4-BE49-F238E27FC236}">
                  <a16:creationId xmlns:a16="http://schemas.microsoft.com/office/drawing/2014/main" id="{133BAED9-4C92-C3C2-42D2-91AD288DE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" y="30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07" name="Text Box 335">
              <a:extLst>
                <a:ext uri="{FF2B5EF4-FFF2-40B4-BE49-F238E27FC236}">
                  <a16:creationId xmlns:a16="http://schemas.microsoft.com/office/drawing/2014/main" id="{C2FCB816-7A5C-6093-D39E-569F9A20C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666"/>
              <a:ext cx="7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400" b="1">
                  <a:solidFill>
                    <a:schemeClr val="tx1"/>
                  </a:solidFill>
                </a:rPr>
                <a:t>/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8" name="Text Box 336">
              <a:extLst>
                <a:ext uri="{FF2B5EF4-FFF2-40B4-BE49-F238E27FC236}">
                  <a16:creationId xmlns:a16="http://schemas.microsoft.com/office/drawing/2014/main" id="{6FD8D0C4-F557-A108-C510-BC48DB657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9" name="Text Box 337">
              <a:extLst>
                <a:ext uri="{FF2B5EF4-FFF2-40B4-BE49-F238E27FC236}">
                  <a16:creationId xmlns:a16="http://schemas.microsoft.com/office/drawing/2014/main" id="{7DCC8D04-5C1F-AAE4-ED22-C08FE03EE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1566"/>
              <a:ext cx="643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0" name="Text Box 338">
              <a:extLst>
                <a:ext uri="{FF2B5EF4-FFF2-40B4-BE49-F238E27FC236}">
                  <a16:creationId xmlns:a16="http://schemas.microsoft.com/office/drawing/2014/main" id="{46FC9270-C628-93E3-29AC-3C85B2690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1" name="Text Box 339">
              <a:extLst>
                <a:ext uri="{FF2B5EF4-FFF2-40B4-BE49-F238E27FC236}">
                  <a16:creationId xmlns:a16="http://schemas.microsoft.com/office/drawing/2014/main" id="{99B9246A-4009-1634-345D-D8EA5B782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515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" name="Text Box 340">
              <a:extLst>
                <a:ext uri="{FF2B5EF4-FFF2-40B4-BE49-F238E27FC236}">
                  <a16:creationId xmlns:a16="http://schemas.microsoft.com/office/drawing/2014/main" id="{7215E5C3-01EA-3743-7EF4-B3D2C651C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379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3" name="Text Box 341">
              <a:extLst>
                <a:ext uri="{FF2B5EF4-FFF2-40B4-BE49-F238E27FC236}">
                  <a16:creationId xmlns:a16="http://schemas.microsoft.com/office/drawing/2014/main" id="{A1EB4229-0DB8-CB8F-F3C1-7A39F2174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4" name="Text Box 342">
              <a:extLst>
                <a:ext uri="{FF2B5EF4-FFF2-40B4-BE49-F238E27FC236}">
                  <a16:creationId xmlns:a16="http://schemas.microsoft.com/office/drawing/2014/main" id="{97562157-F46F-F4E5-72D0-2249851BD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5" name="Line 343">
              <a:extLst>
                <a:ext uri="{FF2B5EF4-FFF2-40B4-BE49-F238E27FC236}">
                  <a16:creationId xmlns:a16="http://schemas.microsoft.com/office/drawing/2014/main" id="{5E4264E3-0656-FF1F-45EA-01C06FC1F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964"/>
              <a:ext cx="4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6" name="Line 344">
              <a:extLst>
                <a:ext uri="{FF2B5EF4-FFF2-40B4-BE49-F238E27FC236}">
                  <a16:creationId xmlns:a16="http://schemas.microsoft.com/office/drawing/2014/main" id="{7FE69CBC-2B7A-7314-6A55-1D7CD86C3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4"/>
              <a:ext cx="4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Line 345">
              <a:extLst>
                <a:ext uri="{FF2B5EF4-FFF2-40B4-BE49-F238E27FC236}">
                  <a16:creationId xmlns:a16="http://schemas.microsoft.com/office/drawing/2014/main" id="{CCA5338A-1F45-4916-8E65-A6419A900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974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2148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1012867-EAEE-179A-1529-69662570C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4360862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如何解决重名问题</a:t>
            </a:r>
          </a:p>
        </p:txBody>
      </p:sp>
      <p:sp>
        <p:nvSpPr>
          <p:cNvPr id="4" name="Rectangle 118">
            <a:extLst>
              <a:ext uri="{FF2B5EF4-FFF2-40B4-BE49-F238E27FC236}">
                <a16:creationId xmlns:a16="http://schemas.microsoft.com/office/drawing/2014/main" id="{8F9564AA-7423-E00D-2B8F-9D2A6AA94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402" y="5098097"/>
            <a:ext cx="7742237" cy="14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12800" lvl="1" indent="-355600" algn="just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的文件有相同的文件名，都为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的文件的文件路径名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的文件的文件路径名</a:t>
            </a:r>
          </a:p>
        </p:txBody>
      </p:sp>
      <p:sp>
        <p:nvSpPr>
          <p:cNvPr id="5" name="Rectangle 120">
            <a:extLst>
              <a:ext uri="{FF2B5EF4-FFF2-40B4-BE49-F238E27FC236}">
                <a16:creationId xmlns:a16="http://schemas.microsoft.com/office/drawing/2014/main" id="{D269CB02-3BEB-54B7-9C84-7133E85B5FC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838619" y="5558876"/>
            <a:ext cx="212422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1028700" indent="-4559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428750" indent="-3987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52600" indent="-3225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092325" indent="-338455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549525" indent="-338455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06725" indent="-338455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463925" indent="-338455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3921125" indent="-338455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/a/a/a</a:t>
            </a:r>
          </a:p>
          <a:p>
            <a:pPr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/b/d/a</a:t>
            </a:r>
            <a:r>
              <a:rPr lang="en-US" altLang="zh-CN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</a:p>
        </p:txBody>
      </p:sp>
      <p:grpSp>
        <p:nvGrpSpPr>
          <p:cNvPr id="6" name="Group 121">
            <a:extLst>
              <a:ext uri="{FF2B5EF4-FFF2-40B4-BE49-F238E27FC236}">
                <a16:creationId xmlns:a16="http://schemas.microsoft.com/office/drawing/2014/main" id="{14C69DD5-769F-3FC5-6314-81529B580F7D}"/>
              </a:ext>
            </a:extLst>
          </p:cNvPr>
          <p:cNvGrpSpPr>
            <a:grpSpLocks/>
          </p:cNvGrpSpPr>
          <p:nvPr/>
        </p:nvGrpSpPr>
        <p:grpSpPr bwMode="auto">
          <a:xfrm>
            <a:off x="1440076" y="692475"/>
            <a:ext cx="7292975" cy="4321175"/>
            <a:chOff x="207" y="666"/>
            <a:chExt cx="5088" cy="3298"/>
          </a:xfrm>
        </p:grpSpPr>
        <p:sp>
          <p:nvSpPr>
            <p:cNvPr id="7" name="Rectangle 122">
              <a:extLst>
                <a:ext uri="{FF2B5EF4-FFF2-40B4-BE49-F238E27FC236}">
                  <a16:creationId xmlns:a16="http://schemas.microsoft.com/office/drawing/2014/main" id="{F8D27622-00A4-CAD9-9B7D-4D9B6A9DD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917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Line 123">
              <a:extLst>
                <a:ext uri="{FF2B5EF4-FFF2-40B4-BE49-F238E27FC236}">
                  <a16:creationId xmlns:a16="http://schemas.microsoft.com/office/drawing/2014/main" id="{8DB67E55-3866-4F53-8670-1E3B3D1B8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113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124">
              <a:extLst>
                <a:ext uri="{FF2B5EF4-FFF2-40B4-BE49-F238E27FC236}">
                  <a16:creationId xmlns:a16="http://schemas.microsoft.com/office/drawing/2014/main" id="{4C59962C-E9A9-0CAC-5C93-709B93FC1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125">
              <a:extLst>
                <a:ext uri="{FF2B5EF4-FFF2-40B4-BE49-F238E27FC236}">
                  <a16:creationId xmlns:a16="http://schemas.microsoft.com/office/drawing/2014/main" id="{9D490DEC-AACD-03F4-2687-B97377FEC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 Box 126">
              <a:extLst>
                <a:ext uri="{FF2B5EF4-FFF2-40B4-BE49-F238E27FC236}">
                  <a16:creationId xmlns:a16="http://schemas.microsoft.com/office/drawing/2014/main" id="{605B7CFC-1FDC-64AD-4977-022118E71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" name="Text Box 127">
              <a:extLst>
                <a:ext uri="{FF2B5EF4-FFF2-40B4-BE49-F238E27FC236}">
                  <a16:creationId xmlns:a16="http://schemas.microsoft.com/office/drawing/2014/main" id="{33C48A57-DB8F-AE77-0D7D-52BA1CB12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86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" name="Text Box 128">
              <a:extLst>
                <a:ext uri="{FF2B5EF4-FFF2-40B4-BE49-F238E27FC236}">
                  <a16:creationId xmlns:a16="http://schemas.microsoft.com/office/drawing/2014/main" id="{A8E41A90-3CB6-8A89-F925-78FF03023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" name="Rectangle 129">
              <a:extLst>
                <a:ext uri="{FF2B5EF4-FFF2-40B4-BE49-F238E27FC236}">
                  <a16:creationId xmlns:a16="http://schemas.microsoft.com/office/drawing/2014/main" id="{90F35CDE-368E-B984-E3F7-9B664CE52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851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" name="Line 130">
              <a:extLst>
                <a:ext uri="{FF2B5EF4-FFF2-40B4-BE49-F238E27FC236}">
                  <a16:creationId xmlns:a16="http://schemas.microsoft.com/office/drawing/2014/main" id="{DF5A6D80-313E-B1E5-2869-265BAA194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131">
              <a:extLst>
                <a:ext uri="{FF2B5EF4-FFF2-40B4-BE49-F238E27FC236}">
                  <a16:creationId xmlns:a16="http://schemas.microsoft.com/office/drawing/2014/main" id="{3B63A3D1-01D2-3719-E379-7042579FD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 Box 132">
              <a:extLst>
                <a:ext uri="{FF2B5EF4-FFF2-40B4-BE49-F238E27FC236}">
                  <a16:creationId xmlns:a16="http://schemas.microsoft.com/office/drawing/2014/main" id="{C6F0BE74-F19C-D4FE-18E2-20B8B768C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" name="Text Box 133">
              <a:extLst>
                <a:ext uri="{FF2B5EF4-FFF2-40B4-BE49-F238E27FC236}">
                  <a16:creationId xmlns:a16="http://schemas.microsoft.com/office/drawing/2014/main" id="{97D7BA78-BE04-B7A8-9638-E45619F14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82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9" name="Text Box 134">
              <a:extLst>
                <a:ext uri="{FF2B5EF4-FFF2-40B4-BE49-F238E27FC236}">
                  <a16:creationId xmlns:a16="http://schemas.microsoft.com/office/drawing/2014/main" id="{8C42B21F-657E-4F98-F6A8-9E6B140ED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0" name="Rectangle 135">
              <a:extLst>
                <a:ext uri="{FF2B5EF4-FFF2-40B4-BE49-F238E27FC236}">
                  <a16:creationId xmlns:a16="http://schemas.microsoft.com/office/drawing/2014/main" id="{4B8E60DC-72D2-85C5-F5A3-953A7E9DA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840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" name="Line 136">
              <a:extLst>
                <a:ext uri="{FF2B5EF4-FFF2-40B4-BE49-F238E27FC236}">
                  <a16:creationId xmlns:a16="http://schemas.microsoft.com/office/drawing/2014/main" id="{004DA834-15F1-1BC2-DAB1-962A827D8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2036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137">
              <a:extLst>
                <a:ext uri="{FF2B5EF4-FFF2-40B4-BE49-F238E27FC236}">
                  <a16:creationId xmlns:a16="http://schemas.microsoft.com/office/drawing/2014/main" id="{F2D7E8FB-62F3-D768-833C-6AD6165FA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138">
              <a:extLst>
                <a:ext uri="{FF2B5EF4-FFF2-40B4-BE49-F238E27FC236}">
                  <a16:creationId xmlns:a16="http://schemas.microsoft.com/office/drawing/2014/main" id="{34555641-28FB-B8A0-0102-D817009E5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0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 Box 139">
              <a:extLst>
                <a:ext uri="{FF2B5EF4-FFF2-40B4-BE49-F238E27FC236}">
                  <a16:creationId xmlns:a16="http://schemas.microsoft.com/office/drawing/2014/main" id="{87F59EB2-0371-1E5D-E7DB-F8C3417DD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78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" name="Text Box 140">
              <a:extLst>
                <a:ext uri="{FF2B5EF4-FFF2-40B4-BE49-F238E27FC236}">
                  <a16:creationId xmlns:a16="http://schemas.microsoft.com/office/drawing/2014/main" id="{1E9B5AED-5285-1E5C-E66B-4B972A7A2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1786"/>
              <a:ext cx="26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" name="Text Box 141">
              <a:extLst>
                <a:ext uri="{FF2B5EF4-FFF2-40B4-BE49-F238E27FC236}">
                  <a16:creationId xmlns:a16="http://schemas.microsoft.com/office/drawing/2014/main" id="{32A2E00C-7EE8-1CF5-65CA-42563CC14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791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7" name="Rectangle 142">
              <a:extLst>
                <a:ext uri="{FF2B5EF4-FFF2-40B4-BE49-F238E27FC236}">
                  <a16:creationId xmlns:a16="http://schemas.microsoft.com/office/drawing/2014/main" id="{49C59B96-6AB2-F61E-67D9-2F8A75FB8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2774"/>
              <a:ext cx="488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8" name="Line 143">
              <a:extLst>
                <a:ext uri="{FF2B5EF4-FFF2-40B4-BE49-F238E27FC236}">
                  <a16:creationId xmlns:a16="http://schemas.microsoft.com/office/drawing/2014/main" id="{6155388E-910B-5161-F79C-0D66E354D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 Box 144">
              <a:extLst>
                <a:ext uri="{FF2B5EF4-FFF2-40B4-BE49-F238E27FC236}">
                  <a16:creationId xmlns:a16="http://schemas.microsoft.com/office/drawing/2014/main" id="{53BB370B-D2AE-97CD-808D-10664AF7C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" name="Text Box 145">
              <a:extLst>
                <a:ext uri="{FF2B5EF4-FFF2-40B4-BE49-F238E27FC236}">
                  <a16:creationId xmlns:a16="http://schemas.microsoft.com/office/drawing/2014/main" id="{07C93C5C-7B3E-4EA4-070D-BD2EF4A2B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38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1" name="Rectangle 146">
              <a:extLst>
                <a:ext uri="{FF2B5EF4-FFF2-40B4-BE49-F238E27FC236}">
                  <a16:creationId xmlns:a16="http://schemas.microsoft.com/office/drawing/2014/main" id="{11F6EE38-7EDC-F83E-DB0D-09740F02A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765"/>
              <a:ext cx="49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2" name="Line 147">
              <a:extLst>
                <a:ext uri="{FF2B5EF4-FFF2-40B4-BE49-F238E27FC236}">
                  <a16:creationId xmlns:a16="http://schemas.microsoft.com/office/drawing/2014/main" id="{26F61268-0FF3-D8EE-D054-4C9065CA5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Text Box 148">
              <a:extLst>
                <a:ext uri="{FF2B5EF4-FFF2-40B4-BE49-F238E27FC236}">
                  <a16:creationId xmlns:a16="http://schemas.microsoft.com/office/drawing/2014/main" id="{EEE92C08-9F3D-D195-208C-97791AE0F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4" name="Text Box 149">
              <a:extLst>
                <a:ext uri="{FF2B5EF4-FFF2-40B4-BE49-F238E27FC236}">
                  <a16:creationId xmlns:a16="http://schemas.microsoft.com/office/drawing/2014/main" id="{382D502F-B521-C2EA-BC3B-DC4393C95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" y="2738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5" name="Rectangle 150">
              <a:extLst>
                <a:ext uri="{FF2B5EF4-FFF2-40B4-BE49-F238E27FC236}">
                  <a16:creationId xmlns:a16="http://schemas.microsoft.com/office/drawing/2014/main" id="{A8A33B55-5AAF-A5DA-30A4-894DD026E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785"/>
              <a:ext cx="65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6" name="Line 151">
              <a:extLst>
                <a:ext uri="{FF2B5EF4-FFF2-40B4-BE49-F238E27FC236}">
                  <a16:creationId xmlns:a16="http://schemas.microsoft.com/office/drawing/2014/main" id="{794507FA-B329-6EDD-E655-1B8C454DA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980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Line 152">
              <a:extLst>
                <a:ext uri="{FF2B5EF4-FFF2-40B4-BE49-F238E27FC236}">
                  <a16:creationId xmlns:a16="http://schemas.microsoft.com/office/drawing/2014/main" id="{76B85AE5-0195-2BB9-4785-CE1B6C7AB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 Box 153">
              <a:extLst>
                <a:ext uri="{FF2B5EF4-FFF2-40B4-BE49-F238E27FC236}">
                  <a16:creationId xmlns:a16="http://schemas.microsoft.com/office/drawing/2014/main" id="{F7E1C1C9-6F90-5264-2A0D-4B265E750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9" name="Text Box 154">
              <a:extLst>
                <a:ext uri="{FF2B5EF4-FFF2-40B4-BE49-F238E27FC236}">
                  <a16:creationId xmlns:a16="http://schemas.microsoft.com/office/drawing/2014/main" id="{47D06EEF-7791-5AF2-9744-D03351964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0" name="Text Box 155">
              <a:extLst>
                <a:ext uri="{FF2B5EF4-FFF2-40B4-BE49-F238E27FC236}">
                  <a16:creationId xmlns:a16="http://schemas.microsoft.com/office/drawing/2014/main" id="{D610587A-B332-F6F1-21DC-450D40789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" name="Line 156">
              <a:extLst>
                <a:ext uri="{FF2B5EF4-FFF2-40B4-BE49-F238E27FC236}">
                  <a16:creationId xmlns:a16="http://schemas.microsoft.com/office/drawing/2014/main" id="{75CC84EE-B365-E824-AF76-0899D072D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Rectangle 157">
              <a:extLst>
                <a:ext uri="{FF2B5EF4-FFF2-40B4-BE49-F238E27FC236}">
                  <a16:creationId xmlns:a16="http://schemas.microsoft.com/office/drawing/2014/main" id="{B5F84A2E-8648-0450-E913-48392E0E4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1851"/>
              <a:ext cx="43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3" name="Line 158">
              <a:extLst>
                <a:ext uri="{FF2B5EF4-FFF2-40B4-BE49-F238E27FC236}">
                  <a16:creationId xmlns:a16="http://schemas.microsoft.com/office/drawing/2014/main" id="{27CCA859-BF6C-BFEF-CFC6-AA3D8CE3F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Line 159">
              <a:extLst>
                <a:ext uri="{FF2B5EF4-FFF2-40B4-BE49-F238E27FC236}">
                  <a16:creationId xmlns:a16="http://schemas.microsoft.com/office/drawing/2014/main" id="{6D099161-65BD-17EC-953E-40DD4AD9E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Text Box 160">
              <a:extLst>
                <a:ext uri="{FF2B5EF4-FFF2-40B4-BE49-F238E27FC236}">
                  <a16:creationId xmlns:a16="http://schemas.microsoft.com/office/drawing/2014/main" id="{6461427E-8A24-4CA4-7F01-57444F8A6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79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6" name="Text Box 161">
              <a:extLst>
                <a:ext uri="{FF2B5EF4-FFF2-40B4-BE49-F238E27FC236}">
                  <a16:creationId xmlns:a16="http://schemas.microsoft.com/office/drawing/2014/main" id="{1932610E-288F-8029-2E3B-424AE2F2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1796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7" name="Line 162">
              <a:extLst>
                <a:ext uri="{FF2B5EF4-FFF2-40B4-BE49-F238E27FC236}">
                  <a16:creationId xmlns:a16="http://schemas.microsoft.com/office/drawing/2014/main" id="{12127DAE-10ED-62EF-A68D-2D304FC81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047"/>
              <a:ext cx="4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Rectangle 163">
              <a:extLst>
                <a:ext uri="{FF2B5EF4-FFF2-40B4-BE49-F238E27FC236}">
                  <a16:creationId xmlns:a16="http://schemas.microsoft.com/office/drawing/2014/main" id="{82929567-22C8-395A-BEF9-1D60ECFC6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2763"/>
              <a:ext cx="433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Line 164">
              <a:extLst>
                <a:ext uri="{FF2B5EF4-FFF2-40B4-BE49-F238E27FC236}">
                  <a16:creationId xmlns:a16="http://schemas.microsoft.com/office/drawing/2014/main" id="{204BD3A1-F887-80A8-4F59-DFA446425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" name="Line 165">
              <a:extLst>
                <a:ext uri="{FF2B5EF4-FFF2-40B4-BE49-F238E27FC236}">
                  <a16:creationId xmlns:a16="http://schemas.microsoft.com/office/drawing/2014/main" id="{24C2D54F-0D65-F183-7657-FEB8C2153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Text Box 166">
              <a:extLst>
                <a:ext uri="{FF2B5EF4-FFF2-40B4-BE49-F238E27FC236}">
                  <a16:creationId xmlns:a16="http://schemas.microsoft.com/office/drawing/2014/main" id="{40450630-28DB-A69D-5D48-6A284BE31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1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2" name="Text Box 167">
              <a:extLst>
                <a:ext uri="{FF2B5EF4-FFF2-40B4-BE49-F238E27FC236}">
                  <a16:creationId xmlns:a16="http://schemas.microsoft.com/office/drawing/2014/main" id="{DC30EADB-4CC3-1F5D-4C13-AD359A96D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2709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3" name="Line 168">
              <a:extLst>
                <a:ext uri="{FF2B5EF4-FFF2-40B4-BE49-F238E27FC236}">
                  <a16:creationId xmlns:a16="http://schemas.microsoft.com/office/drawing/2014/main" id="{240E1BCB-213A-1196-1C23-9A31D7C54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43"/>
              <a:ext cx="0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169">
              <a:extLst>
                <a:ext uri="{FF2B5EF4-FFF2-40B4-BE49-F238E27FC236}">
                  <a16:creationId xmlns:a16="http://schemas.microsoft.com/office/drawing/2014/main" id="{592E167F-1539-0FB7-4AE1-B19AC90F9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4" y="1243"/>
              <a:ext cx="1369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170">
              <a:extLst>
                <a:ext uri="{FF2B5EF4-FFF2-40B4-BE49-F238E27FC236}">
                  <a16:creationId xmlns:a16="http://schemas.microsoft.com/office/drawing/2014/main" id="{1E344269-583D-5C37-8D5F-1B05EC063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43"/>
              <a:ext cx="1592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171">
              <a:extLst>
                <a:ext uri="{FF2B5EF4-FFF2-40B4-BE49-F238E27FC236}">
                  <a16:creationId xmlns:a16="http://schemas.microsoft.com/office/drawing/2014/main" id="{35CAC042-17F5-98CE-FE3A-A5BC67B48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155"/>
              <a:ext cx="365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172">
              <a:extLst>
                <a:ext uri="{FF2B5EF4-FFF2-40B4-BE49-F238E27FC236}">
                  <a16:creationId xmlns:a16="http://schemas.microsoft.com/office/drawing/2014/main" id="{996F4967-8A9F-6948-569F-A7704DE09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155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Line 173">
              <a:extLst>
                <a:ext uri="{FF2B5EF4-FFF2-40B4-BE49-F238E27FC236}">
                  <a16:creationId xmlns:a16="http://schemas.microsoft.com/office/drawing/2014/main" id="{53388733-5681-C5F6-BB64-21BC32E0A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9" y="2155"/>
              <a:ext cx="71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Line 174">
              <a:extLst>
                <a:ext uri="{FF2B5EF4-FFF2-40B4-BE49-F238E27FC236}">
                  <a16:creationId xmlns:a16="http://schemas.microsoft.com/office/drawing/2014/main" id="{EC91EE2D-591B-FE7A-FDF3-B1DAAC125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2155"/>
              <a:ext cx="69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Oval 175">
              <a:extLst>
                <a:ext uri="{FF2B5EF4-FFF2-40B4-BE49-F238E27FC236}">
                  <a16:creationId xmlns:a16="http://schemas.microsoft.com/office/drawing/2014/main" id="{FEB136E7-9328-886A-1D9E-AB76F50C3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" y="2872"/>
              <a:ext cx="162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1" name="Oval 176">
              <a:extLst>
                <a:ext uri="{FF2B5EF4-FFF2-40B4-BE49-F238E27FC236}">
                  <a16:creationId xmlns:a16="http://schemas.microsoft.com/office/drawing/2014/main" id="{9A45FA16-EC86-07C8-1AE4-84DB26477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Oval 177">
              <a:extLst>
                <a:ext uri="{FF2B5EF4-FFF2-40B4-BE49-F238E27FC236}">
                  <a16:creationId xmlns:a16="http://schemas.microsoft.com/office/drawing/2014/main" id="{972D12FA-6233-26D1-946C-A8A55FD59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178">
              <a:extLst>
                <a:ext uri="{FF2B5EF4-FFF2-40B4-BE49-F238E27FC236}">
                  <a16:creationId xmlns:a16="http://schemas.microsoft.com/office/drawing/2014/main" id="{C05F667F-91EC-0380-594F-3BAFC8FBB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179">
              <a:extLst>
                <a:ext uri="{FF2B5EF4-FFF2-40B4-BE49-F238E27FC236}">
                  <a16:creationId xmlns:a16="http://schemas.microsoft.com/office/drawing/2014/main" id="{5A6C9531-90CF-2489-5A00-B6139A232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180">
              <a:extLst>
                <a:ext uri="{FF2B5EF4-FFF2-40B4-BE49-F238E27FC236}">
                  <a16:creationId xmlns:a16="http://schemas.microsoft.com/office/drawing/2014/main" id="{59905221-F4E6-22E5-46AF-B612A9D2A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181">
              <a:extLst>
                <a:ext uri="{FF2B5EF4-FFF2-40B4-BE49-F238E27FC236}">
                  <a16:creationId xmlns:a16="http://schemas.microsoft.com/office/drawing/2014/main" id="{0CD3F59D-B358-9805-8F3F-DD5F994D3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3490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182">
              <a:extLst>
                <a:ext uri="{FF2B5EF4-FFF2-40B4-BE49-F238E27FC236}">
                  <a16:creationId xmlns:a16="http://schemas.microsoft.com/office/drawing/2014/main" id="{2E1CFDCB-58ED-DC9C-8CB9-AC5EE2972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183">
              <a:extLst>
                <a:ext uri="{FF2B5EF4-FFF2-40B4-BE49-F238E27FC236}">
                  <a16:creationId xmlns:a16="http://schemas.microsoft.com/office/drawing/2014/main" id="{19CDBD57-2B0F-B912-FE39-D1ED74F30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184">
              <a:extLst>
                <a:ext uri="{FF2B5EF4-FFF2-40B4-BE49-F238E27FC236}">
                  <a16:creationId xmlns:a16="http://schemas.microsoft.com/office/drawing/2014/main" id="{BEAA22D0-CC92-DAE8-0538-FB3D02E6C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Oval 185">
              <a:extLst>
                <a:ext uri="{FF2B5EF4-FFF2-40B4-BE49-F238E27FC236}">
                  <a16:creationId xmlns:a16="http://schemas.microsoft.com/office/drawing/2014/main" id="{71B815E3-422E-8948-A328-92B328E22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3490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" name="Oval 186">
              <a:extLst>
                <a:ext uri="{FF2B5EF4-FFF2-40B4-BE49-F238E27FC236}">
                  <a16:creationId xmlns:a16="http://schemas.microsoft.com/office/drawing/2014/main" id="{E8037002-45C5-2429-7C4C-F64A6321B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2" name="Oval 187">
              <a:extLst>
                <a:ext uri="{FF2B5EF4-FFF2-40B4-BE49-F238E27FC236}">
                  <a16:creationId xmlns:a16="http://schemas.microsoft.com/office/drawing/2014/main" id="{0A58A0A4-2E41-3360-9EA4-F0114F0FA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872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3" name="Line 188">
              <a:extLst>
                <a:ext uri="{FF2B5EF4-FFF2-40B4-BE49-F238E27FC236}">
                  <a16:creationId xmlns:a16="http://schemas.microsoft.com/office/drawing/2014/main" id="{8EA7DDE3-D4D7-6FFE-92C6-59CB087D9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8" y="2155"/>
              <a:ext cx="146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189">
              <a:extLst>
                <a:ext uri="{FF2B5EF4-FFF2-40B4-BE49-F238E27FC236}">
                  <a16:creationId xmlns:a16="http://schemas.microsoft.com/office/drawing/2014/main" id="{4DEC96FD-3E3D-9B44-45A4-3259F16B72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0" y="2155"/>
              <a:ext cx="124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190">
              <a:extLst>
                <a:ext uri="{FF2B5EF4-FFF2-40B4-BE49-F238E27FC236}">
                  <a16:creationId xmlns:a16="http://schemas.microsoft.com/office/drawing/2014/main" id="{FC9BDE44-11D2-67A3-A473-A18B8EA9B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" y="3046"/>
              <a:ext cx="0" cy="4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191">
              <a:extLst>
                <a:ext uri="{FF2B5EF4-FFF2-40B4-BE49-F238E27FC236}">
                  <a16:creationId xmlns:a16="http://schemas.microsoft.com/office/drawing/2014/main" id="{6F47096C-74C1-CC3B-B072-90602FBAC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" y="3046"/>
              <a:ext cx="124" cy="4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192">
              <a:extLst>
                <a:ext uri="{FF2B5EF4-FFF2-40B4-BE49-F238E27FC236}">
                  <a16:creationId xmlns:a16="http://schemas.microsoft.com/office/drawing/2014/main" id="{64894BDC-F194-0BBF-CD4D-96C89C5E7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193">
              <a:extLst>
                <a:ext uri="{FF2B5EF4-FFF2-40B4-BE49-F238E27FC236}">
                  <a16:creationId xmlns:a16="http://schemas.microsoft.com/office/drawing/2014/main" id="{7C2FFF92-8482-BA8E-6094-5922A5C5D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194">
              <a:extLst>
                <a:ext uri="{FF2B5EF4-FFF2-40B4-BE49-F238E27FC236}">
                  <a16:creationId xmlns:a16="http://schemas.microsoft.com/office/drawing/2014/main" id="{5271D611-9F8D-26EE-5092-C353B00E5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00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195">
              <a:extLst>
                <a:ext uri="{FF2B5EF4-FFF2-40B4-BE49-F238E27FC236}">
                  <a16:creationId xmlns:a16="http://schemas.microsoft.com/office/drawing/2014/main" id="{3DC33C6E-74BA-8968-E4A1-C1C57C1158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3100"/>
              <a:ext cx="8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196">
              <a:extLst>
                <a:ext uri="{FF2B5EF4-FFF2-40B4-BE49-F238E27FC236}">
                  <a16:creationId xmlns:a16="http://schemas.microsoft.com/office/drawing/2014/main" id="{3CD7FFD2-134B-EA95-8526-380BEB50E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197">
              <a:extLst>
                <a:ext uri="{FF2B5EF4-FFF2-40B4-BE49-F238E27FC236}">
                  <a16:creationId xmlns:a16="http://schemas.microsoft.com/office/drawing/2014/main" id="{8816D4F2-CF94-D7B5-008C-F1502057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198">
              <a:extLst>
                <a:ext uri="{FF2B5EF4-FFF2-40B4-BE49-F238E27FC236}">
                  <a16:creationId xmlns:a16="http://schemas.microsoft.com/office/drawing/2014/main" id="{F7FDCFA3-B5E0-8589-6506-C16C99720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3100"/>
              <a:ext cx="11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199">
              <a:extLst>
                <a:ext uri="{FF2B5EF4-FFF2-40B4-BE49-F238E27FC236}">
                  <a16:creationId xmlns:a16="http://schemas.microsoft.com/office/drawing/2014/main" id="{0951C910-21C2-B6FC-D920-3A18BFD45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155"/>
              <a:ext cx="0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Line 200">
              <a:extLst>
                <a:ext uri="{FF2B5EF4-FFF2-40B4-BE49-F238E27FC236}">
                  <a16:creationId xmlns:a16="http://schemas.microsoft.com/office/drawing/2014/main" id="{05EDBC00-FF9E-149C-0C1D-6EA1C5DA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55"/>
              <a:ext cx="75" cy="7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Line 201">
              <a:extLst>
                <a:ext uri="{FF2B5EF4-FFF2-40B4-BE49-F238E27FC236}">
                  <a16:creationId xmlns:a16="http://schemas.microsoft.com/office/drawing/2014/main" id="{454578C3-2D81-5BA0-BFD9-0264BE04B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2065"/>
              <a:ext cx="6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Text Box 202">
              <a:extLst>
                <a:ext uri="{FF2B5EF4-FFF2-40B4-BE49-F238E27FC236}">
                  <a16:creationId xmlns:a16="http://schemas.microsoft.com/office/drawing/2014/main" id="{CDAB8221-674F-6BA4-EFA5-F3657DA4F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88" name="Text Box 203">
              <a:extLst>
                <a:ext uri="{FF2B5EF4-FFF2-40B4-BE49-F238E27FC236}">
                  <a16:creationId xmlns:a16="http://schemas.microsoft.com/office/drawing/2014/main" id="{28E216A4-B270-15B6-702B-C5F3F5A7B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3714"/>
              <a:ext cx="48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89" name="Text Box 204">
              <a:extLst>
                <a:ext uri="{FF2B5EF4-FFF2-40B4-BE49-F238E27FC236}">
                  <a16:creationId xmlns:a16="http://schemas.microsoft.com/office/drawing/2014/main" id="{9B44C1DE-D254-D2B9-E2F9-6321E291E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90" name="Text Box 205">
              <a:extLst>
                <a:ext uri="{FF2B5EF4-FFF2-40B4-BE49-F238E27FC236}">
                  <a16:creationId xmlns:a16="http://schemas.microsoft.com/office/drawing/2014/main" id="{41212699-5E25-7A82-B259-197B0FFE8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91" name="Text Box 206">
              <a:extLst>
                <a:ext uri="{FF2B5EF4-FFF2-40B4-BE49-F238E27FC236}">
                  <a16:creationId xmlns:a16="http://schemas.microsoft.com/office/drawing/2014/main" id="{29602934-8180-53D7-8531-963705151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92" name="Text Box 207">
              <a:extLst>
                <a:ext uri="{FF2B5EF4-FFF2-40B4-BE49-F238E27FC236}">
                  <a16:creationId xmlns:a16="http://schemas.microsoft.com/office/drawing/2014/main" id="{288DAFA5-BF6E-5BBB-F500-E9A39F111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3" name="Text Box 208">
              <a:extLst>
                <a:ext uri="{FF2B5EF4-FFF2-40B4-BE49-F238E27FC236}">
                  <a16:creationId xmlns:a16="http://schemas.microsoft.com/office/drawing/2014/main" id="{7EFB5A59-7F9C-998D-C5C3-835E8CFD9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4" name="Text Box 209">
              <a:extLst>
                <a:ext uri="{FF2B5EF4-FFF2-40B4-BE49-F238E27FC236}">
                  <a16:creationId xmlns:a16="http://schemas.microsoft.com/office/drawing/2014/main" id="{3E493684-DAC2-623E-F436-3420D0EC1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5" name="Text Box 210">
              <a:extLst>
                <a:ext uri="{FF2B5EF4-FFF2-40B4-BE49-F238E27FC236}">
                  <a16:creationId xmlns:a16="http://schemas.microsoft.com/office/drawing/2014/main" id="{325B3A12-7DA9-D352-2B71-81B421367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7" y="3714"/>
              <a:ext cx="48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6" name="Text Box 211">
              <a:extLst>
                <a:ext uri="{FF2B5EF4-FFF2-40B4-BE49-F238E27FC236}">
                  <a16:creationId xmlns:a16="http://schemas.microsoft.com/office/drawing/2014/main" id="{A42E5D0F-5E45-2AF4-4684-AB2070434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966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7" name="Text Box 212">
              <a:extLst>
                <a:ext uri="{FF2B5EF4-FFF2-40B4-BE49-F238E27FC236}">
                  <a16:creationId xmlns:a16="http://schemas.microsoft.com/office/drawing/2014/main" id="{004C25A4-B883-FA0E-C7C8-A7DA25613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865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98" name="Text Box 213">
              <a:extLst>
                <a:ext uri="{FF2B5EF4-FFF2-40B4-BE49-F238E27FC236}">
                  <a16:creationId xmlns:a16="http://schemas.microsoft.com/office/drawing/2014/main" id="{8DDFECED-E8B8-565F-DB23-8191325DA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99" name="Text Box 214">
              <a:extLst>
                <a:ext uri="{FF2B5EF4-FFF2-40B4-BE49-F238E27FC236}">
                  <a16:creationId xmlns:a16="http://schemas.microsoft.com/office/drawing/2014/main" id="{323B3F16-A41F-B8A3-0A75-F65B2245B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100" name="Text Box 215">
              <a:extLst>
                <a:ext uri="{FF2B5EF4-FFF2-40B4-BE49-F238E27FC236}">
                  <a16:creationId xmlns:a16="http://schemas.microsoft.com/office/drawing/2014/main" id="{C487E7C4-AE4F-B10B-30B7-4CA7E9A72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31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101" name="Text Box 216">
              <a:extLst>
                <a:ext uri="{FF2B5EF4-FFF2-40B4-BE49-F238E27FC236}">
                  <a16:creationId xmlns:a16="http://schemas.microsoft.com/office/drawing/2014/main" id="{CC6EB2C6-75B6-9344-0ABA-3EE750D8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1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102" name="Text Box 217">
              <a:extLst>
                <a:ext uri="{FF2B5EF4-FFF2-40B4-BE49-F238E27FC236}">
                  <a16:creationId xmlns:a16="http://schemas.microsoft.com/office/drawing/2014/main" id="{68ED06CF-F0E4-8B6C-0D1C-3581298C9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8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3" name="Text Box 218">
              <a:extLst>
                <a:ext uri="{FF2B5EF4-FFF2-40B4-BE49-F238E27FC236}">
                  <a16:creationId xmlns:a16="http://schemas.microsoft.com/office/drawing/2014/main" id="{F00BBE55-CF89-0EA2-ECBD-B7383534F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29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4" name="Text Box 219">
              <a:extLst>
                <a:ext uri="{FF2B5EF4-FFF2-40B4-BE49-F238E27FC236}">
                  <a16:creationId xmlns:a16="http://schemas.microsoft.com/office/drawing/2014/main" id="{FBD247E8-2C84-7D48-959D-B1B6ACA0E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547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5" name="Text Box 220">
              <a:extLst>
                <a:ext uri="{FF2B5EF4-FFF2-40B4-BE49-F238E27FC236}">
                  <a16:creationId xmlns:a16="http://schemas.microsoft.com/office/drawing/2014/main" id="{FB1E28F7-9D03-27B8-6357-302AB8415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5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6" name="Text Box 221">
              <a:extLst>
                <a:ext uri="{FF2B5EF4-FFF2-40B4-BE49-F238E27FC236}">
                  <a16:creationId xmlns:a16="http://schemas.microsoft.com/office/drawing/2014/main" id="{974E4F52-B3B7-F177-6DBA-DC04F869E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30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7" name="Text Box 222">
              <a:extLst>
                <a:ext uri="{FF2B5EF4-FFF2-40B4-BE49-F238E27FC236}">
                  <a16:creationId xmlns:a16="http://schemas.microsoft.com/office/drawing/2014/main" id="{AC306D37-8F0A-A2E7-1764-D293584C9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" y="30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08" name="Text Box 223">
              <a:extLst>
                <a:ext uri="{FF2B5EF4-FFF2-40B4-BE49-F238E27FC236}">
                  <a16:creationId xmlns:a16="http://schemas.microsoft.com/office/drawing/2014/main" id="{9173C5E7-6953-538D-F339-447B29241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666"/>
              <a:ext cx="7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400" b="1">
                  <a:solidFill>
                    <a:schemeClr val="tx1"/>
                  </a:solidFill>
                </a:rPr>
                <a:t>/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9" name="Text Box 224">
              <a:extLst>
                <a:ext uri="{FF2B5EF4-FFF2-40B4-BE49-F238E27FC236}">
                  <a16:creationId xmlns:a16="http://schemas.microsoft.com/office/drawing/2014/main" id="{6A7B2B91-BDA9-3ABE-2EEC-554219945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0" name="Text Box 225">
              <a:extLst>
                <a:ext uri="{FF2B5EF4-FFF2-40B4-BE49-F238E27FC236}">
                  <a16:creationId xmlns:a16="http://schemas.microsoft.com/office/drawing/2014/main" id="{B966CCC3-46A9-E5AC-FA85-3E3BA9FF4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1566"/>
              <a:ext cx="643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1" name="Text Box 226">
              <a:extLst>
                <a:ext uri="{FF2B5EF4-FFF2-40B4-BE49-F238E27FC236}">
                  <a16:creationId xmlns:a16="http://schemas.microsoft.com/office/drawing/2014/main" id="{C6E18DB7-F660-D49E-09C6-C3F328029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2" name="Text Box 227">
              <a:extLst>
                <a:ext uri="{FF2B5EF4-FFF2-40B4-BE49-F238E27FC236}">
                  <a16:creationId xmlns:a16="http://schemas.microsoft.com/office/drawing/2014/main" id="{4F2A54DF-5124-07F0-E105-EDD885556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515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3" name="Text Box 228">
              <a:extLst>
                <a:ext uri="{FF2B5EF4-FFF2-40B4-BE49-F238E27FC236}">
                  <a16:creationId xmlns:a16="http://schemas.microsoft.com/office/drawing/2014/main" id="{CEF6BE0D-6F09-229F-305D-89A5BEAC8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379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4" name="Text Box 229">
              <a:extLst>
                <a:ext uri="{FF2B5EF4-FFF2-40B4-BE49-F238E27FC236}">
                  <a16:creationId xmlns:a16="http://schemas.microsoft.com/office/drawing/2014/main" id="{F34050E6-CB2F-AD10-7848-47CF8DD8D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5" name="Text Box 230">
              <a:extLst>
                <a:ext uri="{FF2B5EF4-FFF2-40B4-BE49-F238E27FC236}">
                  <a16:creationId xmlns:a16="http://schemas.microsoft.com/office/drawing/2014/main" id="{88C17D97-28A3-0406-1555-F44473B6B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6" name="Line 231">
              <a:extLst>
                <a:ext uri="{FF2B5EF4-FFF2-40B4-BE49-F238E27FC236}">
                  <a16:creationId xmlns:a16="http://schemas.microsoft.com/office/drawing/2014/main" id="{7279293E-DF29-67E8-9E9E-5982141FA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964"/>
              <a:ext cx="4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Line 232">
              <a:extLst>
                <a:ext uri="{FF2B5EF4-FFF2-40B4-BE49-F238E27FC236}">
                  <a16:creationId xmlns:a16="http://schemas.microsoft.com/office/drawing/2014/main" id="{2E6DB552-E206-C0C0-62AE-470BCC8C7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4"/>
              <a:ext cx="4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8" name="Line 233">
              <a:extLst>
                <a:ext uri="{FF2B5EF4-FFF2-40B4-BE49-F238E27FC236}">
                  <a16:creationId xmlns:a16="http://schemas.microsoft.com/office/drawing/2014/main" id="{0904FCF5-BF42-F751-F14E-05C961C98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974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7418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>
                <a:solidFill>
                  <a:srgbClr val="FF0000"/>
                </a:solidFill>
              </a:rPr>
              <a:t>UNIX</a:t>
            </a:r>
            <a:r>
              <a:rPr lang="zh-CN" altLang="en-US" dirty="0">
                <a:solidFill>
                  <a:srgbClr val="FF0000"/>
                </a:solidFill>
              </a:rPr>
              <a:t>文件系统的主要结构及实现</a:t>
            </a:r>
            <a:r>
              <a:rPr lang="zh-CN" altLang="en-US" dirty="0" smtClean="0">
                <a:solidFill>
                  <a:srgbClr val="FF0000"/>
                </a:solidFill>
              </a:rPr>
              <a:t>技术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2029276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10A7966-8483-09AC-8469-C71D0A0D8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097" y="825500"/>
            <a:ext cx="8318500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系统文件目录结构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FB7AAD-09CA-725C-F4D6-619E55301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622" y="1489075"/>
            <a:ext cx="6188075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目录项与目录文件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9366805-EF43-30B6-4EB8-05D426CDA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2114550"/>
            <a:ext cx="10887314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目录文件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每个目录表为一个目录文件。目录文件由目录项组成。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目录项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每个目录项包含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个字节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(UNIX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系统老版本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。在目录项中，第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字节为相应文件的辅存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节点号；后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个字节为文件名。一个辅存磁盘块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(512B)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包含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32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个目录项。</a:t>
            </a:r>
          </a:p>
        </p:txBody>
      </p:sp>
      <p:grpSp>
        <p:nvGrpSpPr>
          <p:cNvPr id="6" name="Group 26">
            <a:extLst>
              <a:ext uri="{FF2B5EF4-FFF2-40B4-BE49-F238E27FC236}">
                <a16:creationId xmlns:a16="http://schemas.microsoft.com/office/drawing/2014/main" id="{9817E934-50D9-634E-221F-595194210F15}"/>
              </a:ext>
            </a:extLst>
          </p:cNvPr>
          <p:cNvGrpSpPr>
            <a:grpSpLocks/>
          </p:cNvGrpSpPr>
          <p:nvPr/>
        </p:nvGrpSpPr>
        <p:grpSpPr bwMode="auto">
          <a:xfrm>
            <a:off x="4050743" y="5250079"/>
            <a:ext cx="4224338" cy="1222375"/>
            <a:chOff x="1540" y="3355"/>
            <a:chExt cx="2661" cy="770"/>
          </a:xfrm>
        </p:grpSpPr>
        <p:sp>
          <p:nvSpPr>
            <p:cNvPr id="7" name="Text Box 17">
              <a:extLst>
                <a:ext uri="{FF2B5EF4-FFF2-40B4-BE49-F238E27FC236}">
                  <a16:creationId xmlns:a16="http://schemas.microsoft.com/office/drawing/2014/main" id="{6EA49EAD-AFE3-6A93-0A95-3B5ECCEFE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" y="3913"/>
              <a:ext cx="11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0">
                  <a:solidFill>
                    <a:schemeClr val="tx1"/>
                  </a:solidFill>
                </a:rPr>
                <a:t>文件目录项结构</a:t>
              </a:r>
            </a:p>
          </p:txBody>
        </p:sp>
        <p:grpSp>
          <p:nvGrpSpPr>
            <p:cNvPr id="8" name="Group 25">
              <a:extLst>
                <a:ext uri="{FF2B5EF4-FFF2-40B4-BE49-F238E27FC236}">
                  <a16:creationId xmlns:a16="http://schemas.microsoft.com/office/drawing/2014/main" id="{F7314128-FA41-7BDF-F5C1-EAAE517A1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0" y="3355"/>
              <a:ext cx="2661" cy="528"/>
              <a:chOff x="1693" y="3418"/>
              <a:chExt cx="2661" cy="528"/>
            </a:xfrm>
          </p:grpSpPr>
          <p:sp>
            <p:nvSpPr>
              <p:cNvPr id="9" name="Rectangle 10">
                <a:extLst>
                  <a:ext uri="{FF2B5EF4-FFF2-40B4-BE49-F238E27FC236}">
                    <a16:creationId xmlns:a16="http://schemas.microsoft.com/office/drawing/2014/main" id="{625BA0DF-AD58-02D2-B3CB-5EE7AA323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3" y="3442"/>
                <a:ext cx="2597" cy="3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" name="Line 12">
                <a:extLst>
                  <a:ext uri="{FF2B5EF4-FFF2-40B4-BE49-F238E27FC236}">
                    <a16:creationId xmlns:a16="http://schemas.microsoft.com/office/drawing/2014/main" id="{0BAE5820-CD06-EE53-523A-CAC29DC1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0" y="3444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56DF78D4-2896-49DF-001E-66C2F95813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7" y="3427"/>
                <a:ext cx="5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节点号</a:t>
                </a:r>
                <a:r>
                  <a:rPr lang="zh-CN" altLang="en-US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     </a:t>
                </a:r>
              </a:p>
            </p:txBody>
          </p:sp>
          <p:sp>
            <p:nvSpPr>
              <p:cNvPr id="12" name="Text Box 16">
                <a:extLst>
                  <a:ext uri="{FF2B5EF4-FFF2-40B4-BE49-F238E27FC236}">
                    <a16:creationId xmlns:a16="http://schemas.microsoft.com/office/drawing/2014/main" id="{B9EE0EE2-A9FB-0CCF-FFF7-560E5C2D7B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8" y="3418"/>
                <a:ext cx="6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文件名 </a:t>
                </a:r>
                <a:r>
                  <a:rPr lang="zh-CN" altLang="en-US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          </a:t>
                </a:r>
              </a:p>
            </p:txBody>
          </p:sp>
          <p:sp>
            <p:nvSpPr>
              <p:cNvPr id="13" name="Text Box 21">
                <a:extLst>
                  <a:ext uri="{FF2B5EF4-FFF2-40B4-BE49-F238E27FC236}">
                    <a16:creationId xmlns:a16="http://schemas.microsoft.com/office/drawing/2014/main" id="{00BB595A-C036-7096-0ACC-556ECB5CA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5" y="3753"/>
                <a:ext cx="16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" name="Text Box 22">
                <a:extLst>
                  <a:ext uri="{FF2B5EF4-FFF2-40B4-BE49-F238E27FC236}">
                    <a16:creationId xmlns:a16="http://schemas.microsoft.com/office/drawing/2014/main" id="{4CF60962-2AF3-32F8-287D-819276CE4B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753"/>
                <a:ext cx="16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5" name="Text Box 23">
                <a:extLst>
                  <a:ext uri="{FF2B5EF4-FFF2-40B4-BE49-F238E27FC236}">
                    <a16:creationId xmlns:a16="http://schemas.microsoft.com/office/drawing/2014/main" id="{39F45B66-C450-4AF2-0F07-18090CEA9E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8" y="3753"/>
                <a:ext cx="16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6" name="Text Box 24">
                <a:extLst>
                  <a:ext uri="{FF2B5EF4-FFF2-40B4-BE49-F238E27FC236}">
                    <a16:creationId xmlns:a16="http://schemas.microsoft.com/office/drawing/2014/main" id="{7266FC73-9C27-5D09-6A72-6306D0140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1" y="3754"/>
                <a:ext cx="2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2582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4361464-B86B-B61C-CB9C-8CB4CEA17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61" y="810782"/>
            <a:ext cx="643255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UNIX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系统树型目录结构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F8EE5D17-4B2D-A61B-ABFD-3278BB299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72" y="1655052"/>
            <a:ext cx="11126580" cy="367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①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每个文件系统都有一个根目录文件，它的辅存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节点是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相应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文件存储设备上辅存索引区中的第一个。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打开某个文件时，从根目录的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节点可以找到根目录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文件的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索引结构，得到根目录文件的每个数据块。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将待打开文件的路径信息与目录文件中的目录项逐一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比较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，可以得到下级目录的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节点号，并最终得到目标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文件的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节点号。从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节点号中的索引表，得到数据文件的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存储块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号，实现对目标文件的随机存取。 </a:t>
            </a:r>
          </a:p>
        </p:txBody>
      </p:sp>
    </p:spTree>
    <p:extLst>
      <p:ext uri="{BB962C8B-B14F-4D97-AF65-F5344CB8AC3E}">
        <p14:creationId xmlns:p14="http://schemas.microsoft.com/office/powerpoint/2010/main" val="2907916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127">
            <a:extLst>
              <a:ext uri="{FF2B5EF4-FFF2-40B4-BE49-F238E27FC236}">
                <a16:creationId xmlns:a16="http://schemas.microsoft.com/office/drawing/2014/main" id="{051DE55A-8984-6114-9E8B-86E6EFB8D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55" y="821092"/>
            <a:ext cx="81121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系统的目录结构能方便地实现文件的随机存取</a:t>
            </a:r>
          </a:p>
        </p:txBody>
      </p:sp>
      <p:grpSp>
        <p:nvGrpSpPr>
          <p:cNvPr id="4" name="Group 294">
            <a:extLst>
              <a:ext uri="{FF2B5EF4-FFF2-40B4-BE49-F238E27FC236}">
                <a16:creationId xmlns:a16="http://schemas.microsoft.com/office/drawing/2014/main" id="{93DEB4C4-0337-1EF2-F128-0070D4E2BDF5}"/>
              </a:ext>
            </a:extLst>
          </p:cNvPr>
          <p:cNvGrpSpPr>
            <a:grpSpLocks/>
          </p:cNvGrpSpPr>
          <p:nvPr/>
        </p:nvGrpSpPr>
        <p:grpSpPr bwMode="auto">
          <a:xfrm>
            <a:off x="1630928" y="1310835"/>
            <a:ext cx="7715250" cy="5232400"/>
            <a:chOff x="754" y="712"/>
            <a:chExt cx="4860" cy="3296"/>
          </a:xfrm>
        </p:grpSpPr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7DD81D79-F6CB-FBDE-850B-56F843F0C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026"/>
              <a:ext cx="605" cy="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" name="Text Box 112">
              <a:extLst>
                <a:ext uri="{FF2B5EF4-FFF2-40B4-BE49-F238E27FC236}">
                  <a16:creationId xmlns:a16="http://schemas.microsoft.com/office/drawing/2014/main" id="{3B49751A-163D-543E-6B13-4BBCF9E5D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1709"/>
              <a:ext cx="710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根目录文件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</a:t>
              </a:r>
            </a:p>
          </p:txBody>
        </p:sp>
        <p:sp>
          <p:nvSpPr>
            <p:cNvPr id="7" name="Line 128">
              <a:extLst>
                <a:ext uri="{FF2B5EF4-FFF2-40B4-BE49-F238E27FC236}">
                  <a16:creationId xmlns:a16="http://schemas.microsoft.com/office/drawing/2014/main" id="{B740D7A5-D434-12DE-19AF-691D9B609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" y="2165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129">
              <a:extLst>
                <a:ext uri="{FF2B5EF4-FFF2-40B4-BE49-F238E27FC236}">
                  <a16:creationId xmlns:a16="http://schemas.microsoft.com/office/drawing/2014/main" id="{80086DB6-F00E-0CA0-2398-F37BBD00C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" y="2330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130">
              <a:extLst>
                <a:ext uri="{FF2B5EF4-FFF2-40B4-BE49-F238E27FC236}">
                  <a16:creationId xmlns:a16="http://schemas.microsoft.com/office/drawing/2014/main" id="{514AC5F3-9EA5-4237-9282-436C5AD88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" y="2493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57DCFE6E-8541-8340-66E7-C0E42CE6F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1967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" name="Text Box 131">
              <a:extLst>
                <a:ext uri="{FF2B5EF4-FFF2-40B4-BE49-F238E27FC236}">
                  <a16:creationId xmlns:a16="http://schemas.microsoft.com/office/drawing/2014/main" id="{C15A914A-0125-BA09-3A80-864B0692D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" y="2451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2" name="Text Box 133">
              <a:extLst>
                <a:ext uri="{FF2B5EF4-FFF2-40B4-BE49-F238E27FC236}">
                  <a16:creationId xmlns:a16="http://schemas.microsoft.com/office/drawing/2014/main" id="{CA6F776B-679C-9DDE-99A7-F776F7AEC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" y="2115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13" name="Text Box 134">
              <a:extLst>
                <a:ext uri="{FF2B5EF4-FFF2-40B4-BE49-F238E27FC236}">
                  <a16:creationId xmlns:a16="http://schemas.microsoft.com/office/drawing/2014/main" id="{056E3CF8-527E-173D-7F31-D7E08AEA6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" y="2279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i_addr[1]</a:t>
              </a:r>
            </a:p>
          </p:txBody>
        </p:sp>
        <p:grpSp>
          <p:nvGrpSpPr>
            <p:cNvPr id="14" name="Group 184">
              <a:extLst>
                <a:ext uri="{FF2B5EF4-FFF2-40B4-BE49-F238E27FC236}">
                  <a16:creationId xmlns:a16="http://schemas.microsoft.com/office/drawing/2014/main" id="{0222C1C9-0DF4-EFDA-55B8-3DCE673C78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" y="915"/>
              <a:ext cx="710" cy="982"/>
              <a:chOff x="2779" y="798"/>
              <a:chExt cx="710" cy="982"/>
            </a:xfrm>
          </p:grpSpPr>
          <p:sp>
            <p:nvSpPr>
              <p:cNvPr id="115" name="Rectangle 148">
                <a:extLst>
                  <a:ext uri="{FF2B5EF4-FFF2-40B4-BE49-F238E27FC236}">
                    <a16:creationId xmlns:a16="http://schemas.microsoft.com/office/drawing/2014/main" id="{BD1CBCAC-130F-9DD9-4622-0838EAA9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7" y="1115"/>
                <a:ext cx="605" cy="6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16" name="Text Box 150">
                <a:extLst>
                  <a:ext uri="{FF2B5EF4-FFF2-40B4-BE49-F238E27FC236}">
                    <a16:creationId xmlns:a16="http://schemas.microsoft.com/office/drawing/2014/main" id="{09D69FAB-E2A5-8B79-6368-626185D007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" y="798"/>
                <a:ext cx="71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目录文件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</a:t>
                </a:r>
              </a:p>
            </p:txBody>
          </p:sp>
          <p:sp>
            <p:nvSpPr>
              <p:cNvPr id="117" name="Line 151">
                <a:extLst>
                  <a:ext uri="{FF2B5EF4-FFF2-40B4-BE49-F238E27FC236}">
                    <a16:creationId xmlns:a16="http://schemas.microsoft.com/office/drawing/2014/main" id="{8A531779-9BCE-33F3-71EC-940A0FB5A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254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8" name="Line 152">
                <a:extLst>
                  <a:ext uri="{FF2B5EF4-FFF2-40B4-BE49-F238E27FC236}">
                    <a16:creationId xmlns:a16="http://schemas.microsoft.com/office/drawing/2014/main" id="{613AA3BE-C6C3-1284-5B70-9C4CBE15C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1419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9" name="Line 153">
                <a:extLst>
                  <a:ext uri="{FF2B5EF4-FFF2-40B4-BE49-F238E27FC236}">
                    <a16:creationId xmlns:a16="http://schemas.microsoft.com/office/drawing/2014/main" id="{A6F0E09C-6F51-7ED9-766B-20F3B9575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582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0" name="Text Box 154">
                <a:extLst>
                  <a:ext uri="{FF2B5EF4-FFF2-40B4-BE49-F238E27FC236}">
                    <a16:creationId xmlns:a16="http://schemas.microsoft.com/office/drawing/2014/main" id="{FC52E88B-4E63-4AC5-26CC-EAE9D400D0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" y="1056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21" name="Text Box 155">
                <a:extLst>
                  <a:ext uri="{FF2B5EF4-FFF2-40B4-BE49-F238E27FC236}">
                    <a16:creationId xmlns:a16="http://schemas.microsoft.com/office/drawing/2014/main" id="{EF1D0F67-3109-8A3F-1F92-391A8B8A0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" y="15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22" name="Text Box 156">
                <a:extLst>
                  <a:ext uri="{FF2B5EF4-FFF2-40B4-BE49-F238E27FC236}">
                    <a16:creationId xmlns:a16="http://schemas.microsoft.com/office/drawing/2014/main" id="{4FC2E066-34E6-F7B3-9169-D1067E36CC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5" y="1204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i_addr[0]</a:t>
                </a:r>
              </a:p>
            </p:txBody>
          </p:sp>
          <p:sp>
            <p:nvSpPr>
              <p:cNvPr id="123" name="Text Box 157">
                <a:extLst>
                  <a:ext uri="{FF2B5EF4-FFF2-40B4-BE49-F238E27FC236}">
                    <a16:creationId xmlns:a16="http://schemas.microsoft.com/office/drawing/2014/main" id="{338D99CA-F7C5-ED41-2CB4-F0E0095380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2" y="1368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i_addr[1]</a:t>
                </a:r>
              </a:p>
            </p:txBody>
          </p:sp>
        </p:grpSp>
        <p:sp>
          <p:nvSpPr>
            <p:cNvPr id="15" name="Line 183">
              <a:extLst>
                <a:ext uri="{FF2B5EF4-FFF2-40B4-BE49-F238E27FC236}">
                  <a16:creationId xmlns:a16="http://schemas.microsoft.com/office/drawing/2014/main" id="{1E1AEB0C-91CE-F172-6CC8-91446E9D7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5" y="1552"/>
              <a:ext cx="302" cy="7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95">
              <a:extLst>
                <a:ext uri="{FF2B5EF4-FFF2-40B4-BE49-F238E27FC236}">
                  <a16:creationId xmlns:a16="http://schemas.microsoft.com/office/drawing/2014/main" id="{1E2EEBDC-C61B-3139-62D6-E5CCB06F0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023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grpSp>
          <p:nvGrpSpPr>
            <p:cNvPr id="17" name="Group 197">
              <a:extLst>
                <a:ext uri="{FF2B5EF4-FFF2-40B4-BE49-F238E27FC236}">
                  <a16:creationId xmlns:a16="http://schemas.microsoft.com/office/drawing/2014/main" id="{6FE497C7-BD72-656B-9FD5-7476DEA16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6" y="2250"/>
              <a:ext cx="747" cy="1108"/>
              <a:chOff x="2805" y="2133"/>
              <a:chExt cx="747" cy="1108"/>
            </a:xfrm>
          </p:grpSpPr>
          <p:sp>
            <p:nvSpPr>
              <p:cNvPr id="105" name="Rectangle 186">
                <a:extLst>
                  <a:ext uri="{FF2B5EF4-FFF2-40B4-BE49-F238E27FC236}">
                    <a16:creationId xmlns:a16="http://schemas.microsoft.com/office/drawing/2014/main" id="{86C8CF96-1287-984C-900B-21B49FC6E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2450"/>
                <a:ext cx="605" cy="79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06" name="Text Box 187">
                <a:extLst>
                  <a:ext uri="{FF2B5EF4-FFF2-40B4-BE49-F238E27FC236}">
                    <a16:creationId xmlns:a16="http://schemas.microsoft.com/office/drawing/2014/main" id="{34160975-631C-7B2F-139E-2A901EC15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5" y="2133"/>
                <a:ext cx="747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目录文件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</a:t>
                </a:r>
              </a:p>
            </p:txBody>
          </p:sp>
          <p:sp>
            <p:nvSpPr>
              <p:cNvPr id="107" name="Line 188">
                <a:extLst>
                  <a:ext uri="{FF2B5EF4-FFF2-40B4-BE49-F238E27FC236}">
                    <a16:creationId xmlns:a16="http://schemas.microsoft.com/office/drawing/2014/main" id="{7B6A2480-256E-2BCD-4672-475DD0610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9" y="2589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8" name="Line 189">
                <a:extLst>
                  <a:ext uri="{FF2B5EF4-FFF2-40B4-BE49-F238E27FC236}">
                    <a16:creationId xmlns:a16="http://schemas.microsoft.com/office/drawing/2014/main" id="{8A4DEA4C-688C-FD4A-2188-DAB11E8BE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9" y="2754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9" name="Line 190">
                <a:extLst>
                  <a:ext uri="{FF2B5EF4-FFF2-40B4-BE49-F238E27FC236}">
                    <a16:creationId xmlns:a16="http://schemas.microsoft.com/office/drawing/2014/main" id="{4E76B469-E2A5-9F0F-0F3C-85D8A5BE1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9" y="2917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0" name="Text Box 191">
                <a:extLst>
                  <a:ext uri="{FF2B5EF4-FFF2-40B4-BE49-F238E27FC236}">
                    <a16:creationId xmlns:a16="http://schemas.microsoft.com/office/drawing/2014/main" id="{6770B15E-ACD9-01EB-66B1-7702A0F38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3" y="2391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11" name="Text Box 192">
                <a:extLst>
                  <a:ext uri="{FF2B5EF4-FFF2-40B4-BE49-F238E27FC236}">
                    <a16:creationId xmlns:a16="http://schemas.microsoft.com/office/drawing/2014/main" id="{FEF2E356-43A5-9006-7A8B-12278E1A4F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" y="272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12" name="Text Box 193">
                <a:extLst>
                  <a:ext uri="{FF2B5EF4-FFF2-40B4-BE49-F238E27FC236}">
                    <a16:creationId xmlns:a16="http://schemas.microsoft.com/office/drawing/2014/main" id="{D6D9EBDC-F7B8-FCB6-C273-582ED4A771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0" y="2540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i_addr[0]</a:t>
                </a:r>
              </a:p>
            </p:txBody>
          </p:sp>
          <p:sp>
            <p:nvSpPr>
              <p:cNvPr id="113" name="Text Box 194">
                <a:extLst>
                  <a:ext uri="{FF2B5EF4-FFF2-40B4-BE49-F238E27FC236}">
                    <a16:creationId xmlns:a16="http://schemas.microsoft.com/office/drawing/2014/main" id="{C5CB6E17-371A-7CA4-5BD3-5EB32C628A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5" y="2876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i_addr[5]</a:t>
                </a:r>
              </a:p>
            </p:txBody>
          </p:sp>
          <p:sp>
            <p:nvSpPr>
              <p:cNvPr id="114" name="Line 196">
                <a:extLst>
                  <a:ext uri="{FF2B5EF4-FFF2-40B4-BE49-F238E27FC236}">
                    <a16:creationId xmlns:a16="http://schemas.microsoft.com/office/drawing/2014/main" id="{F1090070-9DD5-AF65-2841-35300F1DE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9" y="3082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8" name="Group 287">
              <a:extLst>
                <a:ext uri="{FF2B5EF4-FFF2-40B4-BE49-F238E27FC236}">
                  <a16:creationId xmlns:a16="http://schemas.microsoft.com/office/drawing/2014/main" id="{282F7912-3279-5BCD-64DC-7A00BFC1F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7" y="1233"/>
              <a:ext cx="892" cy="1237"/>
              <a:chOff x="1547" y="1233"/>
              <a:chExt cx="892" cy="1237"/>
            </a:xfrm>
          </p:grpSpPr>
          <p:sp>
            <p:nvSpPr>
              <p:cNvPr id="96" name="Rectangle 137">
                <a:extLst>
                  <a:ext uri="{FF2B5EF4-FFF2-40B4-BE49-F238E27FC236}">
                    <a16:creationId xmlns:a16="http://schemas.microsoft.com/office/drawing/2014/main" id="{2165F098-2C68-221F-525D-934EA4A2D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3" y="1550"/>
                <a:ext cx="605" cy="6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97" name="Text Box 139">
                <a:extLst>
                  <a:ext uri="{FF2B5EF4-FFF2-40B4-BE49-F238E27FC236}">
                    <a16:creationId xmlns:a16="http://schemas.microsoft.com/office/drawing/2014/main" id="{17F7ADE5-03EB-42E7-43AB-D015431DD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7" y="1233"/>
                <a:ext cx="89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根目录文件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文件名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节点号   </a:t>
                </a:r>
              </a:p>
            </p:txBody>
          </p:sp>
          <p:sp>
            <p:nvSpPr>
              <p:cNvPr id="98" name="Line 140">
                <a:extLst>
                  <a:ext uri="{FF2B5EF4-FFF2-40B4-BE49-F238E27FC236}">
                    <a16:creationId xmlns:a16="http://schemas.microsoft.com/office/drawing/2014/main" id="{222294A3-0EF0-DE45-9997-D3FB6B543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9" y="1707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9" name="Line 142">
                <a:extLst>
                  <a:ext uri="{FF2B5EF4-FFF2-40B4-BE49-F238E27FC236}">
                    <a16:creationId xmlns:a16="http://schemas.microsoft.com/office/drawing/2014/main" id="{2B601F00-AF1E-FA78-0C89-0477CF519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9" y="1981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0" name="Text Box 143">
                <a:extLst>
                  <a:ext uri="{FF2B5EF4-FFF2-40B4-BE49-F238E27FC236}">
                    <a16:creationId xmlns:a16="http://schemas.microsoft.com/office/drawing/2014/main" id="{60D2E778-5FD1-9AA0-A1DF-57CEB18ACE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6" y="1719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01" name="Text Box 146">
                <a:extLst>
                  <a:ext uri="{FF2B5EF4-FFF2-40B4-BE49-F238E27FC236}">
                    <a16:creationId xmlns:a16="http://schemas.microsoft.com/office/drawing/2014/main" id="{AADE3931-682D-8782-6AE6-11E675B02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7" y="1493"/>
                <a:ext cx="275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02" name="Line 180">
                <a:extLst>
                  <a:ext uri="{FF2B5EF4-FFF2-40B4-BE49-F238E27FC236}">
                    <a16:creationId xmlns:a16="http://schemas.microsoft.com/office/drawing/2014/main" id="{27DE525E-C6AB-BF88-AE6C-3442A806E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0" y="1552"/>
                <a:ext cx="0" cy="6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3" name="Text Box 181">
                <a:extLst>
                  <a:ext uri="{FF2B5EF4-FFF2-40B4-BE49-F238E27FC236}">
                    <a16:creationId xmlns:a16="http://schemas.microsoft.com/office/drawing/2014/main" id="{CB7C2879-58E0-8E2F-F559-ACA4D4C3B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7" y="1942"/>
                <a:ext cx="275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104" name="Text Box 198">
                <a:extLst>
                  <a:ext uri="{FF2B5EF4-FFF2-40B4-BE49-F238E27FC236}">
                    <a16:creationId xmlns:a16="http://schemas.microsoft.com/office/drawing/2014/main" id="{78125B17-AE00-C3C7-9302-B605A7B1F2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1" y="2256"/>
                <a:ext cx="810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根目录文件</a:t>
                </a:r>
              </a:p>
            </p:txBody>
          </p:sp>
        </p:grpSp>
        <p:sp>
          <p:nvSpPr>
            <p:cNvPr id="19" name="Line 199">
              <a:extLst>
                <a:ext uri="{FF2B5EF4-FFF2-40B4-BE49-F238E27FC236}">
                  <a16:creationId xmlns:a16="http://schemas.microsoft.com/office/drawing/2014/main" id="{040FF6AE-3F94-3424-E73A-548CD95B5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0" y="1223"/>
              <a:ext cx="320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200">
              <a:extLst>
                <a:ext uri="{FF2B5EF4-FFF2-40B4-BE49-F238E27FC236}">
                  <a16:creationId xmlns:a16="http://schemas.microsoft.com/office/drawing/2014/main" id="{F91B1DE4-AD69-9DB4-F31F-E1C7F0C2B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0" y="2083"/>
              <a:ext cx="357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Rectangle 203">
              <a:extLst>
                <a:ext uri="{FF2B5EF4-FFF2-40B4-BE49-F238E27FC236}">
                  <a16:creationId xmlns:a16="http://schemas.microsoft.com/office/drawing/2014/main" id="{DAE51F75-0E74-5DE3-657A-DDDB2EF5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" y="1029"/>
              <a:ext cx="605" cy="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" name="Text Box 204">
              <a:extLst>
                <a:ext uri="{FF2B5EF4-FFF2-40B4-BE49-F238E27FC236}">
                  <a16:creationId xmlns:a16="http://schemas.microsoft.com/office/drawing/2014/main" id="{778935A8-E7C7-58DB-5877-AFC2C1411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3" y="712"/>
              <a:ext cx="929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A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目录文件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文件名 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节点号   </a:t>
              </a:r>
            </a:p>
          </p:txBody>
        </p:sp>
        <p:sp>
          <p:nvSpPr>
            <p:cNvPr id="23" name="Line 205">
              <a:extLst>
                <a:ext uri="{FF2B5EF4-FFF2-40B4-BE49-F238E27FC236}">
                  <a16:creationId xmlns:a16="http://schemas.microsoft.com/office/drawing/2014/main" id="{322AC27B-98E5-BA54-4268-676BAF878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1321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206">
              <a:extLst>
                <a:ext uri="{FF2B5EF4-FFF2-40B4-BE49-F238E27FC236}">
                  <a16:creationId xmlns:a16="http://schemas.microsoft.com/office/drawing/2014/main" id="{28EE44D5-958A-44F7-DED5-7236E6967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1460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207">
              <a:extLst>
                <a:ext uri="{FF2B5EF4-FFF2-40B4-BE49-F238E27FC236}">
                  <a16:creationId xmlns:a16="http://schemas.microsoft.com/office/drawing/2014/main" id="{EACB25D5-3C8B-3F65-4684-89CAFB7FC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2" y="979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26" name="Text Box 208">
              <a:extLst>
                <a:ext uri="{FF2B5EF4-FFF2-40B4-BE49-F238E27FC236}">
                  <a16:creationId xmlns:a16="http://schemas.microsoft.com/office/drawing/2014/main" id="{04677761-6674-70CC-CED8-1B0EC5571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3" y="1110"/>
              <a:ext cx="27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" name="Line 209">
              <a:extLst>
                <a:ext uri="{FF2B5EF4-FFF2-40B4-BE49-F238E27FC236}">
                  <a16:creationId xmlns:a16="http://schemas.microsoft.com/office/drawing/2014/main" id="{9EF37493-68C7-6FF4-F96F-BC7B85138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031"/>
              <a:ext cx="0" cy="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Text Box 210">
              <a:extLst>
                <a:ext uri="{FF2B5EF4-FFF2-40B4-BE49-F238E27FC236}">
                  <a16:creationId xmlns:a16="http://schemas.microsoft.com/office/drawing/2014/main" id="{A9E10C32-209F-552D-DB92-0F5EC67D7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5" y="1421"/>
              <a:ext cx="275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29" name="Line 212">
              <a:extLst>
                <a:ext uri="{FF2B5EF4-FFF2-40B4-BE49-F238E27FC236}">
                  <a16:creationId xmlns:a16="http://schemas.microsoft.com/office/drawing/2014/main" id="{3130EC4D-BC9E-C21E-61D3-87876D9DE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1157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 Box 213">
              <a:extLst>
                <a:ext uri="{FF2B5EF4-FFF2-40B4-BE49-F238E27FC236}">
                  <a16:creationId xmlns:a16="http://schemas.microsoft.com/office/drawing/2014/main" id="{B3CBCD24-F5A4-C8CF-4BC6-43A2F9B55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272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31" name="Line 215">
              <a:extLst>
                <a:ext uri="{FF2B5EF4-FFF2-40B4-BE49-F238E27FC236}">
                  <a16:creationId xmlns:a16="http://schemas.microsoft.com/office/drawing/2014/main" id="{FBF2D8AB-6F9A-1A1B-C178-7A55DD89D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4" y="1021"/>
              <a:ext cx="320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Rectangle 217">
              <a:extLst>
                <a:ext uri="{FF2B5EF4-FFF2-40B4-BE49-F238E27FC236}">
                  <a16:creationId xmlns:a16="http://schemas.microsoft.com/office/drawing/2014/main" id="{7845EEFD-5D57-66B5-B1F7-2624EC67B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143"/>
              <a:ext cx="605" cy="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3" name="Text Box 218">
              <a:extLst>
                <a:ext uri="{FF2B5EF4-FFF2-40B4-BE49-F238E27FC236}">
                  <a16:creationId xmlns:a16="http://schemas.microsoft.com/office/drawing/2014/main" id="{CCBAB7A2-941F-2B76-2A9E-E6EC5D34B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" y="1826"/>
              <a:ext cx="90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A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目录文件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文件名 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节点号   </a:t>
              </a:r>
            </a:p>
          </p:txBody>
        </p:sp>
        <p:sp>
          <p:nvSpPr>
            <p:cNvPr id="34" name="Line 219">
              <a:extLst>
                <a:ext uri="{FF2B5EF4-FFF2-40B4-BE49-F238E27FC236}">
                  <a16:creationId xmlns:a16="http://schemas.microsoft.com/office/drawing/2014/main" id="{48CBECB4-2902-A6DC-F02F-9C8D2C575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2435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Line 220">
              <a:extLst>
                <a:ext uri="{FF2B5EF4-FFF2-40B4-BE49-F238E27FC236}">
                  <a16:creationId xmlns:a16="http://schemas.microsoft.com/office/drawing/2014/main" id="{84020E28-E1BE-FD56-D0EA-7EF5C7A02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2574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Text Box 221">
              <a:extLst>
                <a:ext uri="{FF2B5EF4-FFF2-40B4-BE49-F238E27FC236}">
                  <a16:creationId xmlns:a16="http://schemas.microsoft.com/office/drawing/2014/main" id="{B8F85FAF-2FE8-4EF4-D241-D8DEAEF23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2240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37" name="Text Box 222">
              <a:extLst>
                <a:ext uri="{FF2B5EF4-FFF2-40B4-BE49-F238E27FC236}">
                  <a16:creationId xmlns:a16="http://schemas.microsoft.com/office/drawing/2014/main" id="{93C47F0E-23F6-7E0A-07DC-B635BEB59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2089"/>
              <a:ext cx="34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BX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" name="Line 223">
              <a:extLst>
                <a:ext uri="{FF2B5EF4-FFF2-40B4-BE49-F238E27FC236}">
                  <a16:creationId xmlns:a16="http://schemas.microsoft.com/office/drawing/2014/main" id="{FD0F46E1-B068-856E-5CE0-E697BFC9D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7" y="2145"/>
              <a:ext cx="0" cy="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Text Box 224">
              <a:extLst>
                <a:ext uri="{FF2B5EF4-FFF2-40B4-BE49-F238E27FC236}">
                  <a16:creationId xmlns:a16="http://schemas.microsoft.com/office/drawing/2014/main" id="{D95B93C9-045B-C8A6-78E3-27DB85831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535"/>
              <a:ext cx="393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BX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40" name="Line 225">
              <a:extLst>
                <a:ext uri="{FF2B5EF4-FFF2-40B4-BE49-F238E27FC236}">
                  <a16:creationId xmlns:a16="http://schemas.microsoft.com/office/drawing/2014/main" id="{8DE6ED7E-0E93-9EB5-078E-69CF2EBA5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2271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Text Box 226">
              <a:extLst>
                <a:ext uri="{FF2B5EF4-FFF2-40B4-BE49-F238E27FC236}">
                  <a16:creationId xmlns:a16="http://schemas.microsoft.com/office/drawing/2014/main" id="{8C3BA8D1-5378-4FD4-7A58-CB64B5F62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0" y="2386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2" name="Text Box 227">
              <a:extLst>
                <a:ext uri="{FF2B5EF4-FFF2-40B4-BE49-F238E27FC236}">
                  <a16:creationId xmlns:a16="http://schemas.microsoft.com/office/drawing/2014/main" id="{9D414C82-E86A-24EC-D005-F6BFEA49F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" y="1658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3" name="Line 228">
              <a:extLst>
                <a:ext uri="{FF2B5EF4-FFF2-40B4-BE49-F238E27FC236}">
                  <a16:creationId xmlns:a16="http://schemas.microsoft.com/office/drawing/2014/main" id="{271BAA97-7176-49F8-7464-636F8FCEB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" y="1635"/>
              <a:ext cx="320" cy="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Line 229">
              <a:extLst>
                <a:ext uri="{FF2B5EF4-FFF2-40B4-BE49-F238E27FC236}">
                  <a16:creationId xmlns:a16="http://schemas.microsoft.com/office/drawing/2014/main" id="{50B5490E-33B8-7C15-391F-C1F4219D7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2440"/>
              <a:ext cx="357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Text Box 230">
              <a:extLst>
                <a:ext uri="{FF2B5EF4-FFF2-40B4-BE49-F238E27FC236}">
                  <a16:creationId xmlns:a16="http://schemas.microsoft.com/office/drawing/2014/main" id="{166CECD5-41DA-0DBC-63B3-CE3C2868C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2958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231">
              <a:extLst>
                <a:ext uri="{FF2B5EF4-FFF2-40B4-BE49-F238E27FC236}">
                  <a16:creationId xmlns:a16="http://schemas.microsoft.com/office/drawing/2014/main" id="{E9D5A0EB-B38D-BC70-925A-3C14E5163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1" y="3316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232">
              <a:extLst>
                <a:ext uri="{FF2B5EF4-FFF2-40B4-BE49-F238E27FC236}">
                  <a16:creationId xmlns:a16="http://schemas.microsoft.com/office/drawing/2014/main" id="{FED631DF-6522-655A-D495-8AC674388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8" y="3121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48" name="Line 233">
              <a:extLst>
                <a:ext uri="{FF2B5EF4-FFF2-40B4-BE49-F238E27FC236}">
                  <a16:creationId xmlns:a16="http://schemas.microsoft.com/office/drawing/2014/main" id="{7C65C964-D377-3846-5566-EB3D005B5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787"/>
              <a:ext cx="301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Line 234">
              <a:extLst>
                <a:ext uri="{FF2B5EF4-FFF2-40B4-BE49-F238E27FC236}">
                  <a16:creationId xmlns:a16="http://schemas.microsoft.com/office/drawing/2014/main" id="{3EF8AA4B-13AA-7999-F602-E53DC5AEA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3144"/>
              <a:ext cx="301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50" name="Group 235">
              <a:extLst>
                <a:ext uri="{FF2B5EF4-FFF2-40B4-BE49-F238E27FC236}">
                  <a16:creationId xmlns:a16="http://schemas.microsoft.com/office/drawing/2014/main" id="{A645BB31-959B-7BE9-E797-76DBFC8974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3" y="713"/>
              <a:ext cx="710" cy="982"/>
              <a:chOff x="2779" y="798"/>
              <a:chExt cx="710" cy="982"/>
            </a:xfrm>
          </p:grpSpPr>
          <p:sp>
            <p:nvSpPr>
              <p:cNvPr id="87" name="Rectangle 236">
                <a:extLst>
                  <a:ext uri="{FF2B5EF4-FFF2-40B4-BE49-F238E27FC236}">
                    <a16:creationId xmlns:a16="http://schemas.microsoft.com/office/drawing/2014/main" id="{1F8FB360-B90C-8D40-BF66-93A5EDF09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7" y="1115"/>
                <a:ext cx="605" cy="6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88" name="Text Box 237">
                <a:extLst>
                  <a:ext uri="{FF2B5EF4-FFF2-40B4-BE49-F238E27FC236}">
                    <a16:creationId xmlns:a16="http://schemas.microsoft.com/office/drawing/2014/main" id="{4671886A-7B69-D86F-3DBE-0D94D7CC2C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" y="798"/>
                <a:ext cx="71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数据文件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</a:t>
                </a:r>
              </a:p>
            </p:txBody>
          </p:sp>
          <p:sp>
            <p:nvSpPr>
              <p:cNvPr id="89" name="Line 238">
                <a:extLst>
                  <a:ext uri="{FF2B5EF4-FFF2-40B4-BE49-F238E27FC236}">
                    <a16:creationId xmlns:a16="http://schemas.microsoft.com/office/drawing/2014/main" id="{A2C03155-9E3A-8B6A-06F7-3FF05C661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254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0" name="Line 239">
                <a:extLst>
                  <a:ext uri="{FF2B5EF4-FFF2-40B4-BE49-F238E27FC236}">
                    <a16:creationId xmlns:a16="http://schemas.microsoft.com/office/drawing/2014/main" id="{22AD7377-C759-7136-3DB5-5ABD9216F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1419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1" name="Line 240">
                <a:extLst>
                  <a:ext uri="{FF2B5EF4-FFF2-40B4-BE49-F238E27FC236}">
                    <a16:creationId xmlns:a16="http://schemas.microsoft.com/office/drawing/2014/main" id="{4E14E375-7B12-A37A-AB25-5F03111D2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582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2" name="Text Box 241">
                <a:extLst>
                  <a:ext uri="{FF2B5EF4-FFF2-40B4-BE49-F238E27FC236}">
                    <a16:creationId xmlns:a16="http://schemas.microsoft.com/office/drawing/2014/main" id="{CB3E9F3F-76A0-AA5D-6EB6-6242577DE0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" y="1056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93" name="Text Box 242">
                <a:extLst>
                  <a:ext uri="{FF2B5EF4-FFF2-40B4-BE49-F238E27FC236}">
                    <a16:creationId xmlns:a16="http://schemas.microsoft.com/office/drawing/2014/main" id="{DEE88B70-5291-22A7-91E3-085EA0A42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7" y="1540"/>
                <a:ext cx="24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94" name="Text Box 243">
                <a:extLst>
                  <a:ext uri="{FF2B5EF4-FFF2-40B4-BE49-F238E27FC236}">
                    <a16:creationId xmlns:a16="http://schemas.microsoft.com/office/drawing/2014/main" id="{02796482-22AC-0E34-06DB-79A7FECF2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5" y="1204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i_addr[0]</a:t>
                </a:r>
              </a:p>
            </p:txBody>
          </p:sp>
          <p:sp>
            <p:nvSpPr>
              <p:cNvPr id="95" name="Text Box 244">
                <a:extLst>
                  <a:ext uri="{FF2B5EF4-FFF2-40B4-BE49-F238E27FC236}">
                    <a16:creationId xmlns:a16="http://schemas.microsoft.com/office/drawing/2014/main" id="{8069010E-677A-AA11-AC42-8BA95E9C8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2" y="1368"/>
                <a:ext cx="567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i_addr[1]</a:t>
                </a:r>
              </a:p>
            </p:txBody>
          </p:sp>
        </p:grpSp>
        <p:sp>
          <p:nvSpPr>
            <p:cNvPr id="51" name="Line 245">
              <a:extLst>
                <a:ext uri="{FF2B5EF4-FFF2-40B4-BE49-F238E27FC236}">
                  <a16:creationId xmlns:a16="http://schemas.microsoft.com/office/drawing/2014/main" id="{0DEFFEF6-165B-4C0C-8ADC-214424002A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021"/>
              <a:ext cx="256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Text Box 246">
              <a:extLst>
                <a:ext uri="{FF2B5EF4-FFF2-40B4-BE49-F238E27FC236}">
                  <a16:creationId xmlns:a16="http://schemas.microsoft.com/office/drawing/2014/main" id="{7AA59B9D-B025-7038-D2A5-2B73EE5C3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" y="1102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Text Box 247">
              <a:extLst>
                <a:ext uri="{FF2B5EF4-FFF2-40B4-BE49-F238E27FC236}">
                  <a16:creationId xmlns:a16="http://schemas.microsoft.com/office/drawing/2014/main" id="{D5FA336B-46B8-79A4-B1EE-79720790A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" y="1422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Line 248">
              <a:extLst>
                <a:ext uri="{FF2B5EF4-FFF2-40B4-BE49-F238E27FC236}">
                  <a16:creationId xmlns:a16="http://schemas.microsoft.com/office/drawing/2014/main" id="{98694BB3-5151-3D47-4A93-300B58F89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4" y="1103"/>
              <a:ext cx="192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250">
              <a:extLst>
                <a:ext uri="{FF2B5EF4-FFF2-40B4-BE49-F238E27FC236}">
                  <a16:creationId xmlns:a16="http://schemas.microsoft.com/office/drawing/2014/main" id="{636665EA-41F4-4A83-A286-8D14CF241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6" y="142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261">
              <a:extLst>
                <a:ext uri="{FF2B5EF4-FFF2-40B4-BE49-F238E27FC236}">
                  <a16:creationId xmlns:a16="http://schemas.microsoft.com/office/drawing/2014/main" id="{10E277A1-B0DC-A2BD-2AC7-114E841BE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6" y="1543"/>
              <a:ext cx="265" cy="6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262">
              <a:extLst>
                <a:ext uri="{FF2B5EF4-FFF2-40B4-BE49-F238E27FC236}">
                  <a16:creationId xmlns:a16="http://schemas.microsoft.com/office/drawing/2014/main" id="{9E62F7DD-2A0E-5F7F-6F74-21DB3B0FF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4" y="2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Text Box 264">
              <a:extLst>
                <a:ext uri="{FF2B5EF4-FFF2-40B4-BE49-F238E27FC236}">
                  <a16:creationId xmlns:a16="http://schemas.microsoft.com/office/drawing/2014/main" id="{A6E5CDE9-B6AA-7BC6-1FAA-F919AD33B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" y="2209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265">
              <a:extLst>
                <a:ext uri="{FF2B5EF4-FFF2-40B4-BE49-F238E27FC236}">
                  <a16:creationId xmlns:a16="http://schemas.microsoft.com/office/drawing/2014/main" id="{F1C28E77-E327-DC08-81E9-FE1AA7553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" y="2637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252">
              <a:extLst>
                <a:ext uri="{FF2B5EF4-FFF2-40B4-BE49-F238E27FC236}">
                  <a16:creationId xmlns:a16="http://schemas.microsoft.com/office/drawing/2014/main" id="{F8AC7E5E-77C9-B108-ACC9-395E716CF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" y="2139"/>
              <a:ext cx="605" cy="7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" name="Text Box 253">
              <a:extLst>
                <a:ext uri="{FF2B5EF4-FFF2-40B4-BE49-F238E27FC236}">
                  <a16:creationId xmlns:a16="http://schemas.microsoft.com/office/drawing/2014/main" id="{528A9F32-4810-DCDD-3BA6-15A27E5F0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" y="1822"/>
              <a:ext cx="75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B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31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,BX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数据  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文件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</a:t>
              </a:r>
            </a:p>
          </p:txBody>
        </p:sp>
        <p:sp>
          <p:nvSpPr>
            <p:cNvPr id="62" name="Line 254">
              <a:extLst>
                <a:ext uri="{FF2B5EF4-FFF2-40B4-BE49-F238E27FC236}">
                  <a16:creationId xmlns:a16="http://schemas.microsoft.com/office/drawing/2014/main" id="{1E4C7CC3-BEB6-0010-827A-FD6E9683B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" y="2278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" name="Line 255">
              <a:extLst>
                <a:ext uri="{FF2B5EF4-FFF2-40B4-BE49-F238E27FC236}">
                  <a16:creationId xmlns:a16="http://schemas.microsoft.com/office/drawing/2014/main" id="{3424CC25-70EB-F741-812E-2C20DA4A9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2443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4" name="Line 256">
              <a:extLst>
                <a:ext uri="{FF2B5EF4-FFF2-40B4-BE49-F238E27FC236}">
                  <a16:creationId xmlns:a16="http://schemas.microsoft.com/office/drawing/2014/main" id="{25703223-7E14-1B31-C2EB-5143A19B4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" y="2588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" name="Text Box 257">
              <a:extLst>
                <a:ext uri="{FF2B5EF4-FFF2-40B4-BE49-F238E27FC236}">
                  <a16:creationId xmlns:a16="http://schemas.microsoft.com/office/drawing/2014/main" id="{14724C73-3243-743D-8478-8AA3A5E9B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2080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66" name="Text Box 258">
              <a:extLst>
                <a:ext uri="{FF2B5EF4-FFF2-40B4-BE49-F238E27FC236}">
                  <a16:creationId xmlns:a16="http://schemas.microsoft.com/office/drawing/2014/main" id="{1BDFDB76-193B-6EA4-8D50-590F1FF24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2393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67" name="Text Box 259">
              <a:extLst>
                <a:ext uri="{FF2B5EF4-FFF2-40B4-BE49-F238E27FC236}">
                  <a16:creationId xmlns:a16="http://schemas.microsoft.com/office/drawing/2014/main" id="{C713AC2A-B3A0-2F09-CB91-539D4E939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9" y="2228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68" name="Text Box 260">
              <a:extLst>
                <a:ext uri="{FF2B5EF4-FFF2-40B4-BE49-F238E27FC236}">
                  <a16:creationId xmlns:a16="http://schemas.microsoft.com/office/drawing/2014/main" id="{A8AD1C52-4B6B-745B-7722-0D04C9B9A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" y="2539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i_addr[6]</a:t>
              </a:r>
            </a:p>
          </p:txBody>
        </p:sp>
        <p:sp>
          <p:nvSpPr>
            <p:cNvPr id="69" name="Text Box 263">
              <a:extLst>
                <a:ext uri="{FF2B5EF4-FFF2-40B4-BE49-F238E27FC236}">
                  <a16:creationId xmlns:a16="http://schemas.microsoft.com/office/drawing/2014/main" id="{C21A71BF-F0FA-B0E7-E234-BA78D8BBD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7" y="1657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0" name="Line 266">
              <a:extLst>
                <a:ext uri="{FF2B5EF4-FFF2-40B4-BE49-F238E27FC236}">
                  <a16:creationId xmlns:a16="http://schemas.microsoft.com/office/drawing/2014/main" id="{E818677A-B6C2-5AFF-FD56-A15335653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743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Line 267">
              <a:extLst>
                <a:ext uri="{FF2B5EF4-FFF2-40B4-BE49-F238E27FC236}">
                  <a16:creationId xmlns:a16="http://schemas.microsoft.com/office/drawing/2014/main" id="{543E822E-DE21-67E7-DE21-15CE57DFA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4" y="2200"/>
              <a:ext cx="192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Line 268">
              <a:extLst>
                <a:ext uri="{FF2B5EF4-FFF2-40B4-BE49-F238E27FC236}">
                  <a16:creationId xmlns:a16="http://schemas.microsoft.com/office/drawing/2014/main" id="{73F02008-9AFF-E22C-5CA0-61E6925E1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5" y="2640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Rectangle 271">
              <a:extLst>
                <a:ext uri="{FF2B5EF4-FFF2-40B4-BE49-F238E27FC236}">
                  <a16:creationId xmlns:a16="http://schemas.microsoft.com/office/drawing/2014/main" id="{58150C22-55D6-3C99-683C-CE64BC5B4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" y="3365"/>
              <a:ext cx="605" cy="4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74" name="Text Box 272">
              <a:extLst>
                <a:ext uri="{FF2B5EF4-FFF2-40B4-BE49-F238E27FC236}">
                  <a16:creationId xmlns:a16="http://schemas.microsoft.com/office/drawing/2014/main" id="{C582CD13-DEC9-92DE-CB5E-75FA8CC4B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4" y="3048"/>
              <a:ext cx="71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BX</a:t>
              </a:r>
              <a:r>
                <a:rPr lang="en-US" altLang="zh-CN" sz="14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31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</a:t>
              </a:r>
            </a:p>
          </p:txBody>
        </p:sp>
        <p:sp>
          <p:nvSpPr>
            <p:cNvPr id="75" name="Line 273">
              <a:extLst>
                <a:ext uri="{FF2B5EF4-FFF2-40B4-BE49-F238E27FC236}">
                  <a16:creationId xmlns:a16="http://schemas.microsoft.com/office/drawing/2014/main" id="{4B7E2485-BEEF-9393-435F-A5EC9972B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3504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274">
              <a:extLst>
                <a:ext uri="{FF2B5EF4-FFF2-40B4-BE49-F238E27FC236}">
                  <a16:creationId xmlns:a16="http://schemas.microsoft.com/office/drawing/2014/main" id="{EEBFA2D4-2551-218A-43D7-E55D856DA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669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Text Box 276">
              <a:extLst>
                <a:ext uri="{FF2B5EF4-FFF2-40B4-BE49-F238E27FC236}">
                  <a16:creationId xmlns:a16="http://schemas.microsoft.com/office/drawing/2014/main" id="{B026F3F3-6354-27F9-6117-0B22FAB92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" y="3306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8" name="Text Box 277">
              <a:extLst>
                <a:ext uri="{FF2B5EF4-FFF2-40B4-BE49-F238E27FC236}">
                  <a16:creationId xmlns:a16="http://schemas.microsoft.com/office/drawing/2014/main" id="{91A4CBC1-3EB8-1F6D-E6D2-694E46DFC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" y="3646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79" name="Text Box 278">
              <a:extLst>
                <a:ext uri="{FF2B5EF4-FFF2-40B4-BE49-F238E27FC236}">
                  <a16:creationId xmlns:a16="http://schemas.microsoft.com/office/drawing/2014/main" id="{65EBCA6D-4B7C-5DE0-0E36-971BEDE8E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3454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80" name="Text Box 280">
              <a:extLst>
                <a:ext uri="{FF2B5EF4-FFF2-40B4-BE49-F238E27FC236}">
                  <a16:creationId xmlns:a16="http://schemas.microsoft.com/office/drawing/2014/main" id="{1D3750D3-7245-E912-990D-9A90C616E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8" y="2883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81" name="Text Box 282">
              <a:extLst>
                <a:ext uri="{FF2B5EF4-FFF2-40B4-BE49-F238E27FC236}">
                  <a16:creationId xmlns:a16="http://schemas.microsoft.com/office/drawing/2014/main" id="{8C9B7AD6-B95E-5FA9-5183-D33841B18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" y="3541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Line 283">
              <a:extLst>
                <a:ext uri="{FF2B5EF4-FFF2-40B4-BE49-F238E27FC236}">
                  <a16:creationId xmlns:a16="http://schemas.microsoft.com/office/drawing/2014/main" id="{F2F8CB1D-9C7E-E874-F22B-05F9D8F4E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6" y="3545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284">
              <a:extLst>
                <a:ext uri="{FF2B5EF4-FFF2-40B4-BE49-F238E27FC236}">
                  <a16:creationId xmlns:a16="http://schemas.microsoft.com/office/drawing/2014/main" id="{14F94F1F-CF74-F84E-ED9C-9549E976D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3" y="2668"/>
              <a:ext cx="246" cy="7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Text Box 286">
              <a:extLst>
                <a:ext uri="{FF2B5EF4-FFF2-40B4-BE49-F238E27FC236}">
                  <a16:creationId xmlns:a16="http://schemas.microsoft.com/office/drawing/2014/main" id="{F4765285-6B84-B405-E495-7ED9AD8D4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9" y="3796"/>
              <a:ext cx="13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UNIX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树型</a:t>
              </a:r>
              <a:r>
                <a:rPr lang="zh-CN" altLang="en-US" sz="1600" dirty="0">
                  <a:solidFill>
                    <a:schemeClr val="tx1"/>
                  </a:solidFill>
                </a:rPr>
                <a:t>目录结构</a:t>
              </a:r>
            </a:p>
          </p:txBody>
        </p:sp>
        <p:sp>
          <p:nvSpPr>
            <p:cNvPr id="85" name="Text Box 291">
              <a:extLst>
                <a:ext uri="{FF2B5EF4-FFF2-40B4-BE49-F238E27FC236}">
                  <a16:creationId xmlns:a16="http://schemas.microsoft.com/office/drawing/2014/main" id="{F1D33288-EFC6-3124-DC8B-3C82A9E70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2" y="877"/>
              <a:ext cx="48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</a:t>
              </a:r>
            </a:p>
          </p:txBody>
        </p:sp>
        <p:sp>
          <p:nvSpPr>
            <p:cNvPr id="86" name="Text Box 293">
              <a:extLst>
                <a:ext uri="{FF2B5EF4-FFF2-40B4-BE49-F238E27FC236}">
                  <a16:creationId xmlns:a16="http://schemas.microsoft.com/office/drawing/2014/main" id="{B3EF4107-3DD7-3C75-98CF-8BA2433C9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3501"/>
              <a:ext cx="48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磁盘块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6689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E85A16A-0E54-ACF5-12D2-D8731114E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56615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文件目录结构中的勾链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5F2564-2979-F714-F528-85A5ACE39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472" y="1474604"/>
            <a:ext cx="9967072" cy="282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60000"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UNIX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文件目录结构中带有交叉勾链。用户可以用不同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的文件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路径名共享一个文件。</a:t>
            </a:r>
          </a:p>
          <a:p>
            <a:pPr marL="360000"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勾链在用户看来是为一个已存在的文件另起一个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路径名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  <a:p>
            <a:pPr marL="360000"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勾链的结果表现为一个文件由多个目录项所指向。</a:t>
            </a:r>
          </a:p>
          <a:p>
            <a:pPr marL="360000"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UNIX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只允许对非目录文件实行勾链。 </a:t>
            </a:r>
          </a:p>
        </p:txBody>
      </p:sp>
    </p:spTree>
    <p:extLst>
      <p:ext uri="{BB962C8B-B14F-4D97-AF65-F5344CB8AC3E}">
        <p14:creationId xmlns:p14="http://schemas.microsoft.com/office/powerpoint/2010/main" val="29357664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8E80DF-F781-C882-B508-F0177854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19" y="1000511"/>
            <a:ext cx="958841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例：一个文件有两个名字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/a/b/file1       /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c/d/file2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两个文件的目录项同时指向一个数据文件</a:t>
            </a:r>
            <a:r>
              <a:rPr lang="en-US" altLang="zh-CN" sz="2400" b="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节点，如下图所示。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51">
            <a:extLst>
              <a:ext uri="{FF2B5EF4-FFF2-40B4-BE49-F238E27FC236}">
                <a16:creationId xmlns:a16="http://schemas.microsoft.com/office/drawing/2014/main" id="{C60FB5D4-E64F-C0CA-6CBF-FCE113F34AAF}"/>
              </a:ext>
            </a:extLst>
          </p:cNvPr>
          <p:cNvGrpSpPr>
            <a:grpSpLocks/>
          </p:cNvGrpSpPr>
          <p:nvPr/>
        </p:nvGrpSpPr>
        <p:grpSpPr bwMode="auto">
          <a:xfrm>
            <a:off x="3479245" y="2535306"/>
            <a:ext cx="4970463" cy="3122612"/>
            <a:chOff x="821" y="1710"/>
            <a:chExt cx="3131" cy="1967"/>
          </a:xfrm>
        </p:grpSpPr>
        <p:grpSp>
          <p:nvGrpSpPr>
            <p:cNvPr id="5" name="Group 139">
              <a:extLst>
                <a:ext uri="{FF2B5EF4-FFF2-40B4-BE49-F238E27FC236}">
                  <a16:creationId xmlns:a16="http://schemas.microsoft.com/office/drawing/2014/main" id="{129F922B-A445-B989-5595-06DA2E27B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" y="1710"/>
              <a:ext cx="1292" cy="952"/>
              <a:chOff x="830" y="1710"/>
              <a:chExt cx="1292" cy="952"/>
            </a:xfrm>
          </p:grpSpPr>
          <p:sp>
            <p:nvSpPr>
              <p:cNvPr id="35" name="Rectangle 40">
                <a:extLst>
                  <a:ext uri="{FF2B5EF4-FFF2-40B4-BE49-F238E27FC236}">
                    <a16:creationId xmlns:a16="http://schemas.microsoft.com/office/drawing/2014/main" id="{9C6C659F-FFF8-3C57-20AA-60F083D55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2" y="2045"/>
                <a:ext cx="605" cy="6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36" name="Text Box 41">
                <a:extLst>
                  <a:ext uri="{FF2B5EF4-FFF2-40B4-BE49-F238E27FC236}">
                    <a16:creationId xmlns:a16="http://schemas.microsoft.com/office/drawing/2014/main" id="{4E524F16-0771-5A94-FED3-438561AEE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4" y="1710"/>
                <a:ext cx="938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目录文件</a:t>
                </a:r>
                <a:r>
                  <a:rPr lang="en-US" altLang="zh-CN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/a/b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文件名 </a:t>
                </a:r>
                <a:r>
                  <a:rPr lang="en-US" altLang="zh-CN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节点号  </a:t>
                </a:r>
              </a:p>
            </p:txBody>
          </p:sp>
          <p:sp>
            <p:nvSpPr>
              <p:cNvPr id="37" name="Line 42">
                <a:extLst>
                  <a:ext uri="{FF2B5EF4-FFF2-40B4-BE49-F238E27FC236}">
                    <a16:creationId xmlns:a16="http://schemas.microsoft.com/office/drawing/2014/main" id="{DF7C0681-BA9B-7786-4042-C924369099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2229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Line 43">
                <a:extLst>
                  <a:ext uri="{FF2B5EF4-FFF2-40B4-BE49-F238E27FC236}">
                    <a16:creationId xmlns:a16="http://schemas.microsoft.com/office/drawing/2014/main" id="{DF00DC57-53FC-6FFA-BEA5-FB9B36799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2422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Text Box 45">
                <a:extLst>
                  <a:ext uri="{FF2B5EF4-FFF2-40B4-BE49-F238E27FC236}">
                    <a16:creationId xmlns:a16="http://schemas.microsoft.com/office/drawing/2014/main" id="{5B6F1132-C1A0-2B09-1697-5BB15164F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2199"/>
                <a:ext cx="34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file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0" name="Line 46">
                <a:extLst>
                  <a:ext uri="{FF2B5EF4-FFF2-40B4-BE49-F238E27FC236}">
                    <a16:creationId xmlns:a16="http://schemas.microsoft.com/office/drawing/2014/main" id="{AA6E331B-0DC5-793F-7976-8B58F0307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9" y="2229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1" name="Text Box 48">
                <a:extLst>
                  <a:ext uri="{FF2B5EF4-FFF2-40B4-BE49-F238E27FC236}">
                    <a16:creationId xmlns:a16="http://schemas.microsoft.com/office/drawing/2014/main" id="{0ACCBE31-5E40-0166-7DD3-49CCB06143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" y="2238"/>
                <a:ext cx="51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目录项</a:t>
                </a:r>
              </a:p>
            </p:txBody>
          </p:sp>
        </p:grpSp>
        <p:sp>
          <p:nvSpPr>
            <p:cNvPr id="6" name="Line 49">
              <a:extLst>
                <a:ext uri="{FF2B5EF4-FFF2-40B4-BE49-F238E27FC236}">
                  <a16:creationId xmlns:a16="http://schemas.microsoft.com/office/drawing/2014/main" id="{A70DEC7F-9006-4295-D3CA-DD9EEAA17C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9" y="2053"/>
              <a:ext cx="411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BB689FFC-986D-2D1E-06F8-26DD3D19E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051"/>
              <a:ext cx="715" cy="136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BA3E45D3-946E-DF29-B8F5-965F6837E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1862"/>
              <a:ext cx="43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节点</a:t>
              </a:r>
            </a:p>
          </p:txBody>
        </p:sp>
        <p:sp>
          <p:nvSpPr>
            <p:cNvPr id="9" name="Text Box 22">
              <a:extLst>
                <a:ext uri="{FF2B5EF4-FFF2-40B4-BE49-F238E27FC236}">
                  <a16:creationId xmlns:a16="http://schemas.microsoft.com/office/drawing/2014/main" id="{B405665B-6105-9E47-22AF-0DF0ABB89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2019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0" name="Text Box 24">
              <a:extLst>
                <a:ext uri="{FF2B5EF4-FFF2-40B4-BE49-F238E27FC236}">
                  <a16:creationId xmlns:a16="http://schemas.microsoft.com/office/drawing/2014/main" id="{ECEEB0D7-3CD2-6F76-7938-3CEC6BC75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1" y="2169"/>
              <a:ext cx="614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i_nlink</a:t>
              </a: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: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262B6B83-B895-C545-7961-822E8602D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7" y="2972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i_addr[5]</a:t>
              </a:r>
            </a:p>
          </p:txBody>
        </p:sp>
        <p:sp>
          <p:nvSpPr>
            <p:cNvPr id="12" name="Line 94">
              <a:extLst>
                <a:ext uri="{FF2B5EF4-FFF2-40B4-BE49-F238E27FC236}">
                  <a16:creationId xmlns:a16="http://schemas.microsoft.com/office/drawing/2014/main" id="{2440284F-CE22-C23A-B6BF-87BCE47D0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3" y="2536"/>
              <a:ext cx="43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95">
              <a:extLst>
                <a:ext uri="{FF2B5EF4-FFF2-40B4-BE49-F238E27FC236}">
                  <a16:creationId xmlns:a16="http://schemas.microsoft.com/office/drawing/2014/main" id="{5EDF0718-802F-539F-255B-78DFA3FEA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3" y="3075"/>
              <a:ext cx="4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127">
              <a:extLst>
                <a:ext uri="{FF2B5EF4-FFF2-40B4-BE49-F238E27FC236}">
                  <a16:creationId xmlns:a16="http://schemas.microsoft.com/office/drawing/2014/main" id="{F947B13E-1D78-74A5-37DE-39EB070BF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2782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Line 128">
              <a:extLst>
                <a:ext uri="{FF2B5EF4-FFF2-40B4-BE49-F238E27FC236}">
                  <a16:creationId xmlns:a16="http://schemas.microsoft.com/office/drawing/2014/main" id="{C75961D8-3A9F-8806-D214-56574E065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2992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129">
              <a:extLst>
                <a:ext uri="{FF2B5EF4-FFF2-40B4-BE49-F238E27FC236}">
                  <a16:creationId xmlns:a16="http://schemas.microsoft.com/office/drawing/2014/main" id="{4E1822D2-72E7-7497-1BBF-DBB64BF92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2581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130">
              <a:extLst>
                <a:ext uri="{FF2B5EF4-FFF2-40B4-BE49-F238E27FC236}">
                  <a16:creationId xmlns:a16="http://schemas.microsoft.com/office/drawing/2014/main" id="{310126BC-09C8-1DD2-8DD2-5E765BC55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217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131">
              <a:extLst>
                <a:ext uri="{FF2B5EF4-FFF2-40B4-BE49-F238E27FC236}">
                  <a16:creationId xmlns:a16="http://schemas.microsoft.com/office/drawing/2014/main" id="{2E9FFF9A-14A3-0222-862B-6E0176B1D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2390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 Box 132">
              <a:extLst>
                <a:ext uri="{FF2B5EF4-FFF2-40B4-BE49-F238E27FC236}">
                  <a16:creationId xmlns:a16="http://schemas.microsoft.com/office/drawing/2014/main" id="{73163808-9774-72A1-65B6-126EE8D0A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1" y="2375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20" name="Text Box 133">
              <a:extLst>
                <a:ext uri="{FF2B5EF4-FFF2-40B4-BE49-F238E27FC236}">
                  <a16:creationId xmlns:a16="http://schemas.microsoft.com/office/drawing/2014/main" id="{13EFAA26-8C37-913B-82B4-247A82E5B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" y="2777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21" name="Text Box 135">
              <a:extLst>
                <a:ext uri="{FF2B5EF4-FFF2-40B4-BE49-F238E27FC236}">
                  <a16:creationId xmlns:a16="http://schemas.microsoft.com/office/drawing/2014/main" id="{A31B3BED-9C97-7DBE-7E78-B7D072382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9" y="2551"/>
              <a:ext cx="56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i_addr[0]</a:t>
              </a:r>
            </a:p>
          </p:txBody>
        </p:sp>
        <p:sp>
          <p:nvSpPr>
            <p:cNvPr id="22" name="Line 136">
              <a:extLst>
                <a:ext uri="{FF2B5EF4-FFF2-40B4-BE49-F238E27FC236}">
                  <a16:creationId xmlns:a16="http://schemas.microsoft.com/office/drawing/2014/main" id="{37BEB81E-963A-7B91-01EB-1F33A7425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3202"/>
              <a:ext cx="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Box 137">
              <a:extLst>
                <a:ext uri="{FF2B5EF4-FFF2-40B4-BE49-F238E27FC236}">
                  <a16:creationId xmlns:a16="http://schemas.microsoft.com/office/drawing/2014/main" id="{9F7681F7-48AF-27C0-3629-9DC98FB70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2533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138">
              <a:extLst>
                <a:ext uri="{FF2B5EF4-FFF2-40B4-BE49-F238E27FC236}">
                  <a16:creationId xmlns:a16="http://schemas.microsoft.com/office/drawing/2014/main" id="{74EFAD23-9C8B-AA97-C21C-D8AAD329A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3072"/>
              <a:ext cx="375" cy="1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5" name="Group 140">
              <a:extLst>
                <a:ext uri="{FF2B5EF4-FFF2-40B4-BE49-F238E27FC236}">
                  <a16:creationId xmlns:a16="http://schemas.microsoft.com/office/drawing/2014/main" id="{1632B90B-A759-CDD2-EE60-551C5B49C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2725"/>
              <a:ext cx="1292" cy="952"/>
              <a:chOff x="830" y="1710"/>
              <a:chExt cx="1292" cy="952"/>
            </a:xfrm>
          </p:grpSpPr>
          <p:sp>
            <p:nvSpPr>
              <p:cNvPr id="28" name="Rectangle 141">
                <a:extLst>
                  <a:ext uri="{FF2B5EF4-FFF2-40B4-BE49-F238E27FC236}">
                    <a16:creationId xmlns:a16="http://schemas.microsoft.com/office/drawing/2014/main" id="{3327B7B0-6ABB-D38C-4AA8-7EADFB1DA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2" y="2045"/>
                <a:ext cx="605" cy="6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29" name="Text Box 142">
                <a:extLst>
                  <a:ext uri="{FF2B5EF4-FFF2-40B4-BE49-F238E27FC236}">
                    <a16:creationId xmlns:a16="http://schemas.microsoft.com/office/drawing/2014/main" id="{C19986CD-C46B-F2CB-CDEC-6EFEA3956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4" y="1710"/>
                <a:ext cx="938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目录文件</a:t>
                </a:r>
                <a:r>
                  <a:rPr lang="en-US" altLang="zh-CN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/c/d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文件名 </a:t>
                </a:r>
                <a:r>
                  <a:rPr lang="en-US" altLang="zh-CN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</a:t>
                </a: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节点号  </a:t>
                </a:r>
              </a:p>
            </p:txBody>
          </p:sp>
          <p:sp>
            <p:nvSpPr>
              <p:cNvPr id="30" name="Line 143">
                <a:extLst>
                  <a:ext uri="{FF2B5EF4-FFF2-40B4-BE49-F238E27FC236}">
                    <a16:creationId xmlns:a16="http://schemas.microsoft.com/office/drawing/2014/main" id="{210E473B-684F-CC3B-D919-D35F31897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2229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Line 144">
                <a:extLst>
                  <a:ext uri="{FF2B5EF4-FFF2-40B4-BE49-F238E27FC236}">
                    <a16:creationId xmlns:a16="http://schemas.microsoft.com/office/drawing/2014/main" id="{C9D650EE-263A-4057-5555-834C1C506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2422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Text Box 145">
                <a:extLst>
                  <a:ext uri="{FF2B5EF4-FFF2-40B4-BE49-F238E27FC236}">
                    <a16:creationId xmlns:a16="http://schemas.microsoft.com/office/drawing/2014/main" id="{DF60765A-DD3F-004D-5925-2C0B3AF95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" y="2199"/>
                <a:ext cx="34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file</a:t>
                </a:r>
                <a:r>
                  <a:rPr lang="en-US" altLang="zh-CN" sz="14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3" name="Line 146">
                <a:extLst>
                  <a:ext uri="{FF2B5EF4-FFF2-40B4-BE49-F238E27FC236}">
                    <a16:creationId xmlns:a16="http://schemas.microsoft.com/office/drawing/2014/main" id="{585E4555-C56D-1F9A-2C02-970B5811B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9" y="2229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Text Box 147">
                <a:extLst>
                  <a:ext uri="{FF2B5EF4-FFF2-40B4-BE49-F238E27FC236}">
                    <a16:creationId xmlns:a16="http://schemas.microsoft.com/office/drawing/2014/main" id="{6C8FE3DF-F6D1-4022-AFEB-798D210A2C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" y="2238"/>
                <a:ext cx="51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目录项</a:t>
                </a:r>
              </a:p>
            </p:txBody>
          </p:sp>
        </p:grpSp>
        <p:sp>
          <p:nvSpPr>
            <p:cNvPr id="26" name="Line 149">
              <a:extLst>
                <a:ext uri="{FF2B5EF4-FFF2-40B4-BE49-F238E27FC236}">
                  <a16:creationId xmlns:a16="http://schemas.microsoft.com/office/drawing/2014/main" id="{53D46C3A-1612-327F-69C8-618A4974E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1" y="2057"/>
              <a:ext cx="420" cy="12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 Box 150">
              <a:extLst>
                <a:ext uri="{FF2B5EF4-FFF2-40B4-BE49-F238E27FC236}">
                  <a16:creationId xmlns:a16="http://schemas.microsoft.com/office/drawing/2014/main" id="{C227035C-EB1F-9FBC-D41E-F8A17D66C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2281"/>
              <a:ext cx="70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文件存储块</a:t>
              </a:r>
            </a:p>
          </p:txBody>
        </p:sp>
      </p:grpSp>
      <p:sp>
        <p:nvSpPr>
          <p:cNvPr id="42" name="Text Box 152">
            <a:extLst>
              <a:ext uri="{FF2B5EF4-FFF2-40B4-BE49-F238E27FC236}">
                <a16:creationId xmlns:a16="http://schemas.microsoft.com/office/drawing/2014/main" id="{4519207B-BC97-3FCC-5E32-972E3F6DB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7708" y="5889693"/>
            <a:ext cx="2085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目录结构中的勾链</a:t>
            </a:r>
          </a:p>
        </p:txBody>
      </p:sp>
    </p:spTree>
    <p:extLst>
      <p:ext uri="{BB962C8B-B14F-4D97-AF65-F5344CB8AC3E}">
        <p14:creationId xmlns:p14="http://schemas.microsoft.com/office/powerpoint/2010/main" val="42880343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407679A-C87E-7A9A-CEC0-0028D4F7F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97" y="830079"/>
            <a:ext cx="8318500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系统的打开文件机构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546D02-A3CD-E0FA-FFBE-1D4DBE1D3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85" y="3620711"/>
            <a:ext cx="8626475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活动</a:t>
            </a:r>
            <a:r>
              <a:rPr lang="en-US" altLang="zh-CN" sz="2600" b="1" dirty="0" err="1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节点表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2904C5-C9D9-B152-5B1D-D05E5A0EF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89" y="5456587"/>
            <a:ext cx="856615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800100" lvl="3" indent="-228600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主存索引节点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的结构如下    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A00DCF6-E4CC-BB23-FC8F-81C8EFD1B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473016"/>
            <a:ext cx="10797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6000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为了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提高系统效率，减少主存空间的占用，系统设置了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打开文件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和关闭文件操作。当打开一个文件时，建立用户与该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的联系。</a:t>
            </a:r>
          </a:p>
          <a:p>
            <a:pPr marL="36000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文件系统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中管理这一工作的机构称为打开文件机构。打开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机构由活动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节点表、打开文件表和用户文件描述符表组成。  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C8E8F2E-F271-E09D-E145-0461021CA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4360171"/>
            <a:ext cx="1086293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6000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执行打开文件操作时，将文件辅存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节点的有关信息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拷贝到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主存，形成活动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节点表，他由若干个活动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节点组成。</a:t>
            </a:r>
          </a:p>
        </p:txBody>
      </p:sp>
    </p:spTree>
    <p:extLst>
      <p:ext uri="{BB962C8B-B14F-4D97-AF65-F5344CB8AC3E}">
        <p14:creationId xmlns:p14="http://schemas.microsoft.com/office/powerpoint/2010/main" val="40093785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22E4D3E-3534-8F3E-2C26-488337BEB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35" y="899167"/>
            <a:ext cx="5316537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系统打开文件表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C2202C-0A88-4AF1-BB43-210679093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97" y="3039180"/>
            <a:ext cx="6010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系统打开文件表结构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760DFB9-055A-727C-7855-80365F356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546641"/>
            <a:ext cx="10635346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6000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一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个文件可以被同一进程或不同进程，用同一或不同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路径名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，相同的或互异的操作要求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读、写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同时打开。为了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记录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打开文件所需的附加信息，文件系统设置了一个全程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核心结构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系统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打开文件表。  </a:t>
            </a:r>
          </a:p>
        </p:txBody>
      </p:sp>
      <p:graphicFrame>
        <p:nvGraphicFramePr>
          <p:cNvPr id="11" name="Group 40">
            <a:extLst>
              <a:ext uri="{FF2B5EF4-FFF2-40B4-BE49-F238E27FC236}">
                <a16:creationId xmlns:a16="http://schemas.microsoft.com/office/drawing/2014/main" id="{03258DDD-5CD3-E3A7-FB17-7ECEB8D99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91635"/>
              </p:ext>
            </p:extLst>
          </p:nvPr>
        </p:nvGraphicFramePr>
        <p:xfrm>
          <a:off x="1465722" y="3717043"/>
          <a:ext cx="4641850" cy="1938338"/>
        </p:xfrm>
        <a:graphic>
          <a:graphicData uri="http://schemas.openxmlformats.org/drawingml/2006/table">
            <a:tbl>
              <a:tblPr/>
              <a:tblGrid>
                <a:gridCol w="464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6412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读写标志                      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f_flag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引用计数                                   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f_count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指向主存索引节点的指针        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f_inode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8">
                <a:tc>
                  <a:txBody>
                    <a:bodyPr/>
                    <a:lstStyle>
                      <a:lvl1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8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1pPr>
                      <a:lvl2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4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2pPr>
                      <a:lvl3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 sz="200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3pPr>
                      <a:lvl4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4pPr>
                      <a:lvl5pPr algn="l">
                        <a:lnSpc>
                          <a:spcPct val="90000"/>
                        </a:lnSpc>
                        <a:spcBef>
                          <a:spcPct val="30000"/>
                        </a:spcBef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5000"/>
                        <a:buFont typeface="Wingdings" panose="05000000000000000000" pitchFamily="2" charset="2"/>
                        <a:defRPr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读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写位置指针                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 _offset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34">
            <a:extLst>
              <a:ext uri="{FF2B5EF4-FFF2-40B4-BE49-F238E27FC236}">
                <a16:creationId xmlns:a16="http://schemas.microsoft.com/office/drawing/2014/main" id="{7D860410-0BB0-F3B7-0C7E-F3779F41D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934" y="5795080"/>
            <a:ext cx="2401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系统打开文件表结构</a:t>
            </a:r>
            <a:endParaRPr lang="zh-CN" altLang="en-US" sz="16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5458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B6DBCD7-D693-6F0A-94AC-7912042FA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094" y="960127"/>
            <a:ext cx="6535737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用户文件描述符表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60BF8C75-2CE3-FCB5-C883-E9F96D55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094" y="1814837"/>
            <a:ext cx="104077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用户进程扩充控制块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user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中的一个数组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u_ofile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[NOFILE]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，其中每一项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指针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指向系统打开文件表的一个表项。一个打开文件在用户文件描述表中所占的位置就是它的文件描述符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或称打开文件号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进程可以打开不同的文件，也可以对同一文件以不同的操作方式打开。</a:t>
            </a:r>
          </a:p>
        </p:txBody>
      </p:sp>
    </p:spTree>
    <p:extLst>
      <p:ext uri="{BB962C8B-B14F-4D97-AF65-F5344CB8AC3E}">
        <p14:creationId xmlns:p14="http://schemas.microsoft.com/office/powerpoint/2010/main" val="675832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/>
                </a:solidFill>
              </a:rPr>
              <a:t>文件系统</a:t>
            </a:r>
            <a:r>
              <a:rPr lang="en-US" altLang="zh-CN" dirty="0">
                <a:solidFill>
                  <a:schemeClr val="tx2"/>
                </a:solidFill>
              </a:rPr>
              <a:t>——UNIX</a:t>
            </a:r>
            <a:r>
              <a:rPr lang="zh-CN" altLang="en-US" dirty="0">
                <a:solidFill>
                  <a:schemeClr val="tx2"/>
                </a:solidFill>
              </a:rPr>
              <a:t>文件系统的主要结构及实现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725" y="2109026"/>
            <a:ext cx="6439138" cy="4039806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CC7B791-C873-6628-5815-C8FA7182F96E}"/>
              </a:ext>
            </a:extLst>
          </p:cNvPr>
          <p:cNvSpPr txBox="1">
            <a:spLocks noChangeArrowheads="1"/>
          </p:cNvSpPr>
          <p:nvPr/>
        </p:nvSpPr>
        <p:spPr>
          <a:xfrm>
            <a:off x="569355" y="1151135"/>
            <a:ext cx="8393112" cy="479425"/>
          </a:xfrm>
          <a:prstGeom prst="rect">
            <a:avLst/>
          </a:prstGeom>
        </p:spPr>
        <p:txBody>
          <a:bodyPr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数据结构之间的关系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26875751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CB1DE7-599E-3911-2453-493D79B3D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3" y="798513"/>
            <a:ext cx="66500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     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41409595-B3F1-5AE6-F84C-32B9DCBEE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0296"/>
            <a:ext cx="68278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①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假定一个进程执行下列代码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fd1=open (“/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etc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/passwd”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O_RDONLY)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fd2=open 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(“/home/note”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O_WRONLY)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fd3=open (“/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etc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/passwd”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O_RDWR)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宋体" panose="02010600030101010101" pitchFamily="2" charset="-122"/>
              <a:ea typeface="微软雅黑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anose="02010600030101010101" pitchFamily="2" charset="-122"/>
                <a:ea typeface="微软雅黑"/>
                <a:cs typeface="+mn-cs"/>
              </a:rPr>
              <a:t>②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该进程打开文件后的数据结构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     </a:t>
            </a:r>
          </a:p>
          <a:p>
            <a:pPr lvl="1" eaLnBrk="1" hangingPunct="1">
              <a:lnSpc>
                <a:spcPct val="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6" name="Group 140">
            <a:extLst>
              <a:ext uri="{FF2B5EF4-FFF2-40B4-BE49-F238E27FC236}">
                <a16:creationId xmlns:a16="http://schemas.microsoft.com/office/drawing/2014/main" id="{578DF55B-BE27-C978-AB40-E0BD029E9A7B}"/>
              </a:ext>
            </a:extLst>
          </p:cNvPr>
          <p:cNvGrpSpPr>
            <a:grpSpLocks/>
          </p:cNvGrpSpPr>
          <p:nvPr/>
        </p:nvGrpSpPr>
        <p:grpSpPr bwMode="auto">
          <a:xfrm>
            <a:off x="5603418" y="1271404"/>
            <a:ext cx="6221412" cy="4213225"/>
            <a:chOff x="679" y="854"/>
            <a:chExt cx="3919" cy="2654"/>
          </a:xfrm>
        </p:grpSpPr>
        <p:sp>
          <p:nvSpPr>
            <p:cNvPr id="7" name="Text Box 60">
              <a:extLst>
                <a:ext uri="{FF2B5EF4-FFF2-40B4-BE49-F238E27FC236}">
                  <a16:creationId xmlns:a16="http://schemas.microsoft.com/office/drawing/2014/main" id="{B8A4EEA7-8625-581F-2FF8-A261A6C8F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854"/>
              <a:ext cx="746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用户文件</a:t>
              </a:r>
              <a:endParaRPr lang="zh-CN" altLang="en-US" sz="14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 描述符表  </a:t>
              </a:r>
            </a:p>
          </p:txBody>
        </p:sp>
        <p:sp>
          <p:nvSpPr>
            <p:cNvPr id="8" name="Line 66">
              <a:extLst>
                <a:ext uri="{FF2B5EF4-FFF2-40B4-BE49-F238E27FC236}">
                  <a16:creationId xmlns:a16="http://schemas.microsoft.com/office/drawing/2014/main" id="{4E02CE83-B611-ECC8-99DC-3A46C1558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7" y="1407"/>
              <a:ext cx="421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68">
              <a:extLst>
                <a:ext uri="{FF2B5EF4-FFF2-40B4-BE49-F238E27FC236}">
                  <a16:creationId xmlns:a16="http://schemas.microsoft.com/office/drawing/2014/main" id="{DE669AAD-800D-3C3B-94FA-AA372378A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3" y="909"/>
              <a:ext cx="93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系统打开文件表</a:t>
              </a:r>
            </a:p>
          </p:txBody>
        </p:sp>
        <p:sp>
          <p:nvSpPr>
            <p:cNvPr id="10" name="Line 72">
              <a:extLst>
                <a:ext uri="{FF2B5EF4-FFF2-40B4-BE49-F238E27FC236}">
                  <a16:creationId xmlns:a16="http://schemas.microsoft.com/office/drawing/2014/main" id="{88FEA47E-2ED9-4119-B8CB-A0C20836E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8" y="1414"/>
              <a:ext cx="439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73">
              <a:extLst>
                <a:ext uri="{FF2B5EF4-FFF2-40B4-BE49-F238E27FC236}">
                  <a16:creationId xmlns:a16="http://schemas.microsoft.com/office/drawing/2014/main" id="{C8787567-5EAE-B721-229E-59B811CD0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7" y="2164"/>
              <a:ext cx="420" cy="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2" name="Group 132">
              <a:extLst>
                <a:ext uri="{FF2B5EF4-FFF2-40B4-BE49-F238E27FC236}">
                  <a16:creationId xmlns:a16="http://schemas.microsoft.com/office/drawing/2014/main" id="{2F9F39B9-2BE1-BFDD-D14E-669B23D5E9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9" y="1182"/>
              <a:ext cx="891" cy="1302"/>
              <a:chOff x="679" y="1281"/>
              <a:chExt cx="891" cy="1302"/>
            </a:xfrm>
          </p:grpSpPr>
          <p:sp>
            <p:nvSpPr>
              <p:cNvPr id="44" name="Rectangle 59">
                <a:extLst>
                  <a:ext uri="{FF2B5EF4-FFF2-40B4-BE49-F238E27FC236}">
                    <a16:creationId xmlns:a16="http://schemas.microsoft.com/office/drawing/2014/main" id="{6921F342-EFF5-E317-06F4-73AAD5CDD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353"/>
                <a:ext cx="605" cy="119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45" name="Line 61">
                <a:extLst>
                  <a:ext uri="{FF2B5EF4-FFF2-40B4-BE49-F238E27FC236}">
                    <a16:creationId xmlns:a16="http://schemas.microsoft.com/office/drawing/2014/main" id="{31331BE7-5F47-6FD5-C8CC-7A5F4FDF9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5" y="1546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6" name="Line 62">
                <a:extLst>
                  <a:ext uri="{FF2B5EF4-FFF2-40B4-BE49-F238E27FC236}">
                    <a16:creationId xmlns:a16="http://schemas.microsoft.com/office/drawing/2014/main" id="{45892545-1955-5D9C-1217-540B06A1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5" y="1766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7" name="Text Box 65">
                <a:extLst>
                  <a:ext uri="{FF2B5EF4-FFF2-40B4-BE49-F238E27FC236}">
                    <a16:creationId xmlns:a16="http://schemas.microsoft.com/office/drawing/2014/main" id="{9D901CF7-E49C-5149-DEB6-05A4D85E7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" y="2369"/>
                <a:ext cx="31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14</a:t>
                </a:r>
              </a:p>
            </p:txBody>
          </p:sp>
          <p:sp>
            <p:nvSpPr>
              <p:cNvPr id="48" name="Line 95">
                <a:extLst>
                  <a:ext uri="{FF2B5EF4-FFF2-40B4-BE49-F238E27FC236}">
                    <a16:creationId xmlns:a16="http://schemas.microsoft.com/office/drawing/2014/main" id="{6FDFD371-0383-EEC8-4C60-F1657D1F5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6" y="1446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9" name="Line 96">
                <a:extLst>
                  <a:ext uri="{FF2B5EF4-FFF2-40B4-BE49-F238E27FC236}">
                    <a16:creationId xmlns:a16="http://schemas.microsoft.com/office/drawing/2014/main" id="{A7BF15CB-34E0-2EF1-10FB-1C2032259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7" y="1663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0" name="Line 97">
                <a:extLst>
                  <a:ext uri="{FF2B5EF4-FFF2-40B4-BE49-F238E27FC236}">
                    <a16:creationId xmlns:a16="http://schemas.microsoft.com/office/drawing/2014/main" id="{6EE78CAD-BDFD-8FF3-2117-1EB64EE00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6" y="1871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" name="Line 98">
                <a:extLst>
                  <a:ext uri="{FF2B5EF4-FFF2-40B4-BE49-F238E27FC236}">
                    <a16:creationId xmlns:a16="http://schemas.microsoft.com/office/drawing/2014/main" id="{D338FB0B-E492-A074-7AB4-4D90910FF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6" y="1983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" name="Line 99">
                <a:extLst>
                  <a:ext uri="{FF2B5EF4-FFF2-40B4-BE49-F238E27FC236}">
                    <a16:creationId xmlns:a16="http://schemas.microsoft.com/office/drawing/2014/main" id="{ACD73297-4CCC-C9CC-2A88-42B8BE4D5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7" y="2425"/>
                <a:ext cx="60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3" name="Text Box 100">
                <a:extLst>
                  <a:ext uri="{FF2B5EF4-FFF2-40B4-BE49-F238E27FC236}">
                    <a16:creationId xmlns:a16="http://schemas.microsoft.com/office/drawing/2014/main" id="{8223682D-4C4C-5E03-1F3F-5BFFD3FE5A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281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0</a:t>
                </a:r>
              </a:p>
            </p:txBody>
          </p:sp>
          <p:sp>
            <p:nvSpPr>
              <p:cNvPr id="54" name="Text Box 101">
                <a:extLst>
                  <a:ext uri="{FF2B5EF4-FFF2-40B4-BE49-F238E27FC236}">
                    <a16:creationId xmlns:a16="http://schemas.microsoft.com/office/drawing/2014/main" id="{94A139CF-2A5F-C86D-AC68-2DC5A7B21E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390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1</a:t>
                </a:r>
              </a:p>
            </p:txBody>
          </p:sp>
          <p:sp>
            <p:nvSpPr>
              <p:cNvPr id="55" name="Text Box 102">
                <a:extLst>
                  <a:ext uri="{FF2B5EF4-FFF2-40B4-BE49-F238E27FC236}">
                    <a16:creationId xmlns:a16="http://schemas.microsoft.com/office/drawing/2014/main" id="{776A54BB-ECB2-CFC5-E323-2E92E21B4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508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2</a:t>
                </a:r>
              </a:p>
            </p:txBody>
          </p:sp>
          <p:sp>
            <p:nvSpPr>
              <p:cNvPr id="56" name="Text Box 103">
                <a:extLst>
                  <a:ext uri="{FF2B5EF4-FFF2-40B4-BE49-F238E27FC236}">
                    <a16:creationId xmlns:a16="http://schemas.microsoft.com/office/drawing/2014/main" id="{25F0DDE9-D2AD-D4C9-DD9A-56B996EFB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617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</a:p>
            </p:txBody>
          </p:sp>
          <p:sp>
            <p:nvSpPr>
              <p:cNvPr id="57" name="Text Box 104">
                <a:extLst>
                  <a:ext uri="{FF2B5EF4-FFF2-40B4-BE49-F238E27FC236}">
                    <a16:creationId xmlns:a16="http://schemas.microsoft.com/office/drawing/2014/main" id="{D67BEAAA-FEEE-CA4F-D735-E1265FF90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717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4</a:t>
                </a:r>
              </a:p>
            </p:txBody>
          </p:sp>
          <p:sp>
            <p:nvSpPr>
              <p:cNvPr id="58" name="Text Box 105">
                <a:extLst>
                  <a:ext uri="{FF2B5EF4-FFF2-40B4-BE49-F238E27FC236}">
                    <a16:creationId xmlns:a16="http://schemas.microsoft.com/office/drawing/2014/main" id="{C5093B60-58C9-D544-4F90-5975E16283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3" y="1835"/>
                <a:ext cx="26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5</a:t>
                </a:r>
              </a:p>
            </p:txBody>
          </p:sp>
        </p:grpSp>
        <p:grpSp>
          <p:nvGrpSpPr>
            <p:cNvPr id="13" name="Group 116">
              <a:extLst>
                <a:ext uri="{FF2B5EF4-FFF2-40B4-BE49-F238E27FC236}">
                  <a16:creationId xmlns:a16="http://schemas.microsoft.com/office/drawing/2014/main" id="{D25C6BD8-C1FD-476E-E4DE-48883EAE1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228"/>
              <a:ext cx="838" cy="2280"/>
              <a:chOff x="1966" y="1291"/>
              <a:chExt cx="838" cy="2280"/>
            </a:xfrm>
          </p:grpSpPr>
          <p:sp>
            <p:nvSpPr>
              <p:cNvPr id="30" name="Rectangle 67">
                <a:extLst>
                  <a:ext uri="{FF2B5EF4-FFF2-40B4-BE49-F238E27FC236}">
                    <a16:creationId xmlns:a16="http://schemas.microsoft.com/office/drawing/2014/main" id="{09DFBBF5-9AF4-F5E6-89F3-026628A52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6" y="1322"/>
                <a:ext cx="746" cy="223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31" name="Text Box 69">
                <a:extLst>
                  <a:ext uri="{FF2B5EF4-FFF2-40B4-BE49-F238E27FC236}">
                    <a16:creationId xmlns:a16="http://schemas.microsoft.com/office/drawing/2014/main" id="{D37F2E3A-FD89-3817-6372-D39862FBF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" y="1291"/>
                <a:ext cx="29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32" name="Text Box 70">
                <a:extLst>
                  <a:ext uri="{FF2B5EF4-FFF2-40B4-BE49-F238E27FC236}">
                    <a16:creationId xmlns:a16="http://schemas.microsoft.com/office/drawing/2014/main" id="{62E90BFB-F282-A765-E3BB-7618C8CB7B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" y="1450"/>
                <a:ext cx="658" cy="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f_flag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: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读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f_count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=1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inode</a:t>
                </a:r>
                <a:endParaRPr lang="en-US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Text Box 79">
                <a:extLst>
                  <a:ext uri="{FF2B5EF4-FFF2-40B4-BE49-F238E27FC236}">
                    <a16:creationId xmlns:a16="http://schemas.microsoft.com/office/drawing/2014/main" id="{9FC4B42B-CD0D-80AF-E392-F8E54FD54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5" y="2654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34" name="Text Box 80">
                <a:extLst>
                  <a:ext uri="{FF2B5EF4-FFF2-40B4-BE49-F238E27FC236}">
                    <a16:creationId xmlns:a16="http://schemas.microsoft.com/office/drawing/2014/main" id="{22916F92-0E99-BE4A-D3A7-19EB44818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" y="1977"/>
                <a:ext cx="29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35" name="Text Box 106">
                <a:extLst>
                  <a:ext uri="{FF2B5EF4-FFF2-40B4-BE49-F238E27FC236}">
                    <a16:creationId xmlns:a16="http://schemas.microsoft.com/office/drawing/2014/main" id="{A19C5278-9FCF-D779-6061-3C700551C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7" y="2134"/>
                <a:ext cx="658" cy="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f_flag: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写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f_count=1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inode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Text Box 108">
                <a:extLst>
                  <a:ext uri="{FF2B5EF4-FFF2-40B4-BE49-F238E27FC236}">
                    <a16:creationId xmlns:a16="http://schemas.microsoft.com/office/drawing/2014/main" id="{5C1A4ADA-6EF4-7EE3-2A7F-1141DE7E2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1" y="2813"/>
                <a:ext cx="773" cy="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f_flag: 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读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写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f_count=1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inode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" name="Line 109">
                <a:extLst>
                  <a:ext uri="{FF2B5EF4-FFF2-40B4-BE49-F238E27FC236}">
                    <a16:creationId xmlns:a16="http://schemas.microsoft.com/office/drawing/2014/main" id="{500E78E7-9CAA-9E9D-9881-87DE23F9B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5" y="3349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Line 110">
                <a:extLst>
                  <a:ext uri="{FF2B5EF4-FFF2-40B4-BE49-F238E27FC236}">
                    <a16:creationId xmlns:a16="http://schemas.microsoft.com/office/drawing/2014/main" id="{67563249-5572-6C52-78FA-4536F3593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5" y="2837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Line 111">
                <a:extLst>
                  <a:ext uri="{FF2B5EF4-FFF2-40B4-BE49-F238E27FC236}">
                    <a16:creationId xmlns:a16="http://schemas.microsoft.com/office/drawing/2014/main" id="{A9124D9E-D851-3C8F-543C-FCB922052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5" y="268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Line 112">
                <a:extLst>
                  <a:ext uri="{FF2B5EF4-FFF2-40B4-BE49-F238E27FC236}">
                    <a16:creationId xmlns:a16="http://schemas.microsoft.com/office/drawing/2014/main" id="{EDC1B57C-25A0-09D3-6DCF-16B57D7E3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5" y="2160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1" name="Line 113">
                <a:extLst>
                  <a:ext uri="{FF2B5EF4-FFF2-40B4-BE49-F238E27FC236}">
                    <a16:creationId xmlns:a16="http://schemas.microsoft.com/office/drawing/2014/main" id="{A6B0B48F-E488-07BD-4331-6BFD775E5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4" y="2013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2" name="Line 114">
                <a:extLst>
                  <a:ext uri="{FF2B5EF4-FFF2-40B4-BE49-F238E27FC236}">
                    <a16:creationId xmlns:a16="http://schemas.microsoft.com/office/drawing/2014/main" id="{29D1E552-230E-CDDD-4A6E-CCA133F89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4" y="148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" name="Text Box 115">
                <a:extLst>
                  <a:ext uri="{FF2B5EF4-FFF2-40B4-BE49-F238E27FC236}">
                    <a16:creationId xmlns:a16="http://schemas.microsoft.com/office/drawing/2014/main" id="{8DC16DB6-8045-5C16-0FFD-4064F04DD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5" y="334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14" name="Rectangle 118">
              <a:extLst>
                <a:ext uri="{FF2B5EF4-FFF2-40B4-BE49-F238E27FC236}">
                  <a16:creationId xmlns:a16="http://schemas.microsoft.com/office/drawing/2014/main" id="{5B7DDFD5-F3AA-594E-FCEE-03A96B180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249"/>
              <a:ext cx="746" cy="191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" name="Text Box 119">
              <a:extLst>
                <a:ext uri="{FF2B5EF4-FFF2-40B4-BE49-F238E27FC236}">
                  <a16:creationId xmlns:a16="http://schemas.microsoft.com/office/drawing/2014/main" id="{C80946A2-0CE3-3EA0-49A8-592CC920F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" y="1218"/>
              <a:ext cx="2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6" name="Text Box 120">
              <a:extLst>
                <a:ext uri="{FF2B5EF4-FFF2-40B4-BE49-F238E27FC236}">
                  <a16:creationId xmlns:a16="http://schemas.microsoft.com/office/drawing/2014/main" id="{77925C48-6AE8-7C38-4D54-0F40C906D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" y="1386"/>
              <a:ext cx="604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引用数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i_count=2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21">
              <a:extLst>
                <a:ext uri="{FF2B5EF4-FFF2-40B4-BE49-F238E27FC236}">
                  <a16:creationId xmlns:a16="http://schemas.microsoft.com/office/drawing/2014/main" id="{712E1F8E-CA50-BEDC-0230-F258DE2D9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4" y="2773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8" name="Text Box 122">
              <a:extLst>
                <a:ext uri="{FF2B5EF4-FFF2-40B4-BE49-F238E27FC236}">
                  <a16:creationId xmlns:a16="http://schemas.microsoft.com/office/drawing/2014/main" id="{E0143DA9-99B9-14FC-BB71-4DF15BA55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" y="1904"/>
              <a:ext cx="2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9" name="Line 127">
              <a:extLst>
                <a:ext uri="{FF2B5EF4-FFF2-40B4-BE49-F238E27FC236}">
                  <a16:creationId xmlns:a16="http://schemas.microsoft.com/office/drawing/2014/main" id="{8FCC572E-502B-83BC-3334-CF4D4E31C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6" y="2653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128">
              <a:extLst>
                <a:ext uri="{FF2B5EF4-FFF2-40B4-BE49-F238E27FC236}">
                  <a16:creationId xmlns:a16="http://schemas.microsoft.com/office/drawing/2014/main" id="{77400F5B-6BF6-92D1-79F6-BC57D55A1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6" y="2222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129">
              <a:extLst>
                <a:ext uri="{FF2B5EF4-FFF2-40B4-BE49-F238E27FC236}">
                  <a16:creationId xmlns:a16="http://schemas.microsoft.com/office/drawing/2014/main" id="{618A5C28-CADA-44C7-545C-94F595E6E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" y="1805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130">
              <a:extLst>
                <a:ext uri="{FF2B5EF4-FFF2-40B4-BE49-F238E27FC236}">
                  <a16:creationId xmlns:a16="http://schemas.microsoft.com/office/drawing/2014/main" id="{F419BE93-FC87-3D7C-00DF-1480F3839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" y="1408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133">
              <a:extLst>
                <a:ext uri="{FF2B5EF4-FFF2-40B4-BE49-F238E27FC236}">
                  <a16:creationId xmlns:a16="http://schemas.microsoft.com/office/drawing/2014/main" id="{AB632EAA-3845-9768-26DA-B24F73ACB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1719"/>
              <a:ext cx="403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134">
              <a:extLst>
                <a:ext uri="{FF2B5EF4-FFF2-40B4-BE49-F238E27FC236}">
                  <a16:creationId xmlns:a16="http://schemas.microsoft.com/office/drawing/2014/main" id="{00006D62-5224-8BB7-94E7-0D3D1D6AC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1829"/>
              <a:ext cx="403" cy="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135">
              <a:extLst>
                <a:ext uri="{FF2B5EF4-FFF2-40B4-BE49-F238E27FC236}">
                  <a16:creationId xmlns:a16="http://schemas.microsoft.com/office/drawing/2014/main" id="{3F3A8FF9-291C-53BF-E1DB-29E8E25C4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" y="2228"/>
              <a:ext cx="604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引用数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i_count=1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36">
              <a:extLst>
                <a:ext uri="{FF2B5EF4-FFF2-40B4-BE49-F238E27FC236}">
                  <a16:creationId xmlns:a16="http://schemas.microsoft.com/office/drawing/2014/main" id="{D07CF00D-F970-66BC-E8F4-9197ACF37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6" y="909"/>
              <a:ext cx="93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主存索引节点表</a:t>
              </a:r>
            </a:p>
          </p:txBody>
        </p:sp>
        <p:sp>
          <p:nvSpPr>
            <p:cNvPr id="27" name="Line 137">
              <a:extLst>
                <a:ext uri="{FF2B5EF4-FFF2-40B4-BE49-F238E27FC236}">
                  <a16:creationId xmlns:a16="http://schemas.microsoft.com/office/drawing/2014/main" id="{AF91EC83-9406-1C17-FD83-A532FB4A4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6" y="1490"/>
              <a:ext cx="421" cy="1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Text Box 138">
              <a:extLst>
                <a:ext uri="{FF2B5EF4-FFF2-40B4-BE49-F238E27FC236}">
                  <a16:creationId xmlns:a16="http://schemas.microsoft.com/office/drawing/2014/main" id="{7B1D4E92-A4DA-8FE2-931D-FC797717B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458"/>
              <a:ext cx="70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etc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passwd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139">
              <a:extLst>
                <a:ext uri="{FF2B5EF4-FFF2-40B4-BE49-F238E27FC236}">
                  <a16:creationId xmlns:a16="http://schemas.microsoft.com/office/drawing/2014/main" id="{ED3504A3-FCC8-CD22-331F-6AE549711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7" y="2290"/>
              <a:ext cx="701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load</a:t>
              </a:r>
            </a:p>
          </p:txBody>
        </p:sp>
      </p:grpSp>
      <p:sp>
        <p:nvSpPr>
          <p:cNvPr id="59" name="Rectangle 141">
            <a:extLst>
              <a:ext uri="{FF2B5EF4-FFF2-40B4-BE49-F238E27FC236}">
                <a16:creationId xmlns:a16="http://schemas.microsoft.com/office/drawing/2014/main" id="{A2EE28A5-CE6C-6ECC-8C0E-88A0FAA0A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518" y="5874544"/>
            <a:ext cx="2401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打开文件后的数据结构</a:t>
            </a:r>
            <a:endParaRPr lang="zh-CN" altLang="en-US" sz="16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77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文件</a:t>
            </a:r>
            <a:r>
              <a:rPr lang="zh-CN" altLang="en-US" dirty="0" smtClean="0">
                <a:solidFill>
                  <a:srgbClr val="FF0000"/>
                </a:solidFill>
              </a:rPr>
              <a:t>存储空间管理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10431627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C6F74C-2B1B-0A46-1125-6B64D592BB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22" y="830079"/>
            <a:ext cx="8393112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indent="-533400"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文件存储空间管理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5CC461-708B-BFEE-3A1F-51709E8680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9124" y="1614431"/>
            <a:ext cx="7340600" cy="3582987"/>
          </a:xfrm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</a:rPr>
              <a:t>几种文件存储空间管理的方法：</a:t>
            </a:r>
          </a:p>
          <a:p>
            <a:pPr>
              <a:lnSpc>
                <a:spcPct val="120000"/>
              </a:lnSpc>
            </a:pPr>
            <a:r>
              <a:rPr lang="zh-CN" altLang="en-US" sz="2800" dirty="0"/>
              <a:t>位示图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通过位示图反映整个存储空间的分配情况</a:t>
            </a: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/>
                </a:solidFill>
                <a:effectLst/>
              </a:rPr>
              <a:t>空闲</a:t>
            </a:r>
            <a:r>
              <a:rPr lang="zh-CN" altLang="en-US" sz="2800" dirty="0">
                <a:solidFill>
                  <a:schemeClr val="tx1"/>
                </a:solidFill>
                <a:effectLst/>
              </a:rPr>
              <a:t>块链</a:t>
            </a:r>
            <a:endParaRPr lang="en-US" altLang="zh-CN" sz="2800" dirty="0">
              <a:solidFill>
                <a:schemeClr val="tx1"/>
              </a:solidFill>
              <a:effectLst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effectLst/>
              </a:rPr>
              <a:t>把所有空闲块链在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一起</a:t>
            </a:r>
            <a:r>
              <a:rPr lang="zh-CN" altLang="en-US" sz="2800" dirty="0" smtClean="0">
                <a:solidFill>
                  <a:schemeClr val="tx1"/>
                </a:solidFill>
                <a:effectLst/>
              </a:rPr>
              <a:t>    </a:t>
            </a:r>
            <a:endParaRPr lang="zh-CN" altLang="en-US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39720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文件目录及其结构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29059D9-4527-858C-A420-08BCD6E4B758}"/>
              </a:ext>
            </a:extLst>
          </p:cNvPr>
          <p:cNvSpPr txBox="1">
            <a:spLocks/>
          </p:cNvSpPr>
          <p:nvPr/>
        </p:nvSpPr>
        <p:spPr>
          <a:xfrm>
            <a:off x="455310" y="1107929"/>
            <a:ext cx="8393112" cy="47942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ct val="30000"/>
              </a:spcBef>
              <a:buClr>
                <a:schemeClr val="tx2"/>
              </a:buClr>
              <a:buSzPct val="95000"/>
              <a:defRPr/>
            </a:pPr>
            <a:r>
              <a:rPr lang="zh-CN" altLang="en-US" dirty="0">
                <a:solidFill>
                  <a:srgbClr val="335F9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位示图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708E6C9-EB0F-A3AF-F5E5-EC30C34F0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774" y="1594301"/>
            <a:ext cx="9810354" cy="1531938"/>
          </a:xfrm>
        </p:spPr>
        <p:txBody>
          <a:bodyPr/>
          <a:lstStyle/>
          <a:p>
            <a:pPr marL="0">
              <a:spcBef>
                <a:spcPts val="0"/>
              </a:spcBef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利用二进制的一位来表示磁盘中的一个盘块的使用情况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：</a:t>
            </a:r>
            <a:r>
              <a:rPr lang="en-US" altLang="zh-CN" sz="2400" b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表示空闲，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表示已分配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>
              <a:spcBef>
                <a:spcPts val="0"/>
              </a:spcBef>
              <a:defRPr/>
            </a:pP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占用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空间小，可保存在内存中，从而实现高速的物理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块的分配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和回收。</a:t>
            </a:r>
          </a:p>
        </p:txBody>
      </p:sp>
      <p:pic>
        <p:nvPicPr>
          <p:cNvPr id="9" name="图片 3">
            <a:extLst>
              <a:ext uri="{FF2B5EF4-FFF2-40B4-BE49-F238E27FC236}">
                <a16:creationId xmlns:a16="http://schemas.microsoft.com/office/drawing/2014/main" id="{13EAC466-DF89-C507-D1C3-829D6BF41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450" y="3459135"/>
            <a:ext cx="54578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85395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6649572-75EF-D431-95F7-7E3773B1D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34" y="1357129"/>
            <a:ext cx="7043738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文件卷和卷管理块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632F1AC-A4F0-7704-6176-2624A9279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959744"/>
            <a:ext cx="1057845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个文件系统就是逻辑设备，每个逻辑设备占用一片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连续的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磁盘存储空间。 文件卷上存放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文件系统。文件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卷结构图如下：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27">
            <a:extLst>
              <a:ext uri="{FF2B5EF4-FFF2-40B4-BE49-F238E27FC236}">
                <a16:creationId xmlns:a16="http://schemas.microsoft.com/office/drawing/2014/main" id="{A1FB91DA-2D95-C162-2F82-849DE903B6E5}"/>
              </a:ext>
            </a:extLst>
          </p:cNvPr>
          <p:cNvGrpSpPr>
            <a:grpSpLocks/>
          </p:cNvGrpSpPr>
          <p:nvPr/>
        </p:nvGrpSpPr>
        <p:grpSpPr bwMode="auto">
          <a:xfrm>
            <a:off x="2558874" y="3203455"/>
            <a:ext cx="7010400" cy="1135062"/>
            <a:chOff x="672" y="1761"/>
            <a:chExt cx="4416" cy="715"/>
          </a:xfrm>
        </p:grpSpPr>
        <p:grpSp>
          <p:nvGrpSpPr>
            <p:cNvPr id="13" name="Group 21">
              <a:extLst>
                <a:ext uri="{FF2B5EF4-FFF2-40B4-BE49-F238E27FC236}">
                  <a16:creationId xmlns:a16="http://schemas.microsoft.com/office/drawing/2014/main" id="{1F12FF7E-8FBD-59E0-F5A3-FB4F8F27AB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761"/>
              <a:ext cx="4416" cy="332"/>
              <a:chOff x="672" y="1860"/>
              <a:chExt cx="4416" cy="332"/>
            </a:xfrm>
          </p:grpSpPr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CE9E5C9C-8D04-A894-A195-03AEA7E74D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1860"/>
                <a:ext cx="6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6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数据区</a:t>
                </a:r>
                <a:r>
                  <a:rPr lang="zh-CN" altLang="en-US" sz="20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  </a:t>
                </a:r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645BA874-DBDC-889C-9E0C-F0AA8C91C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1866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Rectangle 12">
                <a:extLst>
                  <a:ext uri="{FF2B5EF4-FFF2-40B4-BE49-F238E27FC236}">
                    <a16:creationId xmlns:a16="http://schemas.microsoft.com/office/drawing/2014/main" id="{E47FBDD8-65E7-FEC3-903E-067FD43BE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870"/>
                <a:ext cx="4416" cy="31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8" name="Text Box 13">
                <a:extLst>
                  <a:ext uri="{FF2B5EF4-FFF2-40B4-BE49-F238E27FC236}">
                    <a16:creationId xmlns:a16="http://schemas.microsoft.com/office/drawing/2014/main" id="{ADD5089D-1957-FA36-6631-1690664BD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4" y="1878"/>
                <a:ext cx="89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索引</a:t>
                </a:r>
                <a:r>
                  <a:rPr lang="zh-CN" altLang="zh-CN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节点区</a:t>
                </a:r>
                <a:r>
                  <a:rPr lang="zh-CN" altLang="en-US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9" name="Line 14">
                <a:extLst>
                  <a:ext uri="{FF2B5EF4-FFF2-40B4-BE49-F238E27FC236}">
                    <a16:creationId xmlns:a16="http://schemas.microsoft.com/office/drawing/2014/main" id="{22B0C782-9CB9-09B9-71A0-BA0AA6763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0" y="1866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Text Box 15">
                <a:extLst>
                  <a:ext uri="{FF2B5EF4-FFF2-40B4-BE49-F238E27FC236}">
                    <a16:creationId xmlns:a16="http://schemas.microsoft.com/office/drawing/2014/main" id="{AC346CC4-127D-38C7-E712-C409D303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" y="1923"/>
                <a:ext cx="53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引导块</a:t>
                </a:r>
                <a:r>
                  <a:rPr lang="zh-CN" altLang="en-US" sz="18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           </a:t>
                </a:r>
              </a:p>
            </p:txBody>
          </p:sp>
          <p:sp>
            <p:nvSpPr>
              <p:cNvPr id="21" name="Line 16">
                <a:extLst>
                  <a:ext uri="{FF2B5EF4-FFF2-40B4-BE49-F238E27FC236}">
                    <a16:creationId xmlns:a16="http://schemas.microsoft.com/office/drawing/2014/main" id="{04F081C0-BEE4-16BB-66D8-3EF0BB3A1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875"/>
                <a:ext cx="0" cy="3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B91C8FAA-F9CE-F141-5885-8CE340347F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" y="1869"/>
                <a:ext cx="5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管理块</a:t>
                </a:r>
                <a:r>
                  <a:rPr lang="zh-CN" altLang="en-US" sz="24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       </a:t>
                </a:r>
              </a:p>
            </p:txBody>
          </p:sp>
        </p:grp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A7DA3CAB-6104-1B53-32A5-930C40233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264"/>
              <a:ext cx="18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文件系统磁盘存储区分配图</a:t>
              </a:r>
              <a:endParaRPr lang="zh-CN" altLang="en-US" sz="1600" b="0">
                <a:solidFill>
                  <a:schemeClr val="tx1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9F4DB29-4C15-ACEA-A63C-DF45334C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944" y="4355980"/>
            <a:ext cx="75485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引导块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  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大小为一个磁盘块，包含引导程序。</a:t>
            </a: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15E81B6F-EADC-39E7-50AF-47E02F6A9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31" y="4971930"/>
            <a:ext cx="74628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②</a:t>
            </a: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索引节点区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索引节点结构组成。</a:t>
            </a: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62840E36-0174-417C-C22D-CC93B6C1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19" y="5502155"/>
            <a:ext cx="74628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③</a:t>
            </a: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数据区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        </a:t>
            </a: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数据文件占用的区域。</a:t>
            </a:r>
            <a:r>
              <a:rPr lang="zh-CN" altLang="en-US" sz="24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90EB36EF-486F-3D25-D465-E04E21D3C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72" y="830079"/>
            <a:ext cx="8393112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1028700" indent="-45593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428750" indent="-39878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752600" indent="-32258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92325" indent="-338455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 kern="1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5334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Unix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的文件存储空间管理 </a:t>
            </a:r>
          </a:p>
        </p:txBody>
      </p:sp>
    </p:spTree>
    <p:extLst>
      <p:ext uri="{BB962C8B-B14F-4D97-AF65-F5344CB8AC3E}">
        <p14:creationId xmlns:p14="http://schemas.microsoft.com/office/powerpoint/2010/main" val="3926107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6AE64AE4-2A8E-B8F6-97AA-9530BD8A9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0079"/>
            <a:ext cx="54895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④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管理块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BCFE4F94-AAC0-CE9F-318E-C80DABD91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1268229"/>
            <a:ext cx="795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b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记录文件系统各种数据，如：文件系统大小、空闲块数目等。</a:t>
            </a:r>
            <a:r>
              <a:rPr lang="zh-CN" altLang="en-US" sz="2000" b="0">
                <a:sym typeface="+mn-ea"/>
              </a:rPr>
              <a:t> </a:t>
            </a:r>
          </a:p>
        </p:txBody>
      </p:sp>
      <p:sp>
        <p:nvSpPr>
          <p:cNvPr id="5" name="Text Box 19">
            <a:extLst>
              <a:ext uri="{FF2B5EF4-FFF2-40B4-BE49-F238E27FC236}">
                <a16:creationId xmlns:a16="http://schemas.microsoft.com/office/drawing/2014/main" id="{3D24D0EF-0E27-42FD-B9A4-7E2C12E81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1598429"/>
            <a:ext cx="6948487" cy="5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struct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Times New Roman" panose="02020603050405020304" pitchFamily="18" charset="0"/>
              </a:rPr>
              <a:t>filesystem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{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s_isize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节点区总块数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s_fsize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文件卷总块数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int  </a:t>
            </a: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s_nfree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；               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直接管理的空闲块数 *</a:t>
            </a:r>
            <a:r>
              <a:rPr lang="en-US" altLang="zh-CN" sz="2000" b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s_free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［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］；   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空闲块号栈 *</a:t>
            </a:r>
            <a:r>
              <a:rPr lang="en-US" altLang="zh-CN" sz="2000" b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s_ninode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直接管理的空闲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s_inode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［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］；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空闲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节点号栈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char  </a:t>
            </a:r>
            <a:r>
              <a:rPr lang="en-US" altLang="zh-CN" sz="2000" b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s_flock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；             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空闲块操作封锁标记 *</a:t>
            </a:r>
            <a:r>
              <a:rPr lang="en-US" altLang="zh-CN" sz="2000" b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char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s_ilock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空闲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节点分配封锁标记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char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s_fmod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文件卷修改标记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char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s_ronly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文件卷只读标记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int  </a:t>
            </a:r>
            <a:r>
              <a:rPr lang="en-US" altLang="zh-CN" sz="20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s_time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；                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/* 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文件卷最近修改时间 *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3962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D450E7-25D4-4BB5-1BE5-785E15C94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11" y="880049"/>
            <a:ext cx="5808662" cy="662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8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8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空闲磁盘块的管理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4B94FC-1AEB-6EDC-7388-738CDE530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78" y="2699691"/>
            <a:ext cx="10405666" cy="279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空闲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磁盘块管理采用成组链接法，即将空闲表和空闲链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两种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方法相结合。系统初启时，文件存储区是空闲。将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空闲块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从尾倒向前，每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块分为一组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注：最后一组为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99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，每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一组的最后一块作为索引表，用来登记下一组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块的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物理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块号和块数。那么，最前面的一组可能不足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块，这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一组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的物理块号和块数存放在管理块的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s_free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[100]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s_nfree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中。 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5B3CA07F-E755-1BC6-65B7-65C7D801C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846270"/>
            <a:ext cx="7462838" cy="560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dirty="0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空闲磁盘块的组织方法 </a:t>
            </a:r>
          </a:p>
        </p:txBody>
      </p:sp>
    </p:spTree>
    <p:extLst>
      <p:ext uri="{BB962C8B-B14F-4D97-AF65-F5344CB8AC3E}">
        <p14:creationId xmlns:p14="http://schemas.microsoft.com/office/powerpoint/2010/main" val="12025307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F30C818-9983-8CCE-F9BE-6C76BFB14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64" y="830079"/>
            <a:ext cx="7462838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20000"/>
              </a:lnSpc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② </a:t>
            </a:r>
            <a:r>
              <a:rPr lang="zh-CN" altLang="en-US" sz="24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空闲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磁盘块分组链接索引结构图示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87" name="Group 144">
            <a:extLst>
              <a:ext uri="{FF2B5EF4-FFF2-40B4-BE49-F238E27FC236}">
                <a16:creationId xmlns:a16="http://schemas.microsoft.com/office/drawing/2014/main" id="{C5D88A6E-1F65-FA56-B9A2-873F7CD11B75}"/>
              </a:ext>
            </a:extLst>
          </p:cNvPr>
          <p:cNvGrpSpPr>
            <a:grpSpLocks/>
          </p:cNvGrpSpPr>
          <p:nvPr/>
        </p:nvGrpSpPr>
        <p:grpSpPr bwMode="auto">
          <a:xfrm>
            <a:off x="1637246" y="1522229"/>
            <a:ext cx="8075612" cy="3779837"/>
            <a:chOff x="634" y="873"/>
            <a:chExt cx="5087" cy="2381"/>
          </a:xfrm>
        </p:grpSpPr>
        <p:sp>
          <p:nvSpPr>
            <p:cNvPr id="89" name="Line 142">
              <a:extLst>
                <a:ext uri="{FF2B5EF4-FFF2-40B4-BE49-F238E27FC236}">
                  <a16:creationId xmlns:a16="http://schemas.microsoft.com/office/drawing/2014/main" id="{B777369D-4926-0BB3-CE07-3E2343584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1917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0" name="Line 128">
              <a:extLst>
                <a:ext uri="{FF2B5EF4-FFF2-40B4-BE49-F238E27FC236}">
                  <a16:creationId xmlns:a16="http://schemas.microsoft.com/office/drawing/2014/main" id="{2390D079-087C-527D-AA3E-310858F49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8" y="2339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D0F7AE77-237F-DC3E-3BE1-0C36AAAD3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0" y="1221"/>
              <a:ext cx="412" cy="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" name="Line 54">
              <a:extLst>
                <a:ext uri="{FF2B5EF4-FFF2-40B4-BE49-F238E27FC236}">
                  <a16:creationId xmlns:a16="http://schemas.microsoft.com/office/drawing/2014/main" id="{35EA93E7-FEE2-94DF-2BC0-5E72FB296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247"/>
              <a:ext cx="385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3" name="Group 65">
              <a:extLst>
                <a:ext uri="{FF2B5EF4-FFF2-40B4-BE49-F238E27FC236}">
                  <a16:creationId xmlns:a16="http://schemas.microsoft.com/office/drawing/2014/main" id="{7EEA9A5E-8C3A-16AB-F2ED-8D7F4D5C5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3" y="873"/>
              <a:ext cx="811" cy="1579"/>
              <a:chOff x="1743" y="837"/>
              <a:chExt cx="811" cy="1579"/>
            </a:xfrm>
          </p:grpSpPr>
          <p:sp>
            <p:nvSpPr>
              <p:cNvPr id="156" name="Text Box 11">
                <a:extLst>
                  <a:ext uri="{FF2B5EF4-FFF2-40B4-BE49-F238E27FC236}">
                    <a16:creationId xmlns:a16="http://schemas.microsoft.com/office/drawing/2014/main" id="{AA159EA9-DB50-C6F7-F28C-F3D627F2BC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3" y="837"/>
                <a:ext cx="811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第四组空闲块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共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77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块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57" name="Rectangle 31">
                <a:extLst>
                  <a:ext uri="{FF2B5EF4-FFF2-40B4-BE49-F238E27FC236}">
                    <a16:creationId xmlns:a16="http://schemas.microsoft.com/office/drawing/2014/main" id="{F4CC034C-98EA-1A87-9DCF-82E28933F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1196"/>
                <a:ext cx="746" cy="120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58" name="Text Box 32">
                <a:extLst>
                  <a:ext uri="{FF2B5EF4-FFF2-40B4-BE49-F238E27FC236}">
                    <a16:creationId xmlns:a16="http://schemas.microsoft.com/office/drawing/2014/main" id="{92059EF3-A215-70E2-D514-501B0EEEB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0" y="1165"/>
                <a:ext cx="29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59" name="Text Box 33">
                <a:extLst>
                  <a:ext uri="{FF2B5EF4-FFF2-40B4-BE49-F238E27FC236}">
                    <a16:creationId xmlns:a16="http://schemas.microsoft.com/office/drawing/2014/main" id="{0B2CD998-086B-C29D-4ADF-B54FD56D70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" y="1324"/>
                <a:ext cx="7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s_nfree: 100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0" name="Text Box 34">
                <a:extLst>
                  <a:ext uri="{FF2B5EF4-FFF2-40B4-BE49-F238E27FC236}">
                    <a16:creationId xmlns:a16="http://schemas.microsoft.com/office/drawing/2014/main" id="{846BB652-474E-FBB4-3A8E-07BF0CE062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4" y="197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61" name="Line 40">
                <a:extLst>
                  <a:ext uri="{FF2B5EF4-FFF2-40B4-BE49-F238E27FC236}">
                    <a16:creationId xmlns:a16="http://schemas.microsoft.com/office/drawing/2014/main" id="{9BC75175-072D-DE8F-FE47-747D34FF9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217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2" name="Line 41">
                <a:extLst>
                  <a:ext uri="{FF2B5EF4-FFF2-40B4-BE49-F238E27FC236}">
                    <a16:creationId xmlns:a16="http://schemas.microsoft.com/office/drawing/2014/main" id="{F7FA40ED-72F5-373F-6048-36EC4002A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782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3" name="Line 42">
                <a:extLst>
                  <a:ext uri="{FF2B5EF4-FFF2-40B4-BE49-F238E27FC236}">
                    <a16:creationId xmlns:a16="http://schemas.microsoft.com/office/drawing/2014/main" id="{AD86919E-518E-C23B-8480-765D4D1AC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58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4" name="Line 43">
                <a:extLst>
                  <a:ext uri="{FF2B5EF4-FFF2-40B4-BE49-F238E27FC236}">
                    <a16:creationId xmlns:a16="http://schemas.microsoft.com/office/drawing/2014/main" id="{8FA6012C-E005-04DA-5EB9-BAA36CFD1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355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5" name="Text Box 61">
                <a:extLst>
                  <a:ext uri="{FF2B5EF4-FFF2-40B4-BE49-F238E27FC236}">
                    <a16:creationId xmlns:a16="http://schemas.microsoft.com/office/drawing/2014/main" id="{A4EF1F74-6C75-83C6-0D47-8A1D51B98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54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s_free[0]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6" name="Line 62">
                <a:extLst>
                  <a:ext uri="{FF2B5EF4-FFF2-40B4-BE49-F238E27FC236}">
                    <a16:creationId xmlns:a16="http://schemas.microsoft.com/office/drawing/2014/main" id="{6E80887C-3770-67A1-3D77-55BD3472D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8" y="1980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7" name="Text Box 63">
                <a:extLst>
                  <a:ext uri="{FF2B5EF4-FFF2-40B4-BE49-F238E27FC236}">
                    <a16:creationId xmlns:a16="http://schemas.microsoft.com/office/drawing/2014/main" id="{C811D4A8-6839-8C86-B22E-8DC884E24C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75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s_free[1]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" name="Text Box 64">
                <a:extLst>
                  <a:ext uri="{FF2B5EF4-FFF2-40B4-BE49-F238E27FC236}">
                    <a16:creationId xmlns:a16="http://schemas.microsoft.com/office/drawing/2014/main" id="{7177441F-2E4F-F5C0-D004-4AC22B25A6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2164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s_free[99]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4" name="Group 66">
              <a:extLst>
                <a:ext uri="{FF2B5EF4-FFF2-40B4-BE49-F238E27FC236}">
                  <a16:creationId xmlns:a16="http://schemas.microsoft.com/office/drawing/2014/main" id="{8D91B2D0-7320-63FD-E6B4-C1CFD555D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" y="873"/>
              <a:ext cx="811" cy="1579"/>
              <a:chOff x="1743" y="837"/>
              <a:chExt cx="811" cy="1579"/>
            </a:xfrm>
          </p:grpSpPr>
          <p:sp>
            <p:nvSpPr>
              <p:cNvPr id="143" name="Text Box 67">
                <a:extLst>
                  <a:ext uri="{FF2B5EF4-FFF2-40B4-BE49-F238E27FC236}">
                    <a16:creationId xmlns:a16="http://schemas.microsoft.com/office/drawing/2014/main" id="{920ECBE9-C92D-9FE5-85B3-7B79C6C5CC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3" y="837"/>
                <a:ext cx="811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第三组空闲块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共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100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块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44" name="Rectangle 68">
                <a:extLst>
                  <a:ext uri="{FF2B5EF4-FFF2-40B4-BE49-F238E27FC236}">
                    <a16:creationId xmlns:a16="http://schemas.microsoft.com/office/drawing/2014/main" id="{00B1DBA1-EB2E-72DB-060F-71256149A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1196"/>
                <a:ext cx="746" cy="120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45" name="Text Box 69">
                <a:extLst>
                  <a:ext uri="{FF2B5EF4-FFF2-40B4-BE49-F238E27FC236}">
                    <a16:creationId xmlns:a16="http://schemas.microsoft.com/office/drawing/2014/main" id="{68DECBD4-3863-0ACC-54B1-FDD5102FAE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0" y="1165"/>
                <a:ext cx="29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46" name="Text Box 70">
                <a:extLst>
                  <a:ext uri="{FF2B5EF4-FFF2-40B4-BE49-F238E27FC236}">
                    <a16:creationId xmlns:a16="http://schemas.microsoft.com/office/drawing/2014/main" id="{363712A8-9115-BD75-59AE-536EB56D5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" y="1324"/>
                <a:ext cx="7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s_nfree: 100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7" name="Text Box 71">
                <a:extLst>
                  <a:ext uri="{FF2B5EF4-FFF2-40B4-BE49-F238E27FC236}">
                    <a16:creationId xmlns:a16="http://schemas.microsoft.com/office/drawing/2014/main" id="{CF739BA6-A9E2-9BAB-7370-E828EAFC8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4" y="197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48" name="Line 72">
                <a:extLst>
                  <a:ext uri="{FF2B5EF4-FFF2-40B4-BE49-F238E27FC236}">
                    <a16:creationId xmlns:a16="http://schemas.microsoft.com/office/drawing/2014/main" id="{66AC6BE6-6332-917E-3F8D-F63B5E90D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217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9" name="Line 73">
                <a:extLst>
                  <a:ext uri="{FF2B5EF4-FFF2-40B4-BE49-F238E27FC236}">
                    <a16:creationId xmlns:a16="http://schemas.microsoft.com/office/drawing/2014/main" id="{90D4CE34-50DE-FACC-EA59-A4F4D372AC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782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0" name="Line 74">
                <a:extLst>
                  <a:ext uri="{FF2B5EF4-FFF2-40B4-BE49-F238E27FC236}">
                    <a16:creationId xmlns:a16="http://schemas.microsoft.com/office/drawing/2014/main" id="{866E3EB8-DA65-7A06-97A8-1468A5E76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58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1" name="Line 75">
                <a:extLst>
                  <a:ext uri="{FF2B5EF4-FFF2-40B4-BE49-F238E27FC236}">
                    <a16:creationId xmlns:a16="http://schemas.microsoft.com/office/drawing/2014/main" id="{183FCCE3-E6EA-4D7C-ED19-645EA1C22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355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2" name="Text Box 76">
                <a:extLst>
                  <a:ext uri="{FF2B5EF4-FFF2-40B4-BE49-F238E27FC236}">
                    <a16:creationId xmlns:a16="http://schemas.microsoft.com/office/drawing/2014/main" id="{BB61A4FB-23C9-5044-ABC1-CF9B09E437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54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s_free[0]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" name="Line 77">
                <a:extLst>
                  <a:ext uri="{FF2B5EF4-FFF2-40B4-BE49-F238E27FC236}">
                    <a16:creationId xmlns:a16="http://schemas.microsoft.com/office/drawing/2014/main" id="{C28C4D8A-9631-0350-A022-1834D07D4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8" y="1980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4" name="Text Box 78">
                <a:extLst>
                  <a:ext uri="{FF2B5EF4-FFF2-40B4-BE49-F238E27FC236}">
                    <a16:creationId xmlns:a16="http://schemas.microsoft.com/office/drawing/2014/main" id="{E93E95A0-C3CB-12B0-A59D-C552598A2F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75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s_free[1]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Text Box 79">
                <a:extLst>
                  <a:ext uri="{FF2B5EF4-FFF2-40B4-BE49-F238E27FC236}">
                    <a16:creationId xmlns:a16="http://schemas.microsoft.com/office/drawing/2014/main" id="{2EC0DF97-6AAA-B3FD-780F-4D4A0A8FD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2164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s_free[99]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5" name="Group 80">
              <a:extLst>
                <a:ext uri="{FF2B5EF4-FFF2-40B4-BE49-F238E27FC236}">
                  <a16:creationId xmlns:a16="http://schemas.microsoft.com/office/drawing/2014/main" id="{5739CAAF-BFCD-6AC4-35CC-6F718895D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874"/>
              <a:ext cx="811" cy="1579"/>
              <a:chOff x="1743" y="837"/>
              <a:chExt cx="811" cy="1579"/>
            </a:xfrm>
          </p:grpSpPr>
          <p:sp>
            <p:nvSpPr>
              <p:cNvPr id="130" name="Text Box 81">
                <a:extLst>
                  <a:ext uri="{FF2B5EF4-FFF2-40B4-BE49-F238E27FC236}">
                    <a16:creationId xmlns:a16="http://schemas.microsoft.com/office/drawing/2014/main" id="{0D5684F4-CCE7-60C1-CC39-507035C55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3" y="837"/>
                <a:ext cx="811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第二组空闲块</a:t>
                </a:r>
              </a:p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共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100</a:t>
                </a:r>
                <a:r>
                  <a:rPr lang="zh-CN" altLang="en-US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块</a:t>
                </a: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31" name="Rectangle 82">
                <a:extLst>
                  <a:ext uri="{FF2B5EF4-FFF2-40B4-BE49-F238E27FC236}">
                    <a16:creationId xmlns:a16="http://schemas.microsoft.com/office/drawing/2014/main" id="{7946D1F9-35E4-13A3-40B8-1CA0B4A25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8" y="1196"/>
                <a:ext cx="746" cy="120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marL="914400" indent="-341630"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l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/>
                </a:pPr>
                <a:endParaRPr lang="zh-CN" altLang="zh-CN" b="1">
                  <a:solidFill>
                    <a:srgbClr val="4138F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132" name="Text Box 83">
                <a:extLst>
                  <a:ext uri="{FF2B5EF4-FFF2-40B4-BE49-F238E27FC236}">
                    <a16:creationId xmlns:a16="http://schemas.microsoft.com/office/drawing/2014/main" id="{4C1F0233-8968-BBE4-393A-E3E5D77ECE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0" y="1165"/>
                <a:ext cx="29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33" name="Text Box 84">
                <a:extLst>
                  <a:ext uri="{FF2B5EF4-FFF2-40B4-BE49-F238E27FC236}">
                    <a16:creationId xmlns:a16="http://schemas.microsoft.com/office/drawing/2014/main" id="{EAB87C87-D5C4-9129-87C2-9CBADA9E3C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" y="1324"/>
                <a:ext cx="7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s_nfree: 100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Text Box 85">
                <a:extLst>
                  <a:ext uri="{FF2B5EF4-FFF2-40B4-BE49-F238E27FC236}">
                    <a16:creationId xmlns:a16="http://schemas.microsoft.com/office/drawing/2014/main" id="{3ACA0CA3-D6FB-D490-006F-AEFA48B7C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4" y="197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  <p:sp>
            <p:nvSpPr>
              <p:cNvPr id="135" name="Line 86">
                <a:extLst>
                  <a:ext uri="{FF2B5EF4-FFF2-40B4-BE49-F238E27FC236}">
                    <a16:creationId xmlns:a16="http://schemas.microsoft.com/office/drawing/2014/main" id="{CEF93560-594C-C767-1130-E5BA4D730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217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6" name="Line 87">
                <a:extLst>
                  <a:ext uri="{FF2B5EF4-FFF2-40B4-BE49-F238E27FC236}">
                    <a16:creationId xmlns:a16="http://schemas.microsoft.com/office/drawing/2014/main" id="{C35C944A-2785-72FC-8A3A-2C906D779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782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7" name="Line 88">
                <a:extLst>
                  <a:ext uri="{FF2B5EF4-FFF2-40B4-BE49-F238E27FC236}">
                    <a16:creationId xmlns:a16="http://schemas.microsoft.com/office/drawing/2014/main" id="{A5BDAD20-65A5-1618-147F-AF8155B9D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7" y="1581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8" name="Line 89">
                <a:extLst>
                  <a:ext uri="{FF2B5EF4-FFF2-40B4-BE49-F238E27FC236}">
                    <a16:creationId xmlns:a16="http://schemas.microsoft.com/office/drawing/2014/main" id="{8255B430-FD31-1B40-10DF-47D67802E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1355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39" name="Text Box 90">
                <a:extLst>
                  <a:ext uri="{FF2B5EF4-FFF2-40B4-BE49-F238E27FC236}">
                    <a16:creationId xmlns:a16="http://schemas.microsoft.com/office/drawing/2014/main" id="{A2B17644-83AF-E0F6-38AD-AADD9D2B7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54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s_free[0]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Line 91">
                <a:extLst>
                  <a:ext uri="{FF2B5EF4-FFF2-40B4-BE49-F238E27FC236}">
                    <a16:creationId xmlns:a16="http://schemas.microsoft.com/office/drawing/2014/main" id="{3666B988-B671-1906-DE27-1383A33A0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8" y="1980"/>
                <a:ext cx="7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41" name="Text Box 92">
                <a:extLst>
                  <a:ext uri="{FF2B5EF4-FFF2-40B4-BE49-F238E27FC236}">
                    <a16:creationId xmlns:a16="http://schemas.microsoft.com/office/drawing/2014/main" id="{F2C18892-611B-F42F-83F7-BF9CB8BEDE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1753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s_free[1]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Text Box 93">
                <a:extLst>
                  <a:ext uri="{FF2B5EF4-FFF2-40B4-BE49-F238E27FC236}">
                    <a16:creationId xmlns:a16="http://schemas.microsoft.com/office/drawing/2014/main" id="{BF96C178-51E9-73A8-2B78-8B6E201DB5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7" y="2164"/>
                <a:ext cx="57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s_free[99]</a:t>
                </a:r>
                <a:endParaRPr lang="en-US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6" name="Rectangle 96">
              <a:extLst>
                <a:ext uri="{FF2B5EF4-FFF2-40B4-BE49-F238E27FC236}">
                  <a16:creationId xmlns:a16="http://schemas.microsoft.com/office/drawing/2014/main" id="{89ED984B-1021-587F-161F-0EC0C2DD8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552"/>
              <a:ext cx="746" cy="12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7" name="Text Box 97">
              <a:extLst>
                <a:ext uri="{FF2B5EF4-FFF2-40B4-BE49-F238E27FC236}">
                  <a16:creationId xmlns:a16="http://schemas.microsoft.com/office/drawing/2014/main" id="{740155B4-21A8-6A7D-1F02-BEF77121F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1521"/>
              <a:ext cx="29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98" name="Text Box 98">
              <a:extLst>
                <a:ext uri="{FF2B5EF4-FFF2-40B4-BE49-F238E27FC236}">
                  <a16:creationId xmlns:a16="http://schemas.microsoft.com/office/drawing/2014/main" id="{B0F11368-C701-788F-0A13-329354823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" y="1680"/>
              <a:ext cx="7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s_nfree: 77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" name="Text Box 99">
              <a:extLst>
                <a:ext uri="{FF2B5EF4-FFF2-40B4-BE49-F238E27FC236}">
                  <a16:creationId xmlns:a16="http://schemas.microsoft.com/office/drawing/2014/main" id="{F44DF986-44A2-71B9-8BF9-E41BE2033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" y="2326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00" name="Line 100">
              <a:extLst>
                <a:ext uri="{FF2B5EF4-FFF2-40B4-BE49-F238E27FC236}">
                  <a16:creationId xmlns:a16="http://schemas.microsoft.com/office/drawing/2014/main" id="{30ED2D13-82F4-FE4D-454F-A3AAF9E6E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2527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1" name="Line 101">
              <a:extLst>
                <a:ext uri="{FF2B5EF4-FFF2-40B4-BE49-F238E27FC236}">
                  <a16:creationId xmlns:a16="http://schemas.microsoft.com/office/drawing/2014/main" id="{35A8B36F-3241-3767-623A-1681AD311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2138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" name="Line 102">
              <a:extLst>
                <a:ext uri="{FF2B5EF4-FFF2-40B4-BE49-F238E27FC236}">
                  <a16:creationId xmlns:a16="http://schemas.microsoft.com/office/drawing/2014/main" id="{33B07715-2465-EA75-3EB1-F72D76C7F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1937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3" name="Line 103">
              <a:extLst>
                <a:ext uri="{FF2B5EF4-FFF2-40B4-BE49-F238E27FC236}">
                  <a16:creationId xmlns:a16="http://schemas.microsoft.com/office/drawing/2014/main" id="{DFC87981-1E6A-C598-E4C6-DB2C14808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711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" name="Text Box 104">
              <a:extLst>
                <a:ext uri="{FF2B5EF4-FFF2-40B4-BE49-F238E27FC236}">
                  <a16:creationId xmlns:a16="http://schemas.microsoft.com/office/drawing/2014/main" id="{13FC3252-8A0C-1C1E-DE47-DBC2923F9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" y="1899"/>
              <a:ext cx="5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s_free[0]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FEF9B43F-495D-5F6C-C84A-24EE88083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" y="2336"/>
              <a:ext cx="7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6" name="Text Box 106">
              <a:extLst>
                <a:ext uri="{FF2B5EF4-FFF2-40B4-BE49-F238E27FC236}">
                  <a16:creationId xmlns:a16="http://schemas.microsoft.com/office/drawing/2014/main" id="{EF4CBCDA-2F9E-1B59-2C9C-77A283DB4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" y="2109"/>
              <a:ext cx="5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s_free[1]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Text Box 107">
              <a:extLst>
                <a:ext uri="{FF2B5EF4-FFF2-40B4-BE49-F238E27FC236}">
                  <a16:creationId xmlns:a16="http://schemas.microsoft.com/office/drawing/2014/main" id="{6193EA23-5E29-6B43-7199-4A8E48460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" y="2520"/>
              <a:ext cx="5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s_free[76]</a:t>
              </a:r>
              <a:endParaRPr lang="en-US" altLang="en-US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8" name="Text Box 95">
              <a:extLst>
                <a:ext uri="{FF2B5EF4-FFF2-40B4-BE49-F238E27FC236}">
                  <a16:creationId xmlns:a16="http://schemas.microsoft.com/office/drawing/2014/main" id="{9806E4C8-4BD7-B21A-8CD0-4EDEC2976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0" y="2628"/>
              <a:ext cx="391" cy="2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9" name="Text Box 108">
              <a:extLst>
                <a:ext uri="{FF2B5EF4-FFF2-40B4-BE49-F238E27FC236}">
                  <a16:creationId xmlns:a16="http://schemas.microsoft.com/office/drawing/2014/main" id="{78FAAFC9-7769-DC28-51D3-4A827C12A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1" y="3039"/>
              <a:ext cx="391" cy="2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" name="Text Box 110">
              <a:extLst>
                <a:ext uri="{FF2B5EF4-FFF2-40B4-BE49-F238E27FC236}">
                  <a16:creationId xmlns:a16="http://schemas.microsoft.com/office/drawing/2014/main" id="{698E8EB8-2853-73CD-711C-54B0A070D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9" y="2830"/>
              <a:ext cx="2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  <a:sym typeface="MT Extra" panose="05050102010205020202" pitchFamily="18" charset="2"/>
                </a:rPr>
                <a:t></a:t>
              </a:r>
            </a:p>
          </p:txBody>
        </p:sp>
        <p:sp>
          <p:nvSpPr>
            <p:cNvPr id="111" name="Line 112">
              <a:extLst>
                <a:ext uri="{FF2B5EF4-FFF2-40B4-BE49-F238E27FC236}">
                  <a16:creationId xmlns:a16="http://schemas.microsoft.com/office/drawing/2014/main" id="{053DA871-DEB1-0AC5-2D57-4ABCD432A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5" y="1225"/>
              <a:ext cx="430" cy="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2" name="Group 130">
              <a:extLst>
                <a:ext uri="{FF2B5EF4-FFF2-40B4-BE49-F238E27FC236}">
                  <a16:creationId xmlns:a16="http://schemas.microsoft.com/office/drawing/2014/main" id="{CBA342D2-2BBA-5666-A835-FAA87E5EEB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1" y="2637"/>
              <a:ext cx="415" cy="617"/>
              <a:chOff x="2951" y="2637"/>
              <a:chExt cx="415" cy="617"/>
            </a:xfrm>
          </p:grpSpPr>
          <p:sp>
            <p:nvSpPr>
              <p:cNvPr id="127" name="Text Box 115">
                <a:extLst>
                  <a:ext uri="{FF2B5EF4-FFF2-40B4-BE49-F238E27FC236}">
                    <a16:creationId xmlns:a16="http://schemas.microsoft.com/office/drawing/2014/main" id="{D9C83688-DB10-8A0A-C50D-C940E9781C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637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" name="Text Box 116">
                <a:extLst>
                  <a:ext uri="{FF2B5EF4-FFF2-40B4-BE49-F238E27FC236}">
                    <a16:creationId xmlns:a16="http://schemas.microsoft.com/office/drawing/2014/main" id="{5FE9B783-946B-C561-4940-6F77935062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3048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" name="Text Box 117">
                <a:extLst>
                  <a:ext uri="{FF2B5EF4-FFF2-40B4-BE49-F238E27FC236}">
                    <a16:creationId xmlns:a16="http://schemas.microsoft.com/office/drawing/2014/main" id="{1DA5E279-9634-B48A-F536-0F6BF36B2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283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113" name="Line 126">
              <a:extLst>
                <a:ext uri="{FF2B5EF4-FFF2-40B4-BE49-F238E27FC236}">
                  <a16:creationId xmlns:a16="http://schemas.microsoft.com/office/drawing/2014/main" id="{9DAEF125-D0C5-C366-61B5-0859E0F7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1936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" name="Line 129">
              <a:extLst>
                <a:ext uri="{FF2B5EF4-FFF2-40B4-BE49-F238E27FC236}">
                  <a16:creationId xmlns:a16="http://schemas.microsoft.com/office/drawing/2014/main" id="{D5E27AA9-8CBA-3873-39D7-ED1208C7E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658"/>
              <a:ext cx="385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5" name="Group 131">
              <a:extLst>
                <a:ext uri="{FF2B5EF4-FFF2-40B4-BE49-F238E27FC236}">
                  <a16:creationId xmlns:a16="http://schemas.microsoft.com/office/drawing/2014/main" id="{A6A638CA-F9E2-A73B-9EA3-8ED6588B6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8" y="2627"/>
              <a:ext cx="415" cy="617"/>
              <a:chOff x="2951" y="2637"/>
              <a:chExt cx="415" cy="617"/>
            </a:xfrm>
          </p:grpSpPr>
          <p:sp>
            <p:nvSpPr>
              <p:cNvPr id="124" name="Text Box 132">
                <a:extLst>
                  <a:ext uri="{FF2B5EF4-FFF2-40B4-BE49-F238E27FC236}">
                    <a16:creationId xmlns:a16="http://schemas.microsoft.com/office/drawing/2014/main" id="{5A9AA220-AB03-9820-573D-E18F4B049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637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Text Box 133">
                <a:extLst>
                  <a:ext uri="{FF2B5EF4-FFF2-40B4-BE49-F238E27FC236}">
                    <a16:creationId xmlns:a16="http://schemas.microsoft.com/office/drawing/2014/main" id="{AC3374BC-161A-9B38-BD42-D01D12DFB9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3048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6" name="Text Box 134">
                <a:extLst>
                  <a:ext uri="{FF2B5EF4-FFF2-40B4-BE49-F238E27FC236}">
                    <a16:creationId xmlns:a16="http://schemas.microsoft.com/office/drawing/2014/main" id="{56A30B13-A4CF-97D4-F5DE-B1FF09334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283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116" name="Line 135">
              <a:extLst>
                <a:ext uri="{FF2B5EF4-FFF2-40B4-BE49-F238E27FC236}">
                  <a16:creationId xmlns:a16="http://schemas.microsoft.com/office/drawing/2014/main" id="{6A892D99-9CC2-3E5A-44E6-DF37C9D74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" y="1927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Line 136">
              <a:extLst>
                <a:ext uri="{FF2B5EF4-FFF2-40B4-BE49-F238E27FC236}">
                  <a16:creationId xmlns:a16="http://schemas.microsoft.com/office/drawing/2014/main" id="{F8BFEF25-5F1B-3DDB-942A-C1A7DB51D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7" y="2330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8" name="Group 137">
              <a:extLst>
                <a:ext uri="{FF2B5EF4-FFF2-40B4-BE49-F238E27FC236}">
                  <a16:creationId xmlns:a16="http://schemas.microsoft.com/office/drawing/2014/main" id="{6FBFF609-5475-5919-4E1B-D53B124E29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6" y="2627"/>
              <a:ext cx="415" cy="617"/>
              <a:chOff x="2951" y="2637"/>
              <a:chExt cx="415" cy="617"/>
            </a:xfrm>
          </p:grpSpPr>
          <p:sp>
            <p:nvSpPr>
              <p:cNvPr id="121" name="Text Box 138">
                <a:extLst>
                  <a:ext uri="{FF2B5EF4-FFF2-40B4-BE49-F238E27FC236}">
                    <a16:creationId xmlns:a16="http://schemas.microsoft.com/office/drawing/2014/main" id="{77656BDA-2100-BC6E-7F0A-FB1BF4115D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637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" name="Text Box 139">
                <a:extLst>
                  <a:ext uri="{FF2B5EF4-FFF2-40B4-BE49-F238E27FC236}">
                    <a16:creationId xmlns:a16="http://schemas.microsoft.com/office/drawing/2014/main" id="{21166778-555E-AB73-8C96-ECE7B43A82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3048"/>
                <a:ext cx="391" cy="2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" name="Text Box 140">
                <a:extLst>
                  <a:ext uri="{FF2B5EF4-FFF2-40B4-BE49-F238E27FC236}">
                    <a16:creationId xmlns:a16="http://schemas.microsoft.com/office/drawing/2014/main" id="{EBBBBDF8-7087-0C26-4F84-8E89E9401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0" y="283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rPr>
                  <a:t></a:t>
                </a:r>
              </a:p>
            </p:txBody>
          </p:sp>
        </p:grpSp>
        <p:sp>
          <p:nvSpPr>
            <p:cNvPr id="119" name="Line 141">
              <a:extLst>
                <a:ext uri="{FF2B5EF4-FFF2-40B4-BE49-F238E27FC236}">
                  <a16:creationId xmlns:a16="http://schemas.microsoft.com/office/drawing/2014/main" id="{FF023692-F041-E57E-71B6-95EE0C1D0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4" y="1216"/>
              <a:ext cx="430" cy="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0" name="Line 143">
              <a:extLst>
                <a:ext uri="{FF2B5EF4-FFF2-40B4-BE49-F238E27FC236}">
                  <a16:creationId xmlns:a16="http://schemas.microsoft.com/office/drawing/2014/main" id="{BA386C54-17B3-1A9B-BA3B-265AC7D7E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7" y="2330"/>
              <a:ext cx="458" cy="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69" name="Rectangle 145">
            <a:extLst>
              <a:ext uri="{FF2B5EF4-FFF2-40B4-BE49-F238E27FC236}">
                <a16:creationId xmlns:a16="http://schemas.microsoft.com/office/drawing/2014/main" id="{C699CC0A-2296-8CB4-06B0-AAE1B45CD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033" y="5602104"/>
            <a:ext cx="2533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空闲块分组链接索引结构</a:t>
            </a:r>
            <a:endParaRPr lang="zh-CN" altLang="en-US" sz="16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285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B7426-CBF4-8F2E-451A-A45FFDBD8DD0}"/>
              </a:ext>
            </a:extLst>
          </p:cNvPr>
          <p:cNvSpPr txBox="1">
            <a:spLocks noChangeArrowheads="1"/>
          </p:cNvSpPr>
          <p:nvPr/>
        </p:nvSpPr>
        <p:spPr>
          <a:xfrm>
            <a:off x="674688" y="930275"/>
            <a:ext cx="7772400" cy="4254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UNIX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系统的空闲块的管理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分配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C5C0020-AD9F-7F34-FB43-F642EBCE0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394" y="1488433"/>
            <a:ext cx="5105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alloc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()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--;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if(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= = 0) 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if(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[0] = “∧”)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sleep(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pri,s_flock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a =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[0];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[0]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块读到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filsys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return(a);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} else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return(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441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——UNIX</a:t>
            </a:r>
            <a:r>
              <a:rPr lang="zh-CN" altLang="en-US" sz="2800" dirty="0">
                <a:solidFill>
                  <a:schemeClr val="tx2"/>
                </a:solidFill>
              </a:rPr>
              <a:t>文件系统的主要结构及实现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B69DF-D7FC-742A-CF76-9A4F736066DB}"/>
              </a:ext>
            </a:extLst>
          </p:cNvPr>
          <p:cNvSpPr txBox="1">
            <a:spLocks noChangeArrowheads="1"/>
          </p:cNvSpPr>
          <p:nvPr/>
        </p:nvSpPr>
        <p:spPr>
          <a:xfrm>
            <a:off x="455310" y="1059375"/>
            <a:ext cx="8393112" cy="4238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UNIX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系统的空闲块的管理</a:t>
            </a:r>
            <a:r>
              <a:rPr lang="en-US" altLang="zh-CN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回收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6E1A03C-C014-EDBB-9DFC-B9F23E4B5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478" y="1630407"/>
            <a:ext cx="60198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free()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{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if(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&lt; 100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){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 =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释放磁盘块号；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++;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} else {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 将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[]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写到释放磁盘块中；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s_nfree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=  1;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s_free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[0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] =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释放磁盘块号；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return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}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15673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文件的共享与安全</a:t>
            </a:r>
          </a:p>
          <a:p>
            <a:r>
              <a:rPr lang="zh-CN" altLang="en-US" dirty="0"/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16651939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93A08A9-3C60-5FEB-053A-7E6F5D097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06450"/>
            <a:ext cx="10545938" cy="3136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4.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文件共享与安全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文件共享</a:t>
            </a:r>
          </a:p>
          <a:p>
            <a:pPr marL="720000" lvl="1" eaLnBrk="1" hangingPunct="1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文件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共享是指某一个或某一部分文件可以让事先规定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的某些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用户共同使用。</a:t>
            </a:r>
            <a:endParaRPr lang="en-US" altLang="zh-CN" sz="240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  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共享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的目的：节省存储空间、进程间交换信息</a:t>
            </a:r>
            <a:endParaRPr lang="en-US" altLang="zh-CN" sz="240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8A7ADA-FB22-0D7D-1A51-7165EBCCB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754" y="3429000"/>
            <a:ext cx="10370085" cy="268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文件安全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① 什么是文件安全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所谓文件安全，就是文件的保护问题。 </a:t>
            </a:r>
          </a:p>
          <a:p>
            <a:pPr marL="0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文件的保护是指文件本身不得被未经文件主授权的任何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用户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存取，而对于授权用户也只能在允许的存取权限内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使用文件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841711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7359172-826D-2616-7565-3094D26CC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156175"/>
            <a:ext cx="10643474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如何进文件的保护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             </a:t>
            </a:r>
            <a:r>
              <a:rPr lang="zh-CN" alt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需要对用户的权限进行验证。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所谓存取权限的验证，是指用户存取文件之前，需要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检查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用户的存取权限是否符合规定，符合者允许使用，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否则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拒绝。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83150A-E799-4341-E05B-8FCCB2C69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46" y="3258724"/>
            <a:ext cx="84645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③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验证用户存取权限的方法</a:t>
            </a: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             </a:t>
            </a:r>
            <a:endParaRPr lang="zh-CN" altLang="en-US" sz="20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043CAD-F9F6-890C-82FF-27B77E395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969" y="3878639"/>
            <a:ext cx="5199063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访问控制矩阵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存取控制表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用户权限表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ⅳ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口令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宋体" panose="02010600030101010101" pitchFamily="2" charset="-122"/>
              </a:rPr>
              <a:t>ⅴ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密码（编解码）</a:t>
            </a:r>
          </a:p>
        </p:txBody>
      </p:sp>
    </p:spTree>
    <p:extLst>
      <p:ext uri="{BB962C8B-B14F-4D97-AF65-F5344CB8AC3E}">
        <p14:creationId xmlns:p14="http://schemas.microsoft.com/office/powerpoint/2010/main" val="34201742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67A890D-D4D8-C2CE-F515-2534CD9F9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578681"/>
            <a:ext cx="10980786" cy="356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①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当前目录</a:t>
            </a:r>
          </a:p>
          <a:p>
            <a:pPr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什么是当前目录 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又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称值班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目录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），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Present Working Directory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PWD</a:t>
            </a:r>
            <a:r>
              <a:rPr lang="zh-CN" altLang="en-US" sz="2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）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当前目录是当前用户正在使用的文件所在的目录。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当指定当前目录后，用户对文件的所有访问都是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相对于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“当前目录”进行的。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这时，文件路径名是由“当前目录”到信息文件的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通路上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所有各级目录的符号名加上该信息文件的符号名组成。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B1719AB-00E9-842C-A53A-188B6CAA5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09" y="830079"/>
            <a:ext cx="8464550" cy="62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用文件路径名加快文件的查找</a:t>
            </a:r>
          </a:p>
        </p:txBody>
      </p:sp>
    </p:spTree>
    <p:extLst>
      <p:ext uri="{BB962C8B-B14F-4D97-AF65-F5344CB8AC3E}">
        <p14:creationId xmlns:p14="http://schemas.microsoft.com/office/powerpoint/2010/main" val="21479506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grpSp>
        <p:nvGrpSpPr>
          <p:cNvPr id="3" name="Group 120">
            <a:extLst>
              <a:ext uri="{FF2B5EF4-FFF2-40B4-BE49-F238E27FC236}">
                <a16:creationId xmlns:a16="http://schemas.microsoft.com/office/drawing/2014/main" id="{E25542DA-3A5B-FFA5-14FA-4D4937CDBD00}"/>
              </a:ext>
            </a:extLst>
          </p:cNvPr>
          <p:cNvGrpSpPr>
            <a:grpSpLocks/>
          </p:cNvGrpSpPr>
          <p:nvPr/>
        </p:nvGrpSpPr>
        <p:grpSpPr bwMode="auto">
          <a:xfrm>
            <a:off x="4083373" y="1074469"/>
            <a:ext cx="7916862" cy="5103813"/>
            <a:chOff x="207" y="666"/>
            <a:chExt cx="5088" cy="3298"/>
          </a:xfrm>
        </p:grpSpPr>
        <p:sp>
          <p:nvSpPr>
            <p:cNvPr id="4" name="Rectangle 121">
              <a:extLst>
                <a:ext uri="{FF2B5EF4-FFF2-40B4-BE49-F238E27FC236}">
                  <a16:creationId xmlns:a16="http://schemas.microsoft.com/office/drawing/2014/main" id="{371A4B1B-0B3C-517F-A763-340510414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917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" name="Line 122">
              <a:extLst>
                <a:ext uri="{FF2B5EF4-FFF2-40B4-BE49-F238E27FC236}">
                  <a16:creationId xmlns:a16="http://schemas.microsoft.com/office/drawing/2014/main" id="{C7F982A3-8B44-3872-39F0-417919088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113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Line 123">
              <a:extLst>
                <a:ext uri="{FF2B5EF4-FFF2-40B4-BE49-F238E27FC236}">
                  <a16:creationId xmlns:a16="http://schemas.microsoft.com/office/drawing/2014/main" id="{2EA14423-2209-798A-2551-ADF528A42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124">
              <a:extLst>
                <a:ext uri="{FF2B5EF4-FFF2-40B4-BE49-F238E27FC236}">
                  <a16:creationId xmlns:a16="http://schemas.microsoft.com/office/drawing/2014/main" id="{A2FDFF2C-E65E-265E-CB74-9E74B7913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 Box 125">
              <a:extLst>
                <a:ext uri="{FF2B5EF4-FFF2-40B4-BE49-F238E27FC236}">
                  <a16:creationId xmlns:a16="http://schemas.microsoft.com/office/drawing/2014/main" id="{AD20D50A-8FA9-7495-469A-9DAAD87A9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 Box 126">
              <a:extLst>
                <a:ext uri="{FF2B5EF4-FFF2-40B4-BE49-F238E27FC236}">
                  <a16:creationId xmlns:a16="http://schemas.microsoft.com/office/drawing/2014/main" id="{9E0F8507-72E8-0442-8F1D-6BB4E36ED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86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Text Box 127">
              <a:extLst>
                <a:ext uri="{FF2B5EF4-FFF2-40B4-BE49-F238E27FC236}">
                  <a16:creationId xmlns:a16="http://schemas.microsoft.com/office/drawing/2014/main" id="{27EE2F51-942F-F070-1B25-B2F5131CD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" name="Rectangle 128">
              <a:extLst>
                <a:ext uri="{FF2B5EF4-FFF2-40B4-BE49-F238E27FC236}">
                  <a16:creationId xmlns:a16="http://schemas.microsoft.com/office/drawing/2014/main" id="{967BD7E1-F3C2-65E0-1F8B-670A7B570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851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Line 129">
              <a:extLst>
                <a:ext uri="{FF2B5EF4-FFF2-40B4-BE49-F238E27FC236}">
                  <a16:creationId xmlns:a16="http://schemas.microsoft.com/office/drawing/2014/main" id="{8D6365C8-7888-C9AA-2A37-0C73EC19F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Line 130">
              <a:extLst>
                <a:ext uri="{FF2B5EF4-FFF2-40B4-BE49-F238E27FC236}">
                  <a16:creationId xmlns:a16="http://schemas.microsoft.com/office/drawing/2014/main" id="{6CFD5075-1016-B365-3E2E-4F0C681F0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Box 131">
              <a:extLst>
                <a:ext uri="{FF2B5EF4-FFF2-40B4-BE49-F238E27FC236}">
                  <a16:creationId xmlns:a16="http://schemas.microsoft.com/office/drawing/2014/main" id="{AFE2F5A1-2C56-FF33-106D-E9475001E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5" name="Text Box 132">
              <a:extLst>
                <a:ext uri="{FF2B5EF4-FFF2-40B4-BE49-F238E27FC236}">
                  <a16:creationId xmlns:a16="http://schemas.microsoft.com/office/drawing/2014/main" id="{D8A29B78-FAE4-D088-3686-49BF95C4C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82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" name="Text Box 133">
              <a:extLst>
                <a:ext uri="{FF2B5EF4-FFF2-40B4-BE49-F238E27FC236}">
                  <a16:creationId xmlns:a16="http://schemas.microsoft.com/office/drawing/2014/main" id="{8F2C9C2F-08D5-D82D-11F4-84AAF3A74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" name="Rectangle 134">
              <a:extLst>
                <a:ext uri="{FF2B5EF4-FFF2-40B4-BE49-F238E27FC236}">
                  <a16:creationId xmlns:a16="http://schemas.microsoft.com/office/drawing/2014/main" id="{AC5BA5B5-5074-1BFD-C1B0-6410F5392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840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Line 135">
              <a:extLst>
                <a:ext uri="{FF2B5EF4-FFF2-40B4-BE49-F238E27FC236}">
                  <a16:creationId xmlns:a16="http://schemas.microsoft.com/office/drawing/2014/main" id="{26273AF0-9F19-B319-EC4E-C945D68B7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2036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136">
              <a:extLst>
                <a:ext uri="{FF2B5EF4-FFF2-40B4-BE49-F238E27FC236}">
                  <a16:creationId xmlns:a16="http://schemas.microsoft.com/office/drawing/2014/main" id="{0B9F9F49-1754-9884-9488-35241099E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137">
              <a:extLst>
                <a:ext uri="{FF2B5EF4-FFF2-40B4-BE49-F238E27FC236}">
                  <a16:creationId xmlns:a16="http://schemas.microsoft.com/office/drawing/2014/main" id="{7E4FCE7C-DCCA-E8A0-0540-9D3636EB4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 Box 138">
              <a:extLst>
                <a:ext uri="{FF2B5EF4-FFF2-40B4-BE49-F238E27FC236}">
                  <a16:creationId xmlns:a16="http://schemas.microsoft.com/office/drawing/2014/main" id="{5E9D43D1-47A1-D508-810D-0C1CF9264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78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" name="Text Box 139">
              <a:extLst>
                <a:ext uri="{FF2B5EF4-FFF2-40B4-BE49-F238E27FC236}">
                  <a16:creationId xmlns:a16="http://schemas.microsoft.com/office/drawing/2014/main" id="{97922DA8-37F4-3E04-C61E-2B2FAE769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1786"/>
              <a:ext cx="26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" name="Text Box 140">
              <a:extLst>
                <a:ext uri="{FF2B5EF4-FFF2-40B4-BE49-F238E27FC236}">
                  <a16:creationId xmlns:a16="http://schemas.microsoft.com/office/drawing/2014/main" id="{2C4BE024-52FE-3408-773B-2CEA600E5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791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4" name="Rectangle 141">
              <a:extLst>
                <a:ext uri="{FF2B5EF4-FFF2-40B4-BE49-F238E27FC236}">
                  <a16:creationId xmlns:a16="http://schemas.microsoft.com/office/drawing/2014/main" id="{738F5C61-8662-62B1-24C4-9FC4DE87C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2774"/>
              <a:ext cx="489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5" name="Line 142">
              <a:extLst>
                <a:ext uri="{FF2B5EF4-FFF2-40B4-BE49-F238E27FC236}">
                  <a16:creationId xmlns:a16="http://schemas.microsoft.com/office/drawing/2014/main" id="{134B1958-789D-299D-7650-78D63D25B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143">
              <a:extLst>
                <a:ext uri="{FF2B5EF4-FFF2-40B4-BE49-F238E27FC236}">
                  <a16:creationId xmlns:a16="http://schemas.microsoft.com/office/drawing/2014/main" id="{56C4CA99-C2AB-DA8E-840A-273D4647F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" name="Text Box 144">
              <a:extLst>
                <a:ext uri="{FF2B5EF4-FFF2-40B4-BE49-F238E27FC236}">
                  <a16:creationId xmlns:a16="http://schemas.microsoft.com/office/drawing/2014/main" id="{E9BA92FA-68C2-C92F-D111-F5319AC96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38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8" name="Rectangle 145">
              <a:extLst>
                <a:ext uri="{FF2B5EF4-FFF2-40B4-BE49-F238E27FC236}">
                  <a16:creationId xmlns:a16="http://schemas.microsoft.com/office/drawing/2014/main" id="{3CC37F36-025C-33C6-DB88-B20A9F464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765"/>
              <a:ext cx="49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9" name="Line 146">
              <a:extLst>
                <a:ext uri="{FF2B5EF4-FFF2-40B4-BE49-F238E27FC236}">
                  <a16:creationId xmlns:a16="http://schemas.microsoft.com/office/drawing/2014/main" id="{EF4EF5E6-212E-5B8A-D470-CDA70682E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 Box 147">
              <a:extLst>
                <a:ext uri="{FF2B5EF4-FFF2-40B4-BE49-F238E27FC236}">
                  <a16:creationId xmlns:a16="http://schemas.microsoft.com/office/drawing/2014/main" id="{E24F992D-3644-5BD4-5E67-6EBBE85C2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1" name="Text Box 148">
              <a:extLst>
                <a:ext uri="{FF2B5EF4-FFF2-40B4-BE49-F238E27FC236}">
                  <a16:creationId xmlns:a16="http://schemas.microsoft.com/office/drawing/2014/main" id="{876563DA-D55C-2399-A018-05080D73E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" y="2738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2" name="Rectangle 149">
              <a:extLst>
                <a:ext uri="{FF2B5EF4-FFF2-40B4-BE49-F238E27FC236}">
                  <a16:creationId xmlns:a16="http://schemas.microsoft.com/office/drawing/2014/main" id="{7A3EC69E-24E5-363E-1695-05079081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785"/>
              <a:ext cx="65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3" name="Line 150">
              <a:extLst>
                <a:ext uri="{FF2B5EF4-FFF2-40B4-BE49-F238E27FC236}">
                  <a16:creationId xmlns:a16="http://schemas.microsoft.com/office/drawing/2014/main" id="{84BCB8EA-B2F5-0930-14F7-0B9362C51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980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Line 151">
              <a:extLst>
                <a:ext uri="{FF2B5EF4-FFF2-40B4-BE49-F238E27FC236}">
                  <a16:creationId xmlns:a16="http://schemas.microsoft.com/office/drawing/2014/main" id="{F99911B8-D387-DCA7-4EAB-F7EB6B4B6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Text Box 152">
              <a:extLst>
                <a:ext uri="{FF2B5EF4-FFF2-40B4-BE49-F238E27FC236}">
                  <a16:creationId xmlns:a16="http://schemas.microsoft.com/office/drawing/2014/main" id="{878F9C7C-3C7F-984D-D54A-3CF5FBE5D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6" name="Text Box 153">
              <a:extLst>
                <a:ext uri="{FF2B5EF4-FFF2-40B4-BE49-F238E27FC236}">
                  <a16:creationId xmlns:a16="http://schemas.microsoft.com/office/drawing/2014/main" id="{E2A7CC5E-E711-DDE4-51E3-6B9A0F987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7" name="Text Box 154">
              <a:extLst>
                <a:ext uri="{FF2B5EF4-FFF2-40B4-BE49-F238E27FC236}">
                  <a16:creationId xmlns:a16="http://schemas.microsoft.com/office/drawing/2014/main" id="{97C8EA06-02D1-031D-5AFF-6F038C80A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8" name="Line 155">
              <a:extLst>
                <a:ext uri="{FF2B5EF4-FFF2-40B4-BE49-F238E27FC236}">
                  <a16:creationId xmlns:a16="http://schemas.microsoft.com/office/drawing/2014/main" id="{3F2952DC-7F34-84BF-562C-9A4FEFFDE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Rectangle 156">
              <a:extLst>
                <a:ext uri="{FF2B5EF4-FFF2-40B4-BE49-F238E27FC236}">
                  <a16:creationId xmlns:a16="http://schemas.microsoft.com/office/drawing/2014/main" id="{226CCD6B-75DA-CC29-A729-4348E6F31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1851"/>
              <a:ext cx="44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0" name="Line 157">
              <a:extLst>
                <a:ext uri="{FF2B5EF4-FFF2-40B4-BE49-F238E27FC236}">
                  <a16:creationId xmlns:a16="http://schemas.microsoft.com/office/drawing/2014/main" id="{D72C9F46-A215-E55B-827F-8AA786D57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Line 158">
              <a:extLst>
                <a:ext uri="{FF2B5EF4-FFF2-40B4-BE49-F238E27FC236}">
                  <a16:creationId xmlns:a16="http://schemas.microsoft.com/office/drawing/2014/main" id="{DBC676E0-5EE0-6924-DBEF-B4E63EE8B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Text Box 159">
              <a:extLst>
                <a:ext uri="{FF2B5EF4-FFF2-40B4-BE49-F238E27FC236}">
                  <a16:creationId xmlns:a16="http://schemas.microsoft.com/office/drawing/2014/main" id="{703A07FB-9827-07AA-CBCE-39CA02181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79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3" name="Text Box 160">
              <a:extLst>
                <a:ext uri="{FF2B5EF4-FFF2-40B4-BE49-F238E27FC236}">
                  <a16:creationId xmlns:a16="http://schemas.microsoft.com/office/drawing/2014/main" id="{5577DD41-5486-7D1F-0399-88FFD448B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1796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" name="Line 161">
              <a:extLst>
                <a:ext uri="{FF2B5EF4-FFF2-40B4-BE49-F238E27FC236}">
                  <a16:creationId xmlns:a16="http://schemas.microsoft.com/office/drawing/2014/main" id="{EC432C0D-F1AA-8A0F-3CFA-2BDADBF1E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047"/>
              <a:ext cx="4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Rectangle 162">
              <a:extLst>
                <a:ext uri="{FF2B5EF4-FFF2-40B4-BE49-F238E27FC236}">
                  <a16:creationId xmlns:a16="http://schemas.microsoft.com/office/drawing/2014/main" id="{25C767E9-6E46-C18B-47A4-C3920FE7D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2763"/>
              <a:ext cx="43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Line 163">
              <a:extLst>
                <a:ext uri="{FF2B5EF4-FFF2-40B4-BE49-F238E27FC236}">
                  <a16:creationId xmlns:a16="http://schemas.microsoft.com/office/drawing/2014/main" id="{220000B9-6EE6-B3BF-1772-AA3019EA8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Line 164">
              <a:extLst>
                <a:ext uri="{FF2B5EF4-FFF2-40B4-BE49-F238E27FC236}">
                  <a16:creationId xmlns:a16="http://schemas.microsoft.com/office/drawing/2014/main" id="{8BBE895F-07D9-B620-DC0D-409F18BCD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165">
              <a:extLst>
                <a:ext uri="{FF2B5EF4-FFF2-40B4-BE49-F238E27FC236}">
                  <a16:creationId xmlns:a16="http://schemas.microsoft.com/office/drawing/2014/main" id="{22DCEE21-A6E9-D170-B5B1-76557EA59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1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9" name="Text Box 166">
              <a:extLst>
                <a:ext uri="{FF2B5EF4-FFF2-40B4-BE49-F238E27FC236}">
                  <a16:creationId xmlns:a16="http://schemas.microsoft.com/office/drawing/2014/main" id="{18A4EFAC-96D5-C49E-4173-689CA04A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2709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0" name="Line 167">
              <a:extLst>
                <a:ext uri="{FF2B5EF4-FFF2-40B4-BE49-F238E27FC236}">
                  <a16:creationId xmlns:a16="http://schemas.microsoft.com/office/drawing/2014/main" id="{CBEE8A5F-B1DA-64E6-4DD2-2ED8D0830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43"/>
              <a:ext cx="0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Line 168">
              <a:extLst>
                <a:ext uri="{FF2B5EF4-FFF2-40B4-BE49-F238E27FC236}">
                  <a16:creationId xmlns:a16="http://schemas.microsoft.com/office/drawing/2014/main" id="{22C2C513-F92F-893A-0ABA-48C09C411D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4" y="1243"/>
              <a:ext cx="1369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Line 169">
              <a:extLst>
                <a:ext uri="{FF2B5EF4-FFF2-40B4-BE49-F238E27FC236}">
                  <a16:creationId xmlns:a16="http://schemas.microsoft.com/office/drawing/2014/main" id="{433EDA52-F5F2-1E90-83B9-5245C519F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43"/>
              <a:ext cx="1592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Line 170">
              <a:extLst>
                <a:ext uri="{FF2B5EF4-FFF2-40B4-BE49-F238E27FC236}">
                  <a16:creationId xmlns:a16="http://schemas.microsoft.com/office/drawing/2014/main" id="{E35895BE-FA73-81BF-3167-D3A1A39B2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155"/>
              <a:ext cx="354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171">
              <a:extLst>
                <a:ext uri="{FF2B5EF4-FFF2-40B4-BE49-F238E27FC236}">
                  <a16:creationId xmlns:a16="http://schemas.microsoft.com/office/drawing/2014/main" id="{B2826A31-2DBE-B789-B3D7-BF9EB9E6E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155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172">
              <a:extLst>
                <a:ext uri="{FF2B5EF4-FFF2-40B4-BE49-F238E27FC236}">
                  <a16:creationId xmlns:a16="http://schemas.microsoft.com/office/drawing/2014/main" id="{FE92BA81-3384-2A40-DB16-87C4DFB84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9" y="2155"/>
              <a:ext cx="714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173">
              <a:extLst>
                <a:ext uri="{FF2B5EF4-FFF2-40B4-BE49-F238E27FC236}">
                  <a16:creationId xmlns:a16="http://schemas.microsoft.com/office/drawing/2014/main" id="{CBF01E26-0E3C-BD52-054F-133FB669F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2155"/>
              <a:ext cx="695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Oval 174">
              <a:extLst>
                <a:ext uri="{FF2B5EF4-FFF2-40B4-BE49-F238E27FC236}">
                  <a16:creationId xmlns:a16="http://schemas.microsoft.com/office/drawing/2014/main" id="{040A2D51-4960-340B-8B7E-7C63E2CEA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" y="2872"/>
              <a:ext cx="162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8" name="Oval 175">
              <a:extLst>
                <a:ext uri="{FF2B5EF4-FFF2-40B4-BE49-F238E27FC236}">
                  <a16:creationId xmlns:a16="http://schemas.microsoft.com/office/drawing/2014/main" id="{7BED7F4A-F02A-3089-B224-6B3217343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9" name="Oval 176">
              <a:extLst>
                <a:ext uri="{FF2B5EF4-FFF2-40B4-BE49-F238E27FC236}">
                  <a16:creationId xmlns:a16="http://schemas.microsoft.com/office/drawing/2014/main" id="{02F0AC27-3960-73A2-D069-5E3E4A246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3490"/>
              <a:ext cx="153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0" name="Oval 177">
              <a:extLst>
                <a:ext uri="{FF2B5EF4-FFF2-40B4-BE49-F238E27FC236}">
                  <a16:creationId xmlns:a16="http://schemas.microsoft.com/office/drawing/2014/main" id="{F9DB2C4C-4EE9-6A57-F09D-EAABA0981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1" name="Oval 178">
              <a:extLst>
                <a:ext uri="{FF2B5EF4-FFF2-40B4-BE49-F238E27FC236}">
                  <a16:creationId xmlns:a16="http://schemas.microsoft.com/office/drawing/2014/main" id="{9589F50C-939D-402C-0545-DF728A1FC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Oval 179">
              <a:extLst>
                <a:ext uri="{FF2B5EF4-FFF2-40B4-BE49-F238E27FC236}">
                  <a16:creationId xmlns:a16="http://schemas.microsoft.com/office/drawing/2014/main" id="{555D1239-8341-EF7D-62C1-59F1A0B07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180">
              <a:extLst>
                <a:ext uri="{FF2B5EF4-FFF2-40B4-BE49-F238E27FC236}">
                  <a16:creationId xmlns:a16="http://schemas.microsoft.com/office/drawing/2014/main" id="{1CE84294-592D-860C-9590-7AB2B9FA0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181">
              <a:extLst>
                <a:ext uri="{FF2B5EF4-FFF2-40B4-BE49-F238E27FC236}">
                  <a16:creationId xmlns:a16="http://schemas.microsoft.com/office/drawing/2014/main" id="{AF05283F-9BA6-99D4-5751-985DE3391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3490"/>
              <a:ext cx="163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182">
              <a:extLst>
                <a:ext uri="{FF2B5EF4-FFF2-40B4-BE49-F238E27FC236}">
                  <a16:creationId xmlns:a16="http://schemas.microsoft.com/office/drawing/2014/main" id="{7F730AC4-44B5-46CD-53A3-F079F6B39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183">
              <a:extLst>
                <a:ext uri="{FF2B5EF4-FFF2-40B4-BE49-F238E27FC236}">
                  <a16:creationId xmlns:a16="http://schemas.microsoft.com/office/drawing/2014/main" id="{96BFF872-0456-1B5B-8B64-238E0403C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490"/>
              <a:ext cx="157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184">
              <a:extLst>
                <a:ext uri="{FF2B5EF4-FFF2-40B4-BE49-F238E27FC236}">
                  <a16:creationId xmlns:a16="http://schemas.microsoft.com/office/drawing/2014/main" id="{BC82BB4E-15E7-2ADC-CEAD-7EDC6E812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185">
              <a:extLst>
                <a:ext uri="{FF2B5EF4-FFF2-40B4-BE49-F238E27FC236}">
                  <a16:creationId xmlns:a16="http://schemas.microsoft.com/office/drawing/2014/main" id="{CBF79983-813B-96B9-A1A2-98D8E0D33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872"/>
              <a:ext cx="164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186">
              <a:extLst>
                <a:ext uri="{FF2B5EF4-FFF2-40B4-BE49-F238E27FC236}">
                  <a16:creationId xmlns:a16="http://schemas.microsoft.com/office/drawing/2014/main" id="{3E9A65DC-08E5-ACF9-7C4B-9EF28A43F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872"/>
              <a:ext cx="165" cy="173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sz="1600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Line 187">
              <a:extLst>
                <a:ext uri="{FF2B5EF4-FFF2-40B4-BE49-F238E27FC236}">
                  <a16:creationId xmlns:a16="http://schemas.microsoft.com/office/drawing/2014/main" id="{7DDC8CD7-C956-9073-C683-8F3B434CF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8" y="2155"/>
              <a:ext cx="146" cy="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Line 188">
              <a:extLst>
                <a:ext uri="{FF2B5EF4-FFF2-40B4-BE49-F238E27FC236}">
                  <a16:creationId xmlns:a16="http://schemas.microsoft.com/office/drawing/2014/main" id="{81045EF9-5304-1B9A-F2C8-AC5558D36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" y="2155"/>
              <a:ext cx="113" cy="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Line 189">
              <a:extLst>
                <a:ext uri="{FF2B5EF4-FFF2-40B4-BE49-F238E27FC236}">
                  <a16:creationId xmlns:a16="http://schemas.microsoft.com/office/drawing/2014/main" id="{B45D4224-9234-9EA7-E7AE-5C1CB7BFC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" y="3045"/>
              <a:ext cx="0" cy="4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190">
              <a:extLst>
                <a:ext uri="{FF2B5EF4-FFF2-40B4-BE49-F238E27FC236}">
                  <a16:creationId xmlns:a16="http://schemas.microsoft.com/office/drawing/2014/main" id="{1AD6E804-3DB3-E5A3-B881-1B78E7859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3045"/>
              <a:ext cx="111" cy="4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191">
              <a:extLst>
                <a:ext uri="{FF2B5EF4-FFF2-40B4-BE49-F238E27FC236}">
                  <a16:creationId xmlns:a16="http://schemas.microsoft.com/office/drawing/2014/main" id="{4B98AC08-5B72-D9D4-6633-1612BF022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192">
              <a:extLst>
                <a:ext uri="{FF2B5EF4-FFF2-40B4-BE49-F238E27FC236}">
                  <a16:creationId xmlns:a16="http://schemas.microsoft.com/office/drawing/2014/main" id="{431B33F1-B013-50A2-AC6D-419C07C36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193">
              <a:extLst>
                <a:ext uri="{FF2B5EF4-FFF2-40B4-BE49-F238E27FC236}">
                  <a16:creationId xmlns:a16="http://schemas.microsoft.com/office/drawing/2014/main" id="{868764F6-189E-1EFF-90E9-C2667CA48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00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194">
              <a:extLst>
                <a:ext uri="{FF2B5EF4-FFF2-40B4-BE49-F238E27FC236}">
                  <a16:creationId xmlns:a16="http://schemas.microsoft.com/office/drawing/2014/main" id="{90C0C1D4-4BEB-B11C-C8EE-C238E4E6C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3100"/>
              <a:ext cx="7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195">
              <a:extLst>
                <a:ext uri="{FF2B5EF4-FFF2-40B4-BE49-F238E27FC236}">
                  <a16:creationId xmlns:a16="http://schemas.microsoft.com/office/drawing/2014/main" id="{5D7854D5-E6CB-FBD0-B11E-9363013B6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196">
              <a:extLst>
                <a:ext uri="{FF2B5EF4-FFF2-40B4-BE49-F238E27FC236}">
                  <a16:creationId xmlns:a16="http://schemas.microsoft.com/office/drawing/2014/main" id="{C82E4368-269E-6DA1-D0E9-D554CBC11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197">
              <a:extLst>
                <a:ext uri="{FF2B5EF4-FFF2-40B4-BE49-F238E27FC236}">
                  <a16:creationId xmlns:a16="http://schemas.microsoft.com/office/drawing/2014/main" id="{72A5CD05-A0D2-24B3-2499-3B363AC7F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3100"/>
              <a:ext cx="11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198">
              <a:extLst>
                <a:ext uri="{FF2B5EF4-FFF2-40B4-BE49-F238E27FC236}">
                  <a16:creationId xmlns:a16="http://schemas.microsoft.com/office/drawing/2014/main" id="{6AFEF1E6-4A35-2BDE-B7AA-AF09363A9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155"/>
              <a:ext cx="0" cy="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199">
              <a:extLst>
                <a:ext uri="{FF2B5EF4-FFF2-40B4-BE49-F238E27FC236}">
                  <a16:creationId xmlns:a16="http://schemas.microsoft.com/office/drawing/2014/main" id="{4D4D374C-F440-1D3E-A145-9BB4CEC62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55"/>
              <a:ext cx="91" cy="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200">
              <a:extLst>
                <a:ext uri="{FF2B5EF4-FFF2-40B4-BE49-F238E27FC236}">
                  <a16:creationId xmlns:a16="http://schemas.microsoft.com/office/drawing/2014/main" id="{239D5021-3799-A617-03C8-6BE9CA3CA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3" y="2065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Text Box 201">
              <a:extLst>
                <a:ext uri="{FF2B5EF4-FFF2-40B4-BE49-F238E27FC236}">
                  <a16:creationId xmlns:a16="http://schemas.microsoft.com/office/drawing/2014/main" id="{217D7439-D023-8384-5D5E-B549A4F81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85" name="Text Box 202">
              <a:extLst>
                <a:ext uri="{FF2B5EF4-FFF2-40B4-BE49-F238E27FC236}">
                  <a16:creationId xmlns:a16="http://schemas.microsoft.com/office/drawing/2014/main" id="{31E75F19-9F86-D014-3715-257DFD7C7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3714"/>
              <a:ext cx="48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86" name="Text Box 203">
              <a:extLst>
                <a:ext uri="{FF2B5EF4-FFF2-40B4-BE49-F238E27FC236}">
                  <a16:creationId xmlns:a16="http://schemas.microsoft.com/office/drawing/2014/main" id="{BE16EDE6-B031-3B3A-05FA-0C8A37592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87" name="Text Box 204">
              <a:extLst>
                <a:ext uri="{FF2B5EF4-FFF2-40B4-BE49-F238E27FC236}">
                  <a16:creationId xmlns:a16="http://schemas.microsoft.com/office/drawing/2014/main" id="{4D7CA3BB-8B8B-DB55-6CC7-F18D918AA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88" name="Text Box 205">
              <a:extLst>
                <a:ext uri="{FF2B5EF4-FFF2-40B4-BE49-F238E27FC236}">
                  <a16:creationId xmlns:a16="http://schemas.microsoft.com/office/drawing/2014/main" id="{ECC96EE2-9337-847C-E57A-54C3707C4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89" name="Text Box 206">
              <a:extLst>
                <a:ext uri="{FF2B5EF4-FFF2-40B4-BE49-F238E27FC236}">
                  <a16:creationId xmlns:a16="http://schemas.microsoft.com/office/drawing/2014/main" id="{7EBAADA6-468F-45EE-F900-360E93E39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0" name="Text Box 207">
              <a:extLst>
                <a:ext uri="{FF2B5EF4-FFF2-40B4-BE49-F238E27FC236}">
                  <a16:creationId xmlns:a16="http://schemas.microsoft.com/office/drawing/2014/main" id="{AA869F3B-B11C-A88E-E5D5-E0C3C0A71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1" name="Text Box 208">
              <a:extLst>
                <a:ext uri="{FF2B5EF4-FFF2-40B4-BE49-F238E27FC236}">
                  <a16:creationId xmlns:a16="http://schemas.microsoft.com/office/drawing/2014/main" id="{EAAB654E-24C4-21EA-45CE-2F827E28D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2" name="Text Box 209">
              <a:extLst>
                <a:ext uri="{FF2B5EF4-FFF2-40B4-BE49-F238E27FC236}">
                  <a16:creationId xmlns:a16="http://schemas.microsoft.com/office/drawing/2014/main" id="{C75179BC-4F48-CAFA-A403-49AF90A14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7" y="3714"/>
              <a:ext cx="48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3" name="Text Box 210">
              <a:extLst>
                <a:ext uri="{FF2B5EF4-FFF2-40B4-BE49-F238E27FC236}">
                  <a16:creationId xmlns:a16="http://schemas.microsoft.com/office/drawing/2014/main" id="{8D3D1DD7-04A1-29DE-36DE-90457E9C3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966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4" name="Text Box 211">
              <a:extLst>
                <a:ext uri="{FF2B5EF4-FFF2-40B4-BE49-F238E27FC236}">
                  <a16:creationId xmlns:a16="http://schemas.microsoft.com/office/drawing/2014/main" id="{92363EAA-E0C2-0E3D-5B2B-BB2B16E81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865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95" name="Text Box 212">
              <a:extLst>
                <a:ext uri="{FF2B5EF4-FFF2-40B4-BE49-F238E27FC236}">
                  <a16:creationId xmlns:a16="http://schemas.microsoft.com/office/drawing/2014/main" id="{1C59E4D1-55D1-65B5-6BE4-D916B61A5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96" name="Text Box 213">
              <a:extLst>
                <a:ext uri="{FF2B5EF4-FFF2-40B4-BE49-F238E27FC236}">
                  <a16:creationId xmlns:a16="http://schemas.microsoft.com/office/drawing/2014/main" id="{34AA09A4-4854-31DE-28AF-2DD82EB6C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97" name="Text Box 214">
              <a:extLst>
                <a:ext uri="{FF2B5EF4-FFF2-40B4-BE49-F238E27FC236}">
                  <a16:creationId xmlns:a16="http://schemas.microsoft.com/office/drawing/2014/main" id="{1F53C068-B629-C5A2-9803-3C58FCFB3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31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98" name="Text Box 215">
              <a:extLst>
                <a:ext uri="{FF2B5EF4-FFF2-40B4-BE49-F238E27FC236}">
                  <a16:creationId xmlns:a16="http://schemas.microsoft.com/office/drawing/2014/main" id="{6948F371-1A66-A5C4-1DBB-1E64B99AD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1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99" name="Text Box 216">
              <a:extLst>
                <a:ext uri="{FF2B5EF4-FFF2-40B4-BE49-F238E27FC236}">
                  <a16:creationId xmlns:a16="http://schemas.microsoft.com/office/drawing/2014/main" id="{5E4948D2-FA2D-9626-43C1-2031CE5EF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8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0" name="Text Box 217">
              <a:extLst>
                <a:ext uri="{FF2B5EF4-FFF2-40B4-BE49-F238E27FC236}">
                  <a16:creationId xmlns:a16="http://schemas.microsoft.com/office/drawing/2014/main" id="{45B387B8-9F9F-7EA2-BCF8-629B38073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29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1" name="Text Box 218">
              <a:extLst>
                <a:ext uri="{FF2B5EF4-FFF2-40B4-BE49-F238E27FC236}">
                  <a16:creationId xmlns:a16="http://schemas.microsoft.com/office/drawing/2014/main" id="{77B4E4BA-1F14-DFE1-8A0C-077F7DD1B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547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2" name="Text Box 219">
              <a:extLst>
                <a:ext uri="{FF2B5EF4-FFF2-40B4-BE49-F238E27FC236}">
                  <a16:creationId xmlns:a16="http://schemas.microsoft.com/office/drawing/2014/main" id="{1680A6C8-DD19-B4F8-E539-A2FDE6788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5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3" name="Text Box 220">
              <a:extLst>
                <a:ext uri="{FF2B5EF4-FFF2-40B4-BE49-F238E27FC236}">
                  <a16:creationId xmlns:a16="http://schemas.microsoft.com/office/drawing/2014/main" id="{FD7A29F6-2D05-277F-E477-78DD932F9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30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4" name="Text Box 221">
              <a:extLst>
                <a:ext uri="{FF2B5EF4-FFF2-40B4-BE49-F238E27FC236}">
                  <a16:creationId xmlns:a16="http://schemas.microsoft.com/office/drawing/2014/main" id="{7BA3A17E-474A-E52E-943E-0A79E0C9B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" y="30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05" name="Text Box 222">
              <a:extLst>
                <a:ext uri="{FF2B5EF4-FFF2-40B4-BE49-F238E27FC236}">
                  <a16:creationId xmlns:a16="http://schemas.microsoft.com/office/drawing/2014/main" id="{BBDEF0AA-17A1-094A-E087-F7306A1E1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666"/>
              <a:ext cx="7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600" b="1">
                  <a:solidFill>
                    <a:schemeClr val="tx1"/>
                  </a:solidFill>
                </a:rPr>
                <a:t>/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6" name="Text Box 223">
              <a:extLst>
                <a:ext uri="{FF2B5EF4-FFF2-40B4-BE49-F238E27FC236}">
                  <a16:creationId xmlns:a16="http://schemas.microsoft.com/office/drawing/2014/main" id="{F320ED7C-B799-3A88-693C-CEA1BB141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7" name="Text Box 224">
              <a:extLst>
                <a:ext uri="{FF2B5EF4-FFF2-40B4-BE49-F238E27FC236}">
                  <a16:creationId xmlns:a16="http://schemas.microsoft.com/office/drawing/2014/main" id="{8BC539C5-0583-BAA5-A19B-DE13BA3A0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1566"/>
              <a:ext cx="643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8" name="Text Box 225">
              <a:extLst>
                <a:ext uri="{FF2B5EF4-FFF2-40B4-BE49-F238E27FC236}">
                  <a16:creationId xmlns:a16="http://schemas.microsoft.com/office/drawing/2014/main" id="{1207979C-9926-80E8-B561-4DA783297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9" name="Text Box 226">
              <a:extLst>
                <a:ext uri="{FF2B5EF4-FFF2-40B4-BE49-F238E27FC236}">
                  <a16:creationId xmlns:a16="http://schemas.microsoft.com/office/drawing/2014/main" id="{C3335E95-5262-D045-8897-39660CF67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515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0" name="Text Box 227">
              <a:extLst>
                <a:ext uri="{FF2B5EF4-FFF2-40B4-BE49-F238E27FC236}">
                  <a16:creationId xmlns:a16="http://schemas.microsoft.com/office/drawing/2014/main" id="{F9289177-7AA1-C541-26DA-93719A80A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379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1" name="Text Box 228">
              <a:extLst>
                <a:ext uri="{FF2B5EF4-FFF2-40B4-BE49-F238E27FC236}">
                  <a16:creationId xmlns:a16="http://schemas.microsoft.com/office/drawing/2014/main" id="{CC4EB815-93B3-EC9D-9A9B-78A0356F0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2" name="Text Box 229">
              <a:extLst>
                <a:ext uri="{FF2B5EF4-FFF2-40B4-BE49-F238E27FC236}">
                  <a16:creationId xmlns:a16="http://schemas.microsoft.com/office/drawing/2014/main" id="{8DDB9AD8-3A31-A2F8-4382-8B46956CB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3" name="Line 230">
              <a:extLst>
                <a:ext uri="{FF2B5EF4-FFF2-40B4-BE49-F238E27FC236}">
                  <a16:creationId xmlns:a16="http://schemas.microsoft.com/office/drawing/2014/main" id="{A42A943C-60CF-753B-5139-D37127EE4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965"/>
              <a:ext cx="4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" name="Line 231">
              <a:extLst>
                <a:ext uri="{FF2B5EF4-FFF2-40B4-BE49-F238E27FC236}">
                  <a16:creationId xmlns:a16="http://schemas.microsoft.com/office/drawing/2014/main" id="{2A329B24-0F95-ED83-EEEB-450544308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4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" name="Line 232">
              <a:extLst>
                <a:ext uri="{FF2B5EF4-FFF2-40B4-BE49-F238E27FC236}">
                  <a16:creationId xmlns:a16="http://schemas.microsoft.com/office/drawing/2014/main" id="{BB5EFC35-B933-3B5A-3E74-6C9138298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974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6" name="Rectangle 5">
            <a:extLst>
              <a:ext uri="{FF2B5EF4-FFF2-40B4-BE49-F238E27FC236}">
                <a16:creationId xmlns:a16="http://schemas.microsoft.com/office/drawing/2014/main" id="{AB90AA1B-480D-A1DC-CCF0-DB92B051F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20" y="952348"/>
            <a:ext cx="5332318" cy="190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当前目录为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id=3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id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的文件，其文件路径名为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d/a</a:t>
            </a:r>
          </a:p>
          <a:p>
            <a:pPr>
              <a:lnSpc>
                <a:spcPct val="120000"/>
              </a:lnSpc>
              <a:spcBef>
                <a:spcPct val="2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当前目录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id=8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，共享子目录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的文件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a(id=12)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51F78A2-1DD3-D5B1-7112-F00311827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12" y="3667342"/>
            <a:ext cx="34734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120000"/>
              </a:lnSpc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使用文件路径名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/c/a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访问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id=12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的文件</a:t>
            </a:r>
          </a:p>
        </p:txBody>
      </p:sp>
    </p:spTree>
    <p:extLst>
      <p:ext uri="{BB962C8B-B14F-4D97-AF65-F5344CB8AC3E}">
        <p14:creationId xmlns:p14="http://schemas.microsoft.com/office/powerpoint/2010/main" val="29019308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29F7287-576A-C5DD-6F2E-5CAAEBAEF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155199"/>
            <a:ext cx="11021426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链接技术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所谓“链接”，就是在相应目录表目之间进行链接，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即一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个目录中的表目直接指向另一个目录表目所在的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物理位置。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注意，这种链接不是直接指向文件，而是指向相应的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目录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表目。这种办法也称为连访，被共享的文件称为连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访文件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607442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237">
            <a:extLst>
              <a:ext uri="{FF2B5EF4-FFF2-40B4-BE49-F238E27FC236}">
                <a16:creationId xmlns:a16="http://schemas.microsoft.com/office/drawing/2014/main" id="{9AC9E586-20A1-64B9-516D-489B596CC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54" y="1672778"/>
            <a:ext cx="4645617" cy="1168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假定当前目录为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id=8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子目录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共享子目录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中的文件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用文件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路径名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直接存取文件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id =17</a:t>
            </a:r>
          </a:p>
        </p:txBody>
      </p:sp>
      <p:grpSp>
        <p:nvGrpSpPr>
          <p:cNvPr id="4" name="Group 355">
            <a:extLst>
              <a:ext uri="{FF2B5EF4-FFF2-40B4-BE49-F238E27FC236}">
                <a16:creationId xmlns:a16="http://schemas.microsoft.com/office/drawing/2014/main" id="{9506273E-A449-DEEC-6BBC-FA511C8E7D41}"/>
              </a:ext>
            </a:extLst>
          </p:cNvPr>
          <p:cNvGrpSpPr>
            <a:grpSpLocks/>
          </p:cNvGrpSpPr>
          <p:nvPr/>
        </p:nvGrpSpPr>
        <p:grpSpPr bwMode="auto">
          <a:xfrm>
            <a:off x="4088109" y="1360487"/>
            <a:ext cx="7437437" cy="4465637"/>
            <a:chOff x="963" y="683"/>
            <a:chExt cx="4685" cy="2813"/>
          </a:xfrm>
        </p:grpSpPr>
        <p:sp>
          <p:nvSpPr>
            <p:cNvPr id="5" name="Rectangle 240">
              <a:extLst>
                <a:ext uri="{FF2B5EF4-FFF2-40B4-BE49-F238E27FC236}">
                  <a16:creationId xmlns:a16="http://schemas.microsoft.com/office/drawing/2014/main" id="{8B5CFCF4-32A8-BFB1-FA73-2873318BD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897"/>
              <a:ext cx="603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Line 241">
              <a:extLst>
                <a:ext uri="{FF2B5EF4-FFF2-40B4-BE49-F238E27FC236}">
                  <a16:creationId xmlns:a16="http://schemas.microsoft.com/office/drawing/2014/main" id="{FB0AE8FA-10AC-A84E-4D78-3A4560FC0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064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242">
              <a:extLst>
                <a:ext uri="{FF2B5EF4-FFF2-40B4-BE49-F238E27FC236}">
                  <a16:creationId xmlns:a16="http://schemas.microsoft.com/office/drawing/2014/main" id="{11F73254-6985-C350-127D-26260A50B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897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243">
              <a:extLst>
                <a:ext uri="{FF2B5EF4-FFF2-40B4-BE49-F238E27FC236}">
                  <a16:creationId xmlns:a16="http://schemas.microsoft.com/office/drawing/2014/main" id="{6045FA50-0843-75AA-0A23-F51C8E872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897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244">
              <a:extLst>
                <a:ext uri="{FF2B5EF4-FFF2-40B4-BE49-F238E27FC236}">
                  <a16:creationId xmlns:a16="http://schemas.microsoft.com/office/drawing/2014/main" id="{D85706DB-B2D5-3F31-C1B2-76ADD6914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7" y="848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" name="Text Box 245">
              <a:extLst>
                <a:ext uri="{FF2B5EF4-FFF2-40B4-BE49-F238E27FC236}">
                  <a16:creationId xmlns:a16="http://schemas.microsoft.com/office/drawing/2014/main" id="{CE7576C5-0E5F-20BA-1273-20B052757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851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" name="Text Box 246">
              <a:extLst>
                <a:ext uri="{FF2B5EF4-FFF2-40B4-BE49-F238E27FC236}">
                  <a16:creationId xmlns:a16="http://schemas.microsoft.com/office/drawing/2014/main" id="{46BC8D15-1084-5B65-51B4-434E827E2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7" y="848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" name="Rectangle 247">
              <a:extLst>
                <a:ext uri="{FF2B5EF4-FFF2-40B4-BE49-F238E27FC236}">
                  <a16:creationId xmlns:a16="http://schemas.microsoft.com/office/drawing/2014/main" id="{484C3EB4-347B-2847-1077-3EF0A940D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9" y="1694"/>
              <a:ext cx="603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Line 248">
              <a:extLst>
                <a:ext uri="{FF2B5EF4-FFF2-40B4-BE49-F238E27FC236}">
                  <a16:creationId xmlns:a16="http://schemas.microsoft.com/office/drawing/2014/main" id="{A0556BB6-711A-1CA6-7186-7BD866ADC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" y="169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Line 249">
              <a:extLst>
                <a:ext uri="{FF2B5EF4-FFF2-40B4-BE49-F238E27FC236}">
                  <a16:creationId xmlns:a16="http://schemas.microsoft.com/office/drawing/2014/main" id="{10D1BB6D-6D06-40A3-B1BE-811359A79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69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250">
              <a:extLst>
                <a:ext uri="{FF2B5EF4-FFF2-40B4-BE49-F238E27FC236}">
                  <a16:creationId xmlns:a16="http://schemas.microsoft.com/office/drawing/2014/main" id="{16D4B5E0-7883-36A0-6F48-919919CAD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" y="1678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" name="Text Box 251">
              <a:extLst>
                <a:ext uri="{FF2B5EF4-FFF2-40B4-BE49-F238E27FC236}">
                  <a16:creationId xmlns:a16="http://schemas.microsoft.com/office/drawing/2014/main" id="{C08C271A-AA4A-DC13-48D5-1091FE030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0" y="1671"/>
              <a:ext cx="23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7" name="Text Box 252">
              <a:extLst>
                <a:ext uri="{FF2B5EF4-FFF2-40B4-BE49-F238E27FC236}">
                  <a16:creationId xmlns:a16="http://schemas.microsoft.com/office/drawing/2014/main" id="{9430B0D7-1844-6B57-2557-081064BA8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1678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" name="Rectangle 253">
              <a:extLst>
                <a:ext uri="{FF2B5EF4-FFF2-40B4-BE49-F238E27FC236}">
                  <a16:creationId xmlns:a16="http://schemas.microsoft.com/office/drawing/2014/main" id="{CA2768B6-1688-FC8D-80FE-1F6124E2C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1684"/>
              <a:ext cx="605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Line 254">
              <a:extLst>
                <a:ext uri="{FF2B5EF4-FFF2-40B4-BE49-F238E27FC236}">
                  <a16:creationId xmlns:a16="http://schemas.microsoft.com/office/drawing/2014/main" id="{D640A000-0559-C025-307D-8E1EC4F72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1852"/>
              <a:ext cx="60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255">
              <a:extLst>
                <a:ext uri="{FF2B5EF4-FFF2-40B4-BE49-F238E27FC236}">
                  <a16:creationId xmlns:a16="http://schemas.microsoft.com/office/drawing/2014/main" id="{F309FD10-3A9F-304E-D07A-5F6BD8FA8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9" y="168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56">
              <a:extLst>
                <a:ext uri="{FF2B5EF4-FFF2-40B4-BE49-F238E27FC236}">
                  <a16:creationId xmlns:a16="http://schemas.microsoft.com/office/drawing/2014/main" id="{8F159681-302F-1084-9CA7-CB9BAB23A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168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57">
              <a:extLst>
                <a:ext uri="{FF2B5EF4-FFF2-40B4-BE49-F238E27FC236}">
                  <a16:creationId xmlns:a16="http://schemas.microsoft.com/office/drawing/2014/main" id="{30854810-3598-360D-9C55-1772E0928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9" y="1635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" name="Text Box 258">
              <a:extLst>
                <a:ext uri="{FF2B5EF4-FFF2-40B4-BE49-F238E27FC236}">
                  <a16:creationId xmlns:a16="http://schemas.microsoft.com/office/drawing/2014/main" id="{7FC69E35-8EB7-DFF0-AC6B-CC8413AB8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1638"/>
              <a:ext cx="24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4" name="Text Box 259">
              <a:extLst>
                <a:ext uri="{FF2B5EF4-FFF2-40B4-BE49-F238E27FC236}">
                  <a16:creationId xmlns:a16="http://schemas.microsoft.com/office/drawing/2014/main" id="{F2692A2B-824A-7D09-16AC-14B6A1A6F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1643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5" name="Rectangle 260">
              <a:extLst>
                <a:ext uri="{FF2B5EF4-FFF2-40B4-BE49-F238E27FC236}">
                  <a16:creationId xmlns:a16="http://schemas.microsoft.com/office/drawing/2014/main" id="{CDB8F5B1-C5B4-7466-007B-DA6B9CAA1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2481"/>
              <a:ext cx="450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" name="Line 261">
              <a:extLst>
                <a:ext uri="{FF2B5EF4-FFF2-40B4-BE49-F238E27FC236}">
                  <a16:creationId xmlns:a16="http://schemas.microsoft.com/office/drawing/2014/main" id="{790D84D2-3DE6-BCFB-6A1C-FD598DA79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2481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 Box 262">
              <a:extLst>
                <a:ext uri="{FF2B5EF4-FFF2-40B4-BE49-F238E27FC236}">
                  <a16:creationId xmlns:a16="http://schemas.microsoft.com/office/drawing/2014/main" id="{E66DD4AF-B595-7B9B-0D48-0B868D1F1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2446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" name="Text Box 263">
              <a:extLst>
                <a:ext uri="{FF2B5EF4-FFF2-40B4-BE49-F238E27FC236}">
                  <a16:creationId xmlns:a16="http://schemas.microsoft.com/office/drawing/2014/main" id="{C3152C71-66D7-1CF6-5231-6B4AB56C7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450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9" name="Rectangle 264">
              <a:extLst>
                <a:ext uri="{FF2B5EF4-FFF2-40B4-BE49-F238E27FC236}">
                  <a16:creationId xmlns:a16="http://schemas.microsoft.com/office/drawing/2014/main" id="{296A23A3-7B18-35C7-7C34-A2DD385A5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483"/>
              <a:ext cx="454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" name="Line 265">
              <a:extLst>
                <a:ext uri="{FF2B5EF4-FFF2-40B4-BE49-F238E27FC236}">
                  <a16:creationId xmlns:a16="http://schemas.microsoft.com/office/drawing/2014/main" id="{9E23E827-2D05-AB49-1FA2-65869F2A3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5" y="2481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266">
              <a:extLst>
                <a:ext uri="{FF2B5EF4-FFF2-40B4-BE49-F238E27FC236}">
                  <a16:creationId xmlns:a16="http://schemas.microsoft.com/office/drawing/2014/main" id="{27BA88ED-C028-B741-8E8B-189A29485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436"/>
              <a:ext cx="239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2" name="Text Box 267">
              <a:extLst>
                <a:ext uri="{FF2B5EF4-FFF2-40B4-BE49-F238E27FC236}">
                  <a16:creationId xmlns:a16="http://schemas.microsoft.com/office/drawing/2014/main" id="{D3785E28-6F8A-E560-13AD-CDA7CBFB3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2441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" name="Rectangle 268">
              <a:extLst>
                <a:ext uri="{FF2B5EF4-FFF2-40B4-BE49-F238E27FC236}">
                  <a16:creationId xmlns:a16="http://schemas.microsoft.com/office/drawing/2014/main" id="{1E737861-E096-FD97-51AD-5738BB313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2490"/>
              <a:ext cx="603" cy="34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4" name="Line 269">
              <a:extLst>
                <a:ext uri="{FF2B5EF4-FFF2-40B4-BE49-F238E27FC236}">
                  <a16:creationId xmlns:a16="http://schemas.microsoft.com/office/drawing/2014/main" id="{DBCBA51A-0B2B-36BC-CFA6-C104CDEA0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2657"/>
              <a:ext cx="6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Line 270">
              <a:extLst>
                <a:ext uri="{FF2B5EF4-FFF2-40B4-BE49-F238E27FC236}">
                  <a16:creationId xmlns:a16="http://schemas.microsoft.com/office/drawing/2014/main" id="{A3514653-7796-0020-F4F3-1E2368C2A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2490"/>
              <a:ext cx="0" cy="3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Text Box 271">
              <a:extLst>
                <a:ext uri="{FF2B5EF4-FFF2-40B4-BE49-F238E27FC236}">
                  <a16:creationId xmlns:a16="http://schemas.microsoft.com/office/drawing/2014/main" id="{8EC63C1D-71D3-2230-7C42-7375186FB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" y="2473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7" name="Text Box 272">
              <a:extLst>
                <a:ext uri="{FF2B5EF4-FFF2-40B4-BE49-F238E27FC236}">
                  <a16:creationId xmlns:a16="http://schemas.microsoft.com/office/drawing/2014/main" id="{FA9A0141-2508-2FBE-FE78-9325705FE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7" y="2473"/>
              <a:ext cx="239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8" name="Text Box 273">
              <a:extLst>
                <a:ext uri="{FF2B5EF4-FFF2-40B4-BE49-F238E27FC236}">
                  <a16:creationId xmlns:a16="http://schemas.microsoft.com/office/drawing/2014/main" id="{9F191E8A-905E-D53A-806F-E34959A18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" y="2473"/>
              <a:ext cx="24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9" name="Line 274">
              <a:extLst>
                <a:ext uri="{FF2B5EF4-FFF2-40B4-BE49-F238E27FC236}">
                  <a16:creationId xmlns:a16="http://schemas.microsoft.com/office/drawing/2014/main" id="{06FCA668-E770-F1D4-4FB5-EC78347D6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2490"/>
              <a:ext cx="0" cy="3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Rectangle 275">
              <a:extLst>
                <a:ext uri="{FF2B5EF4-FFF2-40B4-BE49-F238E27FC236}">
                  <a16:creationId xmlns:a16="http://schemas.microsoft.com/office/drawing/2014/main" id="{21D86367-685F-9CB1-2BD3-91421E2A2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5" y="1694"/>
              <a:ext cx="401" cy="34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1" name="Line 276">
              <a:extLst>
                <a:ext uri="{FF2B5EF4-FFF2-40B4-BE49-F238E27FC236}">
                  <a16:creationId xmlns:a16="http://schemas.microsoft.com/office/drawing/2014/main" id="{56EACE39-27D0-F3E9-E914-BC5EB2BD4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169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Line 277">
              <a:extLst>
                <a:ext uri="{FF2B5EF4-FFF2-40B4-BE49-F238E27FC236}">
                  <a16:creationId xmlns:a16="http://schemas.microsoft.com/office/drawing/2014/main" id="{6D0329E7-30FE-8E78-DA45-D29F95014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6" y="1694"/>
              <a:ext cx="0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278">
              <a:extLst>
                <a:ext uri="{FF2B5EF4-FFF2-40B4-BE49-F238E27FC236}">
                  <a16:creationId xmlns:a16="http://schemas.microsoft.com/office/drawing/2014/main" id="{79ED023A-16C4-FEBB-360B-E32073035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643"/>
              <a:ext cx="24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4" name="Text Box 279">
              <a:extLst>
                <a:ext uri="{FF2B5EF4-FFF2-40B4-BE49-F238E27FC236}">
                  <a16:creationId xmlns:a16="http://schemas.microsoft.com/office/drawing/2014/main" id="{48098AD5-30C8-DDB2-01DD-3F10F4BAF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" y="1647"/>
              <a:ext cx="24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5" name="Line 280">
              <a:extLst>
                <a:ext uri="{FF2B5EF4-FFF2-40B4-BE49-F238E27FC236}">
                  <a16:creationId xmlns:a16="http://schemas.microsoft.com/office/drawing/2014/main" id="{6FF18E7A-96D3-85EE-2B47-8D6ABED18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1861"/>
              <a:ext cx="40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Rectangle 281">
              <a:extLst>
                <a:ext uri="{FF2B5EF4-FFF2-40B4-BE49-F238E27FC236}">
                  <a16:creationId xmlns:a16="http://schemas.microsoft.com/office/drawing/2014/main" id="{C450F1F0-02B0-F03C-799E-0FB99043C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2472"/>
              <a:ext cx="401" cy="34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Line 282">
              <a:extLst>
                <a:ext uri="{FF2B5EF4-FFF2-40B4-BE49-F238E27FC236}">
                  <a16:creationId xmlns:a16="http://schemas.microsoft.com/office/drawing/2014/main" id="{B4411A65-55B7-29C8-6D4E-279EDD17A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2472"/>
              <a:ext cx="0" cy="3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Line 283">
              <a:extLst>
                <a:ext uri="{FF2B5EF4-FFF2-40B4-BE49-F238E27FC236}">
                  <a16:creationId xmlns:a16="http://schemas.microsoft.com/office/drawing/2014/main" id="{1E4D694E-0A2E-E92A-156A-66FC5FB39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472"/>
              <a:ext cx="0" cy="3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Text Box 284">
              <a:extLst>
                <a:ext uri="{FF2B5EF4-FFF2-40B4-BE49-F238E27FC236}">
                  <a16:creationId xmlns:a16="http://schemas.microsoft.com/office/drawing/2014/main" id="{380894CF-D3F9-51CB-1DA1-6D08E3AD5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" y="2430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0" name="Text Box 285">
              <a:extLst>
                <a:ext uri="{FF2B5EF4-FFF2-40B4-BE49-F238E27FC236}">
                  <a16:creationId xmlns:a16="http://schemas.microsoft.com/office/drawing/2014/main" id="{21E6847C-16F2-61FF-9DD8-64D9B269C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" y="2426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1" name="Line 286">
              <a:extLst>
                <a:ext uri="{FF2B5EF4-FFF2-40B4-BE49-F238E27FC236}">
                  <a16:creationId xmlns:a16="http://schemas.microsoft.com/office/drawing/2014/main" id="{E26043A2-6BC1-1AAA-9C21-F329A93E9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2" y="1175"/>
              <a:ext cx="0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Line 287">
              <a:extLst>
                <a:ext uri="{FF2B5EF4-FFF2-40B4-BE49-F238E27FC236}">
                  <a16:creationId xmlns:a16="http://schemas.microsoft.com/office/drawing/2014/main" id="{BAFE3813-D421-B64D-8991-324BC07144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9" y="1175"/>
              <a:ext cx="1261" cy="5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Line 288">
              <a:extLst>
                <a:ext uri="{FF2B5EF4-FFF2-40B4-BE49-F238E27FC236}">
                  <a16:creationId xmlns:a16="http://schemas.microsoft.com/office/drawing/2014/main" id="{E8DF7E62-C86C-7236-A4B5-AD9CB5E97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4" y="1175"/>
              <a:ext cx="1466" cy="5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Line 289">
              <a:extLst>
                <a:ext uri="{FF2B5EF4-FFF2-40B4-BE49-F238E27FC236}">
                  <a16:creationId xmlns:a16="http://schemas.microsoft.com/office/drawing/2014/main" id="{CC2F1E20-4508-D248-FF09-2778E563D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1953"/>
              <a:ext cx="337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Line 290">
              <a:extLst>
                <a:ext uri="{FF2B5EF4-FFF2-40B4-BE49-F238E27FC236}">
                  <a16:creationId xmlns:a16="http://schemas.microsoft.com/office/drawing/2014/main" id="{A72A8F8B-AC77-1BB4-25D8-0FA10E456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2" y="1953"/>
              <a:ext cx="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291">
              <a:extLst>
                <a:ext uri="{FF2B5EF4-FFF2-40B4-BE49-F238E27FC236}">
                  <a16:creationId xmlns:a16="http://schemas.microsoft.com/office/drawing/2014/main" id="{BD080DF6-A31C-7135-95E9-1F5810807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2" y="1953"/>
              <a:ext cx="658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292">
              <a:extLst>
                <a:ext uri="{FF2B5EF4-FFF2-40B4-BE49-F238E27FC236}">
                  <a16:creationId xmlns:a16="http://schemas.microsoft.com/office/drawing/2014/main" id="{C288F469-16D1-7780-75BD-7F45E11A0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4" y="1953"/>
              <a:ext cx="64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Oval 293">
              <a:extLst>
                <a:ext uri="{FF2B5EF4-FFF2-40B4-BE49-F238E27FC236}">
                  <a16:creationId xmlns:a16="http://schemas.microsoft.com/office/drawing/2014/main" id="{E56D6CEA-2764-36BF-7D68-E07DFDE87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565"/>
              <a:ext cx="149" cy="14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9" name="Oval 294">
              <a:extLst>
                <a:ext uri="{FF2B5EF4-FFF2-40B4-BE49-F238E27FC236}">
                  <a16:creationId xmlns:a16="http://schemas.microsoft.com/office/drawing/2014/main" id="{F055D41B-24AF-0F49-62E0-F9E90C665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565"/>
              <a:ext cx="151" cy="14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0" name="Oval 295">
              <a:extLst>
                <a:ext uri="{FF2B5EF4-FFF2-40B4-BE49-F238E27FC236}">
                  <a16:creationId xmlns:a16="http://schemas.microsoft.com/office/drawing/2014/main" id="{10BAC61C-94DB-FDDB-0F2B-9E7050C50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3092"/>
              <a:ext cx="151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1" name="Oval 296">
              <a:extLst>
                <a:ext uri="{FF2B5EF4-FFF2-40B4-BE49-F238E27FC236}">
                  <a16:creationId xmlns:a16="http://schemas.microsoft.com/office/drawing/2014/main" id="{A8364081-0B0C-3638-D6A3-7C38FABE0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3092"/>
              <a:ext cx="151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2" name="Oval 297">
              <a:extLst>
                <a:ext uri="{FF2B5EF4-FFF2-40B4-BE49-F238E27FC236}">
                  <a16:creationId xmlns:a16="http://schemas.microsoft.com/office/drawing/2014/main" id="{8F6EF70B-B63C-3066-DD8E-DDBD216F5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3092"/>
              <a:ext cx="152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298">
              <a:extLst>
                <a:ext uri="{FF2B5EF4-FFF2-40B4-BE49-F238E27FC236}">
                  <a16:creationId xmlns:a16="http://schemas.microsoft.com/office/drawing/2014/main" id="{AF91EA48-8702-01EE-5DEF-69AC82786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092"/>
              <a:ext cx="151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299">
              <a:extLst>
                <a:ext uri="{FF2B5EF4-FFF2-40B4-BE49-F238E27FC236}">
                  <a16:creationId xmlns:a16="http://schemas.microsoft.com/office/drawing/2014/main" id="{5C2510F3-9411-8DE1-7F00-8B3898E36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3092"/>
              <a:ext cx="151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300">
              <a:extLst>
                <a:ext uri="{FF2B5EF4-FFF2-40B4-BE49-F238E27FC236}">
                  <a16:creationId xmlns:a16="http://schemas.microsoft.com/office/drawing/2014/main" id="{97B2B87E-05F1-4B42-DF87-7B0D338C6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3092"/>
              <a:ext cx="150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301">
              <a:extLst>
                <a:ext uri="{FF2B5EF4-FFF2-40B4-BE49-F238E27FC236}">
                  <a16:creationId xmlns:a16="http://schemas.microsoft.com/office/drawing/2014/main" id="{E3BB20EA-F30D-ECF2-DA5B-64D093A7C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3092"/>
              <a:ext cx="152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302">
              <a:extLst>
                <a:ext uri="{FF2B5EF4-FFF2-40B4-BE49-F238E27FC236}">
                  <a16:creationId xmlns:a16="http://schemas.microsoft.com/office/drawing/2014/main" id="{EA8F1D96-1EDB-1387-4B02-7851E13B9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3092"/>
              <a:ext cx="151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303">
              <a:extLst>
                <a:ext uri="{FF2B5EF4-FFF2-40B4-BE49-F238E27FC236}">
                  <a16:creationId xmlns:a16="http://schemas.microsoft.com/office/drawing/2014/main" id="{FC60C462-4B76-C28A-EC6F-32AD52DA6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" y="3092"/>
              <a:ext cx="152" cy="14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304">
              <a:extLst>
                <a:ext uri="{FF2B5EF4-FFF2-40B4-BE49-F238E27FC236}">
                  <a16:creationId xmlns:a16="http://schemas.microsoft.com/office/drawing/2014/main" id="{887CC381-2784-76CB-368C-72AD907D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2565"/>
              <a:ext cx="151" cy="14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Oval 305">
              <a:extLst>
                <a:ext uri="{FF2B5EF4-FFF2-40B4-BE49-F238E27FC236}">
                  <a16:creationId xmlns:a16="http://schemas.microsoft.com/office/drawing/2014/main" id="{87165CDD-EFF5-C3A0-8943-523DAE2E1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" y="2565"/>
              <a:ext cx="152" cy="14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" name="Line 306">
              <a:extLst>
                <a:ext uri="{FF2B5EF4-FFF2-40B4-BE49-F238E27FC236}">
                  <a16:creationId xmlns:a16="http://schemas.microsoft.com/office/drawing/2014/main" id="{93FEBF40-C2C8-4F5D-3533-CDD2B31AE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5" y="1953"/>
              <a:ext cx="134" cy="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2" name="Line 307">
              <a:extLst>
                <a:ext uri="{FF2B5EF4-FFF2-40B4-BE49-F238E27FC236}">
                  <a16:creationId xmlns:a16="http://schemas.microsoft.com/office/drawing/2014/main" id="{B151D6A4-60D0-E2E0-5446-126C42FAF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4" y="1953"/>
              <a:ext cx="115" cy="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308">
              <a:extLst>
                <a:ext uri="{FF2B5EF4-FFF2-40B4-BE49-F238E27FC236}">
                  <a16:creationId xmlns:a16="http://schemas.microsoft.com/office/drawing/2014/main" id="{0403458F-3862-F1B5-181E-8382E4945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7" y="2712"/>
              <a:ext cx="0" cy="3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Line 309">
              <a:extLst>
                <a:ext uri="{FF2B5EF4-FFF2-40B4-BE49-F238E27FC236}">
                  <a16:creationId xmlns:a16="http://schemas.microsoft.com/office/drawing/2014/main" id="{A9E24008-5E07-3171-5CF8-727E5AD7C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5" y="2712"/>
              <a:ext cx="115" cy="3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5" name="Line 310">
              <a:extLst>
                <a:ext uri="{FF2B5EF4-FFF2-40B4-BE49-F238E27FC236}">
                  <a16:creationId xmlns:a16="http://schemas.microsoft.com/office/drawing/2014/main" id="{27456D29-55AF-3373-4718-2B657D770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759"/>
              <a:ext cx="0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311">
              <a:extLst>
                <a:ext uri="{FF2B5EF4-FFF2-40B4-BE49-F238E27FC236}">
                  <a16:creationId xmlns:a16="http://schemas.microsoft.com/office/drawing/2014/main" id="{867F7FE7-1979-C4F3-6974-A45B2DEFC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759"/>
              <a:ext cx="0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312">
              <a:extLst>
                <a:ext uri="{FF2B5EF4-FFF2-40B4-BE49-F238E27FC236}">
                  <a16:creationId xmlns:a16="http://schemas.microsoft.com/office/drawing/2014/main" id="{6E3666D3-5CDB-792C-EF53-87193C3D4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2" y="2759"/>
              <a:ext cx="0" cy="3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313">
              <a:extLst>
                <a:ext uri="{FF2B5EF4-FFF2-40B4-BE49-F238E27FC236}">
                  <a16:creationId xmlns:a16="http://schemas.microsoft.com/office/drawing/2014/main" id="{7EAEBF68-BF22-A43A-3AAA-D26A3CEB9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9" y="2759"/>
              <a:ext cx="71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314">
              <a:extLst>
                <a:ext uri="{FF2B5EF4-FFF2-40B4-BE49-F238E27FC236}">
                  <a16:creationId xmlns:a16="http://schemas.microsoft.com/office/drawing/2014/main" id="{715546D3-5D5D-D120-565A-BEC8B4A8C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4" y="2759"/>
              <a:ext cx="0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315">
              <a:extLst>
                <a:ext uri="{FF2B5EF4-FFF2-40B4-BE49-F238E27FC236}">
                  <a16:creationId xmlns:a16="http://schemas.microsoft.com/office/drawing/2014/main" id="{65866E7D-9568-C012-991B-D724F64A5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8" y="2759"/>
              <a:ext cx="0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316">
              <a:extLst>
                <a:ext uri="{FF2B5EF4-FFF2-40B4-BE49-F238E27FC236}">
                  <a16:creationId xmlns:a16="http://schemas.microsoft.com/office/drawing/2014/main" id="{DAD1AEF6-2A18-6C18-02BB-274A90E09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2759"/>
              <a:ext cx="108" cy="3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317">
              <a:extLst>
                <a:ext uri="{FF2B5EF4-FFF2-40B4-BE49-F238E27FC236}">
                  <a16:creationId xmlns:a16="http://schemas.microsoft.com/office/drawing/2014/main" id="{505C1E34-43C3-E4C0-5016-6675DDB4F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3" y="1953"/>
              <a:ext cx="0" cy="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318">
              <a:extLst>
                <a:ext uri="{FF2B5EF4-FFF2-40B4-BE49-F238E27FC236}">
                  <a16:creationId xmlns:a16="http://schemas.microsoft.com/office/drawing/2014/main" id="{FD293EA4-72B6-D3BD-B066-6A7420056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" y="1953"/>
              <a:ext cx="71" cy="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319">
              <a:extLst>
                <a:ext uri="{FF2B5EF4-FFF2-40B4-BE49-F238E27FC236}">
                  <a16:creationId xmlns:a16="http://schemas.microsoft.com/office/drawing/2014/main" id="{00FC010E-F656-8FE2-31BE-9BA1A3E9E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4" y="1876"/>
              <a:ext cx="60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Text Box 320">
              <a:extLst>
                <a:ext uri="{FF2B5EF4-FFF2-40B4-BE49-F238E27FC236}">
                  <a16:creationId xmlns:a16="http://schemas.microsoft.com/office/drawing/2014/main" id="{B5E158C5-A735-10F2-5854-AF8BDFCBC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5" y="3283"/>
              <a:ext cx="40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86" name="Text Box 321">
              <a:extLst>
                <a:ext uri="{FF2B5EF4-FFF2-40B4-BE49-F238E27FC236}">
                  <a16:creationId xmlns:a16="http://schemas.microsoft.com/office/drawing/2014/main" id="{FDFEDFF8-41D2-1CF2-C347-B6A5782D6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6" y="3283"/>
              <a:ext cx="443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87" name="Text Box 322">
              <a:extLst>
                <a:ext uri="{FF2B5EF4-FFF2-40B4-BE49-F238E27FC236}">
                  <a16:creationId xmlns:a16="http://schemas.microsoft.com/office/drawing/2014/main" id="{0F872A56-D46C-9EB7-1654-BB97D845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3283"/>
              <a:ext cx="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88" name="Text Box 323">
              <a:extLst>
                <a:ext uri="{FF2B5EF4-FFF2-40B4-BE49-F238E27FC236}">
                  <a16:creationId xmlns:a16="http://schemas.microsoft.com/office/drawing/2014/main" id="{BB0507F2-C882-9558-6203-15EE3F69F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4" y="3283"/>
              <a:ext cx="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89" name="Text Box 324">
              <a:extLst>
                <a:ext uri="{FF2B5EF4-FFF2-40B4-BE49-F238E27FC236}">
                  <a16:creationId xmlns:a16="http://schemas.microsoft.com/office/drawing/2014/main" id="{1F59E846-CC43-10BB-F6D3-D729DFE55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283"/>
              <a:ext cx="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90" name="Text Box 325">
              <a:extLst>
                <a:ext uri="{FF2B5EF4-FFF2-40B4-BE49-F238E27FC236}">
                  <a16:creationId xmlns:a16="http://schemas.microsoft.com/office/drawing/2014/main" id="{4261CDFE-FF4A-6A57-4BB8-1533C0D7F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4" y="3283"/>
              <a:ext cx="40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1" name="Text Box 326">
              <a:extLst>
                <a:ext uri="{FF2B5EF4-FFF2-40B4-BE49-F238E27FC236}">
                  <a16:creationId xmlns:a16="http://schemas.microsoft.com/office/drawing/2014/main" id="{84583429-A709-F6D9-4550-867138A3E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7" y="3283"/>
              <a:ext cx="40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2" name="Text Box 327">
              <a:extLst>
                <a:ext uri="{FF2B5EF4-FFF2-40B4-BE49-F238E27FC236}">
                  <a16:creationId xmlns:a16="http://schemas.microsoft.com/office/drawing/2014/main" id="{DB9992B4-E06C-2D2A-0D9C-889749659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3283"/>
              <a:ext cx="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3" name="Text Box 328">
              <a:extLst>
                <a:ext uri="{FF2B5EF4-FFF2-40B4-BE49-F238E27FC236}">
                  <a16:creationId xmlns:a16="http://schemas.microsoft.com/office/drawing/2014/main" id="{EED1AF9E-41AB-D901-1F0F-7777212B7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" y="3283"/>
              <a:ext cx="443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4" name="Text Box 329">
              <a:extLst>
                <a:ext uri="{FF2B5EF4-FFF2-40B4-BE49-F238E27FC236}">
                  <a16:creationId xmlns:a16="http://schemas.microsoft.com/office/drawing/2014/main" id="{486BB613-BA63-A8D8-7B5C-29D7C46DD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939"/>
              <a:ext cx="40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5" name="Text Box 330">
              <a:extLst>
                <a:ext uri="{FF2B5EF4-FFF2-40B4-BE49-F238E27FC236}">
                  <a16:creationId xmlns:a16="http://schemas.microsoft.com/office/drawing/2014/main" id="{6CB6439E-06AF-07F2-5D5A-850B16EB0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2" y="1706"/>
              <a:ext cx="41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96" name="Text Box 331">
              <a:extLst>
                <a:ext uri="{FF2B5EF4-FFF2-40B4-BE49-F238E27FC236}">
                  <a16:creationId xmlns:a16="http://schemas.microsoft.com/office/drawing/2014/main" id="{2CF6521C-F4CD-A658-01FA-9DFEB2D63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4" y="1749"/>
              <a:ext cx="40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97" name="Text Box 332">
              <a:extLst>
                <a:ext uri="{FF2B5EF4-FFF2-40B4-BE49-F238E27FC236}">
                  <a16:creationId xmlns:a16="http://schemas.microsoft.com/office/drawing/2014/main" id="{111982FF-70D0-AEB0-5B65-736F4D226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2" y="1749"/>
              <a:ext cx="40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98" name="Text Box 333">
              <a:extLst>
                <a:ext uri="{FF2B5EF4-FFF2-40B4-BE49-F238E27FC236}">
                  <a16:creationId xmlns:a16="http://schemas.microsoft.com/office/drawing/2014/main" id="{87307CF9-7CCD-A51F-68D6-D82C21380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9" y="2772"/>
              <a:ext cx="4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99" name="Text Box 334">
              <a:extLst>
                <a:ext uri="{FF2B5EF4-FFF2-40B4-BE49-F238E27FC236}">
                  <a16:creationId xmlns:a16="http://schemas.microsoft.com/office/drawing/2014/main" id="{8053E885-623A-349C-86A6-4C23E0964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9" y="2772"/>
              <a:ext cx="4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100" name="Text Box 335">
              <a:extLst>
                <a:ext uri="{FF2B5EF4-FFF2-40B4-BE49-F238E27FC236}">
                  <a16:creationId xmlns:a16="http://schemas.microsoft.com/office/drawing/2014/main" id="{69456E17-0DB9-9746-5205-819980106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" y="2515"/>
              <a:ext cx="40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1" name="Text Box 336">
              <a:extLst>
                <a:ext uri="{FF2B5EF4-FFF2-40B4-BE49-F238E27FC236}">
                  <a16:creationId xmlns:a16="http://schemas.microsoft.com/office/drawing/2014/main" id="{9AF98D75-C4E6-1239-BDDB-41454601A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" y="2300"/>
              <a:ext cx="4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2" name="Text Box 337">
              <a:extLst>
                <a:ext uri="{FF2B5EF4-FFF2-40B4-BE49-F238E27FC236}">
                  <a16:creationId xmlns:a16="http://schemas.microsoft.com/office/drawing/2014/main" id="{9B762B06-4C3C-5D1B-6182-F9C1DC134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2287"/>
              <a:ext cx="40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3" name="Text Box 338">
              <a:extLst>
                <a:ext uri="{FF2B5EF4-FFF2-40B4-BE49-F238E27FC236}">
                  <a16:creationId xmlns:a16="http://schemas.microsoft.com/office/drawing/2014/main" id="{DC53D2DC-B8B9-5ED0-F09A-1FF21B7D0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295"/>
              <a:ext cx="4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4" name="Text Box 339">
              <a:extLst>
                <a:ext uri="{FF2B5EF4-FFF2-40B4-BE49-F238E27FC236}">
                  <a16:creationId xmlns:a16="http://schemas.microsoft.com/office/drawing/2014/main" id="{D2112A18-A361-8384-6725-12F86B281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" y="2687"/>
              <a:ext cx="4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5" name="Text Box 340">
              <a:extLst>
                <a:ext uri="{FF2B5EF4-FFF2-40B4-BE49-F238E27FC236}">
                  <a16:creationId xmlns:a16="http://schemas.microsoft.com/office/drawing/2014/main" id="{F3BF8E3B-28AB-034F-7FCD-EAB7DE2D4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" y="2687"/>
              <a:ext cx="40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06" name="Text Box 341">
              <a:extLst>
                <a:ext uri="{FF2B5EF4-FFF2-40B4-BE49-F238E27FC236}">
                  <a16:creationId xmlns:a16="http://schemas.microsoft.com/office/drawing/2014/main" id="{F1C2AE44-38DD-9922-7565-22C21803B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" y="683"/>
              <a:ext cx="67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400" b="1">
                  <a:solidFill>
                    <a:schemeClr val="tx1"/>
                  </a:solidFill>
                </a:rPr>
                <a:t>/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7" name="Text Box 342">
              <a:extLst>
                <a:ext uri="{FF2B5EF4-FFF2-40B4-BE49-F238E27FC236}">
                  <a16:creationId xmlns:a16="http://schemas.microsoft.com/office/drawing/2014/main" id="{164EBA1E-0710-41C2-648B-458BBA9F5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" y="1451"/>
              <a:ext cx="59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8" name="Text Box 343">
              <a:extLst>
                <a:ext uri="{FF2B5EF4-FFF2-40B4-BE49-F238E27FC236}">
                  <a16:creationId xmlns:a16="http://schemas.microsoft.com/office/drawing/2014/main" id="{D4A11A89-8504-1FDC-DD18-C3570ED21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" y="1451"/>
              <a:ext cx="59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9" name="Text Box 344">
              <a:extLst>
                <a:ext uri="{FF2B5EF4-FFF2-40B4-BE49-F238E27FC236}">
                  <a16:creationId xmlns:a16="http://schemas.microsoft.com/office/drawing/2014/main" id="{8BE84DA1-97ED-1C95-E16C-B5DF20681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6" y="1451"/>
              <a:ext cx="59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0" name="Text Box 345">
              <a:extLst>
                <a:ext uri="{FF2B5EF4-FFF2-40B4-BE49-F238E27FC236}">
                  <a16:creationId xmlns:a16="http://schemas.microsoft.com/office/drawing/2014/main" id="{19E8A00A-431C-C029-B4D3-D78C5B656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" y="2260"/>
              <a:ext cx="59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1" name="Text Box 346">
              <a:extLst>
                <a:ext uri="{FF2B5EF4-FFF2-40B4-BE49-F238E27FC236}">
                  <a16:creationId xmlns:a16="http://schemas.microsoft.com/office/drawing/2014/main" id="{9EA548F4-263F-21DC-9CA6-C25DF768D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173"/>
              <a:ext cx="59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2" name="Text Box 347">
              <a:extLst>
                <a:ext uri="{FF2B5EF4-FFF2-40B4-BE49-F238E27FC236}">
                  <a16:creationId xmlns:a16="http://schemas.microsoft.com/office/drawing/2014/main" id="{F0585676-52FD-322B-0C8C-72388DD65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5" y="2159"/>
              <a:ext cx="59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3" name="Text Box 348">
              <a:extLst>
                <a:ext uri="{FF2B5EF4-FFF2-40B4-BE49-F238E27FC236}">
                  <a16:creationId xmlns:a16="http://schemas.microsoft.com/office/drawing/2014/main" id="{7B199B9E-6A41-3805-8351-F95B9D589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2" y="2159"/>
              <a:ext cx="59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4" name="Line 349">
              <a:extLst>
                <a:ext uri="{FF2B5EF4-FFF2-40B4-BE49-F238E27FC236}">
                  <a16:creationId xmlns:a16="http://schemas.microsoft.com/office/drawing/2014/main" id="{7C64734F-F84E-47F6-61BE-5F282F3D4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2644"/>
              <a:ext cx="4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" name="Line 350">
              <a:extLst>
                <a:ext uri="{FF2B5EF4-FFF2-40B4-BE49-F238E27FC236}">
                  <a16:creationId xmlns:a16="http://schemas.microsoft.com/office/drawing/2014/main" id="{1F945DB7-3265-CAD1-D2A9-73F01F4BD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644"/>
              <a:ext cx="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6" name="Line 351">
              <a:extLst>
                <a:ext uri="{FF2B5EF4-FFF2-40B4-BE49-F238E27FC236}">
                  <a16:creationId xmlns:a16="http://schemas.microsoft.com/office/drawing/2014/main" id="{D08688F9-E674-9DDD-965C-B0798EB16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2" y="2652"/>
              <a:ext cx="41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7" name="Rectangle 354">
            <a:extLst>
              <a:ext uri="{FF2B5EF4-FFF2-40B4-BE49-F238E27FC236}">
                <a16:creationId xmlns:a16="http://schemas.microsoft.com/office/drawing/2014/main" id="{74EEE2DE-6B9B-331C-98A8-C174B896E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16" y="894556"/>
            <a:ext cx="70707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子目录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共享子目录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中的文件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</a:p>
        </p:txBody>
      </p:sp>
      <p:grpSp>
        <p:nvGrpSpPr>
          <p:cNvPr id="118" name="Group 352">
            <a:extLst>
              <a:ext uri="{FF2B5EF4-FFF2-40B4-BE49-F238E27FC236}">
                <a16:creationId xmlns:a16="http://schemas.microsoft.com/office/drawing/2014/main" id="{934FA407-CEA7-51D3-0A6C-2DBB54ACD37D}"/>
              </a:ext>
            </a:extLst>
          </p:cNvPr>
          <p:cNvGrpSpPr>
            <a:grpSpLocks/>
          </p:cNvGrpSpPr>
          <p:nvPr/>
        </p:nvGrpSpPr>
        <p:grpSpPr bwMode="auto">
          <a:xfrm>
            <a:off x="6923384" y="4167187"/>
            <a:ext cx="411162" cy="596900"/>
            <a:chOff x="2372" y="2446"/>
            <a:chExt cx="243" cy="377"/>
          </a:xfrm>
        </p:grpSpPr>
        <p:sp>
          <p:nvSpPr>
            <p:cNvPr id="119" name="Rectangle 234">
              <a:extLst>
                <a:ext uri="{FF2B5EF4-FFF2-40B4-BE49-F238E27FC236}">
                  <a16:creationId xmlns:a16="http://schemas.microsoft.com/office/drawing/2014/main" id="{F6AABD18-DC05-2A05-F382-9A5139CCF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2" y="2472"/>
              <a:ext cx="175" cy="3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0" name="Line 235">
              <a:extLst>
                <a:ext uri="{FF2B5EF4-FFF2-40B4-BE49-F238E27FC236}">
                  <a16:creationId xmlns:a16="http://schemas.microsoft.com/office/drawing/2014/main" id="{8F12C7F9-E0F2-B59D-3DE3-7E62E0A12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2" y="2643"/>
              <a:ext cx="1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1" name="Text Box 236">
              <a:extLst>
                <a:ext uri="{FF2B5EF4-FFF2-40B4-BE49-F238E27FC236}">
                  <a16:creationId xmlns:a16="http://schemas.microsoft.com/office/drawing/2014/main" id="{8991F169-1D64-685B-BDCB-AE2106848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2446"/>
              <a:ext cx="243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CC0000"/>
                  </a:solidFill>
                  <a:latin typeface="Times New Roman" panose="02020603050405020304" pitchFamily="18" charset="0"/>
                </a:rPr>
                <a:t>k</a:t>
              </a:r>
            </a:p>
          </p:txBody>
        </p:sp>
      </p:grpSp>
      <p:sp>
        <p:nvSpPr>
          <p:cNvPr id="122" name="Line 232">
            <a:extLst>
              <a:ext uri="{FF2B5EF4-FFF2-40B4-BE49-F238E27FC236}">
                <a16:creationId xmlns:a16="http://schemas.microsoft.com/office/drawing/2014/main" id="{E32F849E-9D14-28E9-F5DD-0A687282F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3571" y="4213224"/>
            <a:ext cx="474663" cy="4413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78238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133">
            <a:extLst>
              <a:ext uri="{FF2B5EF4-FFF2-40B4-BE49-F238E27FC236}">
                <a16:creationId xmlns:a16="http://schemas.microsoft.com/office/drawing/2014/main" id="{9B800CFB-E9F6-6E7E-AAD3-FFEEAC9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95" y="1489827"/>
            <a:ext cx="40936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600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假定当前目录为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id=3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子目录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共享子目录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中的文件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用文件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路径名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d/f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存取文件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id=12</a:t>
            </a:r>
          </a:p>
        </p:txBody>
      </p:sp>
      <p:grpSp>
        <p:nvGrpSpPr>
          <p:cNvPr id="4" name="Group 250">
            <a:extLst>
              <a:ext uri="{FF2B5EF4-FFF2-40B4-BE49-F238E27FC236}">
                <a16:creationId xmlns:a16="http://schemas.microsoft.com/office/drawing/2014/main" id="{B11FA610-8EE7-64F4-E3F9-25EF4821DFC7}"/>
              </a:ext>
            </a:extLst>
          </p:cNvPr>
          <p:cNvGrpSpPr>
            <a:grpSpLocks/>
          </p:cNvGrpSpPr>
          <p:nvPr/>
        </p:nvGrpSpPr>
        <p:grpSpPr bwMode="auto">
          <a:xfrm>
            <a:off x="9475453" y="4010818"/>
            <a:ext cx="385762" cy="582613"/>
            <a:chOff x="2372" y="2446"/>
            <a:chExt cx="243" cy="377"/>
          </a:xfrm>
        </p:grpSpPr>
        <p:sp>
          <p:nvSpPr>
            <p:cNvPr id="5" name="Rectangle 251">
              <a:extLst>
                <a:ext uri="{FF2B5EF4-FFF2-40B4-BE49-F238E27FC236}">
                  <a16:creationId xmlns:a16="http://schemas.microsoft.com/office/drawing/2014/main" id="{664FC3D2-9724-BF67-CA0F-F24DCDBAD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2" y="2472"/>
              <a:ext cx="175" cy="3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Line 252">
              <a:extLst>
                <a:ext uri="{FF2B5EF4-FFF2-40B4-BE49-F238E27FC236}">
                  <a16:creationId xmlns:a16="http://schemas.microsoft.com/office/drawing/2014/main" id="{0121A09B-DBCB-321E-366C-775FE7B62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2" y="2643"/>
              <a:ext cx="1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253">
              <a:extLst>
                <a:ext uri="{FF2B5EF4-FFF2-40B4-BE49-F238E27FC236}">
                  <a16:creationId xmlns:a16="http://schemas.microsoft.com/office/drawing/2014/main" id="{C3C8B7C8-33C2-ECED-C2D8-5F55F5576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2446"/>
              <a:ext cx="243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CC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8" name="Group 255">
            <a:extLst>
              <a:ext uri="{FF2B5EF4-FFF2-40B4-BE49-F238E27FC236}">
                <a16:creationId xmlns:a16="http://schemas.microsoft.com/office/drawing/2014/main" id="{64F1371D-3F52-6DE0-4F6B-63D99EC2497F}"/>
              </a:ext>
            </a:extLst>
          </p:cNvPr>
          <p:cNvGrpSpPr>
            <a:grpSpLocks/>
          </p:cNvGrpSpPr>
          <p:nvPr/>
        </p:nvGrpSpPr>
        <p:grpSpPr bwMode="auto">
          <a:xfrm>
            <a:off x="3839828" y="1196181"/>
            <a:ext cx="7437437" cy="4465637"/>
            <a:chOff x="207" y="666"/>
            <a:chExt cx="5088" cy="3298"/>
          </a:xfrm>
        </p:grpSpPr>
        <p:sp>
          <p:nvSpPr>
            <p:cNvPr id="9" name="Rectangle 256">
              <a:extLst>
                <a:ext uri="{FF2B5EF4-FFF2-40B4-BE49-F238E27FC236}">
                  <a16:creationId xmlns:a16="http://schemas.microsoft.com/office/drawing/2014/main" id="{CCE78181-1392-B6A2-67F0-45EE39E9E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917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Line 257">
              <a:extLst>
                <a:ext uri="{FF2B5EF4-FFF2-40B4-BE49-F238E27FC236}">
                  <a16:creationId xmlns:a16="http://schemas.microsoft.com/office/drawing/2014/main" id="{E490D3B3-C0F0-5A2C-8909-6CF9E492F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113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258">
              <a:extLst>
                <a:ext uri="{FF2B5EF4-FFF2-40B4-BE49-F238E27FC236}">
                  <a16:creationId xmlns:a16="http://schemas.microsoft.com/office/drawing/2014/main" id="{590AA272-69A4-1460-2F3F-923B3F07F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Line 259">
              <a:extLst>
                <a:ext uri="{FF2B5EF4-FFF2-40B4-BE49-F238E27FC236}">
                  <a16:creationId xmlns:a16="http://schemas.microsoft.com/office/drawing/2014/main" id="{CB439E48-6A21-51AA-2980-388913F42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917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260">
              <a:extLst>
                <a:ext uri="{FF2B5EF4-FFF2-40B4-BE49-F238E27FC236}">
                  <a16:creationId xmlns:a16="http://schemas.microsoft.com/office/drawing/2014/main" id="{858BE68C-C0EC-E3F2-7BF8-3E6F7C658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Text Box 261">
              <a:extLst>
                <a:ext uri="{FF2B5EF4-FFF2-40B4-BE49-F238E27FC236}">
                  <a16:creationId xmlns:a16="http://schemas.microsoft.com/office/drawing/2014/main" id="{700B2804-537C-EED2-670B-F9BAEA051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86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" name="Text Box 262">
              <a:extLst>
                <a:ext uri="{FF2B5EF4-FFF2-40B4-BE49-F238E27FC236}">
                  <a16:creationId xmlns:a16="http://schemas.microsoft.com/office/drawing/2014/main" id="{C66E95B4-2BB6-F565-3A51-C04AA0B94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859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" name="Rectangle 263">
              <a:extLst>
                <a:ext uri="{FF2B5EF4-FFF2-40B4-BE49-F238E27FC236}">
                  <a16:creationId xmlns:a16="http://schemas.microsoft.com/office/drawing/2014/main" id="{52C11E4D-7F66-202E-ACD8-FA946232D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851"/>
              <a:ext cx="65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" name="Line 264">
              <a:extLst>
                <a:ext uri="{FF2B5EF4-FFF2-40B4-BE49-F238E27FC236}">
                  <a16:creationId xmlns:a16="http://schemas.microsoft.com/office/drawing/2014/main" id="{57B713BA-03F0-C553-3C4B-DD64C9981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265">
              <a:extLst>
                <a:ext uri="{FF2B5EF4-FFF2-40B4-BE49-F238E27FC236}">
                  <a16:creationId xmlns:a16="http://schemas.microsoft.com/office/drawing/2014/main" id="{016E5826-9671-590F-E83A-C730F337C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1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 Box 266">
              <a:extLst>
                <a:ext uri="{FF2B5EF4-FFF2-40B4-BE49-F238E27FC236}">
                  <a16:creationId xmlns:a16="http://schemas.microsoft.com/office/drawing/2014/main" id="{F50D3B6E-CD23-B721-942D-FC5559738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0" name="Text Box 267">
              <a:extLst>
                <a:ext uri="{FF2B5EF4-FFF2-40B4-BE49-F238E27FC236}">
                  <a16:creationId xmlns:a16="http://schemas.microsoft.com/office/drawing/2014/main" id="{59CF3575-FB53-14D4-A42D-16A3CC7C1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82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1" name="Text Box 268">
              <a:extLst>
                <a:ext uri="{FF2B5EF4-FFF2-40B4-BE49-F238E27FC236}">
                  <a16:creationId xmlns:a16="http://schemas.microsoft.com/office/drawing/2014/main" id="{D8B54184-7879-D106-B3F0-F96B2B134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8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" name="Rectangle 269">
              <a:extLst>
                <a:ext uri="{FF2B5EF4-FFF2-40B4-BE49-F238E27FC236}">
                  <a16:creationId xmlns:a16="http://schemas.microsoft.com/office/drawing/2014/main" id="{2C429EE6-2786-4543-90B2-F4F2C7D82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1840"/>
              <a:ext cx="657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3" name="Line 270">
              <a:extLst>
                <a:ext uri="{FF2B5EF4-FFF2-40B4-BE49-F238E27FC236}">
                  <a16:creationId xmlns:a16="http://schemas.microsoft.com/office/drawing/2014/main" id="{2A0AE9F0-918E-B424-E1B0-B2A2375A2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2037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271">
              <a:extLst>
                <a:ext uri="{FF2B5EF4-FFF2-40B4-BE49-F238E27FC236}">
                  <a16:creationId xmlns:a16="http://schemas.microsoft.com/office/drawing/2014/main" id="{4113D9D0-5F99-0FE8-F776-F9CDDCB71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Line 272">
              <a:extLst>
                <a:ext uri="{FF2B5EF4-FFF2-40B4-BE49-F238E27FC236}">
                  <a16:creationId xmlns:a16="http://schemas.microsoft.com/office/drawing/2014/main" id="{9F5DAAE1-2762-853C-A217-415EA2270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" y="1840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273">
              <a:extLst>
                <a:ext uri="{FF2B5EF4-FFF2-40B4-BE49-F238E27FC236}">
                  <a16:creationId xmlns:a16="http://schemas.microsoft.com/office/drawing/2014/main" id="{20296A10-02C6-28F5-F357-10AE72798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178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7" name="Text Box 274">
              <a:extLst>
                <a:ext uri="{FF2B5EF4-FFF2-40B4-BE49-F238E27FC236}">
                  <a16:creationId xmlns:a16="http://schemas.microsoft.com/office/drawing/2014/main" id="{F9DC561E-148E-7062-3CC4-AA9AD3784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3" y="1786"/>
              <a:ext cx="26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8" name="Text Box 275">
              <a:extLst>
                <a:ext uri="{FF2B5EF4-FFF2-40B4-BE49-F238E27FC236}">
                  <a16:creationId xmlns:a16="http://schemas.microsoft.com/office/drawing/2014/main" id="{4B059741-200F-8A2C-D53B-19B5E5727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6" y="1791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9" name="Rectangle 276">
              <a:extLst>
                <a:ext uri="{FF2B5EF4-FFF2-40B4-BE49-F238E27FC236}">
                  <a16:creationId xmlns:a16="http://schemas.microsoft.com/office/drawing/2014/main" id="{BAEB662F-3D05-AFDC-C531-B70466224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2774"/>
              <a:ext cx="489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0" name="Line 277">
              <a:extLst>
                <a:ext uri="{FF2B5EF4-FFF2-40B4-BE49-F238E27FC236}">
                  <a16:creationId xmlns:a16="http://schemas.microsoft.com/office/drawing/2014/main" id="{AE9D8CE5-0D58-55E5-57E9-1DBE42668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278">
              <a:extLst>
                <a:ext uri="{FF2B5EF4-FFF2-40B4-BE49-F238E27FC236}">
                  <a16:creationId xmlns:a16="http://schemas.microsoft.com/office/drawing/2014/main" id="{2F1E931B-3AF8-3187-EE71-22AC3812C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" name="Text Box 279">
              <a:extLst>
                <a:ext uri="{FF2B5EF4-FFF2-40B4-BE49-F238E27FC236}">
                  <a16:creationId xmlns:a16="http://schemas.microsoft.com/office/drawing/2014/main" id="{D7223FBA-F7D5-1385-A576-CCBB4778A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38"/>
              <a:ext cx="261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3" name="Rectangle 280">
              <a:extLst>
                <a:ext uri="{FF2B5EF4-FFF2-40B4-BE49-F238E27FC236}">
                  <a16:creationId xmlns:a16="http://schemas.microsoft.com/office/drawing/2014/main" id="{FFE0C5DA-D28F-4457-B860-21C78A512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765"/>
              <a:ext cx="493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4" name="Line 281">
              <a:extLst>
                <a:ext uri="{FF2B5EF4-FFF2-40B4-BE49-F238E27FC236}">
                  <a16:creationId xmlns:a16="http://schemas.microsoft.com/office/drawing/2014/main" id="{B7ABC197-7296-6BF1-D07E-BC2F33D97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774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Text Box 282">
              <a:extLst>
                <a:ext uri="{FF2B5EF4-FFF2-40B4-BE49-F238E27FC236}">
                  <a16:creationId xmlns:a16="http://schemas.microsoft.com/office/drawing/2014/main" id="{D5FCDF89-6EE9-C546-ABC5-B1D8EF0C1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733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6" name="Text Box 283">
              <a:extLst>
                <a:ext uri="{FF2B5EF4-FFF2-40B4-BE49-F238E27FC236}">
                  <a16:creationId xmlns:a16="http://schemas.microsoft.com/office/drawing/2014/main" id="{513F635D-72D0-4D5E-6024-75FDFCC20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1" y="2738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7" name="Rectangle 284">
              <a:extLst>
                <a:ext uri="{FF2B5EF4-FFF2-40B4-BE49-F238E27FC236}">
                  <a16:creationId xmlns:a16="http://schemas.microsoft.com/office/drawing/2014/main" id="{C0233FE6-D91A-9992-6115-A600BE338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785"/>
              <a:ext cx="65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8" name="Line 285">
              <a:extLst>
                <a:ext uri="{FF2B5EF4-FFF2-40B4-BE49-F238E27FC236}">
                  <a16:creationId xmlns:a16="http://schemas.microsoft.com/office/drawing/2014/main" id="{2E3CF309-13F3-76D6-B087-37D5DC181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2980"/>
              <a:ext cx="6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Line 286">
              <a:extLst>
                <a:ext uri="{FF2B5EF4-FFF2-40B4-BE49-F238E27FC236}">
                  <a16:creationId xmlns:a16="http://schemas.microsoft.com/office/drawing/2014/main" id="{1157BD2C-4B64-AFC0-F034-C58CAC82C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Text Box 287">
              <a:extLst>
                <a:ext uri="{FF2B5EF4-FFF2-40B4-BE49-F238E27FC236}">
                  <a16:creationId xmlns:a16="http://schemas.microsoft.com/office/drawing/2014/main" id="{793F8DDE-8359-C22D-81EA-441A77301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41" name="Text Box 288">
              <a:extLst>
                <a:ext uri="{FF2B5EF4-FFF2-40B4-BE49-F238E27FC236}">
                  <a16:creationId xmlns:a16="http://schemas.microsoft.com/office/drawing/2014/main" id="{4D245396-02B0-EEE5-6253-7907816A3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2" name="Text Box 289">
              <a:extLst>
                <a:ext uri="{FF2B5EF4-FFF2-40B4-BE49-F238E27FC236}">
                  <a16:creationId xmlns:a16="http://schemas.microsoft.com/office/drawing/2014/main" id="{B8295997-E7A9-C960-F857-894BD2E8C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9" y="2765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3" name="Line 290">
              <a:extLst>
                <a:ext uri="{FF2B5EF4-FFF2-40B4-BE49-F238E27FC236}">
                  <a16:creationId xmlns:a16="http://schemas.microsoft.com/office/drawing/2014/main" id="{8E622F06-DA8F-6B62-AF46-E66A7F63E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85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Rectangle 291">
              <a:extLst>
                <a:ext uri="{FF2B5EF4-FFF2-40B4-BE49-F238E27FC236}">
                  <a16:creationId xmlns:a16="http://schemas.microsoft.com/office/drawing/2014/main" id="{F69C99AE-FA11-FED0-4E01-717D12335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" y="1851"/>
              <a:ext cx="435" cy="40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Line 292">
              <a:extLst>
                <a:ext uri="{FF2B5EF4-FFF2-40B4-BE49-F238E27FC236}">
                  <a16:creationId xmlns:a16="http://schemas.microsoft.com/office/drawing/2014/main" id="{41604A1F-ED80-DE2F-62F9-766349998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Line 293">
              <a:extLst>
                <a:ext uri="{FF2B5EF4-FFF2-40B4-BE49-F238E27FC236}">
                  <a16:creationId xmlns:a16="http://schemas.microsoft.com/office/drawing/2014/main" id="{C5553F7A-368D-18F9-7E1F-F2E1EAE37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51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Text Box 294">
              <a:extLst>
                <a:ext uri="{FF2B5EF4-FFF2-40B4-BE49-F238E27FC236}">
                  <a16:creationId xmlns:a16="http://schemas.microsoft.com/office/drawing/2014/main" id="{2AC14AEC-C1DA-2797-D4FF-3BE53ED0B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792"/>
              <a:ext cx="26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8" name="Text Box 295">
              <a:extLst>
                <a:ext uri="{FF2B5EF4-FFF2-40B4-BE49-F238E27FC236}">
                  <a16:creationId xmlns:a16="http://schemas.microsoft.com/office/drawing/2014/main" id="{BFFE5F9D-9206-5768-F08A-873A6A6A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" y="1796"/>
              <a:ext cx="2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9" name="Line 296">
              <a:extLst>
                <a:ext uri="{FF2B5EF4-FFF2-40B4-BE49-F238E27FC236}">
                  <a16:creationId xmlns:a16="http://schemas.microsoft.com/office/drawing/2014/main" id="{6FE2CF6D-8CEB-0FDF-F810-F3DA2D084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5" y="2047"/>
              <a:ext cx="4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" name="Rectangle 297">
              <a:extLst>
                <a:ext uri="{FF2B5EF4-FFF2-40B4-BE49-F238E27FC236}">
                  <a16:creationId xmlns:a16="http://schemas.microsoft.com/office/drawing/2014/main" id="{B237D766-9204-8D8A-76FA-8FD0CFFD2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" y="2763"/>
              <a:ext cx="435" cy="40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298">
              <a:extLst>
                <a:ext uri="{FF2B5EF4-FFF2-40B4-BE49-F238E27FC236}">
                  <a16:creationId xmlns:a16="http://schemas.microsoft.com/office/drawing/2014/main" id="{906C59C4-7939-4673-B4AC-B31677952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Line 299">
              <a:extLst>
                <a:ext uri="{FF2B5EF4-FFF2-40B4-BE49-F238E27FC236}">
                  <a16:creationId xmlns:a16="http://schemas.microsoft.com/office/drawing/2014/main" id="{49FD0D22-4DED-D1F1-1CA2-FA15D310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63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300">
              <a:extLst>
                <a:ext uri="{FF2B5EF4-FFF2-40B4-BE49-F238E27FC236}">
                  <a16:creationId xmlns:a16="http://schemas.microsoft.com/office/drawing/2014/main" id="{BFABDF24-22E6-21AE-E0F7-FBD7A5AF4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14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4" name="Text Box 301">
              <a:extLst>
                <a:ext uri="{FF2B5EF4-FFF2-40B4-BE49-F238E27FC236}">
                  <a16:creationId xmlns:a16="http://schemas.microsoft.com/office/drawing/2014/main" id="{65A6D4CD-F6CC-8F54-7C26-E50D6197A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" y="2709"/>
              <a:ext cx="26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" name="Line 302">
              <a:extLst>
                <a:ext uri="{FF2B5EF4-FFF2-40B4-BE49-F238E27FC236}">
                  <a16:creationId xmlns:a16="http://schemas.microsoft.com/office/drawing/2014/main" id="{1B3C0438-DF43-63BF-9F64-80726BF47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1243"/>
              <a:ext cx="0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Line 303">
              <a:extLst>
                <a:ext uri="{FF2B5EF4-FFF2-40B4-BE49-F238E27FC236}">
                  <a16:creationId xmlns:a16="http://schemas.microsoft.com/office/drawing/2014/main" id="{2C6C97AE-618C-8213-C870-820041E95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4" y="1243"/>
              <a:ext cx="1369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Line 304">
              <a:extLst>
                <a:ext uri="{FF2B5EF4-FFF2-40B4-BE49-F238E27FC236}">
                  <a16:creationId xmlns:a16="http://schemas.microsoft.com/office/drawing/2014/main" id="{560809DA-065C-D584-63BF-8815CB701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1243"/>
              <a:ext cx="1592" cy="5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Line 305">
              <a:extLst>
                <a:ext uri="{FF2B5EF4-FFF2-40B4-BE49-F238E27FC236}">
                  <a16:creationId xmlns:a16="http://schemas.microsoft.com/office/drawing/2014/main" id="{7C07F4F9-7981-5AD7-E31D-36925E84C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" y="2155"/>
              <a:ext cx="366" cy="6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Line 306">
              <a:extLst>
                <a:ext uri="{FF2B5EF4-FFF2-40B4-BE49-F238E27FC236}">
                  <a16:creationId xmlns:a16="http://schemas.microsoft.com/office/drawing/2014/main" id="{06973890-C38C-AC58-DEDD-5A2AB3DC4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155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Line 307">
              <a:extLst>
                <a:ext uri="{FF2B5EF4-FFF2-40B4-BE49-F238E27FC236}">
                  <a16:creationId xmlns:a16="http://schemas.microsoft.com/office/drawing/2014/main" id="{1FDA0809-B859-4FC4-3B79-08BE36E098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9" y="2155"/>
              <a:ext cx="717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Line 308">
              <a:extLst>
                <a:ext uri="{FF2B5EF4-FFF2-40B4-BE49-F238E27FC236}">
                  <a16:creationId xmlns:a16="http://schemas.microsoft.com/office/drawing/2014/main" id="{0404AAE4-487E-2322-A0AB-DB87AD36F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2155"/>
              <a:ext cx="695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Oval 309">
              <a:extLst>
                <a:ext uri="{FF2B5EF4-FFF2-40B4-BE49-F238E27FC236}">
                  <a16:creationId xmlns:a16="http://schemas.microsoft.com/office/drawing/2014/main" id="{22931FC6-1027-E5D4-F68C-4634EADB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" y="2872"/>
              <a:ext cx="162" cy="170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3" name="Oval 310">
              <a:extLst>
                <a:ext uri="{FF2B5EF4-FFF2-40B4-BE49-F238E27FC236}">
                  <a16:creationId xmlns:a16="http://schemas.microsoft.com/office/drawing/2014/main" id="{46CDA856-CAB5-0493-C180-751D82704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" y="2872"/>
              <a:ext cx="164" cy="170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4" name="Oval 311">
              <a:extLst>
                <a:ext uri="{FF2B5EF4-FFF2-40B4-BE49-F238E27FC236}">
                  <a16:creationId xmlns:a16="http://schemas.microsoft.com/office/drawing/2014/main" id="{852BC8B1-0B90-5A91-94F9-227CCB5E6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5" name="Oval 312">
              <a:extLst>
                <a:ext uri="{FF2B5EF4-FFF2-40B4-BE49-F238E27FC236}">
                  <a16:creationId xmlns:a16="http://schemas.microsoft.com/office/drawing/2014/main" id="{982297A0-4E03-8F0C-CCF0-E4B42695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Oval 313">
              <a:extLst>
                <a:ext uri="{FF2B5EF4-FFF2-40B4-BE49-F238E27FC236}">
                  <a16:creationId xmlns:a16="http://schemas.microsoft.com/office/drawing/2014/main" id="{B8E6246B-5A82-4789-5807-BC393E21F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7" name="Oval 314">
              <a:extLst>
                <a:ext uri="{FF2B5EF4-FFF2-40B4-BE49-F238E27FC236}">
                  <a16:creationId xmlns:a16="http://schemas.microsoft.com/office/drawing/2014/main" id="{8AC8AEC1-5D27-9308-D1B8-5EE62742A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8" name="Oval 315">
              <a:extLst>
                <a:ext uri="{FF2B5EF4-FFF2-40B4-BE49-F238E27FC236}">
                  <a16:creationId xmlns:a16="http://schemas.microsoft.com/office/drawing/2014/main" id="{63A6EE1C-7BE8-E007-1D94-F44ABA77A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9" name="Oval 316">
              <a:extLst>
                <a:ext uri="{FF2B5EF4-FFF2-40B4-BE49-F238E27FC236}">
                  <a16:creationId xmlns:a16="http://schemas.microsoft.com/office/drawing/2014/main" id="{006631FE-711A-8526-B293-82C7879D0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3490"/>
              <a:ext cx="163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0" name="Oval 317">
              <a:extLst>
                <a:ext uri="{FF2B5EF4-FFF2-40B4-BE49-F238E27FC236}">
                  <a16:creationId xmlns:a16="http://schemas.microsoft.com/office/drawing/2014/main" id="{3D02A77A-4615-6F64-ADBC-40AB35D5E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" name="Oval 318">
              <a:extLst>
                <a:ext uri="{FF2B5EF4-FFF2-40B4-BE49-F238E27FC236}">
                  <a16:creationId xmlns:a16="http://schemas.microsoft.com/office/drawing/2014/main" id="{76AA0EC7-0CD3-1D89-3A33-2FD3294D2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490"/>
              <a:ext cx="164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2" name="Oval 319">
              <a:extLst>
                <a:ext uri="{FF2B5EF4-FFF2-40B4-BE49-F238E27FC236}">
                  <a16:creationId xmlns:a16="http://schemas.microsoft.com/office/drawing/2014/main" id="{2949D663-5122-B0D7-5139-A8B63C89C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9" y="3490"/>
              <a:ext cx="165" cy="174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3" name="Oval 320">
              <a:extLst>
                <a:ext uri="{FF2B5EF4-FFF2-40B4-BE49-F238E27FC236}">
                  <a16:creationId xmlns:a16="http://schemas.microsoft.com/office/drawing/2014/main" id="{D906E043-0875-A79A-6A6A-0CF5B256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872"/>
              <a:ext cx="164" cy="170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4" name="Oval 321">
              <a:extLst>
                <a:ext uri="{FF2B5EF4-FFF2-40B4-BE49-F238E27FC236}">
                  <a16:creationId xmlns:a16="http://schemas.microsoft.com/office/drawing/2014/main" id="{0ECEA6B7-9F0A-D379-094B-7ABD0B327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872"/>
              <a:ext cx="165" cy="170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round/>
            </a:ln>
          </p:spPr>
          <p:txBody>
            <a:bodyPr/>
            <a:lstStyle>
              <a:lvl1pPr marL="914400" indent="-34163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/>
              </a:pPr>
              <a:endParaRPr lang="zh-CN" altLang="zh-CN" b="1">
                <a:solidFill>
                  <a:srgbClr val="4138FA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5" name="Line 322">
              <a:extLst>
                <a:ext uri="{FF2B5EF4-FFF2-40B4-BE49-F238E27FC236}">
                  <a16:creationId xmlns:a16="http://schemas.microsoft.com/office/drawing/2014/main" id="{88CA3C84-3F14-11D1-C75E-D43ACC655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8" y="2155"/>
              <a:ext cx="146" cy="7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Line 323">
              <a:extLst>
                <a:ext uri="{FF2B5EF4-FFF2-40B4-BE49-F238E27FC236}">
                  <a16:creationId xmlns:a16="http://schemas.microsoft.com/office/drawing/2014/main" id="{503650A7-AA8D-558D-6C89-40EDD8A52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" y="2155"/>
              <a:ext cx="125" cy="7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Line 324">
              <a:extLst>
                <a:ext uri="{FF2B5EF4-FFF2-40B4-BE49-F238E27FC236}">
                  <a16:creationId xmlns:a16="http://schemas.microsoft.com/office/drawing/2014/main" id="{FAF65AB8-B34E-69D2-D0E6-0E58361B7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" y="3045"/>
              <a:ext cx="0" cy="4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Line 325">
              <a:extLst>
                <a:ext uri="{FF2B5EF4-FFF2-40B4-BE49-F238E27FC236}">
                  <a16:creationId xmlns:a16="http://schemas.microsoft.com/office/drawing/2014/main" id="{CA0D2A2B-E022-2AC4-2909-D659B4A31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" y="3045"/>
              <a:ext cx="126" cy="4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9" name="Line 326">
              <a:extLst>
                <a:ext uri="{FF2B5EF4-FFF2-40B4-BE49-F238E27FC236}">
                  <a16:creationId xmlns:a16="http://schemas.microsoft.com/office/drawing/2014/main" id="{03105685-1E11-597C-FA1D-B2A709EBC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" name="Line 327">
              <a:extLst>
                <a:ext uri="{FF2B5EF4-FFF2-40B4-BE49-F238E27FC236}">
                  <a16:creationId xmlns:a16="http://schemas.microsoft.com/office/drawing/2014/main" id="{8DEB6D10-DEB0-A549-4233-0E16650E0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1" name="Line 328">
              <a:extLst>
                <a:ext uri="{FF2B5EF4-FFF2-40B4-BE49-F238E27FC236}">
                  <a16:creationId xmlns:a16="http://schemas.microsoft.com/office/drawing/2014/main" id="{74C77B81-ECBC-098F-5739-67E160583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00"/>
              <a:ext cx="0" cy="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" name="Line 329">
              <a:extLst>
                <a:ext uri="{FF2B5EF4-FFF2-40B4-BE49-F238E27FC236}">
                  <a16:creationId xmlns:a16="http://schemas.microsoft.com/office/drawing/2014/main" id="{75148529-EE01-187A-48F3-F7FED9C9D2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6" y="3100"/>
              <a:ext cx="7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3" name="Line 330">
              <a:extLst>
                <a:ext uri="{FF2B5EF4-FFF2-40B4-BE49-F238E27FC236}">
                  <a16:creationId xmlns:a16="http://schemas.microsoft.com/office/drawing/2014/main" id="{253AC09C-549D-9131-C2E8-49961EB28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4" name="Line 331">
              <a:extLst>
                <a:ext uri="{FF2B5EF4-FFF2-40B4-BE49-F238E27FC236}">
                  <a16:creationId xmlns:a16="http://schemas.microsoft.com/office/drawing/2014/main" id="{3849EBB3-FA29-7867-4935-6B5850D8A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00"/>
              <a:ext cx="0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5" name="Line 332">
              <a:extLst>
                <a:ext uri="{FF2B5EF4-FFF2-40B4-BE49-F238E27FC236}">
                  <a16:creationId xmlns:a16="http://schemas.microsoft.com/office/drawing/2014/main" id="{3A6B8804-AB14-82E6-6A1D-2DD1D79E7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0" y="3100"/>
              <a:ext cx="117" cy="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Line 333">
              <a:extLst>
                <a:ext uri="{FF2B5EF4-FFF2-40B4-BE49-F238E27FC236}">
                  <a16:creationId xmlns:a16="http://schemas.microsoft.com/office/drawing/2014/main" id="{1531861B-F2E9-356C-4B4C-C2CC01E5F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155"/>
              <a:ext cx="0" cy="7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" name="Line 334">
              <a:extLst>
                <a:ext uri="{FF2B5EF4-FFF2-40B4-BE49-F238E27FC236}">
                  <a16:creationId xmlns:a16="http://schemas.microsoft.com/office/drawing/2014/main" id="{16948581-A5B0-87F5-3156-5E4BC462A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55"/>
              <a:ext cx="77" cy="7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8" name="Line 335">
              <a:extLst>
                <a:ext uri="{FF2B5EF4-FFF2-40B4-BE49-F238E27FC236}">
                  <a16:creationId xmlns:a16="http://schemas.microsoft.com/office/drawing/2014/main" id="{0597C0DB-7A74-B3C0-B423-0FA7CE7E0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2" y="2065"/>
              <a:ext cx="6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Text Box 336">
              <a:extLst>
                <a:ext uri="{FF2B5EF4-FFF2-40B4-BE49-F238E27FC236}">
                  <a16:creationId xmlns:a16="http://schemas.microsoft.com/office/drawing/2014/main" id="{752FD75C-7F5E-FD4E-82CC-26AA161A7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id=13</a:t>
              </a:r>
            </a:p>
          </p:txBody>
        </p:sp>
        <p:sp>
          <p:nvSpPr>
            <p:cNvPr id="90" name="Text Box 337">
              <a:extLst>
                <a:ext uri="{FF2B5EF4-FFF2-40B4-BE49-F238E27FC236}">
                  <a16:creationId xmlns:a16="http://schemas.microsoft.com/office/drawing/2014/main" id="{0B9E73B2-9C77-36B7-A3BD-4B33822BE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3714"/>
              <a:ext cx="48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id=21</a:t>
              </a:r>
            </a:p>
          </p:txBody>
        </p:sp>
        <p:sp>
          <p:nvSpPr>
            <p:cNvPr id="91" name="Text Box 338">
              <a:extLst>
                <a:ext uri="{FF2B5EF4-FFF2-40B4-BE49-F238E27FC236}">
                  <a16:creationId xmlns:a16="http://schemas.microsoft.com/office/drawing/2014/main" id="{A4908B6C-F486-6866-901A-CB2194704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id=14</a:t>
              </a:r>
            </a:p>
          </p:txBody>
        </p:sp>
        <p:sp>
          <p:nvSpPr>
            <p:cNvPr id="92" name="Text Box 339">
              <a:extLst>
                <a:ext uri="{FF2B5EF4-FFF2-40B4-BE49-F238E27FC236}">
                  <a16:creationId xmlns:a16="http://schemas.microsoft.com/office/drawing/2014/main" id="{34660047-FE3B-C3BE-D1F7-956C352B4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id=15</a:t>
              </a:r>
            </a:p>
          </p:txBody>
        </p:sp>
        <p:sp>
          <p:nvSpPr>
            <p:cNvPr id="93" name="Text Box 340">
              <a:extLst>
                <a:ext uri="{FF2B5EF4-FFF2-40B4-BE49-F238E27FC236}">
                  <a16:creationId xmlns:a16="http://schemas.microsoft.com/office/drawing/2014/main" id="{B1F5B53E-43BF-2F25-78BE-09FD41E4D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id=16</a:t>
              </a:r>
            </a:p>
          </p:txBody>
        </p:sp>
        <p:sp>
          <p:nvSpPr>
            <p:cNvPr id="94" name="Text Box 341">
              <a:extLst>
                <a:ext uri="{FF2B5EF4-FFF2-40B4-BE49-F238E27FC236}">
                  <a16:creationId xmlns:a16="http://schemas.microsoft.com/office/drawing/2014/main" id="{E95A4C01-CD4B-D144-F3B6-46FEA3C33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id=17</a:t>
              </a:r>
            </a:p>
          </p:txBody>
        </p:sp>
        <p:sp>
          <p:nvSpPr>
            <p:cNvPr id="95" name="Text Box 342">
              <a:extLst>
                <a:ext uri="{FF2B5EF4-FFF2-40B4-BE49-F238E27FC236}">
                  <a16:creationId xmlns:a16="http://schemas.microsoft.com/office/drawing/2014/main" id="{D870FF42-B9A9-58AA-7CE8-C5374CB57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37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id=18</a:t>
              </a:r>
            </a:p>
          </p:txBody>
        </p:sp>
        <p:sp>
          <p:nvSpPr>
            <p:cNvPr id="96" name="Text Box 343">
              <a:extLst>
                <a:ext uri="{FF2B5EF4-FFF2-40B4-BE49-F238E27FC236}">
                  <a16:creationId xmlns:a16="http://schemas.microsoft.com/office/drawing/2014/main" id="{F2FE39EF-5A4C-5425-8DE2-2E049E827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714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id=19</a:t>
              </a:r>
            </a:p>
          </p:txBody>
        </p:sp>
        <p:sp>
          <p:nvSpPr>
            <p:cNvPr id="97" name="Text Box 344">
              <a:extLst>
                <a:ext uri="{FF2B5EF4-FFF2-40B4-BE49-F238E27FC236}">
                  <a16:creationId xmlns:a16="http://schemas.microsoft.com/office/drawing/2014/main" id="{1DEEFCD1-E5DB-3A3D-C600-3B1B98F49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7" y="3714"/>
              <a:ext cx="48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id=20</a:t>
              </a:r>
            </a:p>
          </p:txBody>
        </p:sp>
        <p:sp>
          <p:nvSpPr>
            <p:cNvPr id="98" name="Text Box 345">
              <a:extLst>
                <a:ext uri="{FF2B5EF4-FFF2-40B4-BE49-F238E27FC236}">
                  <a16:creationId xmlns:a16="http://schemas.microsoft.com/office/drawing/2014/main" id="{8BF68BE8-B337-5362-67BB-0D0AA9C6C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966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</a:t>
              </a:r>
            </a:p>
          </p:txBody>
        </p:sp>
        <p:sp>
          <p:nvSpPr>
            <p:cNvPr id="99" name="Text Box 346">
              <a:extLst>
                <a:ext uri="{FF2B5EF4-FFF2-40B4-BE49-F238E27FC236}">
                  <a16:creationId xmlns:a16="http://schemas.microsoft.com/office/drawing/2014/main" id="{A7954BA7-526E-15F0-E0AD-5390DC3F0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1865"/>
              <a:ext cx="4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id=2</a:t>
              </a:r>
            </a:p>
          </p:txBody>
        </p:sp>
        <p:sp>
          <p:nvSpPr>
            <p:cNvPr id="100" name="Text Box 347">
              <a:extLst>
                <a:ext uri="{FF2B5EF4-FFF2-40B4-BE49-F238E27FC236}">
                  <a16:creationId xmlns:a16="http://schemas.microsoft.com/office/drawing/2014/main" id="{85F66637-9F44-2E93-E82A-456291822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id=3</a:t>
              </a:r>
            </a:p>
          </p:txBody>
        </p:sp>
        <p:sp>
          <p:nvSpPr>
            <p:cNvPr id="101" name="Text Box 348">
              <a:extLst>
                <a:ext uri="{FF2B5EF4-FFF2-40B4-BE49-F238E27FC236}">
                  <a16:creationId xmlns:a16="http://schemas.microsoft.com/office/drawing/2014/main" id="{5B410562-7A8A-A473-78E8-55A15D8E9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191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id=4</a:t>
              </a:r>
            </a:p>
          </p:txBody>
        </p:sp>
        <p:sp>
          <p:nvSpPr>
            <p:cNvPr id="102" name="Text Box 349">
              <a:extLst>
                <a:ext uri="{FF2B5EF4-FFF2-40B4-BE49-F238E27FC236}">
                  <a16:creationId xmlns:a16="http://schemas.microsoft.com/office/drawing/2014/main" id="{E37DCA8B-DBA9-742E-4EF2-72717CA61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31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id=11</a:t>
              </a:r>
            </a:p>
          </p:txBody>
        </p:sp>
        <p:sp>
          <p:nvSpPr>
            <p:cNvPr id="103" name="Text Box 350">
              <a:extLst>
                <a:ext uri="{FF2B5EF4-FFF2-40B4-BE49-F238E27FC236}">
                  <a16:creationId xmlns:a16="http://schemas.microsoft.com/office/drawing/2014/main" id="{96C50771-B739-9EDE-288B-4B77958C0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31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id=12</a:t>
              </a:r>
            </a:p>
          </p:txBody>
        </p:sp>
        <p:sp>
          <p:nvSpPr>
            <p:cNvPr id="104" name="Text Box 351">
              <a:extLst>
                <a:ext uri="{FF2B5EF4-FFF2-40B4-BE49-F238E27FC236}">
                  <a16:creationId xmlns:a16="http://schemas.microsoft.com/office/drawing/2014/main" id="{5276402D-190F-6744-DB5C-8EE6FC6AF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814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id=5</a:t>
              </a:r>
            </a:p>
          </p:txBody>
        </p:sp>
        <p:sp>
          <p:nvSpPr>
            <p:cNvPr id="105" name="Text Box 352">
              <a:extLst>
                <a:ext uri="{FF2B5EF4-FFF2-40B4-BE49-F238E27FC236}">
                  <a16:creationId xmlns:a16="http://schemas.microsoft.com/office/drawing/2014/main" id="{D17DE4BD-FAC3-0757-E90A-430DA2579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29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id=8</a:t>
              </a:r>
            </a:p>
          </p:txBody>
        </p:sp>
        <p:sp>
          <p:nvSpPr>
            <p:cNvPr id="106" name="Text Box 353">
              <a:extLst>
                <a:ext uri="{FF2B5EF4-FFF2-40B4-BE49-F238E27FC236}">
                  <a16:creationId xmlns:a16="http://schemas.microsoft.com/office/drawing/2014/main" id="{623F8DD1-5EF1-DDD9-C7DE-AD1D811C0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2547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id=9</a:t>
              </a:r>
            </a:p>
          </p:txBody>
        </p:sp>
        <p:sp>
          <p:nvSpPr>
            <p:cNvPr id="107" name="Text Box 354">
              <a:extLst>
                <a:ext uri="{FF2B5EF4-FFF2-40B4-BE49-F238E27FC236}">
                  <a16:creationId xmlns:a16="http://schemas.microsoft.com/office/drawing/2014/main" id="{E23A757E-71A4-0BF0-810A-93AA74239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2556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id=10</a:t>
              </a:r>
            </a:p>
          </p:txBody>
        </p:sp>
        <p:sp>
          <p:nvSpPr>
            <p:cNvPr id="108" name="Text Box 355">
              <a:extLst>
                <a:ext uri="{FF2B5EF4-FFF2-40B4-BE49-F238E27FC236}">
                  <a16:creationId xmlns:a16="http://schemas.microsoft.com/office/drawing/2014/main" id="{38DC1EEF-9F0D-EF7F-A9BC-767E32DA9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3015"/>
              <a:ext cx="44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id=6</a:t>
              </a:r>
            </a:p>
          </p:txBody>
        </p:sp>
        <p:sp>
          <p:nvSpPr>
            <p:cNvPr id="109" name="Text Box 356">
              <a:extLst>
                <a:ext uri="{FF2B5EF4-FFF2-40B4-BE49-F238E27FC236}">
                  <a16:creationId xmlns:a16="http://schemas.microsoft.com/office/drawing/2014/main" id="{8341252C-48B8-0444-F634-5EB55302F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" y="3015"/>
              <a:ext cx="44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id=7</a:t>
              </a:r>
            </a:p>
          </p:txBody>
        </p:sp>
        <p:sp>
          <p:nvSpPr>
            <p:cNvPr id="110" name="Text Box 357">
              <a:extLst>
                <a:ext uri="{FF2B5EF4-FFF2-40B4-BE49-F238E27FC236}">
                  <a16:creationId xmlns:a16="http://schemas.microsoft.com/office/drawing/2014/main" id="{60A10C34-D8CB-74A0-54B5-38EC83A27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666"/>
              <a:ext cx="7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根目录 </a:t>
              </a:r>
              <a:r>
                <a:rPr lang="en-US" altLang="zh-CN" sz="1400" b="1">
                  <a:solidFill>
                    <a:schemeClr val="tx1"/>
                  </a:solidFill>
                </a:rPr>
                <a:t>/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1" name="Text Box 358">
              <a:extLst>
                <a:ext uri="{FF2B5EF4-FFF2-40B4-BE49-F238E27FC236}">
                  <a16:creationId xmlns:a16="http://schemas.microsoft.com/office/drawing/2014/main" id="{AF410FB7-38ED-BE5C-A898-BF02F17F8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" name="Text Box 359">
              <a:extLst>
                <a:ext uri="{FF2B5EF4-FFF2-40B4-BE49-F238E27FC236}">
                  <a16:creationId xmlns:a16="http://schemas.microsoft.com/office/drawing/2014/main" id="{363B04F4-7021-3D7A-2955-6F69DC89A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1566"/>
              <a:ext cx="643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3" name="Text Box 360">
              <a:extLst>
                <a:ext uri="{FF2B5EF4-FFF2-40B4-BE49-F238E27FC236}">
                  <a16:creationId xmlns:a16="http://schemas.microsoft.com/office/drawing/2014/main" id="{A363CA0A-919B-3399-3BC9-DFEC34523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1566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4" name="Text Box 361">
              <a:extLst>
                <a:ext uri="{FF2B5EF4-FFF2-40B4-BE49-F238E27FC236}">
                  <a16:creationId xmlns:a16="http://schemas.microsoft.com/office/drawing/2014/main" id="{03C4108E-9193-8C05-A8B0-ED56BED47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" y="2515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5" name="Text Box 362">
              <a:extLst>
                <a:ext uri="{FF2B5EF4-FFF2-40B4-BE49-F238E27FC236}">
                  <a16:creationId xmlns:a16="http://schemas.microsoft.com/office/drawing/2014/main" id="{20AE97FF-FFB6-CCC2-E2C2-46DD149E1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2379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6" name="Text Box 363">
              <a:extLst>
                <a:ext uri="{FF2B5EF4-FFF2-40B4-BE49-F238E27FC236}">
                  <a16:creationId xmlns:a16="http://schemas.microsoft.com/office/drawing/2014/main" id="{6A53D220-1A66-414A-1288-D647883E0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17" name="Text Box 364">
              <a:extLst>
                <a:ext uri="{FF2B5EF4-FFF2-40B4-BE49-F238E27FC236}">
                  <a16:creationId xmlns:a16="http://schemas.microsoft.com/office/drawing/2014/main" id="{D5021524-E5A1-FBE1-B45E-EF71D348A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397"/>
              <a:ext cx="6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子目录 </a:t>
              </a: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18" name="Line 365">
              <a:extLst>
                <a:ext uri="{FF2B5EF4-FFF2-40B4-BE49-F238E27FC236}">
                  <a16:creationId xmlns:a16="http://schemas.microsoft.com/office/drawing/2014/main" id="{96838E78-1A80-4AF1-DFFF-5F2A1C96B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965"/>
              <a:ext cx="4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9" name="Line 366">
              <a:extLst>
                <a:ext uri="{FF2B5EF4-FFF2-40B4-BE49-F238E27FC236}">
                  <a16:creationId xmlns:a16="http://schemas.microsoft.com/office/drawing/2014/main" id="{6C9F32A8-8B1B-E4C3-5F34-72DA9B383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4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0" name="Line 367">
              <a:extLst>
                <a:ext uri="{FF2B5EF4-FFF2-40B4-BE49-F238E27FC236}">
                  <a16:creationId xmlns:a16="http://schemas.microsoft.com/office/drawing/2014/main" id="{21A39810-7967-9CDF-0B38-3458764FA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974"/>
              <a:ext cx="4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21" name="Group 124">
            <a:extLst>
              <a:ext uri="{FF2B5EF4-FFF2-40B4-BE49-F238E27FC236}">
                <a16:creationId xmlns:a16="http://schemas.microsoft.com/office/drawing/2014/main" id="{7EAA9616-9B89-6FB5-6464-E32E441BB7F4}"/>
              </a:ext>
            </a:extLst>
          </p:cNvPr>
          <p:cNvGrpSpPr>
            <a:grpSpLocks/>
          </p:cNvGrpSpPr>
          <p:nvPr/>
        </p:nvGrpSpPr>
        <p:grpSpPr bwMode="auto">
          <a:xfrm>
            <a:off x="9631028" y="2817018"/>
            <a:ext cx="1811337" cy="2505075"/>
            <a:chOff x="3969" y="1706"/>
            <a:chExt cx="1315" cy="1724"/>
          </a:xfrm>
        </p:grpSpPr>
        <p:sp>
          <p:nvSpPr>
            <p:cNvPr id="122" name="Line 125">
              <a:extLst>
                <a:ext uri="{FF2B5EF4-FFF2-40B4-BE49-F238E27FC236}">
                  <a16:creationId xmlns:a16="http://schemas.microsoft.com/office/drawing/2014/main" id="{D9D1958C-5FAC-7EA0-6500-38847BCBA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886"/>
              <a:ext cx="408" cy="544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3" name="Line 126">
              <a:extLst>
                <a:ext uri="{FF2B5EF4-FFF2-40B4-BE49-F238E27FC236}">
                  <a16:creationId xmlns:a16="http://schemas.microsoft.com/office/drawing/2014/main" id="{CE21F165-B06F-C400-7234-C9F51FC5C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5" y="3430"/>
              <a:ext cx="907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4" name="Line 127">
              <a:extLst>
                <a:ext uri="{FF2B5EF4-FFF2-40B4-BE49-F238E27FC236}">
                  <a16:creationId xmlns:a16="http://schemas.microsoft.com/office/drawing/2014/main" id="{09396079-08FC-6C16-F44E-B35A73250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5" y="1706"/>
              <a:ext cx="0" cy="1724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5" name="Line 128">
              <a:extLst>
                <a:ext uri="{FF2B5EF4-FFF2-40B4-BE49-F238E27FC236}">
                  <a16:creationId xmlns:a16="http://schemas.microsoft.com/office/drawing/2014/main" id="{6486AF76-9472-6961-AAE6-A7134E5CE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0" y="1706"/>
              <a:ext cx="454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6" name="Rectangle 368">
            <a:extLst>
              <a:ext uri="{FF2B5EF4-FFF2-40B4-BE49-F238E27FC236}">
                <a16:creationId xmlns:a16="http://schemas.microsoft.com/office/drawing/2014/main" id="{1ECB32B9-2F0B-BE78-B89F-8B31955D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70707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子目录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共享子目录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中的文件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20410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D8A1ECF-57E5-D277-98E3-9CE1A4611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81" y="1374592"/>
            <a:ext cx="82661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ⅰ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硬链接和软链接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UNIX/Linux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下的链接文件有两种，硬连接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(Hard Link)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和软连接，软连接又称符号链接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(Symbolic link)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4" name="Rectangle 127">
            <a:extLst>
              <a:ext uri="{FF2B5EF4-FFF2-40B4-BE49-F238E27FC236}">
                <a16:creationId xmlns:a16="http://schemas.microsoft.com/office/drawing/2014/main" id="{83D04F19-F562-3377-7C50-59C8B3DCE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68" y="830079"/>
            <a:ext cx="70707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99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UNIX/Linux</a:t>
            </a:r>
            <a:r>
              <a:rPr lang="zh-CN" altLang="en-US" sz="2400">
                <a:solidFill>
                  <a:srgbClr val="000099"/>
                </a:solidFill>
                <a:latin typeface="Times New Roman" panose="02020603050405020304" pitchFamily="18" charset="0"/>
              </a:rPr>
              <a:t>的链接文件</a:t>
            </a:r>
          </a:p>
        </p:txBody>
      </p:sp>
    </p:spTree>
    <p:extLst>
      <p:ext uri="{BB962C8B-B14F-4D97-AF65-F5344CB8AC3E}">
        <p14:creationId xmlns:p14="http://schemas.microsoft.com/office/powerpoint/2010/main" val="8368443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A6BEF7-85CD-8C82-93AC-9DBE5C839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5" y="995991"/>
            <a:ext cx="7070725" cy="4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ⅱ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UNIX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/Linux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的链接文件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90">
            <a:extLst>
              <a:ext uri="{FF2B5EF4-FFF2-40B4-BE49-F238E27FC236}">
                <a16:creationId xmlns:a16="http://schemas.microsoft.com/office/drawing/2014/main" id="{36A9373E-C7D7-C330-79BF-147DEC2CD81E}"/>
              </a:ext>
            </a:extLst>
          </p:cNvPr>
          <p:cNvGrpSpPr>
            <a:grpSpLocks/>
          </p:cNvGrpSpPr>
          <p:nvPr/>
        </p:nvGrpSpPr>
        <p:grpSpPr bwMode="auto">
          <a:xfrm>
            <a:off x="3948906" y="1600016"/>
            <a:ext cx="4294187" cy="3783013"/>
            <a:chOff x="567" y="954"/>
            <a:chExt cx="2705" cy="2383"/>
          </a:xfrm>
        </p:grpSpPr>
        <p:grpSp>
          <p:nvGrpSpPr>
            <p:cNvPr id="5" name="Group 69">
              <a:extLst>
                <a:ext uri="{FF2B5EF4-FFF2-40B4-BE49-F238E27FC236}">
                  <a16:creationId xmlns:a16="http://schemas.microsoft.com/office/drawing/2014/main" id="{96CD5FDC-31D8-A9AD-5620-7990C2F022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9" y="954"/>
              <a:ext cx="2224" cy="997"/>
              <a:chOff x="869" y="954"/>
              <a:chExt cx="2224" cy="997"/>
            </a:xfrm>
          </p:grpSpPr>
          <p:sp>
            <p:nvSpPr>
              <p:cNvPr id="25" name="Text Box 39">
                <a:extLst>
                  <a:ext uri="{FF2B5EF4-FFF2-40B4-BE49-F238E27FC236}">
                    <a16:creationId xmlns:a16="http://schemas.microsoft.com/office/drawing/2014/main" id="{F3BB0C69-F34A-EF8A-601D-C4AAFEC2E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" y="1214"/>
                <a:ext cx="829" cy="73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Line 40">
                <a:extLst>
                  <a:ext uri="{FF2B5EF4-FFF2-40B4-BE49-F238E27FC236}">
                    <a16:creationId xmlns:a16="http://schemas.microsoft.com/office/drawing/2014/main" id="{294DE101-7F91-0491-3879-8C6A22FBD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1439"/>
                <a:ext cx="8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Line 41">
                <a:extLst>
                  <a:ext uri="{FF2B5EF4-FFF2-40B4-BE49-F238E27FC236}">
                    <a16:creationId xmlns:a16="http://schemas.microsoft.com/office/drawing/2014/main" id="{7EE9F621-FA75-5ED8-347D-EE2E8E13B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8" y="1690"/>
                <a:ext cx="8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" name="Line 47">
                <a:extLst>
                  <a:ext uri="{FF2B5EF4-FFF2-40B4-BE49-F238E27FC236}">
                    <a16:creationId xmlns:a16="http://schemas.microsoft.com/office/drawing/2014/main" id="{6CCDB4F2-9C0D-BB98-238D-57179A60E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5" y="1574"/>
                <a:ext cx="3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Line 48">
                <a:extLst>
                  <a:ext uri="{FF2B5EF4-FFF2-40B4-BE49-F238E27FC236}">
                    <a16:creationId xmlns:a16="http://schemas.microsoft.com/office/drawing/2014/main" id="{5FBDE56B-05D3-A08E-9F32-DFBF249B9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1256"/>
                <a:ext cx="0" cy="3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Line 49">
                <a:extLst>
                  <a:ext uri="{FF2B5EF4-FFF2-40B4-BE49-F238E27FC236}">
                    <a16:creationId xmlns:a16="http://schemas.microsoft.com/office/drawing/2014/main" id="{312664A7-2235-5A96-EF0F-00A664E9A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3" y="1256"/>
                <a:ext cx="31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Text Box 55">
                <a:extLst>
                  <a:ext uri="{FF2B5EF4-FFF2-40B4-BE49-F238E27FC236}">
                    <a16:creationId xmlns:a16="http://schemas.microsoft.com/office/drawing/2014/main" id="{8C51B9F9-3895-8EA6-5FB9-79778332C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" y="1247"/>
                <a:ext cx="732" cy="563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 </a:t>
                </a:r>
                <a:endPara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1600" b="1" baseline="-250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just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</a:t>
                </a:r>
              </a:p>
            </p:txBody>
          </p:sp>
          <p:sp>
            <p:nvSpPr>
              <p:cNvPr id="32" name="Line 56">
                <a:extLst>
                  <a:ext uri="{FF2B5EF4-FFF2-40B4-BE49-F238E27FC236}">
                    <a16:creationId xmlns:a16="http://schemas.microsoft.com/office/drawing/2014/main" id="{41169AEC-CF2C-963C-63C7-86A9C6B5C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1" y="1407"/>
                <a:ext cx="7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algn="ctr" eaLnBrk="1" hangingPunct="1">
                  <a:lnSpc>
                    <a:spcPct val="120000"/>
                  </a:lnSpc>
                  <a:buClr>
                    <a:schemeClr val="tx2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Text Box 62">
                <a:extLst>
                  <a:ext uri="{FF2B5EF4-FFF2-40B4-BE49-F238E27FC236}">
                    <a16:creationId xmlns:a16="http://schemas.microsoft.com/office/drawing/2014/main" id="{1AAC34B3-276D-CB56-995F-01C2BA1F7A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954"/>
                <a:ext cx="74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1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/usr/joc</a:t>
                </a:r>
                <a:endPara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Text Box 64">
                <a:extLst>
                  <a:ext uri="{FF2B5EF4-FFF2-40B4-BE49-F238E27FC236}">
                    <a16:creationId xmlns:a16="http://schemas.microsoft.com/office/drawing/2014/main" id="{2ABC00A5-7F31-7A19-B288-97D5A1928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8" y="1193"/>
                <a:ext cx="4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</a:t>
                </a:r>
                <a:endParaRPr lang="en-US" altLang="en-US" sz="20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5" name="Text Box 65">
                <a:extLst>
                  <a:ext uri="{FF2B5EF4-FFF2-40B4-BE49-F238E27FC236}">
                    <a16:creationId xmlns:a16="http://schemas.microsoft.com/office/drawing/2014/main" id="{79405D20-0CA0-DF45-8CF9-78A671305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7" y="1449"/>
                <a:ext cx="489" cy="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foo</a:t>
                </a:r>
                <a:endParaRPr lang="en-US" altLang="en-US" sz="18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6" name="Text Box 66">
                <a:extLst>
                  <a:ext uri="{FF2B5EF4-FFF2-40B4-BE49-F238E27FC236}">
                    <a16:creationId xmlns:a16="http://schemas.microsoft.com/office/drawing/2014/main" id="{BDAB8172-0674-300F-71D9-CC9E91EB9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7" y="1660"/>
                <a:ext cx="48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</a:t>
                </a:r>
                <a:endParaRPr lang="en-US" altLang="en-US" sz="20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7" name="Text Box 67">
                <a:extLst>
                  <a:ext uri="{FF2B5EF4-FFF2-40B4-BE49-F238E27FC236}">
                    <a16:creationId xmlns:a16="http://schemas.microsoft.com/office/drawing/2014/main" id="{B63212F1-9D94-EE0D-D058-D95DB09654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4" y="1248"/>
                <a:ext cx="809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引用计数 </a:t>
                </a:r>
                <a:r>
                  <a:rPr lang="en-US" altLang="zh-CN" sz="1400" b="1">
                    <a:solidFill>
                      <a:schemeClr val="tx1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= 1</a:t>
                </a:r>
              </a:p>
            </p:txBody>
          </p:sp>
          <p:sp>
            <p:nvSpPr>
              <p:cNvPr id="38" name="Text Box 68">
                <a:extLst>
                  <a:ext uri="{FF2B5EF4-FFF2-40B4-BE49-F238E27FC236}">
                    <a16:creationId xmlns:a16="http://schemas.microsoft.com/office/drawing/2014/main" id="{97781938-F9CB-538D-65A4-6D71BFB778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3" y="1522"/>
                <a:ext cx="644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32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1028700" indent="-45561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8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428750" indent="-3984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4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752600" indent="-322263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92325" indent="-338138">
                  <a:lnSpc>
                    <a:spcPct val="90000"/>
                  </a:lnSpc>
                  <a:spcBef>
                    <a:spcPct val="30000"/>
                  </a:spcBef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495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30067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639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921125" indent="-338138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Pct val="95000"/>
                  <a:buFont typeface="Wingdings" panose="05000000000000000000" pitchFamily="2" charset="2"/>
                  <a:buBlip>
                    <a:blip r:embed="rId2"/>
                  </a:buBlip>
                  <a:defRPr sz="2000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1400" b="1">
                    <a:solidFill>
                      <a:schemeClr val="tx1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文件描述</a:t>
                </a:r>
              </a:p>
            </p:txBody>
          </p:sp>
        </p:grpSp>
        <p:sp>
          <p:nvSpPr>
            <p:cNvPr id="6" name="Text Box 71">
              <a:extLst>
                <a:ext uri="{FF2B5EF4-FFF2-40B4-BE49-F238E27FC236}">
                  <a16:creationId xmlns:a16="http://schemas.microsoft.com/office/drawing/2014/main" id="{7E3D9884-FFF2-22DF-D3BC-8FC1A315C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" y="2457"/>
              <a:ext cx="829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Line 72">
              <a:extLst>
                <a:ext uri="{FF2B5EF4-FFF2-40B4-BE49-F238E27FC236}">
                  <a16:creationId xmlns:a16="http://schemas.microsoft.com/office/drawing/2014/main" id="{5BB7CA9B-C380-8E94-8AB8-C0B0AA14C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2682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73">
              <a:extLst>
                <a:ext uri="{FF2B5EF4-FFF2-40B4-BE49-F238E27FC236}">
                  <a16:creationId xmlns:a16="http://schemas.microsoft.com/office/drawing/2014/main" id="{DA00D4C9-83A5-97B0-68CC-8FBCA33C9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2933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74">
              <a:extLst>
                <a:ext uri="{FF2B5EF4-FFF2-40B4-BE49-F238E27FC236}">
                  <a16:creationId xmlns:a16="http://schemas.microsoft.com/office/drawing/2014/main" id="{66D2C889-4473-0C5A-55DB-8E83C68A2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6" y="2817"/>
              <a:ext cx="3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75">
              <a:extLst>
                <a:ext uri="{FF2B5EF4-FFF2-40B4-BE49-F238E27FC236}">
                  <a16:creationId xmlns:a16="http://schemas.microsoft.com/office/drawing/2014/main" id="{32D71032-8DB0-58FF-9BC7-0F9094375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4" y="2499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Line 76">
              <a:extLst>
                <a:ext uri="{FF2B5EF4-FFF2-40B4-BE49-F238E27FC236}">
                  <a16:creationId xmlns:a16="http://schemas.microsoft.com/office/drawing/2014/main" id="{9615DA68-1978-0F5A-AE89-B5773FC34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4" y="2499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77">
              <a:extLst>
                <a:ext uri="{FF2B5EF4-FFF2-40B4-BE49-F238E27FC236}">
                  <a16:creationId xmlns:a16="http://schemas.microsoft.com/office/drawing/2014/main" id="{A5593058-2E45-50B4-0DE2-7B14B6857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2" y="2490"/>
              <a:ext cx="732" cy="5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13" name="Line 78">
              <a:extLst>
                <a:ext uri="{FF2B5EF4-FFF2-40B4-BE49-F238E27FC236}">
                  <a16:creationId xmlns:a16="http://schemas.microsoft.com/office/drawing/2014/main" id="{1C81E096-F772-8E15-B456-599623FD2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2" y="2650"/>
              <a:ext cx="7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Box 79">
              <a:extLst>
                <a:ext uri="{FF2B5EF4-FFF2-40B4-BE49-F238E27FC236}">
                  <a16:creationId xmlns:a16="http://schemas.microsoft.com/office/drawing/2014/main" id="{C8349452-C728-9DF8-E6A7-AB8A4D5BA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2197"/>
              <a:ext cx="7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/usr/sue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80">
              <a:extLst>
                <a:ext uri="{FF2B5EF4-FFF2-40B4-BE49-F238E27FC236}">
                  <a16:creationId xmlns:a16="http://schemas.microsoft.com/office/drawing/2014/main" id="{27519D93-76B3-4547-9BCC-0FFC4CA4F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" y="2436"/>
              <a:ext cx="4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6" name="Text Box 81">
              <a:extLst>
                <a:ext uri="{FF2B5EF4-FFF2-40B4-BE49-F238E27FC236}">
                  <a16:creationId xmlns:a16="http://schemas.microsoft.com/office/drawing/2014/main" id="{6DD26046-B650-7F91-4590-A20A054B6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" y="2692"/>
              <a:ext cx="48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bar</a:t>
              </a:r>
              <a:endPara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" name="Text Box 82">
              <a:extLst>
                <a:ext uri="{FF2B5EF4-FFF2-40B4-BE49-F238E27FC236}">
                  <a16:creationId xmlns:a16="http://schemas.microsoft.com/office/drawing/2014/main" id="{D20A1FB1-A81A-06EB-1C9D-FA980BCB4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" y="2903"/>
              <a:ext cx="4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8" name="Text Box 83">
              <a:extLst>
                <a:ext uri="{FF2B5EF4-FFF2-40B4-BE49-F238E27FC236}">
                  <a16:creationId xmlns:a16="http://schemas.microsoft.com/office/drawing/2014/main" id="{557AD8BE-5C9C-DA31-454C-9BD68B6CA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" y="2491"/>
              <a:ext cx="809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引用计数 </a:t>
              </a: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= 1</a:t>
              </a:r>
            </a:p>
          </p:txBody>
        </p:sp>
        <p:sp>
          <p:nvSpPr>
            <p:cNvPr id="19" name="Text Box 84">
              <a:extLst>
                <a:ext uri="{FF2B5EF4-FFF2-40B4-BE49-F238E27FC236}">
                  <a16:creationId xmlns:a16="http://schemas.microsoft.com/office/drawing/2014/main" id="{82D760FA-EBFA-B6A9-9E32-778EF36B3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755"/>
              <a:ext cx="72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/usr/joc /foo</a:t>
              </a:r>
            </a:p>
          </p:txBody>
        </p:sp>
        <p:sp>
          <p:nvSpPr>
            <p:cNvPr id="20" name="Line 85">
              <a:extLst>
                <a:ext uri="{FF2B5EF4-FFF2-40B4-BE49-F238E27FC236}">
                  <a16:creationId xmlns:a16="http://schemas.microsoft.com/office/drawing/2014/main" id="{5C023CD1-5E27-04D3-2B21-D0E014E6C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2817"/>
              <a:ext cx="3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86">
              <a:extLst>
                <a:ext uri="{FF2B5EF4-FFF2-40B4-BE49-F238E27FC236}">
                  <a16:creationId xmlns:a16="http://schemas.microsoft.com/office/drawing/2014/main" id="{929C8149-A0FD-4CA9-F589-73E809800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1539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87">
              <a:extLst>
                <a:ext uri="{FF2B5EF4-FFF2-40B4-BE49-F238E27FC236}">
                  <a16:creationId xmlns:a16="http://schemas.microsoft.com/office/drawing/2014/main" id="{F5837B64-15C0-09FF-C0FC-6AE3BC639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527"/>
              <a:ext cx="0" cy="1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88">
              <a:extLst>
                <a:ext uri="{FF2B5EF4-FFF2-40B4-BE49-F238E27FC236}">
                  <a16:creationId xmlns:a16="http://schemas.microsoft.com/office/drawing/2014/main" id="{79C11E29-4D4E-08A1-07C3-9689097E1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328"/>
              <a:ext cx="26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Line 89">
              <a:extLst>
                <a:ext uri="{FF2B5EF4-FFF2-40B4-BE49-F238E27FC236}">
                  <a16:creationId xmlns:a16="http://schemas.microsoft.com/office/drawing/2014/main" id="{B64F1BB5-B27A-A263-4277-986CE4AEB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825"/>
              <a:ext cx="0" cy="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" name="Text Box 91">
            <a:extLst>
              <a:ext uri="{FF2B5EF4-FFF2-40B4-BE49-F238E27FC236}">
                <a16:creationId xmlns:a16="http://schemas.microsoft.com/office/drawing/2014/main" id="{89CDC6E2-1B3B-8407-F1EB-77C99AF78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454" y="5882799"/>
            <a:ext cx="2071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schemeClr val="tx1"/>
                </a:solidFill>
              </a:rPr>
              <a:t>文件的软链接示意图</a:t>
            </a:r>
          </a:p>
        </p:txBody>
      </p:sp>
      <p:sp>
        <p:nvSpPr>
          <p:cNvPr id="40" name="文本框 1">
            <a:extLst>
              <a:ext uri="{FF2B5EF4-FFF2-40B4-BE49-F238E27FC236}">
                <a16:creationId xmlns:a16="http://schemas.microsoft.com/office/drawing/2014/main" id="{EC20BD08-DA29-6CC7-E874-08FAB7D86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330" y="2496717"/>
            <a:ext cx="277607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4138FA"/>
                </a:solidFill>
              </a:rPr>
              <a:t>创建一个</a:t>
            </a:r>
            <a:r>
              <a:rPr lang="en-US" altLang="zh-CN" sz="2000" b="1" dirty="0">
                <a:solidFill>
                  <a:srgbClr val="4138FA"/>
                </a:solidFill>
              </a:rPr>
              <a:t>LINK</a:t>
            </a:r>
            <a:r>
              <a:rPr lang="zh-CN" altLang="en-US" sz="2000" b="1" dirty="0">
                <a:solidFill>
                  <a:srgbClr val="4138FA"/>
                </a:solidFill>
              </a:rPr>
              <a:t>类型的新文件，文件中仅包含被链接文件的路径名</a:t>
            </a:r>
          </a:p>
        </p:txBody>
      </p:sp>
      <p:sp>
        <p:nvSpPr>
          <p:cNvPr id="41" name="矩形 2">
            <a:extLst>
              <a:ext uri="{FF2B5EF4-FFF2-40B4-BE49-F238E27FC236}">
                <a16:creationId xmlns:a16="http://schemas.microsoft.com/office/drawing/2014/main" id="{4674618B-CDE8-9366-6631-A4A1EE5EB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66" y="1789174"/>
            <a:ext cx="3054177" cy="269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可以链接到任意文件和目录，包括处于不同文件系统的文件以及目录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当用户对链接文件操作时，系统会自动转到对源文件的操作，但是删除链接文件时，并不会删除源文件 </a:t>
            </a:r>
            <a:endParaRPr lang="zh-CN" altLang="en-US" sz="1800" dirty="0">
              <a:solidFill>
                <a:srgbClr val="4138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7150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文件共享与安全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102D12-E4C4-F1CA-93BF-90A9B1DFC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7070725" cy="4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ⅲ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UNIX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/Linux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的硬链接文件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69">
            <a:extLst>
              <a:ext uri="{FF2B5EF4-FFF2-40B4-BE49-F238E27FC236}">
                <a16:creationId xmlns:a16="http://schemas.microsoft.com/office/drawing/2014/main" id="{487EC859-6B93-00BD-1B81-263363001352}"/>
              </a:ext>
            </a:extLst>
          </p:cNvPr>
          <p:cNvGrpSpPr>
            <a:grpSpLocks/>
          </p:cNvGrpSpPr>
          <p:nvPr/>
        </p:nvGrpSpPr>
        <p:grpSpPr bwMode="auto">
          <a:xfrm>
            <a:off x="2850022" y="1582554"/>
            <a:ext cx="3530600" cy="1582738"/>
            <a:chOff x="869" y="954"/>
            <a:chExt cx="2224" cy="997"/>
          </a:xfrm>
        </p:grpSpPr>
        <p:sp>
          <p:nvSpPr>
            <p:cNvPr id="5" name="Text Box 39">
              <a:extLst>
                <a:ext uri="{FF2B5EF4-FFF2-40B4-BE49-F238E27FC236}">
                  <a16:creationId xmlns:a16="http://schemas.microsoft.com/office/drawing/2014/main" id="{15058B26-9C60-B8DB-BF8D-761063BD2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" y="1214"/>
              <a:ext cx="829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Line 40">
              <a:extLst>
                <a:ext uri="{FF2B5EF4-FFF2-40B4-BE49-F238E27FC236}">
                  <a16:creationId xmlns:a16="http://schemas.microsoft.com/office/drawing/2014/main" id="{6D9FD64D-1835-B014-F81F-B668A8473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439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Line 41">
              <a:extLst>
                <a:ext uri="{FF2B5EF4-FFF2-40B4-BE49-F238E27FC236}">
                  <a16:creationId xmlns:a16="http://schemas.microsoft.com/office/drawing/2014/main" id="{EE4839AB-E5DF-2611-8726-BC8447B99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690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Line 47">
              <a:extLst>
                <a:ext uri="{FF2B5EF4-FFF2-40B4-BE49-F238E27FC236}">
                  <a16:creationId xmlns:a16="http://schemas.microsoft.com/office/drawing/2014/main" id="{59764013-7492-9C30-D974-8A3D18854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5" y="1574"/>
              <a:ext cx="3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48">
              <a:extLst>
                <a:ext uri="{FF2B5EF4-FFF2-40B4-BE49-F238E27FC236}">
                  <a16:creationId xmlns:a16="http://schemas.microsoft.com/office/drawing/2014/main" id="{A6B6CDFA-0E92-C66E-9D15-AFBB12F94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1256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49">
              <a:extLst>
                <a:ext uri="{FF2B5EF4-FFF2-40B4-BE49-F238E27FC236}">
                  <a16:creationId xmlns:a16="http://schemas.microsoft.com/office/drawing/2014/main" id="{BAD9B695-F0CE-131C-A297-45563098B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256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 Box 55">
              <a:extLst>
                <a:ext uri="{FF2B5EF4-FFF2-40B4-BE49-F238E27FC236}">
                  <a16:creationId xmlns:a16="http://schemas.microsoft.com/office/drawing/2014/main" id="{ACCA9BC7-C927-EC89-7B29-2F2F6C76A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" y="1247"/>
              <a:ext cx="732" cy="5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 </a:t>
              </a: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12" name="Line 56">
              <a:extLst>
                <a:ext uri="{FF2B5EF4-FFF2-40B4-BE49-F238E27FC236}">
                  <a16:creationId xmlns:a16="http://schemas.microsoft.com/office/drawing/2014/main" id="{C1B11129-7FCD-7517-6756-35B869841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1" y="1407"/>
              <a:ext cx="7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buClr>
                  <a:schemeClr val="tx2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62">
              <a:extLst>
                <a:ext uri="{FF2B5EF4-FFF2-40B4-BE49-F238E27FC236}">
                  <a16:creationId xmlns:a16="http://schemas.microsoft.com/office/drawing/2014/main" id="{E2CB4C7F-B8B6-27E4-1CE4-F172D4B5F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9" y="954"/>
              <a:ext cx="7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/usr/joc</a:t>
              </a:r>
              <a:endPara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64">
              <a:extLst>
                <a:ext uri="{FF2B5EF4-FFF2-40B4-BE49-F238E27FC236}">
                  <a16:creationId xmlns:a16="http://schemas.microsoft.com/office/drawing/2014/main" id="{3CBB9E8B-EED0-86B3-7518-0B57648CA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" y="1193"/>
              <a:ext cx="4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5" name="Text Box 65">
              <a:extLst>
                <a:ext uri="{FF2B5EF4-FFF2-40B4-BE49-F238E27FC236}">
                  <a16:creationId xmlns:a16="http://schemas.microsoft.com/office/drawing/2014/main" id="{7957DDCD-EF33-F9F6-89E5-9F17E78E9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" y="1449"/>
              <a:ext cx="48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foo</a:t>
              </a:r>
              <a:endParaRPr lang="en-US" altLang="en-US" sz="1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6" name="Text Box 66">
              <a:extLst>
                <a:ext uri="{FF2B5EF4-FFF2-40B4-BE49-F238E27FC236}">
                  <a16:creationId xmlns:a16="http://schemas.microsoft.com/office/drawing/2014/main" id="{2D68B9D4-5266-681E-5875-56B65CE67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" y="1660"/>
              <a:ext cx="4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7" name="Text Box 67">
              <a:extLst>
                <a:ext uri="{FF2B5EF4-FFF2-40B4-BE49-F238E27FC236}">
                  <a16:creationId xmlns:a16="http://schemas.microsoft.com/office/drawing/2014/main" id="{C97BD3B5-28FF-0F3E-D65D-F7CCB92E1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" y="1248"/>
              <a:ext cx="809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引用计数 </a:t>
              </a:r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= 2</a:t>
              </a:r>
            </a:p>
          </p:txBody>
        </p:sp>
        <p:sp>
          <p:nvSpPr>
            <p:cNvPr id="18" name="Text Box 68">
              <a:extLst>
                <a:ext uri="{FF2B5EF4-FFF2-40B4-BE49-F238E27FC236}">
                  <a16:creationId xmlns:a16="http://schemas.microsoft.com/office/drawing/2014/main" id="{9A9E4BB4-435A-4E8E-182C-7505E9195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" y="1522"/>
              <a:ext cx="64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1028700" indent="-45561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800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428750" indent="-3984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752600" indent="-322263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92325" indent="-338138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495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30067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639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921125" indent="-338138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Pct val="95000"/>
                <a:buFont typeface="Wingdings" panose="05000000000000000000" pitchFamily="2" charset="2"/>
                <a:buBlip>
                  <a:blip r:embed="rId2"/>
                </a:buBlip>
                <a:defRPr sz="2000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400" b="1">
                  <a:solidFill>
                    <a:schemeClr val="tx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文件描述</a:t>
              </a:r>
            </a:p>
          </p:txBody>
        </p:sp>
      </p:grpSp>
      <p:sp>
        <p:nvSpPr>
          <p:cNvPr id="19" name="Text Box 71">
            <a:extLst>
              <a:ext uri="{FF2B5EF4-FFF2-40B4-BE49-F238E27FC236}">
                <a16:creationId xmlns:a16="http://schemas.microsoft.com/office/drawing/2014/main" id="{6631D8FC-5CC7-9680-97D0-726B0F59F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772" y="3968567"/>
            <a:ext cx="1316037" cy="1169987"/>
          </a:xfrm>
          <a:prstGeom prst="rect">
            <a:avLst/>
          </a:prstGeom>
          <a:solidFill>
            <a:schemeClr val="bg1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Line 72">
            <a:extLst>
              <a:ext uri="{FF2B5EF4-FFF2-40B4-BE49-F238E27FC236}">
                <a16:creationId xmlns:a16="http://schemas.microsoft.com/office/drawing/2014/main" id="{E9E151DE-0D36-43AF-B932-87B0838D2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772" y="4325754"/>
            <a:ext cx="1317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Line 73">
            <a:extLst>
              <a:ext uri="{FF2B5EF4-FFF2-40B4-BE49-F238E27FC236}">
                <a16:creationId xmlns:a16="http://schemas.microsoft.com/office/drawing/2014/main" id="{4D5C10CE-A5CD-B003-59DA-3B67DE1EA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772" y="4724217"/>
            <a:ext cx="1317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Line 74">
            <a:extLst>
              <a:ext uri="{FF2B5EF4-FFF2-40B4-BE49-F238E27FC236}">
                <a16:creationId xmlns:a16="http://schemas.microsoft.com/office/drawing/2014/main" id="{16A4FABA-BCA8-E605-7D11-D1BAD8BD4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3509" y="4540067"/>
            <a:ext cx="617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Line 75">
            <a:extLst>
              <a:ext uri="{FF2B5EF4-FFF2-40B4-BE49-F238E27FC236}">
                <a16:creationId xmlns:a16="http://schemas.microsoft.com/office/drawing/2014/main" id="{30A6FD20-5E14-1CFA-0039-0586BA0F04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1047" y="2198504"/>
            <a:ext cx="0" cy="2341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76">
            <a:extLst>
              <a:ext uri="{FF2B5EF4-FFF2-40B4-BE49-F238E27FC236}">
                <a16:creationId xmlns:a16="http://schemas.microsoft.com/office/drawing/2014/main" id="{6EE6E3D7-36B8-A0B5-7F4A-B09FEB28D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1047" y="2181042"/>
            <a:ext cx="42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sm" len="med"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Box 79">
            <a:extLst>
              <a:ext uri="{FF2B5EF4-FFF2-40B4-BE49-F238E27FC236}">
                <a16:creationId xmlns:a16="http://schemas.microsoft.com/office/drawing/2014/main" id="{B375C043-687A-8114-5AA2-8DA5811F5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609" y="3555817"/>
            <a:ext cx="1182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1"/>
                </a:solidFill>
                <a:latin typeface="宋体" panose="02010600030101010101" pitchFamily="2" charset="-122"/>
              </a:rPr>
              <a:t>/usr/sue</a:t>
            </a:r>
            <a:endParaRPr lang="en-US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80">
            <a:extLst>
              <a:ext uri="{FF2B5EF4-FFF2-40B4-BE49-F238E27FC236}">
                <a16:creationId xmlns:a16="http://schemas.microsoft.com/office/drawing/2014/main" id="{ECA921E1-DECE-7B7C-1DF2-0C83C9473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147" y="3935229"/>
            <a:ext cx="776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" name="Text Box 81">
            <a:extLst>
              <a:ext uri="{FF2B5EF4-FFF2-40B4-BE49-F238E27FC236}">
                <a16:creationId xmlns:a16="http://schemas.microsoft.com/office/drawing/2014/main" id="{9EB27E11-AF4B-0EDF-FCA8-629CABDF2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559" y="4341629"/>
            <a:ext cx="77628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bar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Text Box 82">
            <a:extLst>
              <a:ext uri="{FF2B5EF4-FFF2-40B4-BE49-F238E27FC236}">
                <a16:creationId xmlns:a16="http://schemas.microsoft.com/office/drawing/2014/main" id="{D6CF2E5D-8207-7681-684A-073A6B80C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559" y="4676592"/>
            <a:ext cx="776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" name="Text Box 91">
            <a:extLst>
              <a:ext uri="{FF2B5EF4-FFF2-40B4-BE49-F238E27FC236}">
                <a16:creationId xmlns:a16="http://schemas.microsoft.com/office/drawing/2014/main" id="{B5575F64-0D4A-B367-02F7-CCCBCBCD8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409" y="5913254"/>
            <a:ext cx="2071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0">
                <a:solidFill>
                  <a:schemeClr val="tx1"/>
                </a:solidFill>
              </a:rPr>
              <a:t>文件的硬链接示意图</a:t>
            </a:r>
          </a:p>
        </p:txBody>
      </p:sp>
      <p:sp>
        <p:nvSpPr>
          <p:cNvPr id="30" name="文本框 1">
            <a:extLst>
              <a:ext uri="{FF2B5EF4-FFF2-40B4-BE49-F238E27FC236}">
                <a16:creationId xmlns:a16="http://schemas.microsoft.com/office/drawing/2014/main" id="{56286D0B-8551-4647-A9B6-E15CAFE12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9462" y="2703329"/>
            <a:ext cx="38210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028700" indent="-4556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4138FA"/>
                </a:solidFill>
              </a:rPr>
              <a:t>在索引文件中增加链接计数，用于记录共享数量。</a:t>
            </a:r>
          </a:p>
        </p:txBody>
      </p:sp>
    </p:spTree>
    <p:extLst>
      <p:ext uri="{BB962C8B-B14F-4D97-AF65-F5344CB8AC3E}">
        <p14:creationId xmlns:p14="http://schemas.microsoft.com/office/powerpoint/2010/main" val="5773250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94866-495F-4D3C-B21D-4E5D4312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</a:t>
            </a:r>
            <a:r>
              <a:rPr lang="en-US" altLang="zh-CN" dirty="0"/>
              <a:t>——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53BB8-3151-4F39-93BC-2773EDE9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91" y="830079"/>
            <a:ext cx="11296078" cy="5855423"/>
          </a:xfrm>
        </p:spPr>
        <p:txBody>
          <a:bodyPr/>
          <a:lstStyle/>
          <a:p>
            <a:r>
              <a:rPr lang="zh-CN" altLang="en-US" dirty="0"/>
              <a:t>文件系统的基本概念</a:t>
            </a:r>
          </a:p>
          <a:p>
            <a:r>
              <a:rPr lang="zh-CN" altLang="en-US" dirty="0"/>
              <a:t>文件的逻辑结构与存取方法</a:t>
            </a:r>
          </a:p>
          <a:p>
            <a:r>
              <a:rPr lang="zh-CN" altLang="en-US" dirty="0"/>
              <a:t>文件的物理结构</a:t>
            </a:r>
          </a:p>
          <a:p>
            <a:r>
              <a:rPr lang="zh-CN" altLang="en-US" dirty="0" smtClean="0"/>
              <a:t>文件目录</a:t>
            </a:r>
            <a:endParaRPr lang="en-US" altLang="zh-CN" dirty="0" smtClean="0"/>
          </a:p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文件</a:t>
            </a:r>
            <a:r>
              <a:rPr lang="zh-CN" altLang="en-US" dirty="0" smtClean="0"/>
              <a:t>存储空间管理</a:t>
            </a:r>
            <a:endParaRPr lang="zh-CN" altLang="en-US" dirty="0"/>
          </a:p>
          <a:p>
            <a:r>
              <a:rPr lang="zh-CN" altLang="en-US" dirty="0"/>
              <a:t>文件的共享与安全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文件操作与文件备份</a:t>
            </a:r>
          </a:p>
        </p:txBody>
      </p:sp>
    </p:spTree>
    <p:extLst>
      <p:ext uri="{BB962C8B-B14F-4D97-AF65-F5344CB8AC3E}">
        <p14:creationId xmlns:p14="http://schemas.microsoft.com/office/powerpoint/2010/main" val="19366786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文件操作和文件备份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11DE99-62CB-8784-980F-7A35219D7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318500" cy="5615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1.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文件操作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常用的文件操作命令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创建一个新文件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delete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从系统目录中撤消一个文件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rename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在系统目录中改变文件的名字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打开文件</a:t>
            </a:r>
          </a:p>
          <a:p>
            <a:pPr lvl="3">
              <a:lnSpc>
                <a:spcPct val="120000"/>
              </a:lnSpc>
              <a:buClr>
                <a:schemeClr val="tx2"/>
              </a:buClr>
              <a:buSzPct val="95000"/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  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在用户和文件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或设备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之间建立一个逻辑通路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close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关闭文件</a:t>
            </a:r>
          </a:p>
          <a:p>
            <a:pPr lvl="3">
              <a:lnSpc>
                <a:spcPct val="120000"/>
              </a:lnSpc>
              <a:buClr>
                <a:schemeClr val="tx2"/>
              </a:buClr>
              <a:buSzPct val="95000"/>
              <a:buNone/>
              <a:defRPr/>
            </a:pP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       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	  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在用户和文件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或设备</a:t>
            </a:r>
            <a:r>
              <a:rPr lang="en-US" altLang="zh-CN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之间撤消一个逻辑通路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write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写到一个文件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或设备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</a:p>
          <a:p>
            <a:pPr marL="1219200" lvl="4" indent="-342900" algn="just">
              <a:lnSpc>
                <a:spcPct val="120000"/>
              </a:lnSpc>
              <a:spcBef>
                <a:spcPts val="1000"/>
              </a:spcBef>
              <a:buClr>
                <a:srgbClr val="FFC000"/>
              </a:buClr>
              <a:buSzPct val="95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read	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从一个文件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或设备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读入数据信息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2848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文件操作和文件备份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4D2DC23-8A71-74F4-70FC-2500B2BBB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862930" cy="431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(2) “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打开文件”和“关闭文件”操作操作</a:t>
            </a: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打开文件操作</a:t>
            </a: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所谓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打开文件就是把该文件的有关目录表目复制到主存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中约定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的区域，建立文件控制块，建立用户和这个文件的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联系。</a:t>
            </a:r>
            <a:endParaRPr lang="en-US" altLang="zh-CN" sz="2400" b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lang="zh-CN" alt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关闭文件操作</a:t>
            </a:r>
          </a:p>
          <a:p>
            <a:pPr marL="720000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              所谓关闭文件就是用户宣布这个文件当前不再使用，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系统将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其在主存中的文件控制块删去，因而也就切断了用户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同这个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sym typeface="+mn-ea"/>
              </a:rPr>
              <a:t>文件的联系。</a:t>
            </a:r>
          </a:p>
        </p:txBody>
      </p:sp>
    </p:spTree>
    <p:extLst>
      <p:ext uri="{BB962C8B-B14F-4D97-AF65-F5344CB8AC3E}">
        <p14:creationId xmlns:p14="http://schemas.microsoft.com/office/powerpoint/2010/main" val="37637422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文件操作和文件备份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D3F7613-2EC1-5091-28E7-F69DC07C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10582514" cy="536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marL="0">
              <a:lnSpc>
                <a:spcPct val="12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2.  </a:t>
            </a:r>
            <a:r>
              <a:rPr lang="zh-CN" altLang="en-US" sz="2800" b="1" dirty="0">
                <a:solidFill>
                  <a:srgbClr val="335F90"/>
                </a:solidFill>
                <a:latin typeface="Times New Roman" panose="02020603050405020304" pitchFamily="18" charset="0"/>
                <a:sym typeface="+mn-ea"/>
              </a:rPr>
              <a:t>文件备份</a:t>
            </a: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什么是文件备份</a:t>
            </a: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     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sym typeface="+mn-ea"/>
              </a:rPr>
              <a:t>      为了</a:t>
            </a: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能在软、硬件失效的意外情况下恢复文件，保证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sym typeface="+mn-ea"/>
              </a:rPr>
              <a:t>文件的</a:t>
            </a: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完整性、数据的连续可利用性，文件系统提供适当的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sym typeface="+mn-ea"/>
              </a:rPr>
              <a:t>机构</a:t>
            </a:r>
            <a:r>
              <a:rPr lang="zh-CN" altLang="en-US" sz="2400" b="0" dirty="0">
                <a:solidFill>
                  <a:schemeClr val="tx1"/>
                </a:solidFill>
                <a:effectLst/>
                <a:sym typeface="+mn-ea"/>
              </a:rPr>
              <a:t>，以便复制备份</a:t>
            </a:r>
            <a:r>
              <a:rPr lang="zh-CN" altLang="en-US" sz="2400" b="0" dirty="0" smtClean="0">
                <a:solidFill>
                  <a:schemeClr val="tx1"/>
                </a:solidFill>
                <a:effectLst/>
                <a:sym typeface="+mn-ea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effectLst/>
              <a:sym typeface="+mn-ea"/>
            </a:endParaRPr>
          </a:p>
          <a:p>
            <a:pPr marL="720000"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lang="zh-CN" altLang="en-US" sz="2400" b="0" dirty="0">
              <a:solidFill>
                <a:schemeClr val="tx1"/>
              </a:solidFill>
              <a:effectLst/>
              <a:sym typeface="+mn-ea"/>
            </a:endParaRPr>
          </a:p>
          <a:p>
            <a:pPr marL="0" indent="0" algn="just">
              <a:lnSpc>
                <a:spcPct val="150000"/>
              </a:lnSpc>
              <a:spcBef>
                <a:spcPct val="20000"/>
              </a:spcBef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文件备份的方法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周期性转储</a:t>
            </a:r>
          </a:p>
          <a:p>
            <a:pPr marL="720000" lvl="2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          按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固定的时间周期把存储器中所有文件的内容转存到</a:t>
            </a: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某种介质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上，通常是磁带或磁盘。在系统失效时，使用这些</a:t>
            </a: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转存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磁盘或磁带，将所有文件重新建立并恢复到最后一次</a:t>
            </a: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转存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时的状态。</a:t>
            </a:r>
            <a:r>
              <a:rPr lang="zh-CN" altLang="en-US" b="0" dirty="0">
                <a:solidFill>
                  <a:schemeClr val="tx1"/>
                </a:solidFill>
                <a:sym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3337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文件操作和文件备份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D0DDA68-59A7-5E37-E998-82E337E41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1073919"/>
            <a:ext cx="10667858" cy="336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  <a:lvl2pPr marL="914400" indent="-3416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marL="1295400" indent="-2654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marL="1714500" indent="-28448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marL="2171700" indent="-417830" algn="l">
              <a:lnSpc>
                <a:spcPct val="90000"/>
              </a:lnSpc>
              <a:spcBef>
                <a:spcPct val="30000"/>
              </a:spcBef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26289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30861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35433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4000500" indent="-41783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②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增量性转储</a:t>
            </a:r>
          </a:p>
          <a:p>
            <a:pPr marL="1080000" lvl="2" eaLnBrk="1" hangingPunct="1">
              <a:lnSpc>
                <a:spcPct val="130000"/>
              </a:lnSpc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          这种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技术转储的只是从上次转储以后已经改变过的信息</a:t>
            </a: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；增量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转储的信息量较小，故转储可在更短的时间周期内</a:t>
            </a:r>
            <a:r>
              <a:rPr lang="zh-CN" altLang="en-US" b="0" dirty="0" smtClean="0">
                <a:solidFill>
                  <a:schemeClr val="tx1"/>
                </a:solidFill>
                <a:effectLst/>
                <a:sym typeface="+mn-ea"/>
              </a:rPr>
              <a:t>进行</a:t>
            </a:r>
            <a:r>
              <a:rPr lang="zh-CN" altLang="en-US" b="0" dirty="0">
                <a:solidFill>
                  <a:schemeClr val="tx1"/>
                </a:solidFill>
                <a:effectLst/>
                <a:sym typeface="+mn-ea"/>
              </a:rPr>
              <a:t>。</a:t>
            </a: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  <a:defRPr/>
            </a:pP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 </a:t>
            </a:r>
            <a:r>
              <a:rPr lang="zh-CN" altLang="en-US" sz="2600" b="1" dirty="0">
                <a:solidFill>
                  <a:prstClr val="black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文件备份的发展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①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动态备份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②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0099"/>
                </a:solidFill>
                <a:effectLst/>
                <a:latin typeface="Times New Roman" panose="02020603050405020304" pitchFamily="18" charset="0"/>
                <a:sym typeface="+mn-ea"/>
              </a:rPr>
              <a:t>远程备份技术 </a:t>
            </a:r>
          </a:p>
        </p:txBody>
      </p:sp>
    </p:spTree>
    <p:extLst>
      <p:ext uri="{BB962C8B-B14F-4D97-AF65-F5344CB8AC3E}">
        <p14:creationId xmlns:p14="http://schemas.microsoft.com/office/powerpoint/2010/main" val="669913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A20785C-A398-84A9-4716-471ED3876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830079"/>
            <a:ext cx="9787554" cy="5338246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文件系统基本概念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文件、文件系统   定义</a:t>
            </a:r>
          </a:p>
          <a:p>
            <a:pPr>
              <a:lnSpc>
                <a:spcPct val="125000"/>
              </a:lnSpc>
            </a:pPr>
            <a:r>
              <a:rPr lang="zh-CN" altLang="en-US" dirty="0"/>
              <a:t>文件结构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文件的逻辑结构</a:t>
            </a:r>
          </a:p>
          <a:p>
            <a:pPr lvl="2">
              <a:lnSpc>
                <a:spcPct val="125000"/>
              </a:lnSpc>
            </a:pPr>
            <a:r>
              <a:rPr lang="zh-CN" altLang="en-US" dirty="0"/>
              <a:t>流式文件  记录式文件</a:t>
            </a:r>
          </a:p>
          <a:p>
            <a:pPr lvl="1">
              <a:lnSpc>
                <a:spcPct val="125000"/>
              </a:lnSpc>
            </a:pPr>
            <a:r>
              <a:rPr lang="zh-CN" altLang="en-US" dirty="0"/>
              <a:t>文件的存取方法</a:t>
            </a:r>
          </a:p>
          <a:p>
            <a:pPr lvl="2">
              <a:lnSpc>
                <a:spcPct val="125000"/>
              </a:lnSpc>
            </a:pPr>
            <a:r>
              <a:rPr lang="zh-CN" altLang="en-US" dirty="0"/>
              <a:t>顺序存取   随机存取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zh-CN" altLang="en-US" dirty="0"/>
              <a:t>文件的物理结构</a:t>
            </a:r>
          </a:p>
          <a:p>
            <a:pPr lvl="2">
              <a:lnSpc>
                <a:spcPct val="125000"/>
              </a:lnSpc>
            </a:pPr>
            <a:r>
              <a:rPr lang="zh-CN" altLang="en-US" dirty="0"/>
              <a:t>连续文件定义、结构、特点</a:t>
            </a:r>
          </a:p>
          <a:p>
            <a:pPr lvl="2">
              <a:lnSpc>
                <a:spcPct val="125000"/>
              </a:lnSpc>
            </a:pPr>
            <a:r>
              <a:rPr lang="zh-CN" altLang="en-US" dirty="0"/>
              <a:t>串联文件定义、结构、特点</a:t>
            </a:r>
          </a:p>
          <a:p>
            <a:pPr lvl="2">
              <a:lnSpc>
                <a:spcPct val="125000"/>
              </a:lnSpc>
            </a:pPr>
            <a:r>
              <a:rPr lang="zh-CN" altLang="en-US" dirty="0"/>
              <a:t>索引文件定义、结构、特点、一级间接索引结构、二级间接索引结构</a:t>
            </a:r>
          </a:p>
          <a:p>
            <a:pPr marL="0" indent="0">
              <a:lnSpc>
                <a:spcPct val="125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13517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4B3E49-1CBF-EDC2-0E9F-0894D1B20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980134"/>
            <a:ext cx="8262938" cy="274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文件目录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文件目录项内容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重名问题，解决办法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树型文件目录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文件路径名，当前目录</a:t>
            </a:r>
          </a:p>
        </p:txBody>
      </p:sp>
    </p:spTree>
    <p:extLst>
      <p:ext uri="{BB962C8B-B14F-4D97-AF65-F5344CB8AC3E}">
        <p14:creationId xmlns:p14="http://schemas.microsoft.com/office/powerpoint/2010/main" val="1823284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75D8B6-F0EA-D9D0-49AA-E42B6D45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97" y="830079"/>
            <a:ext cx="8262938" cy="551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文件共享与安全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文件共享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文件共享定义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存取权限验证方法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文件安全的定义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用文件名加快文件的查找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建立当前目录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链接技术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302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6937A2-132B-1166-5888-E2066756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22" y="830079"/>
            <a:ext cx="8262938" cy="3792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295400" indent="-2651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文件操作与文件备份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文件操作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常用的文件操作命令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“打开文件”与“关闭文件”  定义、目的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87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文件备份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文件备份的必要性</a:t>
            </a:r>
          </a:p>
          <a:p>
            <a:pPr marL="1143000" marR="0" lvl="2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常用的两种文件备份方法：周期性备份、增量转储</a:t>
            </a:r>
          </a:p>
        </p:txBody>
      </p:sp>
    </p:spTree>
    <p:extLst>
      <p:ext uri="{BB962C8B-B14F-4D97-AF65-F5344CB8AC3E}">
        <p14:creationId xmlns:p14="http://schemas.microsoft.com/office/powerpoint/2010/main" val="18507403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058322-53ED-8768-ECB4-01414245F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1" y="830079"/>
            <a:ext cx="11296078" cy="5855423"/>
          </a:xfrm>
        </p:spPr>
        <p:txBody>
          <a:bodyPr/>
          <a:lstStyle/>
          <a:p>
            <a:r>
              <a:rPr lang="en-US" altLang="zh-CN" dirty="0"/>
              <a:t>UNIX</a:t>
            </a:r>
            <a:r>
              <a:rPr lang="zh-CN" altLang="en-US" dirty="0"/>
              <a:t>文件系统的主要结构及实现</a:t>
            </a:r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文件系统的特点</a:t>
            </a:r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系统的索引文件结构</a:t>
            </a:r>
          </a:p>
          <a:p>
            <a:pPr lvl="2"/>
            <a:r>
              <a:rPr lang="zh-CN" altLang="en-US" dirty="0"/>
              <a:t>文件目录项组成</a:t>
            </a:r>
          </a:p>
          <a:p>
            <a:pPr lvl="2"/>
            <a:r>
              <a:rPr lang="zh-CN" altLang="en-US" dirty="0"/>
              <a:t>文件索引节点</a:t>
            </a:r>
            <a:r>
              <a:rPr lang="en-US" altLang="zh-CN" dirty="0"/>
              <a:t>(</a:t>
            </a:r>
            <a:r>
              <a:rPr lang="zh-CN" altLang="en-US" dirty="0"/>
              <a:t>磁盘索引节点</a:t>
            </a:r>
            <a:r>
              <a:rPr lang="en-US" altLang="zh-CN" dirty="0"/>
              <a:t>)</a:t>
            </a:r>
            <a:r>
              <a:rPr lang="zh-CN" altLang="en-US" dirty="0"/>
              <a:t>的结构</a:t>
            </a:r>
          </a:p>
          <a:p>
            <a:pPr lvl="2"/>
            <a:r>
              <a:rPr lang="en-US" altLang="zh-CN" dirty="0"/>
              <a:t>UNIX 7 </a:t>
            </a:r>
            <a:r>
              <a:rPr lang="zh-CN" altLang="en-US" dirty="0"/>
              <a:t>版本文件索引结构</a:t>
            </a:r>
            <a:endParaRPr lang="en-US" altLang="zh-CN" dirty="0"/>
          </a:p>
          <a:p>
            <a:pPr marL="1371600" lvl="3" indent="0">
              <a:buNone/>
            </a:pPr>
            <a:r>
              <a:rPr lang="zh-CN" altLang="en-US" dirty="0"/>
              <a:t>小型文件结构、大型文件结构、巨型文件结构</a:t>
            </a:r>
          </a:p>
          <a:p>
            <a:pPr marL="1371600" lvl="3" indent="0">
              <a:buNone/>
            </a:pPr>
            <a:r>
              <a:rPr lang="zh-CN" altLang="en-US" dirty="0"/>
              <a:t>在此三种结构下，系统能支持的文件最大的字节数的计算</a:t>
            </a:r>
            <a:endParaRPr lang="en-US" altLang="zh-CN" dirty="0"/>
          </a:p>
          <a:p>
            <a:pPr lvl="2"/>
            <a:r>
              <a:rPr lang="en-US" altLang="zh-CN" dirty="0"/>
              <a:t>UNIX system V</a:t>
            </a:r>
            <a:r>
              <a:rPr lang="zh-CN" altLang="en-US" dirty="0"/>
              <a:t>的文件索引结构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57364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75B9A-A015-F87D-7CB0-86C9715C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文件系统</a:t>
            </a:r>
            <a:r>
              <a:rPr lang="en-US" altLang="zh-CN" sz="2800" dirty="0">
                <a:solidFill>
                  <a:schemeClr val="tx2"/>
                </a:solidFill>
              </a:rPr>
              <a:t>——</a:t>
            </a:r>
            <a:r>
              <a:rPr lang="zh-CN" altLang="en-US" sz="2800" dirty="0">
                <a:solidFill>
                  <a:schemeClr val="tx2"/>
                </a:solidFill>
              </a:rPr>
              <a:t>小结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DC34D3-30C1-35FA-81BC-C841DA247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712" y="4665479"/>
            <a:ext cx="7205663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914400" indent="-34131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428750" indent="-3984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752600" indent="-322263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92325" indent="-338138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495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30067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639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921125" indent="-338138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Blip>
                <a:blip r:embed="rId2"/>
              </a:buBlip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EE4F664-8525-4A17-6551-8718E45BC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830079"/>
            <a:ext cx="11296078" cy="5855423"/>
          </a:xfrm>
        </p:spPr>
        <p:txBody>
          <a:bodyPr/>
          <a:lstStyle/>
          <a:p>
            <a:pPr lvl="1"/>
            <a:r>
              <a:rPr lang="en-US" altLang="zh-CN" dirty="0"/>
              <a:t>UNIX</a:t>
            </a:r>
            <a:r>
              <a:rPr lang="zh-CN" altLang="en-US" dirty="0"/>
              <a:t>系统文件目录结构</a:t>
            </a:r>
          </a:p>
          <a:p>
            <a:pPr lvl="2"/>
            <a:r>
              <a:rPr lang="en-US" altLang="zh-CN" dirty="0"/>
              <a:t>UNIX</a:t>
            </a:r>
            <a:r>
              <a:rPr lang="zh-CN" altLang="en-US" dirty="0"/>
              <a:t>树型目录结构</a:t>
            </a:r>
            <a:endParaRPr lang="en-US" altLang="zh-CN" dirty="0"/>
          </a:p>
          <a:p>
            <a:pPr marL="1371600" lvl="3" indent="0">
              <a:buNone/>
            </a:pPr>
            <a:r>
              <a:rPr lang="zh-CN" altLang="en-US" dirty="0"/>
              <a:t>便于随机存取的文件目录结构</a:t>
            </a:r>
          </a:p>
          <a:p>
            <a:pPr marL="1371600" lvl="3" indent="0">
              <a:buNone/>
            </a:pPr>
            <a:r>
              <a:rPr lang="zh-CN" altLang="en-US" dirty="0"/>
              <a:t>目录结构中的勾链，支持不同文件路径名共享一个文件</a:t>
            </a:r>
          </a:p>
          <a:p>
            <a:pPr lvl="1"/>
            <a:r>
              <a:rPr lang="en-US" altLang="zh-CN" dirty="0"/>
              <a:t>UNIX</a:t>
            </a:r>
            <a:r>
              <a:rPr lang="zh-CN" altLang="en-US" dirty="0"/>
              <a:t>系统的打开文件结构</a:t>
            </a:r>
          </a:p>
          <a:p>
            <a:pPr lvl="2"/>
            <a:r>
              <a:rPr lang="zh-CN" altLang="en-US" dirty="0"/>
              <a:t>设置打开文件机构的必要性</a:t>
            </a:r>
          </a:p>
          <a:p>
            <a:pPr lvl="2"/>
            <a:r>
              <a:rPr lang="zh-CN" altLang="en-US" dirty="0"/>
              <a:t>打开文件机构的组成：</a:t>
            </a:r>
          </a:p>
          <a:p>
            <a:pPr marL="1371600" lvl="3" indent="0">
              <a:buNone/>
            </a:pPr>
            <a:r>
              <a:rPr lang="zh-CN" altLang="en-US" dirty="0"/>
              <a:t>活动</a:t>
            </a:r>
            <a:r>
              <a:rPr lang="en-US" altLang="zh-CN" dirty="0" err="1"/>
              <a:t>i</a:t>
            </a:r>
            <a:r>
              <a:rPr lang="zh-CN" altLang="en-US" dirty="0"/>
              <a:t>节点表、系统打开文件表、用户文件描述符表</a:t>
            </a:r>
            <a:endParaRPr lang="en-US" altLang="zh-CN" dirty="0"/>
          </a:p>
          <a:p>
            <a:pPr lvl="1"/>
            <a:r>
              <a:rPr lang="zh-CN" altLang="en-US" dirty="0"/>
              <a:t>文件存储器空闲块的管理</a:t>
            </a:r>
          </a:p>
          <a:p>
            <a:pPr lvl="2"/>
            <a:r>
              <a:rPr lang="en-US" altLang="zh-CN" dirty="0"/>
              <a:t>UNIX</a:t>
            </a:r>
            <a:r>
              <a:rPr lang="zh-CN" altLang="en-US" dirty="0"/>
              <a:t>文件系统磁盘存储区</a:t>
            </a:r>
            <a:r>
              <a:rPr lang="en-US" altLang="zh-CN" dirty="0"/>
              <a:t>(</a:t>
            </a:r>
            <a:r>
              <a:rPr lang="zh-CN" altLang="en-US" dirty="0"/>
              <a:t>文件卷</a:t>
            </a:r>
            <a:r>
              <a:rPr lang="en-US" altLang="zh-CN" dirty="0"/>
              <a:t>)</a:t>
            </a:r>
            <a:r>
              <a:rPr lang="zh-CN" altLang="en-US" dirty="0"/>
              <a:t>的结构</a:t>
            </a:r>
          </a:p>
          <a:p>
            <a:pPr lvl="2"/>
            <a:r>
              <a:rPr lang="zh-CN" altLang="en-US" dirty="0"/>
              <a:t>空闲磁盘块的管理：成组链接法 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629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7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F90"/>
      </a:accent1>
      <a:accent2>
        <a:srgbClr val="0099C5"/>
      </a:accent2>
      <a:accent3>
        <a:srgbClr val="E1CEAB"/>
      </a:accent3>
      <a:accent4>
        <a:srgbClr val="C7A25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12636</TotalTime>
  <Words>7804</Words>
  <Application>Microsoft Office PowerPoint</Application>
  <PresentationFormat>宽屏</PresentationFormat>
  <Paragraphs>1501</Paragraphs>
  <Slides>93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93</vt:i4>
      </vt:variant>
    </vt:vector>
  </HeadingPairs>
  <TitlesOfParts>
    <vt:vector size="107" baseType="lpstr">
      <vt:lpstr>Arial</vt:lpstr>
      <vt:lpstr>MT Extra</vt:lpstr>
      <vt:lpstr>等线</vt:lpstr>
      <vt:lpstr>Times New Roman</vt:lpstr>
      <vt:lpstr>等线 Light</vt:lpstr>
      <vt:lpstr>Symbol</vt:lpstr>
      <vt:lpstr>宋体</vt:lpstr>
      <vt:lpstr>黑体</vt:lpstr>
      <vt:lpstr>义启小楷书</vt:lpstr>
      <vt:lpstr>微软雅黑</vt:lpstr>
      <vt:lpstr>Wingdings</vt:lpstr>
      <vt:lpstr>Segoe UI</vt:lpstr>
      <vt:lpstr>Office 主题​​</vt:lpstr>
      <vt:lpstr>1_Office 主题​​</vt:lpstr>
      <vt:lpstr>PowerPoint 演示文稿</vt:lpstr>
      <vt:lpstr>文件系统——主要内容</vt:lpstr>
      <vt:lpstr>文件系统——文件系统概述</vt:lpstr>
      <vt:lpstr>文件系统——文件系统概述</vt:lpstr>
      <vt:lpstr>文件系统——文件系统概述</vt:lpstr>
      <vt:lpstr>文件系统——文件系统概述</vt:lpstr>
      <vt:lpstr>文件系统——文件系统概述</vt:lpstr>
      <vt:lpstr>文件系统——文件系统概述</vt:lpstr>
      <vt:lpstr>文件系统——文件系统概述</vt:lpstr>
      <vt:lpstr>文件系统——文件系统概述</vt:lpstr>
      <vt:lpstr>文件系统——主要内容</vt:lpstr>
      <vt:lpstr>文件系统——文件的逻辑结构与存取方法</vt:lpstr>
      <vt:lpstr>文件系统——文件的逻辑结构与存取方法</vt:lpstr>
      <vt:lpstr>文件系统——文件的逻辑结构与存取方法</vt:lpstr>
      <vt:lpstr>文件系统——主要内容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文件系统——文件的物理结构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文件系统——主要内容</vt:lpstr>
      <vt:lpstr>文件系统——文件目录及其结构</vt:lpstr>
      <vt:lpstr>文件系统——文件目录及其结构</vt:lpstr>
      <vt:lpstr>文件系统——文件目录及其结构</vt:lpstr>
      <vt:lpstr>文件系统——文件目录及其结构</vt:lpstr>
      <vt:lpstr>文件系统——文件目录及其结构</vt:lpstr>
      <vt:lpstr>文件系统——文件目录及其结构</vt:lpstr>
      <vt:lpstr>文件系统——文件目录及其结构</vt:lpstr>
      <vt:lpstr>文件系统——文件目录及其结构</vt:lpstr>
      <vt:lpstr>文件系统——主要内容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文件系统——主要内容</vt:lpstr>
      <vt:lpstr>文件系统——文件目录及其结构</vt:lpstr>
      <vt:lpstr>文件系统——文件目录及其结构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文件系统——UNIX文件系统的主要结构及实现</vt:lpstr>
      <vt:lpstr>文件系统——主要内容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文件系统——文件共享与安全</vt:lpstr>
      <vt:lpstr>文件系统——主要内容</vt:lpstr>
      <vt:lpstr>文件系统——文件操作和文件备份</vt:lpstr>
      <vt:lpstr>文件系统——文件操作和文件备份</vt:lpstr>
      <vt:lpstr>文件系统——文件操作和文件备份</vt:lpstr>
      <vt:lpstr>文件系统——文件操作和文件备份</vt:lpstr>
      <vt:lpstr>文件系统——小结</vt:lpstr>
      <vt:lpstr>文件系统——小结</vt:lpstr>
      <vt:lpstr>文件系统——小结</vt:lpstr>
      <vt:lpstr>文件系统——小结</vt:lpstr>
      <vt:lpstr>文件系统——小结</vt:lpstr>
      <vt:lpstr>文件系统——小结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tanzhihu</dc:creator>
  <cp:lastModifiedBy>zhiyuan</cp:lastModifiedBy>
  <cp:revision>2166</cp:revision>
  <cp:lastPrinted>2019-09-24T12:30:12Z</cp:lastPrinted>
  <dcterms:created xsi:type="dcterms:W3CDTF">2018-05-09T10:41:00Z</dcterms:created>
  <dcterms:modified xsi:type="dcterms:W3CDTF">2023-11-30T00:13:42Z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