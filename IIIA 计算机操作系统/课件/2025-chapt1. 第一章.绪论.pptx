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sldIdLst>
    <p:sldId id="256" r:id="rId3"/>
    <p:sldId id="257" r:id="rId4"/>
    <p:sldId id="258" r:id="rId5"/>
    <p:sldId id="259" r:id="rId6"/>
    <p:sldId id="260" r:id="rId7"/>
    <p:sldId id="265" r:id="rId8"/>
    <p:sldId id="261" r:id="rId9"/>
    <p:sldId id="262" r:id="rId10"/>
    <p:sldId id="266" r:id="rId11"/>
    <p:sldId id="267" r:id="rId12"/>
    <p:sldId id="268" r:id="rId13"/>
    <p:sldId id="288" r:id="rId14"/>
    <p:sldId id="269" r:id="rId15"/>
    <p:sldId id="270" r:id="rId16"/>
    <p:sldId id="289" r:id="rId17"/>
    <p:sldId id="263" r:id="rId18"/>
    <p:sldId id="271" r:id="rId19"/>
    <p:sldId id="264" r:id="rId20"/>
    <p:sldId id="272" r:id="rId21"/>
    <p:sldId id="273" r:id="rId22"/>
    <p:sldId id="274" r:id="rId23"/>
    <p:sldId id="275" r:id="rId24"/>
    <p:sldId id="276" r:id="rId25"/>
    <p:sldId id="278" r:id="rId26"/>
    <p:sldId id="277" r:id="rId27"/>
    <p:sldId id="279" r:id="rId28"/>
    <p:sldId id="280" r:id="rId29"/>
    <p:sldId id="281" r:id="rId30"/>
    <p:sldId id="282" r:id="rId31"/>
    <p:sldId id="283" r:id="rId32"/>
    <p:sldId id="284" r:id="rId33"/>
    <p:sldId id="285" r:id="rId34"/>
    <p:sldId id="286"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75" d="100"/>
          <a:sy n="75" d="100"/>
        </p:scale>
        <p:origin x="32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rgbClr val="FFFFFF"/>
        </a:solidFill>
        <a:effectLst/>
      </p:bgPr>
    </p:bg>
    <p:spTree>
      <p:nvGrpSpPr>
        <p:cNvPr id="1" name=""/>
        <p:cNvGrpSpPr/>
        <p:nvPr/>
      </p:nvGrpSpPr>
      <p:grpSpPr>
        <a:xfrm>
          <a:off x="0" y="0"/>
          <a:ext cx="0" cy="0"/>
          <a:chOff x="0" y="0"/>
          <a:chExt cx="0" cy="0"/>
        </a:xfrm>
      </p:grpSpPr>
      <p:sp>
        <p:nvSpPr>
          <p:cNvPr id="15" name="椭圆 14"/>
          <p:cNvSpPr/>
          <p:nvPr userDrawn="1"/>
        </p:nvSpPr>
        <p:spPr>
          <a:xfrm>
            <a:off x="11290928" y="6595549"/>
            <a:ext cx="246888" cy="246888"/>
          </a:xfrm>
          <a:prstGeom prst="ellipse">
            <a:avLst/>
          </a:prstGeom>
          <a:solidFill>
            <a:srgbClr val="1387B7"/>
          </a:solidFill>
          <a:ln>
            <a:solidFill>
              <a:srgbClr val="1387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panose="020B0502040204020203" pitchFamily="34" charset="0"/>
              <a:ea typeface="微软雅黑"/>
              <a:cs typeface="Segoe UI" panose="020B0502040204020203" pitchFamily="34" charset="0"/>
            </a:endParaRPr>
          </a:p>
        </p:txBody>
      </p:sp>
      <p:sp>
        <p:nvSpPr>
          <p:cNvPr id="2" name="标题 1"/>
          <p:cNvSpPr>
            <a:spLocks noGrp="1"/>
          </p:cNvSpPr>
          <p:nvPr>
            <p:ph type="title"/>
          </p:nvPr>
        </p:nvSpPr>
        <p:spPr>
          <a:xfrm>
            <a:off x="487822" y="314765"/>
            <a:ext cx="9588416" cy="515314"/>
          </a:xfrm>
          <a:prstGeom prst="rect">
            <a:avLst/>
          </a:prstGeom>
        </p:spPr>
        <p:txBody>
          <a:bodyPr>
            <a:normAutofit/>
          </a:bodyPr>
          <a:lstStyle>
            <a:lvl1pPr>
              <a:defRPr sz="2800" b="1">
                <a:solidFill>
                  <a:srgbClr val="2E4E7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8" name="矩形 7"/>
          <p:cNvSpPr/>
          <p:nvPr userDrawn="1"/>
        </p:nvSpPr>
        <p:spPr>
          <a:xfrm>
            <a:off x="11430" y="6692474"/>
            <a:ext cx="12180570" cy="169469"/>
          </a:xfrm>
          <a:prstGeom prst="rect">
            <a:avLst/>
          </a:prstGeom>
          <a:solidFill>
            <a:srgbClr val="138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9" name="矩形 8"/>
          <p:cNvSpPr/>
          <p:nvPr userDrawn="1"/>
        </p:nvSpPr>
        <p:spPr>
          <a:xfrm>
            <a:off x="-1270" y="6692474"/>
            <a:ext cx="759220" cy="169469"/>
          </a:xfrm>
          <a:prstGeom prst="rect">
            <a:avLst/>
          </a:prstGeom>
          <a:solidFill>
            <a:srgbClr val="2E4E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7" name="灯片编号占位符 3"/>
          <p:cNvSpPr txBox="1"/>
          <p:nvPr userDrawn="1"/>
        </p:nvSpPr>
        <p:spPr>
          <a:xfrm>
            <a:off x="11268341" y="6589899"/>
            <a:ext cx="292061" cy="283147"/>
          </a:xfrm>
          <a:prstGeom prst="rect">
            <a:avLst/>
          </a:prstGeom>
        </p:spPr>
        <p:txBody>
          <a:bodyPr vert="horz" wrap="square" lIns="0" tIns="0" rIns="0" bIns="0" rtlCol="0" anchor="ctr" anchorCtr="1"/>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E4ABCE6-078F-4E10-870D-31DFC5C45351}" type="slidenum">
              <a:rPr lang="zh-CN" altLang="en-US" sz="1200" kern="1200" noProof="0"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fld>
            <a:endParaRPr lang="zh-CN" altLang="en-US" sz="1200" kern="1200" noProof="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pic>
        <p:nvPicPr>
          <p:cNvPr id="10" name="图片 9" descr="计算机学院logo-组合01"/>
          <p:cNvPicPr>
            <a:picLocks noChangeAspect="1"/>
          </p:cNvPicPr>
          <p:nvPr userDrawn="1"/>
        </p:nvPicPr>
        <p:blipFill>
          <a:blip r:embed="rId2" cstate="hqprint"/>
          <a:stretch>
            <a:fillRect/>
          </a:stretch>
        </p:blipFill>
        <p:spPr>
          <a:xfrm>
            <a:off x="10076238" y="341471"/>
            <a:ext cx="1854367" cy="449926"/>
          </a:xfrm>
          <a:prstGeom prst="rect">
            <a:avLst/>
          </a:prstGeom>
          <a:effectLst>
            <a:innerShdw blurRad="63500" dist="50800" dir="13500000">
              <a:prstClr val="black">
                <a:alpha val="50000"/>
              </a:prstClr>
            </a:innerShdw>
          </a:effectLst>
        </p:spPr>
      </p:pic>
      <p:sp>
        <p:nvSpPr>
          <p:cNvPr id="13" name="内容占位符 2"/>
          <p:cNvSpPr>
            <a:spLocks noGrp="1"/>
          </p:cNvSpPr>
          <p:nvPr>
            <p:ph idx="1"/>
          </p:nvPr>
        </p:nvSpPr>
        <p:spPr>
          <a:xfrm>
            <a:off x="487822" y="836539"/>
            <a:ext cx="11296078" cy="5855423"/>
          </a:xfrm>
          <a:prstGeom prst="rect">
            <a:avLst/>
          </a:prstGeom>
        </p:spPr>
        <p:txBody>
          <a:bodyPr/>
          <a:lstStyle>
            <a:lvl1pPr marL="342900" indent="-342900" algn="just">
              <a:lnSpc>
                <a:spcPct val="150000"/>
              </a:lnSpc>
              <a:buClr>
                <a:srgbClr val="FFC000"/>
              </a:buClr>
              <a:buFont typeface="Wingdings" panose="05000000000000000000" pitchFamily="2" charset="2"/>
              <a:buChar char="n"/>
              <a:defRPr sz="2600" b="1">
                <a:latin typeface="微软雅黑" panose="020B0503020204020204" pitchFamily="34" charset="-122"/>
                <a:ea typeface="微软雅黑" panose="020B0503020204020204" pitchFamily="34" charset="-122"/>
              </a:defRPr>
            </a:lvl1pPr>
            <a:lvl2pPr marL="812800" indent="-355600" algn="just">
              <a:lnSpc>
                <a:spcPct val="150000"/>
              </a:lnSpc>
              <a:buClr>
                <a:srgbClr val="FFC000"/>
              </a:buClr>
              <a:buFont typeface="Wingdings" panose="05000000000000000000" pitchFamily="2" charset="2"/>
              <a:buChar char="p"/>
              <a:defRPr sz="2000">
                <a:solidFill>
                  <a:srgbClr val="1387B7"/>
                </a:solidFill>
                <a:latin typeface="微软雅黑" panose="020B0503020204020204" pitchFamily="34" charset="-122"/>
                <a:ea typeface="微软雅黑" panose="020B0503020204020204" pitchFamily="34" charset="-122"/>
              </a:defRPr>
            </a:lvl2pPr>
            <a:lvl3pPr marL="1143000" indent="-228600" algn="just">
              <a:lnSpc>
                <a:spcPct val="150000"/>
              </a:lnSpc>
              <a:buClr>
                <a:srgbClr val="FFC000"/>
              </a:buClr>
              <a:buFont typeface="Wingdings" panose="05000000000000000000" pitchFamily="2" charset="2"/>
              <a:buChar char="u"/>
              <a:defRPr sz="2000">
                <a:latin typeface="微软雅黑" panose="020B0503020204020204" pitchFamily="34" charset="-122"/>
                <a:ea typeface="微软雅黑" panose="020B0503020204020204" pitchFamily="34" charset="-122"/>
              </a:defRPr>
            </a:lvl3pPr>
            <a:lvl4pPr algn="just">
              <a:lnSpc>
                <a:spcPct val="150000"/>
              </a:lnSpc>
              <a:defRPr sz="1600">
                <a:latin typeface="微软雅黑" panose="020B0503020204020204" pitchFamily="34" charset="-122"/>
                <a:ea typeface="微软雅黑" panose="020B0503020204020204" pitchFamily="34" charset="-122"/>
              </a:defRPr>
            </a:lvl4pPr>
            <a:lvl5pPr algn="just">
              <a:lnSpc>
                <a:spcPct val="150000"/>
              </a:lnSpc>
              <a:defRPr sz="16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任意多边形 20"/>
          <p:cNvSpPr/>
          <p:nvPr userDrawn="1"/>
        </p:nvSpPr>
        <p:spPr>
          <a:xfrm flipV="1">
            <a:off x="326571" y="359908"/>
            <a:ext cx="1386789" cy="432000"/>
          </a:xfrm>
          <a:custGeom>
            <a:avLst/>
            <a:gdLst>
              <a:gd name="connsiteX0" fmla="*/ 167822 w 1386790"/>
              <a:gd name="connsiteY0" fmla="*/ 524933 h 524933"/>
              <a:gd name="connsiteX1" fmla="*/ 168846 w 1386790"/>
              <a:gd name="connsiteY1" fmla="*/ 524933 h 524933"/>
              <a:gd name="connsiteX2" fmla="*/ 168846 w 1386790"/>
              <a:gd name="connsiteY2" fmla="*/ 14598 h 524933"/>
              <a:gd name="connsiteX3" fmla="*/ 1386790 w 1386790"/>
              <a:gd name="connsiteY3" fmla="*/ 14598 h 524933"/>
              <a:gd name="connsiteX4" fmla="*/ 1386790 w 1386790"/>
              <a:gd name="connsiteY4" fmla="*/ 0 h 524933"/>
              <a:gd name="connsiteX5" fmla="*/ 167822 w 1386790"/>
              <a:gd name="connsiteY5" fmla="*/ 0 h 524933"/>
              <a:gd name="connsiteX6" fmla="*/ 152999 w 1386790"/>
              <a:gd name="connsiteY6" fmla="*/ 0 h 524933"/>
              <a:gd name="connsiteX7" fmla="*/ 152999 w 1386790"/>
              <a:gd name="connsiteY7" fmla="*/ 507260 h 524933"/>
              <a:gd name="connsiteX8" fmla="*/ 107280 w 1386790"/>
              <a:gd name="connsiteY8" fmla="*/ 507260 h 524933"/>
              <a:gd name="connsiteX9" fmla="*/ 107280 w 1386790"/>
              <a:gd name="connsiteY9" fmla="*/ 0 h 524933"/>
              <a:gd name="connsiteX10" fmla="*/ 0 w 1386790"/>
              <a:gd name="connsiteY10" fmla="*/ 0 h 524933"/>
              <a:gd name="connsiteX11" fmla="*/ 0 w 1386790"/>
              <a:gd name="connsiteY11" fmla="*/ 524932 h 524933"/>
              <a:gd name="connsiteX12" fmla="*/ 33834 w 1386790"/>
              <a:gd name="connsiteY12" fmla="*/ 524932 h 524933"/>
              <a:gd name="connsiteX13" fmla="*/ 33834 w 1386790"/>
              <a:gd name="connsiteY13" fmla="*/ 23810 h 524933"/>
              <a:gd name="connsiteX14" fmla="*/ 79553 w 1386790"/>
              <a:gd name="connsiteY14" fmla="*/ 23810 h 524933"/>
              <a:gd name="connsiteX15" fmla="*/ 79553 w 1386790"/>
              <a:gd name="connsiteY15" fmla="*/ 524932 h 524933"/>
              <a:gd name="connsiteX16" fmla="*/ 167822 w 1386790"/>
              <a:gd name="connsiteY16" fmla="*/ 524932 h 52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Tree>
    <p:extLst>
      <p:ext uri="{BB962C8B-B14F-4D97-AF65-F5344CB8AC3E}">
        <p14:creationId xmlns:p14="http://schemas.microsoft.com/office/powerpoint/2010/main" val="464285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1" name="标题 10">
            <a:extLst>
              <a:ext uri="{FF2B5EF4-FFF2-40B4-BE49-F238E27FC236}">
                <a16:creationId xmlns:a16="http://schemas.microsoft.com/office/drawing/2014/main" id="{AAB7DA95-701A-A591-8DF6-C35BC32DF74A}"/>
              </a:ext>
            </a:extLst>
          </p:cNvPr>
          <p:cNvSpPr>
            <a:spLocks noGrp="1"/>
          </p:cNvSpPr>
          <p:nvPr>
            <p:ph type="title"/>
          </p:nvPr>
        </p:nvSpPr>
        <p:spPr>
          <a:xfrm>
            <a:off x="1626323" y="3141575"/>
            <a:ext cx="9484674" cy="1325563"/>
          </a:xfrm>
          <a:prstGeom prst="rect">
            <a:avLst/>
          </a:prstGeom>
        </p:spPr>
        <p:txBody>
          <a:bodyPr/>
          <a:lstStyle>
            <a:lvl1pPr marL="0" algn="ctr" defTabSz="914400" rtl="0" eaLnBrk="1" latinLnBrk="0" hangingPunct="1">
              <a:defRPr lang="zh-CN" altLang="en-US" sz="4800" b="1" kern="1200" dirty="0">
                <a:solidFill>
                  <a:schemeClr val="bg1"/>
                </a:solidFill>
                <a:latin typeface="华文新魏" panose="02010800040101010101" pitchFamily="2" charset="-122"/>
                <a:ea typeface="华文新魏" panose="02010800040101010101" pitchFamily="2" charset="-122"/>
                <a:cs typeface="+mn-cs"/>
              </a:defRPr>
            </a:lvl1pPr>
          </a:lstStyle>
          <a:p>
            <a:r>
              <a:rPr lang="zh-CN" altLang="en-US" dirty="0"/>
              <a:t>单击此处编辑母版标题样式</a:t>
            </a:r>
          </a:p>
        </p:txBody>
      </p:sp>
      <p:sp>
        <p:nvSpPr>
          <p:cNvPr id="13" name="内容占位符 12">
            <a:extLst>
              <a:ext uri="{FF2B5EF4-FFF2-40B4-BE49-F238E27FC236}">
                <a16:creationId xmlns:a16="http://schemas.microsoft.com/office/drawing/2014/main" id="{659DF1E7-436D-BA14-1D80-D2F84D600DA2}"/>
              </a:ext>
            </a:extLst>
          </p:cNvPr>
          <p:cNvSpPr>
            <a:spLocks noGrp="1"/>
          </p:cNvSpPr>
          <p:nvPr>
            <p:ph sz="quarter" idx="10"/>
          </p:nvPr>
        </p:nvSpPr>
        <p:spPr>
          <a:xfrm>
            <a:off x="2115405" y="1882013"/>
            <a:ext cx="8110775" cy="1259562"/>
          </a:xfrm>
          <a:prstGeom prst="rect">
            <a:avLst/>
          </a:prstGeom>
        </p:spPr>
        <p:txBody>
          <a:bodyPr/>
          <a:lstStyle>
            <a:lvl1pPr algn="ctr">
              <a:defRPr lang="zh-CN" altLang="en-US" sz="6000" b="1" kern="1200" dirty="0" smtClean="0">
                <a:solidFill>
                  <a:schemeClr val="accent2">
                    <a:lumMod val="40000"/>
                    <a:lumOff val="60000"/>
                  </a:schemeClr>
                </a:solidFill>
                <a:latin typeface="华文新魏" panose="02010800040101010101" pitchFamily="2" charset="-122"/>
                <a:ea typeface="华文新魏" panose="02010800040101010101" pitchFamily="2" charset="-122"/>
                <a:cs typeface="+mn-cs"/>
              </a:defRPr>
            </a:lvl1pPr>
            <a:lvl2pPr marL="457200" indent="0" algn="ctr">
              <a:buFontTx/>
              <a:buNone/>
              <a:defRPr lang="zh-CN" altLang="en-US" sz="6000" b="1" kern="1200" dirty="0" smtClean="0">
                <a:solidFill>
                  <a:schemeClr val="accent2">
                    <a:lumMod val="40000"/>
                    <a:lumOff val="60000"/>
                  </a:schemeClr>
                </a:solidFill>
                <a:latin typeface="华文新魏" panose="02010800040101010101" pitchFamily="2" charset="-122"/>
                <a:ea typeface="华文新魏" panose="02010800040101010101" pitchFamily="2" charset="-122"/>
                <a:cs typeface="+mn-cs"/>
              </a:defRPr>
            </a:lvl2pPr>
            <a:lvl3pPr marL="914400" indent="0" algn="ctr">
              <a:buFontTx/>
              <a:buNone/>
              <a:defRPr lang="zh-CN" altLang="en-US" sz="6000" b="1" kern="1200" dirty="0" smtClean="0">
                <a:solidFill>
                  <a:schemeClr val="accent2">
                    <a:lumMod val="40000"/>
                    <a:lumOff val="60000"/>
                  </a:schemeClr>
                </a:solidFill>
                <a:latin typeface="华文新魏" panose="02010800040101010101" pitchFamily="2" charset="-122"/>
                <a:ea typeface="华文新魏" panose="02010800040101010101" pitchFamily="2" charset="-122"/>
                <a:cs typeface="+mn-cs"/>
              </a:defRPr>
            </a:lvl3pPr>
            <a:lvl4pPr marL="1371600" indent="0" algn="ctr">
              <a:buFontTx/>
              <a:buNone/>
              <a:defRPr lang="zh-CN" altLang="en-US" sz="6000" b="1" kern="1200" dirty="0" smtClean="0">
                <a:solidFill>
                  <a:schemeClr val="accent2">
                    <a:lumMod val="40000"/>
                    <a:lumOff val="60000"/>
                  </a:schemeClr>
                </a:solidFill>
                <a:latin typeface="华文新魏" panose="02010800040101010101" pitchFamily="2" charset="-122"/>
                <a:ea typeface="华文新魏" panose="02010800040101010101" pitchFamily="2" charset="-122"/>
                <a:cs typeface="+mn-cs"/>
              </a:defRPr>
            </a:lvl4pPr>
            <a:lvl5pPr marL="1828800" indent="0" algn="ctr">
              <a:buFontTx/>
              <a:buNone/>
              <a:defRPr lang="zh-CN" altLang="en-US" sz="6000" b="1" kern="1200" dirty="0">
                <a:solidFill>
                  <a:schemeClr val="accent2">
                    <a:lumMod val="40000"/>
                    <a:lumOff val="60000"/>
                  </a:schemeClr>
                </a:solidFill>
                <a:latin typeface="华文新魏" panose="02010800040101010101" pitchFamily="2" charset="-122"/>
                <a:ea typeface="华文新魏" panose="02010800040101010101" pitchFamily="2" charset="-122"/>
                <a:cs typeface="+mn-cs"/>
              </a:defRPr>
            </a:lvl5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单击此处编辑母版文本</a:t>
            </a:r>
          </a:p>
        </p:txBody>
      </p:sp>
    </p:spTree>
    <p:extLst>
      <p:ext uri="{BB962C8B-B14F-4D97-AF65-F5344CB8AC3E}">
        <p14:creationId xmlns:p14="http://schemas.microsoft.com/office/powerpoint/2010/main" val="196039001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45891"/>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descr="建筑与房屋的城市空拍图&#10;&#10;描述已自动生成">
            <a:extLst>
              <a:ext uri="{FF2B5EF4-FFF2-40B4-BE49-F238E27FC236}">
                <a16:creationId xmlns:a16="http://schemas.microsoft.com/office/drawing/2014/main" id="{AEF72594-5767-0235-BB2C-378F7B92B638}"/>
              </a:ext>
            </a:extLst>
          </p:cNvPr>
          <p:cNvPicPr>
            <a:picLocks noChangeAspect="1"/>
          </p:cNvPicPr>
          <p:nvPr userDrawn="1"/>
        </p:nvPicPr>
        <p:blipFill>
          <a:blip r:embed="rId3">
            <a:alphaModFix amt="6000"/>
            <a:extLst>
              <a:ext uri="{28A0092B-C50C-407E-A947-70E740481C1C}">
                <a14:useLocalDpi xmlns:a14="http://schemas.microsoft.com/office/drawing/2010/main" val="0"/>
              </a:ext>
            </a:extLst>
          </a:blip>
          <a:srcRect t="7833" b="783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9" name="矩形 8">
            <a:extLst>
              <a:ext uri="{FF2B5EF4-FFF2-40B4-BE49-F238E27FC236}">
                <a16:creationId xmlns:a16="http://schemas.microsoft.com/office/drawing/2014/main" id="{93FB743F-55C3-6861-A1FF-AB5143029587}"/>
              </a:ext>
            </a:extLst>
          </p:cNvPr>
          <p:cNvSpPr/>
          <p:nvPr userDrawn="1"/>
        </p:nvSpPr>
        <p:spPr>
          <a:xfrm>
            <a:off x="0" y="1820036"/>
            <a:ext cx="12192000" cy="2201334"/>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35F90"/>
              </a:solidFill>
              <a:effectLst/>
              <a:uLnTx/>
              <a:uFillTx/>
              <a:latin typeface="等线" panose="020F0502020204030204"/>
              <a:ea typeface="等线" panose="02010600030101010101" pitchFamily="2" charset="-122"/>
              <a:cs typeface="+mn-cs"/>
            </a:endParaRPr>
          </a:p>
        </p:txBody>
      </p:sp>
      <p:sp>
        <p:nvSpPr>
          <p:cNvPr id="11" name="矩形: 圆角 10">
            <a:extLst>
              <a:ext uri="{FF2B5EF4-FFF2-40B4-BE49-F238E27FC236}">
                <a16:creationId xmlns:a16="http://schemas.microsoft.com/office/drawing/2014/main" id="{48B098A1-053E-B1CE-1E34-45EA31BC7330}"/>
              </a:ext>
            </a:extLst>
          </p:cNvPr>
          <p:cNvSpPr/>
          <p:nvPr userDrawn="1"/>
        </p:nvSpPr>
        <p:spPr>
          <a:xfrm>
            <a:off x="5043217" y="4535163"/>
            <a:ext cx="2077967" cy="423512"/>
          </a:xfrm>
          <a:prstGeom prst="roundRect">
            <a:avLst>
              <a:gd name="adj" fmla="val 50000"/>
            </a:avLst>
          </a:prstGeom>
          <a:gradFill flip="none" rotWithShape="1">
            <a:gsLst>
              <a:gs pos="0">
                <a:schemeClr val="accent2"/>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微软雅黑" panose="020B0503020204020204" pitchFamily="34" charset="-122"/>
                <a:ea typeface="微软雅黑" panose="020B0503020204020204" pitchFamily="34" charset="-122"/>
              </a:rPr>
              <a:t>授课人</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：邵志远</a:t>
            </a:r>
            <a:endPar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90CE5361-FB76-7E5E-9A8F-8D056A1BB44B}"/>
              </a:ext>
            </a:extLst>
          </p:cNvPr>
          <p:cNvGrpSpPr/>
          <p:nvPr userDrawn="1"/>
        </p:nvGrpSpPr>
        <p:grpSpPr>
          <a:xfrm>
            <a:off x="3195205" y="5684519"/>
            <a:ext cx="5801591" cy="1173481"/>
            <a:chOff x="3195205" y="5355433"/>
            <a:chExt cx="5801591" cy="1502568"/>
          </a:xfrm>
        </p:grpSpPr>
        <p:sp>
          <p:nvSpPr>
            <p:cNvPr id="13" name="任意多边形: 形状 12">
              <a:extLst>
                <a:ext uri="{FF2B5EF4-FFF2-40B4-BE49-F238E27FC236}">
                  <a16:creationId xmlns:a16="http://schemas.microsoft.com/office/drawing/2014/main" id="{4E0E2DB2-9CA3-E8E3-0A02-08E66CE5A284}"/>
                </a:ext>
              </a:extLst>
            </p:cNvPr>
            <p:cNvSpPr/>
            <p:nvPr/>
          </p:nvSpPr>
          <p:spPr>
            <a:xfrm>
              <a:off x="3195205" y="6788810"/>
              <a:ext cx="5801591" cy="12580"/>
            </a:xfrm>
            <a:custGeom>
              <a:avLst/>
              <a:gdLst>
                <a:gd name="connsiteX0" fmla="*/ 4590003 w 4590002"/>
                <a:gd name="connsiteY0" fmla="*/ 0 h 9525"/>
                <a:gd name="connsiteX1" fmla="*/ 0 w 4590002"/>
                <a:gd name="connsiteY1" fmla="*/ 0 h 9525"/>
              </a:gdLst>
              <a:ahLst/>
              <a:cxnLst>
                <a:cxn ang="0">
                  <a:pos x="connsiteX0" y="connsiteY0"/>
                </a:cxn>
                <a:cxn ang="0">
                  <a:pos x="connsiteX1" y="connsiteY1"/>
                </a:cxn>
              </a:cxnLst>
              <a:rect l="l" t="t" r="r" b="b"/>
              <a:pathLst>
                <a:path w="4590002" h="9525">
                  <a:moveTo>
                    <a:pt x="45900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 name="任意多边形: 形状 13">
              <a:extLst>
                <a:ext uri="{FF2B5EF4-FFF2-40B4-BE49-F238E27FC236}">
                  <a16:creationId xmlns:a16="http://schemas.microsoft.com/office/drawing/2014/main" id="{FBEC5A86-9C31-6128-EF23-FD4EDA2A3837}"/>
                </a:ext>
              </a:extLst>
            </p:cNvPr>
            <p:cNvSpPr/>
            <p:nvPr/>
          </p:nvSpPr>
          <p:spPr>
            <a:xfrm>
              <a:off x="3554696" y="5962548"/>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 name="任意多边形: 形状 14">
              <a:extLst>
                <a:ext uri="{FF2B5EF4-FFF2-40B4-BE49-F238E27FC236}">
                  <a16:creationId xmlns:a16="http://schemas.microsoft.com/office/drawing/2014/main" id="{998CECE2-7E48-73FB-7406-AAD408BC5DF1}"/>
                </a:ext>
              </a:extLst>
            </p:cNvPr>
            <p:cNvSpPr/>
            <p:nvPr/>
          </p:nvSpPr>
          <p:spPr>
            <a:xfrm>
              <a:off x="3554696" y="6005447"/>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 name="任意多边形: 形状 15">
              <a:extLst>
                <a:ext uri="{FF2B5EF4-FFF2-40B4-BE49-F238E27FC236}">
                  <a16:creationId xmlns:a16="http://schemas.microsoft.com/office/drawing/2014/main" id="{0844D3C5-CDAB-3824-CBF3-558E12D399FB}"/>
                </a:ext>
              </a:extLst>
            </p:cNvPr>
            <p:cNvSpPr/>
            <p:nvPr/>
          </p:nvSpPr>
          <p:spPr>
            <a:xfrm>
              <a:off x="3554696" y="6038657"/>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 name="任意多边形: 形状 16">
              <a:extLst>
                <a:ext uri="{FF2B5EF4-FFF2-40B4-BE49-F238E27FC236}">
                  <a16:creationId xmlns:a16="http://schemas.microsoft.com/office/drawing/2014/main" id="{3B437A07-E683-843F-E9AB-81DCC9925536}"/>
                </a:ext>
              </a:extLst>
            </p:cNvPr>
            <p:cNvSpPr/>
            <p:nvPr/>
          </p:nvSpPr>
          <p:spPr>
            <a:xfrm>
              <a:off x="4315696" y="5828948"/>
              <a:ext cx="12039" cy="959861"/>
            </a:xfrm>
            <a:custGeom>
              <a:avLst/>
              <a:gdLst>
                <a:gd name="connsiteX0" fmla="*/ 0 w 9525"/>
                <a:gd name="connsiteY0" fmla="*/ 0 h 726757"/>
                <a:gd name="connsiteX1" fmla="*/ 0 w 9525"/>
                <a:gd name="connsiteY1" fmla="*/ 726758 h 726757"/>
              </a:gdLst>
              <a:ahLst/>
              <a:cxnLst>
                <a:cxn ang="0">
                  <a:pos x="connsiteX0" y="connsiteY0"/>
                </a:cxn>
                <a:cxn ang="0">
                  <a:pos x="connsiteX1" y="connsiteY1"/>
                </a:cxn>
              </a:cxnLst>
              <a:rect l="l" t="t" r="r" b="b"/>
              <a:pathLst>
                <a:path w="9525" h="726757">
                  <a:moveTo>
                    <a:pt x="0" y="0"/>
                  </a:moveTo>
                  <a:lnTo>
                    <a:pt x="0" y="726758"/>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 name="任意多边形: 形状 17">
              <a:extLst>
                <a:ext uri="{FF2B5EF4-FFF2-40B4-BE49-F238E27FC236}">
                  <a16:creationId xmlns:a16="http://schemas.microsoft.com/office/drawing/2014/main" id="{353B2A20-4450-53D3-9C79-9CD2CE9E5445}"/>
                </a:ext>
              </a:extLst>
            </p:cNvPr>
            <p:cNvSpPr/>
            <p:nvPr/>
          </p:nvSpPr>
          <p:spPr>
            <a:xfrm>
              <a:off x="442766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 name="任意多边形: 形状 18">
              <a:extLst>
                <a:ext uri="{FF2B5EF4-FFF2-40B4-BE49-F238E27FC236}">
                  <a16:creationId xmlns:a16="http://schemas.microsoft.com/office/drawing/2014/main" id="{7F5642DA-F435-B22A-F83C-8FD291DCECCB}"/>
                </a:ext>
              </a:extLst>
            </p:cNvPr>
            <p:cNvSpPr/>
            <p:nvPr/>
          </p:nvSpPr>
          <p:spPr>
            <a:xfrm>
              <a:off x="449977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 name="任意多边形: 形状 19">
              <a:extLst>
                <a:ext uri="{FF2B5EF4-FFF2-40B4-BE49-F238E27FC236}">
                  <a16:creationId xmlns:a16="http://schemas.microsoft.com/office/drawing/2014/main" id="{0AB57F42-D079-FB28-76C8-A8C38A5CF7C0}"/>
                </a:ext>
              </a:extLst>
            </p:cNvPr>
            <p:cNvSpPr/>
            <p:nvPr/>
          </p:nvSpPr>
          <p:spPr>
            <a:xfrm>
              <a:off x="452662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 name="任意多边形: 形状 20">
              <a:extLst>
                <a:ext uri="{FF2B5EF4-FFF2-40B4-BE49-F238E27FC236}">
                  <a16:creationId xmlns:a16="http://schemas.microsoft.com/office/drawing/2014/main" id="{83E8116E-4793-C943-5676-00C7B5241094}"/>
                </a:ext>
              </a:extLst>
            </p:cNvPr>
            <p:cNvSpPr/>
            <p:nvPr/>
          </p:nvSpPr>
          <p:spPr>
            <a:xfrm>
              <a:off x="459320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 name="任意多边形: 形状 21">
              <a:extLst>
                <a:ext uri="{FF2B5EF4-FFF2-40B4-BE49-F238E27FC236}">
                  <a16:creationId xmlns:a16="http://schemas.microsoft.com/office/drawing/2014/main" id="{CFE8200D-D10B-62F6-FFD8-99CB205D3C91}"/>
                </a:ext>
              </a:extLst>
            </p:cNvPr>
            <p:cNvSpPr/>
            <p:nvPr/>
          </p:nvSpPr>
          <p:spPr>
            <a:xfrm>
              <a:off x="468662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 name="任意多边形: 形状 22">
              <a:extLst>
                <a:ext uri="{FF2B5EF4-FFF2-40B4-BE49-F238E27FC236}">
                  <a16:creationId xmlns:a16="http://schemas.microsoft.com/office/drawing/2014/main" id="{CBAE6CED-7B09-A3DD-BB1B-5F32D78ED249}"/>
                </a:ext>
              </a:extLst>
            </p:cNvPr>
            <p:cNvSpPr/>
            <p:nvPr/>
          </p:nvSpPr>
          <p:spPr>
            <a:xfrm>
              <a:off x="4780051"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 name="任意多边形: 形状 23">
              <a:extLst>
                <a:ext uri="{FF2B5EF4-FFF2-40B4-BE49-F238E27FC236}">
                  <a16:creationId xmlns:a16="http://schemas.microsoft.com/office/drawing/2014/main" id="{AA6ACF27-9A57-D8EF-A0D9-11BDC71C2B67}"/>
                </a:ext>
              </a:extLst>
            </p:cNvPr>
            <p:cNvSpPr/>
            <p:nvPr/>
          </p:nvSpPr>
          <p:spPr>
            <a:xfrm>
              <a:off x="462004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 name="任意多边形: 形状 24">
              <a:extLst>
                <a:ext uri="{FF2B5EF4-FFF2-40B4-BE49-F238E27FC236}">
                  <a16:creationId xmlns:a16="http://schemas.microsoft.com/office/drawing/2014/main" id="{4477B2F3-BAA6-56C7-F119-2A88AE918308}"/>
                </a:ext>
              </a:extLst>
            </p:cNvPr>
            <p:cNvSpPr/>
            <p:nvPr/>
          </p:nvSpPr>
          <p:spPr>
            <a:xfrm>
              <a:off x="4713353"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 name="任意多边形: 形状 25">
              <a:extLst>
                <a:ext uri="{FF2B5EF4-FFF2-40B4-BE49-F238E27FC236}">
                  <a16:creationId xmlns:a16="http://schemas.microsoft.com/office/drawing/2014/main" id="{EFDDCD2E-22B3-32D1-7755-31AA85F43B63}"/>
                </a:ext>
              </a:extLst>
            </p:cNvPr>
            <p:cNvSpPr/>
            <p:nvPr/>
          </p:nvSpPr>
          <p:spPr>
            <a:xfrm>
              <a:off x="4806778"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 name="任意多边形: 形状 26">
              <a:extLst>
                <a:ext uri="{FF2B5EF4-FFF2-40B4-BE49-F238E27FC236}">
                  <a16:creationId xmlns:a16="http://schemas.microsoft.com/office/drawing/2014/main" id="{73ED5DC8-6185-843E-8D7C-1BDBEF7E2030}"/>
                </a:ext>
              </a:extLst>
            </p:cNvPr>
            <p:cNvSpPr/>
            <p:nvPr/>
          </p:nvSpPr>
          <p:spPr>
            <a:xfrm>
              <a:off x="488166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 name="任意多边形: 形状 27">
              <a:extLst>
                <a:ext uri="{FF2B5EF4-FFF2-40B4-BE49-F238E27FC236}">
                  <a16:creationId xmlns:a16="http://schemas.microsoft.com/office/drawing/2014/main" id="{752CD76F-64D3-9338-2CF5-11DA63C9E20B}"/>
                </a:ext>
              </a:extLst>
            </p:cNvPr>
            <p:cNvSpPr/>
            <p:nvPr/>
          </p:nvSpPr>
          <p:spPr>
            <a:xfrm>
              <a:off x="4427662" y="596833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 name="任意多边形: 形状 28">
              <a:extLst>
                <a:ext uri="{FF2B5EF4-FFF2-40B4-BE49-F238E27FC236}">
                  <a16:creationId xmlns:a16="http://schemas.microsoft.com/office/drawing/2014/main" id="{643381B8-1B6C-7721-3AE3-DB7B3572864E}"/>
                </a:ext>
              </a:extLst>
            </p:cNvPr>
            <p:cNvSpPr/>
            <p:nvPr/>
          </p:nvSpPr>
          <p:spPr>
            <a:xfrm>
              <a:off x="4526624"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 name="任意多边形: 形状 29">
              <a:extLst>
                <a:ext uri="{FF2B5EF4-FFF2-40B4-BE49-F238E27FC236}">
                  <a16:creationId xmlns:a16="http://schemas.microsoft.com/office/drawing/2014/main" id="{2629EAE9-D229-3DEC-D17F-6DCD918DCC78}"/>
                </a:ext>
              </a:extLst>
            </p:cNvPr>
            <p:cNvSpPr/>
            <p:nvPr/>
          </p:nvSpPr>
          <p:spPr>
            <a:xfrm>
              <a:off x="4618845"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 name="任意多边形: 形状 30">
              <a:extLst>
                <a:ext uri="{FF2B5EF4-FFF2-40B4-BE49-F238E27FC236}">
                  <a16:creationId xmlns:a16="http://schemas.microsoft.com/office/drawing/2014/main" id="{80F2ADAB-A2CD-982D-BC52-5D5B3DBC443E}"/>
                </a:ext>
              </a:extLst>
            </p:cNvPr>
            <p:cNvSpPr/>
            <p:nvPr/>
          </p:nvSpPr>
          <p:spPr>
            <a:xfrm>
              <a:off x="4712028"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 name="任意多边形: 形状 31">
              <a:extLst>
                <a:ext uri="{FF2B5EF4-FFF2-40B4-BE49-F238E27FC236}">
                  <a16:creationId xmlns:a16="http://schemas.microsoft.com/office/drawing/2014/main" id="{E904CEA1-53B1-86EB-04DE-E9A1903F94D9}"/>
                </a:ext>
              </a:extLst>
            </p:cNvPr>
            <p:cNvSpPr/>
            <p:nvPr/>
          </p:nvSpPr>
          <p:spPr>
            <a:xfrm>
              <a:off x="4805694" y="596833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 name="任意多边形: 形状 32">
              <a:extLst>
                <a:ext uri="{FF2B5EF4-FFF2-40B4-BE49-F238E27FC236}">
                  <a16:creationId xmlns:a16="http://schemas.microsoft.com/office/drawing/2014/main" id="{7B754D46-34C0-4243-38BD-AB247ACB7DA7}"/>
                </a:ext>
              </a:extLst>
            </p:cNvPr>
            <p:cNvSpPr/>
            <p:nvPr/>
          </p:nvSpPr>
          <p:spPr>
            <a:xfrm>
              <a:off x="4427662" y="5887445"/>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 name="任意多边形: 形状 33">
              <a:extLst>
                <a:ext uri="{FF2B5EF4-FFF2-40B4-BE49-F238E27FC236}">
                  <a16:creationId xmlns:a16="http://schemas.microsoft.com/office/drawing/2014/main" id="{2CB144AD-C8A8-C671-2348-62620C5E0F2A}"/>
                </a:ext>
              </a:extLst>
            </p:cNvPr>
            <p:cNvSpPr/>
            <p:nvPr/>
          </p:nvSpPr>
          <p:spPr>
            <a:xfrm>
              <a:off x="4526624"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 name="任意多边形: 形状 34">
              <a:extLst>
                <a:ext uri="{FF2B5EF4-FFF2-40B4-BE49-F238E27FC236}">
                  <a16:creationId xmlns:a16="http://schemas.microsoft.com/office/drawing/2014/main" id="{DB95D0A3-EC7D-4778-E35B-14105C630B13}"/>
                </a:ext>
              </a:extLst>
            </p:cNvPr>
            <p:cNvSpPr/>
            <p:nvPr/>
          </p:nvSpPr>
          <p:spPr>
            <a:xfrm>
              <a:off x="4618845"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 name="任意多边形: 形状 35">
              <a:extLst>
                <a:ext uri="{FF2B5EF4-FFF2-40B4-BE49-F238E27FC236}">
                  <a16:creationId xmlns:a16="http://schemas.microsoft.com/office/drawing/2014/main" id="{DA732368-0DB2-7CE1-E3E9-B75AC51B37C5}"/>
                </a:ext>
              </a:extLst>
            </p:cNvPr>
            <p:cNvSpPr/>
            <p:nvPr/>
          </p:nvSpPr>
          <p:spPr>
            <a:xfrm>
              <a:off x="4712028"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 name="任意多边形: 形状 36">
              <a:extLst>
                <a:ext uri="{FF2B5EF4-FFF2-40B4-BE49-F238E27FC236}">
                  <a16:creationId xmlns:a16="http://schemas.microsoft.com/office/drawing/2014/main" id="{9BD7A386-430A-7877-CF12-86646233E2A1}"/>
                </a:ext>
              </a:extLst>
            </p:cNvPr>
            <p:cNvSpPr/>
            <p:nvPr/>
          </p:nvSpPr>
          <p:spPr>
            <a:xfrm>
              <a:off x="4805694" y="5887445"/>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 name="任意多边形: 形状 37">
              <a:extLst>
                <a:ext uri="{FF2B5EF4-FFF2-40B4-BE49-F238E27FC236}">
                  <a16:creationId xmlns:a16="http://schemas.microsoft.com/office/drawing/2014/main" id="{5F3197CC-F0E6-BD92-FCB2-13A83C78530B}"/>
                </a:ext>
              </a:extLst>
            </p:cNvPr>
            <p:cNvSpPr/>
            <p:nvPr/>
          </p:nvSpPr>
          <p:spPr>
            <a:xfrm>
              <a:off x="4315696" y="5858638"/>
              <a:ext cx="654453" cy="12580"/>
            </a:xfrm>
            <a:custGeom>
              <a:avLst/>
              <a:gdLst>
                <a:gd name="connsiteX0" fmla="*/ 0 w 517779"/>
                <a:gd name="connsiteY0" fmla="*/ 0 h 9525"/>
                <a:gd name="connsiteX1" fmla="*/ 517779 w 517779"/>
                <a:gd name="connsiteY1" fmla="*/ 0 h 9525"/>
              </a:gdLst>
              <a:ahLst/>
              <a:cxnLst>
                <a:cxn ang="0">
                  <a:pos x="connsiteX0" y="connsiteY0"/>
                </a:cxn>
                <a:cxn ang="0">
                  <a:pos x="connsiteX1" y="connsiteY1"/>
                </a:cxn>
              </a:cxnLst>
              <a:rect l="l" t="t" r="r" b="b"/>
              <a:pathLst>
                <a:path w="517779" h="9525">
                  <a:moveTo>
                    <a:pt x="0" y="0"/>
                  </a:moveTo>
                  <a:lnTo>
                    <a:pt x="517779"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 name="任意多边形: 形状 38">
              <a:extLst>
                <a:ext uri="{FF2B5EF4-FFF2-40B4-BE49-F238E27FC236}">
                  <a16:creationId xmlns:a16="http://schemas.microsoft.com/office/drawing/2014/main" id="{506723CB-D2B7-FB84-60FB-8401F4F9982D}"/>
                </a:ext>
              </a:extLst>
            </p:cNvPr>
            <p:cNvSpPr/>
            <p:nvPr/>
          </p:nvSpPr>
          <p:spPr>
            <a:xfrm>
              <a:off x="4427662" y="603752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 name="任意多边形: 形状 39">
              <a:extLst>
                <a:ext uri="{FF2B5EF4-FFF2-40B4-BE49-F238E27FC236}">
                  <a16:creationId xmlns:a16="http://schemas.microsoft.com/office/drawing/2014/main" id="{428B4639-66B4-4DB4-E29F-33FF448002FE}"/>
                </a:ext>
              </a:extLst>
            </p:cNvPr>
            <p:cNvSpPr/>
            <p:nvPr/>
          </p:nvSpPr>
          <p:spPr>
            <a:xfrm>
              <a:off x="4526624"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 name="任意多边形: 形状 40">
              <a:extLst>
                <a:ext uri="{FF2B5EF4-FFF2-40B4-BE49-F238E27FC236}">
                  <a16:creationId xmlns:a16="http://schemas.microsoft.com/office/drawing/2014/main" id="{0DB41BC5-7B8B-4F6F-6EF2-E28896F0062A}"/>
                </a:ext>
              </a:extLst>
            </p:cNvPr>
            <p:cNvSpPr/>
            <p:nvPr/>
          </p:nvSpPr>
          <p:spPr>
            <a:xfrm>
              <a:off x="4618845"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 name="任意多边形: 形状 41">
              <a:extLst>
                <a:ext uri="{FF2B5EF4-FFF2-40B4-BE49-F238E27FC236}">
                  <a16:creationId xmlns:a16="http://schemas.microsoft.com/office/drawing/2014/main" id="{EF872979-39D4-D879-AEA4-A085EBFE6B24}"/>
                </a:ext>
              </a:extLst>
            </p:cNvPr>
            <p:cNvSpPr/>
            <p:nvPr/>
          </p:nvSpPr>
          <p:spPr>
            <a:xfrm>
              <a:off x="4712028"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 name="任意多边形: 形状 42">
              <a:extLst>
                <a:ext uri="{FF2B5EF4-FFF2-40B4-BE49-F238E27FC236}">
                  <a16:creationId xmlns:a16="http://schemas.microsoft.com/office/drawing/2014/main" id="{BAA9806D-B925-B766-833B-B2484E8FBE5C}"/>
                </a:ext>
              </a:extLst>
            </p:cNvPr>
            <p:cNvSpPr/>
            <p:nvPr/>
          </p:nvSpPr>
          <p:spPr>
            <a:xfrm>
              <a:off x="4805694" y="603752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 name="任意多边形: 形状 43">
              <a:extLst>
                <a:ext uri="{FF2B5EF4-FFF2-40B4-BE49-F238E27FC236}">
                  <a16:creationId xmlns:a16="http://schemas.microsoft.com/office/drawing/2014/main" id="{9E72DC77-2BDA-AB5C-2B53-E65D6DB69810}"/>
                </a:ext>
              </a:extLst>
            </p:cNvPr>
            <p:cNvSpPr/>
            <p:nvPr/>
          </p:nvSpPr>
          <p:spPr>
            <a:xfrm>
              <a:off x="4427662" y="6128103"/>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 name="任意多边形: 形状 44">
              <a:extLst>
                <a:ext uri="{FF2B5EF4-FFF2-40B4-BE49-F238E27FC236}">
                  <a16:creationId xmlns:a16="http://schemas.microsoft.com/office/drawing/2014/main" id="{F86AC55F-C1FD-A6F6-F649-AD651DAA3278}"/>
                </a:ext>
              </a:extLst>
            </p:cNvPr>
            <p:cNvSpPr/>
            <p:nvPr/>
          </p:nvSpPr>
          <p:spPr>
            <a:xfrm>
              <a:off x="4526624"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 name="任意多边形: 形状 45">
              <a:extLst>
                <a:ext uri="{FF2B5EF4-FFF2-40B4-BE49-F238E27FC236}">
                  <a16:creationId xmlns:a16="http://schemas.microsoft.com/office/drawing/2014/main" id="{7717AD3A-2CFD-EE5D-056D-D226D00E3821}"/>
                </a:ext>
              </a:extLst>
            </p:cNvPr>
            <p:cNvSpPr/>
            <p:nvPr/>
          </p:nvSpPr>
          <p:spPr>
            <a:xfrm>
              <a:off x="4618845"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 name="任意多边形: 形状 46">
              <a:extLst>
                <a:ext uri="{FF2B5EF4-FFF2-40B4-BE49-F238E27FC236}">
                  <a16:creationId xmlns:a16="http://schemas.microsoft.com/office/drawing/2014/main" id="{4292F6F1-2C27-288E-E311-D4C42DFABEA2}"/>
                </a:ext>
              </a:extLst>
            </p:cNvPr>
            <p:cNvSpPr/>
            <p:nvPr/>
          </p:nvSpPr>
          <p:spPr>
            <a:xfrm>
              <a:off x="4712028"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 name="任意多边形: 形状 47">
              <a:extLst>
                <a:ext uri="{FF2B5EF4-FFF2-40B4-BE49-F238E27FC236}">
                  <a16:creationId xmlns:a16="http://schemas.microsoft.com/office/drawing/2014/main" id="{B6446914-FF66-8581-3EEC-26DE13819AC6}"/>
                </a:ext>
              </a:extLst>
            </p:cNvPr>
            <p:cNvSpPr/>
            <p:nvPr/>
          </p:nvSpPr>
          <p:spPr>
            <a:xfrm>
              <a:off x="4805694" y="6128103"/>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 name="任意多边形: 形状 48">
              <a:extLst>
                <a:ext uri="{FF2B5EF4-FFF2-40B4-BE49-F238E27FC236}">
                  <a16:creationId xmlns:a16="http://schemas.microsoft.com/office/drawing/2014/main" id="{703C403B-4D5F-AB5E-9BC7-38C7F56B3A06}"/>
                </a:ext>
              </a:extLst>
            </p:cNvPr>
            <p:cNvSpPr/>
            <p:nvPr/>
          </p:nvSpPr>
          <p:spPr>
            <a:xfrm>
              <a:off x="4427662" y="6210880"/>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 name="任意多边形: 形状 49">
              <a:extLst>
                <a:ext uri="{FF2B5EF4-FFF2-40B4-BE49-F238E27FC236}">
                  <a16:creationId xmlns:a16="http://schemas.microsoft.com/office/drawing/2014/main" id="{DBA8C30A-2DDF-CA94-044B-D9F28B05F8AC}"/>
                </a:ext>
              </a:extLst>
            </p:cNvPr>
            <p:cNvSpPr/>
            <p:nvPr/>
          </p:nvSpPr>
          <p:spPr>
            <a:xfrm>
              <a:off x="4526624"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 name="任意多边形: 形状 50">
              <a:extLst>
                <a:ext uri="{FF2B5EF4-FFF2-40B4-BE49-F238E27FC236}">
                  <a16:creationId xmlns:a16="http://schemas.microsoft.com/office/drawing/2014/main" id="{1155D74E-3195-3026-2E98-2FA992F8ABFB}"/>
                </a:ext>
              </a:extLst>
            </p:cNvPr>
            <p:cNvSpPr/>
            <p:nvPr/>
          </p:nvSpPr>
          <p:spPr>
            <a:xfrm>
              <a:off x="4618845"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2" name="任意多边形: 形状 51">
              <a:extLst>
                <a:ext uri="{FF2B5EF4-FFF2-40B4-BE49-F238E27FC236}">
                  <a16:creationId xmlns:a16="http://schemas.microsoft.com/office/drawing/2014/main" id="{1A87DA08-D80C-5A32-5FF5-8BC68A355F27}"/>
                </a:ext>
              </a:extLst>
            </p:cNvPr>
            <p:cNvSpPr/>
            <p:nvPr/>
          </p:nvSpPr>
          <p:spPr>
            <a:xfrm>
              <a:off x="4712028"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3" name="任意多边形: 形状 52">
              <a:extLst>
                <a:ext uri="{FF2B5EF4-FFF2-40B4-BE49-F238E27FC236}">
                  <a16:creationId xmlns:a16="http://schemas.microsoft.com/office/drawing/2014/main" id="{0C7B586C-31AA-6219-4D0E-B18E1DEBD3C6}"/>
                </a:ext>
              </a:extLst>
            </p:cNvPr>
            <p:cNvSpPr/>
            <p:nvPr/>
          </p:nvSpPr>
          <p:spPr>
            <a:xfrm>
              <a:off x="4805694" y="6210880"/>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4" name="任意多边形: 形状 53">
              <a:extLst>
                <a:ext uri="{FF2B5EF4-FFF2-40B4-BE49-F238E27FC236}">
                  <a16:creationId xmlns:a16="http://schemas.microsoft.com/office/drawing/2014/main" id="{286999E7-2EC7-555D-DFB1-9A945DE4540D}"/>
                </a:ext>
              </a:extLst>
            </p:cNvPr>
            <p:cNvSpPr/>
            <p:nvPr/>
          </p:nvSpPr>
          <p:spPr>
            <a:xfrm>
              <a:off x="4427662" y="630447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 name="任意多边形: 形状 54">
              <a:extLst>
                <a:ext uri="{FF2B5EF4-FFF2-40B4-BE49-F238E27FC236}">
                  <a16:creationId xmlns:a16="http://schemas.microsoft.com/office/drawing/2014/main" id="{D53ADCE1-A186-7671-B253-7801E83A1129}"/>
                </a:ext>
              </a:extLst>
            </p:cNvPr>
            <p:cNvSpPr/>
            <p:nvPr/>
          </p:nvSpPr>
          <p:spPr>
            <a:xfrm>
              <a:off x="4526624"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6" name="任意多边形: 形状 55">
              <a:extLst>
                <a:ext uri="{FF2B5EF4-FFF2-40B4-BE49-F238E27FC236}">
                  <a16:creationId xmlns:a16="http://schemas.microsoft.com/office/drawing/2014/main" id="{C7692261-B978-7284-216B-EFBB892D08F5}"/>
                </a:ext>
              </a:extLst>
            </p:cNvPr>
            <p:cNvSpPr/>
            <p:nvPr/>
          </p:nvSpPr>
          <p:spPr>
            <a:xfrm>
              <a:off x="4618845"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7" name="任意多边形: 形状 56">
              <a:extLst>
                <a:ext uri="{FF2B5EF4-FFF2-40B4-BE49-F238E27FC236}">
                  <a16:creationId xmlns:a16="http://schemas.microsoft.com/office/drawing/2014/main" id="{5F1B3782-4E51-A2E2-8C86-4624AA1D1860}"/>
                </a:ext>
              </a:extLst>
            </p:cNvPr>
            <p:cNvSpPr/>
            <p:nvPr/>
          </p:nvSpPr>
          <p:spPr>
            <a:xfrm>
              <a:off x="4712028"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8" name="任意多边形: 形状 57">
              <a:extLst>
                <a:ext uri="{FF2B5EF4-FFF2-40B4-BE49-F238E27FC236}">
                  <a16:creationId xmlns:a16="http://schemas.microsoft.com/office/drawing/2014/main" id="{1B0C4EEA-8AEB-A8FB-9667-C816A766C52D}"/>
                </a:ext>
              </a:extLst>
            </p:cNvPr>
            <p:cNvSpPr/>
            <p:nvPr/>
          </p:nvSpPr>
          <p:spPr>
            <a:xfrm>
              <a:off x="4805694" y="630447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9" name="任意多边形: 形状 58">
              <a:extLst>
                <a:ext uri="{FF2B5EF4-FFF2-40B4-BE49-F238E27FC236}">
                  <a16:creationId xmlns:a16="http://schemas.microsoft.com/office/drawing/2014/main" id="{D73EDC64-BE00-31A1-06A8-9A3C9D078F3A}"/>
                </a:ext>
              </a:extLst>
            </p:cNvPr>
            <p:cNvSpPr/>
            <p:nvPr/>
          </p:nvSpPr>
          <p:spPr>
            <a:xfrm>
              <a:off x="4427662" y="6381467"/>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0" name="任意多边形: 形状 59">
              <a:extLst>
                <a:ext uri="{FF2B5EF4-FFF2-40B4-BE49-F238E27FC236}">
                  <a16:creationId xmlns:a16="http://schemas.microsoft.com/office/drawing/2014/main" id="{C3A8E485-0B1F-65C4-B2A3-37F3270EE357}"/>
                </a:ext>
              </a:extLst>
            </p:cNvPr>
            <p:cNvSpPr/>
            <p:nvPr/>
          </p:nvSpPr>
          <p:spPr>
            <a:xfrm>
              <a:off x="4526624"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1" name="任意多边形: 形状 60">
              <a:extLst>
                <a:ext uri="{FF2B5EF4-FFF2-40B4-BE49-F238E27FC236}">
                  <a16:creationId xmlns:a16="http://schemas.microsoft.com/office/drawing/2014/main" id="{9264632A-09D3-71AE-99DB-0E9058D8EB29}"/>
                </a:ext>
              </a:extLst>
            </p:cNvPr>
            <p:cNvSpPr/>
            <p:nvPr/>
          </p:nvSpPr>
          <p:spPr>
            <a:xfrm>
              <a:off x="4618845"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2" name="任意多边形: 形状 61">
              <a:extLst>
                <a:ext uri="{FF2B5EF4-FFF2-40B4-BE49-F238E27FC236}">
                  <a16:creationId xmlns:a16="http://schemas.microsoft.com/office/drawing/2014/main" id="{FB3EBC7F-D1DF-08FE-5089-236FCF730C10}"/>
                </a:ext>
              </a:extLst>
            </p:cNvPr>
            <p:cNvSpPr/>
            <p:nvPr/>
          </p:nvSpPr>
          <p:spPr>
            <a:xfrm>
              <a:off x="4712028"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3" name="任意多边形: 形状 62">
              <a:extLst>
                <a:ext uri="{FF2B5EF4-FFF2-40B4-BE49-F238E27FC236}">
                  <a16:creationId xmlns:a16="http://schemas.microsoft.com/office/drawing/2014/main" id="{21B5A467-B4F1-FAFD-CB5A-96703009F9DB}"/>
                </a:ext>
              </a:extLst>
            </p:cNvPr>
            <p:cNvSpPr/>
            <p:nvPr/>
          </p:nvSpPr>
          <p:spPr>
            <a:xfrm>
              <a:off x="4805694" y="6381467"/>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4" name="任意多边形: 形状 63">
              <a:extLst>
                <a:ext uri="{FF2B5EF4-FFF2-40B4-BE49-F238E27FC236}">
                  <a16:creationId xmlns:a16="http://schemas.microsoft.com/office/drawing/2014/main" id="{3140E57B-9367-2CC9-D370-5F11862C4163}"/>
                </a:ext>
              </a:extLst>
            </p:cNvPr>
            <p:cNvSpPr/>
            <p:nvPr/>
          </p:nvSpPr>
          <p:spPr>
            <a:xfrm>
              <a:off x="4427662" y="6479717"/>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5" name="任意多边形: 形状 64">
              <a:extLst>
                <a:ext uri="{FF2B5EF4-FFF2-40B4-BE49-F238E27FC236}">
                  <a16:creationId xmlns:a16="http://schemas.microsoft.com/office/drawing/2014/main" id="{7BD1C6B9-66C0-74AB-BAC2-D2C04E6AEF7C}"/>
                </a:ext>
              </a:extLst>
            </p:cNvPr>
            <p:cNvSpPr/>
            <p:nvPr/>
          </p:nvSpPr>
          <p:spPr>
            <a:xfrm>
              <a:off x="4526624"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6" name="任意多边形: 形状 65">
              <a:extLst>
                <a:ext uri="{FF2B5EF4-FFF2-40B4-BE49-F238E27FC236}">
                  <a16:creationId xmlns:a16="http://schemas.microsoft.com/office/drawing/2014/main" id="{57D944F1-5D86-67E3-B6D4-B32251FF8FD2}"/>
                </a:ext>
              </a:extLst>
            </p:cNvPr>
            <p:cNvSpPr/>
            <p:nvPr/>
          </p:nvSpPr>
          <p:spPr>
            <a:xfrm>
              <a:off x="4618845"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7" name="任意多边形: 形状 66">
              <a:extLst>
                <a:ext uri="{FF2B5EF4-FFF2-40B4-BE49-F238E27FC236}">
                  <a16:creationId xmlns:a16="http://schemas.microsoft.com/office/drawing/2014/main" id="{B5AFD7E5-BCD6-61DA-B884-97EF10DA87C8}"/>
                </a:ext>
              </a:extLst>
            </p:cNvPr>
            <p:cNvSpPr/>
            <p:nvPr/>
          </p:nvSpPr>
          <p:spPr>
            <a:xfrm>
              <a:off x="4712028"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8" name="任意多边形: 形状 67">
              <a:extLst>
                <a:ext uri="{FF2B5EF4-FFF2-40B4-BE49-F238E27FC236}">
                  <a16:creationId xmlns:a16="http://schemas.microsoft.com/office/drawing/2014/main" id="{636C4067-F781-DA04-BB03-F11810C18143}"/>
                </a:ext>
              </a:extLst>
            </p:cNvPr>
            <p:cNvSpPr/>
            <p:nvPr/>
          </p:nvSpPr>
          <p:spPr>
            <a:xfrm>
              <a:off x="4805694" y="6479717"/>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69" name="任意多边形: 形状 68">
              <a:extLst>
                <a:ext uri="{FF2B5EF4-FFF2-40B4-BE49-F238E27FC236}">
                  <a16:creationId xmlns:a16="http://schemas.microsoft.com/office/drawing/2014/main" id="{A2AC8265-853A-E67E-B4BE-4F6790FF915A}"/>
                </a:ext>
              </a:extLst>
            </p:cNvPr>
            <p:cNvSpPr/>
            <p:nvPr/>
          </p:nvSpPr>
          <p:spPr>
            <a:xfrm>
              <a:off x="4427662" y="6553814"/>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0" name="任意多边形: 形状 69">
              <a:extLst>
                <a:ext uri="{FF2B5EF4-FFF2-40B4-BE49-F238E27FC236}">
                  <a16:creationId xmlns:a16="http://schemas.microsoft.com/office/drawing/2014/main" id="{AA0DCF39-B333-DA56-6B5C-423E46B16787}"/>
                </a:ext>
              </a:extLst>
            </p:cNvPr>
            <p:cNvSpPr/>
            <p:nvPr/>
          </p:nvSpPr>
          <p:spPr>
            <a:xfrm>
              <a:off x="4526624"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1" name="任意多边形: 形状 70">
              <a:extLst>
                <a:ext uri="{FF2B5EF4-FFF2-40B4-BE49-F238E27FC236}">
                  <a16:creationId xmlns:a16="http://schemas.microsoft.com/office/drawing/2014/main" id="{B0BDCCD5-7C46-E16D-A181-E88D57A3B84B}"/>
                </a:ext>
              </a:extLst>
            </p:cNvPr>
            <p:cNvSpPr/>
            <p:nvPr/>
          </p:nvSpPr>
          <p:spPr>
            <a:xfrm>
              <a:off x="4618845"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2" name="任意多边形: 形状 71">
              <a:extLst>
                <a:ext uri="{FF2B5EF4-FFF2-40B4-BE49-F238E27FC236}">
                  <a16:creationId xmlns:a16="http://schemas.microsoft.com/office/drawing/2014/main" id="{870B1423-6D7B-8DC1-902E-17F1CA2D9F0B}"/>
                </a:ext>
              </a:extLst>
            </p:cNvPr>
            <p:cNvSpPr/>
            <p:nvPr/>
          </p:nvSpPr>
          <p:spPr>
            <a:xfrm>
              <a:off x="4712028"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3" name="任意多边形: 形状 72">
              <a:extLst>
                <a:ext uri="{FF2B5EF4-FFF2-40B4-BE49-F238E27FC236}">
                  <a16:creationId xmlns:a16="http://schemas.microsoft.com/office/drawing/2014/main" id="{E5A97700-29FB-94A5-36BB-953D1795DAFE}"/>
                </a:ext>
              </a:extLst>
            </p:cNvPr>
            <p:cNvSpPr/>
            <p:nvPr/>
          </p:nvSpPr>
          <p:spPr>
            <a:xfrm>
              <a:off x="4805694" y="6553814"/>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4" name="任意多边形: 形状 73">
              <a:extLst>
                <a:ext uri="{FF2B5EF4-FFF2-40B4-BE49-F238E27FC236}">
                  <a16:creationId xmlns:a16="http://schemas.microsoft.com/office/drawing/2014/main" id="{5FE04725-ACD0-472A-98AF-A919753641F8}"/>
                </a:ext>
              </a:extLst>
            </p:cNvPr>
            <p:cNvSpPr/>
            <p:nvPr/>
          </p:nvSpPr>
          <p:spPr>
            <a:xfrm>
              <a:off x="4427662" y="6653070"/>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5" name="任意多边形: 形状 74">
              <a:extLst>
                <a:ext uri="{FF2B5EF4-FFF2-40B4-BE49-F238E27FC236}">
                  <a16:creationId xmlns:a16="http://schemas.microsoft.com/office/drawing/2014/main" id="{A4AAC737-56FD-630E-F0E1-FC7890F2AA48}"/>
                </a:ext>
              </a:extLst>
            </p:cNvPr>
            <p:cNvSpPr/>
            <p:nvPr/>
          </p:nvSpPr>
          <p:spPr>
            <a:xfrm>
              <a:off x="4526624"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6" name="任意多边形: 形状 75">
              <a:extLst>
                <a:ext uri="{FF2B5EF4-FFF2-40B4-BE49-F238E27FC236}">
                  <a16:creationId xmlns:a16="http://schemas.microsoft.com/office/drawing/2014/main" id="{02262A20-0D38-1FAB-0B1C-CFC3B17D2A58}"/>
                </a:ext>
              </a:extLst>
            </p:cNvPr>
            <p:cNvSpPr/>
            <p:nvPr/>
          </p:nvSpPr>
          <p:spPr>
            <a:xfrm>
              <a:off x="4618845"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7" name="任意多边形: 形状 76">
              <a:extLst>
                <a:ext uri="{FF2B5EF4-FFF2-40B4-BE49-F238E27FC236}">
                  <a16:creationId xmlns:a16="http://schemas.microsoft.com/office/drawing/2014/main" id="{0E5F77D5-25BB-6F45-3F97-D4E9519AA585}"/>
                </a:ext>
              </a:extLst>
            </p:cNvPr>
            <p:cNvSpPr/>
            <p:nvPr/>
          </p:nvSpPr>
          <p:spPr>
            <a:xfrm>
              <a:off x="4712028"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8" name="任意多边形: 形状 77">
              <a:extLst>
                <a:ext uri="{FF2B5EF4-FFF2-40B4-BE49-F238E27FC236}">
                  <a16:creationId xmlns:a16="http://schemas.microsoft.com/office/drawing/2014/main" id="{8B33FB48-FBF2-78DB-B76E-8EB9D38D4098}"/>
                </a:ext>
              </a:extLst>
            </p:cNvPr>
            <p:cNvSpPr/>
            <p:nvPr/>
          </p:nvSpPr>
          <p:spPr>
            <a:xfrm>
              <a:off x="4805694" y="6653070"/>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9" name="任意多边形: 形状 78">
              <a:extLst>
                <a:ext uri="{FF2B5EF4-FFF2-40B4-BE49-F238E27FC236}">
                  <a16:creationId xmlns:a16="http://schemas.microsoft.com/office/drawing/2014/main" id="{042A78A5-8437-00ED-9B65-31002AC4D4B5}"/>
                </a:ext>
              </a:extLst>
            </p:cNvPr>
            <p:cNvSpPr/>
            <p:nvPr/>
          </p:nvSpPr>
          <p:spPr>
            <a:xfrm>
              <a:off x="4315696" y="5828948"/>
              <a:ext cx="654453" cy="12580"/>
            </a:xfrm>
            <a:custGeom>
              <a:avLst/>
              <a:gdLst>
                <a:gd name="connsiteX0" fmla="*/ 0 w 517779"/>
                <a:gd name="connsiteY0" fmla="*/ 0 h 9525"/>
                <a:gd name="connsiteX1" fmla="*/ 517779 w 517779"/>
                <a:gd name="connsiteY1" fmla="*/ 0 h 9525"/>
              </a:gdLst>
              <a:ahLst/>
              <a:cxnLst>
                <a:cxn ang="0">
                  <a:pos x="connsiteX0" y="connsiteY0"/>
                </a:cxn>
                <a:cxn ang="0">
                  <a:pos x="connsiteX1" y="connsiteY1"/>
                </a:cxn>
              </a:cxnLst>
              <a:rect l="l" t="t" r="r" b="b"/>
              <a:pathLst>
                <a:path w="517779" h="9525">
                  <a:moveTo>
                    <a:pt x="0" y="0"/>
                  </a:moveTo>
                  <a:lnTo>
                    <a:pt x="517779"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0" name="任意多边形: 形状 79">
              <a:extLst>
                <a:ext uri="{FF2B5EF4-FFF2-40B4-BE49-F238E27FC236}">
                  <a16:creationId xmlns:a16="http://schemas.microsoft.com/office/drawing/2014/main" id="{15D4E1E6-CB46-8F95-A08C-9857318FC81A}"/>
                </a:ext>
              </a:extLst>
            </p:cNvPr>
            <p:cNvSpPr/>
            <p:nvPr/>
          </p:nvSpPr>
          <p:spPr>
            <a:xfrm>
              <a:off x="4970150" y="5485260"/>
              <a:ext cx="12039" cy="1303550"/>
            </a:xfrm>
            <a:custGeom>
              <a:avLst/>
              <a:gdLst>
                <a:gd name="connsiteX0" fmla="*/ 0 w 9525"/>
                <a:gd name="connsiteY0" fmla="*/ 0 h 986980"/>
                <a:gd name="connsiteX1" fmla="*/ 0 w 9525"/>
                <a:gd name="connsiteY1" fmla="*/ 986981 h 986980"/>
              </a:gdLst>
              <a:ahLst/>
              <a:cxnLst>
                <a:cxn ang="0">
                  <a:pos x="connsiteX0" y="connsiteY0"/>
                </a:cxn>
                <a:cxn ang="0">
                  <a:pos x="connsiteX1" y="connsiteY1"/>
                </a:cxn>
              </a:cxnLst>
              <a:rect l="l" t="t" r="r" b="b"/>
              <a:pathLst>
                <a:path w="9525" h="986980">
                  <a:moveTo>
                    <a:pt x="0" y="0"/>
                  </a:moveTo>
                  <a:lnTo>
                    <a:pt x="0" y="986981"/>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1" name="任意多边形: 形状 80">
              <a:extLst>
                <a:ext uri="{FF2B5EF4-FFF2-40B4-BE49-F238E27FC236}">
                  <a16:creationId xmlns:a16="http://schemas.microsoft.com/office/drawing/2014/main" id="{7D2E4307-480D-0A3F-60EE-DE6A83B2B288}"/>
                </a:ext>
              </a:extLst>
            </p:cNvPr>
            <p:cNvSpPr/>
            <p:nvPr/>
          </p:nvSpPr>
          <p:spPr>
            <a:xfrm>
              <a:off x="4970150" y="5485260"/>
              <a:ext cx="2251699" cy="33463"/>
            </a:xfrm>
            <a:custGeom>
              <a:avLst/>
              <a:gdLst>
                <a:gd name="connsiteX0" fmla="*/ 0 w 1781460"/>
                <a:gd name="connsiteY0" fmla="*/ 0 h 25336"/>
                <a:gd name="connsiteX1" fmla="*/ 1781461 w 1781460"/>
                <a:gd name="connsiteY1" fmla="*/ 0 h 25336"/>
                <a:gd name="connsiteX2" fmla="*/ 1781461 w 1781460"/>
                <a:gd name="connsiteY2" fmla="*/ 25337 h 25336"/>
                <a:gd name="connsiteX3" fmla="*/ 0 w 1781460"/>
                <a:gd name="connsiteY3" fmla="*/ 25337 h 25336"/>
              </a:gdLst>
              <a:ahLst/>
              <a:cxnLst>
                <a:cxn ang="0">
                  <a:pos x="connsiteX0" y="connsiteY0"/>
                </a:cxn>
                <a:cxn ang="0">
                  <a:pos x="connsiteX1" y="connsiteY1"/>
                </a:cxn>
                <a:cxn ang="0">
                  <a:pos x="connsiteX2" y="connsiteY2"/>
                </a:cxn>
                <a:cxn ang="0">
                  <a:pos x="connsiteX3" y="connsiteY3"/>
                </a:cxn>
              </a:cxnLst>
              <a:rect l="l" t="t" r="r" b="b"/>
              <a:pathLst>
                <a:path w="1781460" h="25336">
                  <a:moveTo>
                    <a:pt x="0" y="0"/>
                  </a:moveTo>
                  <a:lnTo>
                    <a:pt x="1781461" y="0"/>
                  </a:lnTo>
                  <a:lnTo>
                    <a:pt x="1781461"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2" name="任意多边形: 形状 81">
              <a:extLst>
                <a:ext uri="{FF2B5EF4-FFF2-40B4-BE49-F238E27FC236}">
                  <a16:creationId xmlns:a16="http://schemas.microsoft.com/office/drawing/2014/main" id="{808F3308-DF1F-11BB-849A-80AE1D223AAF}"/>
                </a:ext>
              </a:extLst>
            </p:cNvPr>
            <p:cNvSpPr/>
            <p:nvPr/>
          </p:nvSpPr>
          <p:spPr>
            <a:xfrm>
              <a:off x="4927532" y="5410911"/>
              <a:ext cx="2336937" cy="33463"/>
            </a:xfrm>
            <a:custGeom>
              <a:avLst/>
              <a:gdLst>
                <a:gd name="connsiteX0" fmla="*/ 0 w 1848897"/>
                <a:gd name="connsiteY0" fmla="*/ 0 h 25336"/>
                <a:gd name="connsiteX1" fmla="*/ 1848898 w 1848897"/>
                <a:gd name="connsiteY1" fmla="*/ 0 h 25336"/>
                <a:gd name="connsiteX2" fmla="*/ 1848898 w 1848897"/>
                <a:gd name="connsiteY2" fmla="*/ 25337 h 25336"/>
                <a:gd name="connsiteX3" fmla="*/ 0 w 1848897"/>
                <a:gd name="connsiteY3" fmla="*/ 25337 h 25336"/>
              </a:gdLst>
              <a:ahLst/>
              <a:cxnLst>
                <a:cxn ang="0">
                  <a:pos x="connsiteX0" y="connsiteY0"/>
                </a:cxn>
                <a:cxn ang="0">
                  <a:pos x="connsiteX1" y="connsiteY1"/>
                </a:cxn>
                <a:cxn ang="0">
                  <a:pos x="connsiteX2" y="connsiteY2"/>
                </a:cxn>
                <a:cxn ang="0">
                  <a:pos x="connsiteX3" y="connsiteY3"/>
                </a:cxn>
              </a:cxnLst>
              <a:rect l="l" t="t" r="r" b="b"/>
              <a:pathLst>
                <a:path w="1848897" h="25336">
                  <a:moveTo>
                    <a:pt x="0" y="0"/>
                  </a:moveTo>
                  <a:lnTo>
                    <a:pt x="1848898" y="0"/>
                  </a:lnTo>
                  <a:lnTo>
                    <a:pt x="1848898"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3" name="任意多边形: 形状 82">
              <a:extLst>
                <a:ext uri="{FF2B5EF4-FFF2-40B4-BE49-F238E27FC236}">
                  <a16:creationId xmlns:a16="http://schemas.microsoft.com/office/drawing/2014/main" id="{C7D92C57-EFB1-07D3-4535-8C5F1DB54406}"/>
                </a:ext>
              </a:extLst>
            </p:cNvPr>
            <p:cNvSpPr/>
            <p:nvPr/>
          </p:nvSpPr>
          <p:spPr>
            <a:xfrm>
              <a:off x="4947156" y="5444373"/>
              <a:ext cx="2297569" cy="40885"/>
            </a:xfrm>
            <a:custGeom>
              <a:avLst/>
              <a:gdLst>
                <a:gd name="connsiteX0" fmla="*/ 0 w 1817751"/>
                <a:gd name="connsiteY0" fmla="*/ 0 h 30956"/>
                <a:gd name="connsiteX1" fmla="*/ 1817751 w 1817751"/>
                <a:gd name="connsiteY1" fmla="*/ 0 h 30956"/>
                <a:gd name="connsiteX2" fmla="*/ 1817751 w 1817751"/>
                <a:gd name="connsiteY2" fmla="*/ 30956 h 30956"/>
                <a:gd name="connsiteX3" fmla="*/ 0 w 1817751"/>
                <a:gd name="connsiteY3" fmla="*/ 30956 h 30956"/>
              </a:gdLst>
              <a:ahLst/>
              <a:cxnLst>
                <a:cxn ang="0">
                  <a:pos x="connsiteX0" y="connsiteY0"/>
                </a:cxn>
                <a:cxn ang="0">
                  <a:pos x="connsiteX1" y="connsiteY1"/>
                </a:cxn>
                <a:cxn ang="0">
                  <a:pos x="connsiteX2" y="connsiteY2"/>
                </a:cxn>
                <a:cxn ang="0">
                  <a:pos x="connsiteX3" y="connsiteY3"/>
                </a:cxn>
              </a:cxnLst>
              <a:rect l="l" t="t" r="r" b="b"/>
              <a:pathLst>
                <a:path w="1817751" h="30956">
                  <a:moveTo>
                    <a:pt x="0" y="0"/>
                  </a:moveTo>
                  <a:lnTo>
                    <a:pt x="1817751" y="0"/>
                  </a:lnTo>
                  <a:lnTo>
                    <a:pt x="1817751" y="30956"/>
                  </a:lnTo>
                  <a:lnTo>
                    <a:pt x="0" y="30956"/>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4" name="任意多边形: 形状 83">
              <a:extLst>
                <a:ext uri="{FF2B5EF4-FFF2-40B4-BE49-F238E27FC236}">
                  <a16:creationId xmlns:a16="http://schemas.microsoft.com/office/drawing/2014/main" id="{3C1A89F5-EC21-E3C5-9768-1450BBFE47D5}"/>
                </a:ext>
              </a:extLst>
            </p:cNvPr>
            <p:cNvSpPr/>
            <p:nvPr/>
          </p:nvSpPr>
          <p:spPr>
            <a:xfrm>
              <a:off x="5073567"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5" name="任意多边形: 形状 84">
              <a:extLst>
                <a:ext uri="{FF2B5EF4-FFF2-40B4-BE49-F238E27FC236}">
                  <a16:creationId xmlns:a16="http://schemas.microsoft.com/office/drawing/2014/main" id="{057A5FCD-0783-031C-AB00-7DF6C0A017E8}"/>
                </a:ext>
              </a:extLst>
            </p:cNvPr>
            <p:cNvSpPr/>
            <p:nvPr/>
          </p:nvSpPr>
          <p:spPr>
            <a:xfrm>
              <a:off x="5274502"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6" name="任意多边形: 形状 85">
              <a:extLst>
                <a:ext uri="{FF2B5EF4-FFF2-40B4-BE49-F238E27FC236}">
                  <a16:creationId xmlns:a16="http://schemas.microsoft.com/office/drawing/2014/main" id="{E4132BF4-695D-2FC9-AD28-A825344F5BBB}"/>
                </a:ext>
              </a:extLst>
            </p:cNvPr>
            <p:cNvSpPr/>
            <p:nvPr/>
          </p:nvSpPr>
          <p:spPr>
            <a:xfrm>
              <a:off x="5483263"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7" name="任意多边形: 形状 86">
              <a:extLst>
                <a:ext uri="{FF2B5EF4-FFF2-40B4-BE49-F238E27FC236}">
                  <a16:creationId xmlns:a16="http://schemas.microsoft.com/office/drawing/2014/main" id="{6C381A0B-F94E-13EB-C176-C1890CE0A109}"/>
                </a:ext>
              </a:extLst>
            </p:cNvPr>
            <p:cNvSpPr/>
            <p:nvPr/>
          </p:nvSpPr>
          <p:spPr>
            <a:xfrm>
              <a:off x="569214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8" name="任意多边形: 形状 87">
              <a:extLst>
                <a:ext uri="{FF2B5EF4-FFF2-40B4-BE49-F238E27FC236}">
                  <a16:creationId xmlns:a16="http://schemas.microsoft.com/office/drawing/2014/main" id="{2DF8970A-8704-67E3-C879-C770CB3AEC6F}"/>
                </a:ext>
              </a:extLst>
            </p:cNvPr>
            <p:cNvSpPr/>
            <p:nvPr/>
          </p:nvSpPr>
          <p:spPr>
            <a:xfrm>
              <a:off x="590090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9" name="任意多边形: 形状 88">
              <a:extLst>
                <a:ext uri="{FF2B5EF4-FFF2-40B4-BE49-F238E27FC236}">
                  <a16:creationId xmlns:a16="http://schemas.microsoft.com/office/drawing/2014/main" id="{DD87D530-CCFF-CE40-4871-B4650E14E60A}"/>
                </a:ext>
              </a:extLst>
            </p:cNvPr>
            <p:cNvSpPr/>
            <p:nvPr/>
          </p:nvSpPr>
          <p:spPr>
            <a:xfrm>
              <a:off x="6109665"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0" name="任意多边形: 形状 89">
              <a:extLst>
                <a:ext uri="{FF2B5EF4-FFF2-40B4-BE49-F238E27FC236}">
                  <a16:creationId xmlns:a16="http://schemas.microsoft.com/office/drawing/2014/main" id="{62C7ADEB-6F18-59E3-17BF-E0DAF2B801C1}"/>
                </a:ext>
              </a:extLst>
            </p:cNvPr>
            <p:cNvSpPr/>
            <p:nvPr/>
          </p:nvSpPr>
          <p:spPr>
            <a:xfrm>
              <a:off x="6318425"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1" name="任意多边形: 形状 90">
              <a:extLst>
                <a:ext uri="{FF2B5EF4-FFF2-40B4-BE49-F238E27FC236}">
                  <a16:creationId xmlns:a16="http://schemas.microsoft.com/office/drawing/2014/main" id="{C5E8FEAA-61E8-0842-AC81-93A5C0619745}"/>
                </a:ext>
              </a:extLst>
            </p:cNvPr>
            <p:cNvSpPr/>
            <p:nvPr/>
          </p:nvSpPr>
          <p:spPr>
            <a:xfrm>
              <a:off x="6527306"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2" name="任意多边形: 形状 91">
              <a:extLst>
                <a:ext uri="{FF2B5EF4-FFF2-40B4-BE49-F238E27FC236}">
                  <a16:creationId xmlns:a16="http://schemas.microsoft.com/office/drawing/2014/main" id="{0A8B77FE-374F-65B3-B108-79AC8C667BF7}"/>
                </a:ext>
              </a:extLst>
            </p:cNvPr>
            <p:cNvSpPr/>
            <p:nvPr/>
          </p:nvSpPr>
          <p:spPr>
            <a:xfrm>
              <a:off x="6736066"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3" name="任意多边形: 形状 92">
              <a:extLst>
                <a:ext uri="{FF2B5EF4-FFF2-40B4-BE49-F238E27FC236}">
                  <a16:creationId xmlns:a16="http://schemas.microsoft.com/office/drawing/2014/main" id="{5D173BD2-5122-59B9-61EC-F09575A643E4}"/>
                </a:ext>
              </a:extLst>
            </p:cNvPr>
            <p:cNvSpPr/>
            <p:nvPr/>
          </p:nvSpPr>
          <p:spPr>
            <a:xfrm>
              <a:off x="6944827"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4" name="任意多边形: 形状 93">
              <a:extLst>
                <a:ext uri="{FF2B5EF4-FFF2-40B4-BE49-F238E27FC236}">
                  <a16:creationId xmlns:a16="http://schemas.microsoft.com/office/drawing/2014/main" id="{6B00B5FF-5FC9-3321-CEED-E90D8F4D7306}"/>
                </a:ext>
              </a:extLst>
            </p:cNvPr>
            <p:cNvSpPr/>
            <p:nvPr/>
          </p:nvSpPr>
          <p:spPr>
            <a:xfrm>
              <a:off x="710940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5" name="任意多边形: 形状 94">
              <a:extLst>
                <a:ext uri="{FF2B5EF4-FFF2-40B4-BE49-F238E27FC236}">
                  <a16:creationId xmlns:a16="http://schemas.microsoft.com/office/drawing/2014/main" id="{0E04A60B-BEDD-358C-637F-3AFB6299953E}"/>
                </a:ext>
              </a:extLst>
            </p:cNvPr>
            <p:cNvSpPr/>
            <p:nvPr/>
          </p:nvSpPr>
          <p:spPr>
            <a:xfrm>
              <a:off x="5109926" y="5355433"/>
              <a:ext cx="239700" cy="55478"/>
            </a:xfrm>
            <a:custGeom>
              <a:avLst/>
              <a:gdLst>
                <a:gd name="connsiteX0" fmla="*/ 0 w 189642"/>
                <a:gd name="connsiteY0" fmla="*/ 0 h 42005"/>
                <a:gd name="connsiteX1" fmla="*/ 189643 w 189642"/>
                <a:gd name="connsiteY1" fmla="*/ 0 h 42005"/>
                <a:gd name="connsiteX2" fmla="*/ 189643 w 189642"/>
                <a:gd name="connsiteY2" fmla="*/ 42005 h 42005"/>
                <a:gd name="connsiteX3" fmla="*/ 0 w 189642"/>
                <a:gd name="connsiteY3" fmla="*/ 42005 h 42005"/>
              </a:gdLst>
              <a:ahLst/>
              <a:cxnLst>
                <a:cxn ang="0">
                  <a:pos x="connsiteX0" y="connsiteY0"/>
                </a:cxn>
                <a:cxn ang="0">
                  <a:pos x="connsiteX1" y="connsiteY1"/>
                </a:cxn>
                <a:cxn ang="0">
                  <a:pos x="connsiteX2" y="connsiteY2"/>
                </a:cxn>
                <a:cxn ang="0">
                  <a:pos x="connsiteX3" y="connsiteY3"/>
                </a:cxn>
              </a:cxnLst>
              <a:rect l="l" t="t" r="r" b="b"/>
              <a:pathLst>
                <a:path w="189642" h="42005">
                  <a:moveTo>
                    <a:pt x="0" y="0"/>
                  </a:moveTo>
                  <a:lnTo>
                    <a:pt x="189643" y="0"/>
                  </a:lnTo>
                  <a:lnTo>
                    <a:pt x="189643" y="42005"/>
                  </a:lnTo>
                  <a:lnTo>
                    <a:pt x="0" y="42005"/>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6" name="任意多边形: 形状 95">
              <a:extLst>
                <a:ext uri="{FF2B5EF4-FFF2-40B4-BE49-F238E27FC236}">
                  <a16:creationId xmlns:a16="http://schemas.microsoft.com/office/drawing/2014/main" id="{C2B988DA-39C0-FD7C-1610-48CC300A53B7}"/>
                </a:ext>
              </a:extLst>
            </p:cNvPr>
            <p:cNvSpPr/>
            <p:nvPr/>
          </p:nvSpPr>
          <p:spPr>
            <a:xfrm>
              <a:off x="5155796"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7" name="任意多边形: 形状 96">
              <a:extLst>
                <a:ext uri="{FF2B5EF4-FFF2-40B4-BE49-F238E27FC236}">
                  <a16:creationId xmlns:a16="http://schemas.microsoft.com/office/drawing/2014/main" id="{E0DF4489-D9DF-C55D-E2C0-88F20F0EFB86}"/>
                </a:ext>
              </a:extLst>
            </p:cNvPr>
            <p:cNvSpPr/>
            <p:nvPr/>
          </p:nvSpPr>
          <p:spPr>
            <a:xfrm>
              <a:off x="5209851" y="5375687"/>
              <a:ext cx="21429" cy="35224"/>
            </a:xfrm>
            <a:custGeom>
              <a:avLst/>
              <a:gdLst>
                <a:gd name="connsiteX0" fmla="*/ 0 w 16954"/>
                <a:gd name="connsiteY0" fmla="*/ 0 h 26670"/>
                <a:gd name="connsiteX1" fmla="*/ 16954 w 16954"/>
                <a:gd name="connsiteY1" fmla="*/ 0 h 26670"/>
                <a:gd name="connsiteX2" fmla="*/ 16954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4" y="0"/>
                  </a:lnTo>
                  <a:lnTo>
                    <a:pt x="16954"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8" name="任意多边形: 形状 97">
              <a:extLst>
                <a:ext uri="{FF2B5EF4-FFF2-40B4-BE49-F238E27FC236}">
                  <a16:creationId xmlns:a16="http://schemas.microsoft.com/office/drawing/2014/main" id="{F7CAA341-EB0F-D3A6-846E-81B8D11DB758}"/>
                </a:ext>
              </a:extLst>
            </p:cNvPr>
            <p:cNvSpPr/>
            <p:nvPr/>
          </p:nvSpPr>
          <p:spPr>
            <a:xfrm>
              <a:off x="5263787"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9" name="任意多边形: 形状 98">
              <a:extLst>
                <a:ext uri="{FF2B5EF4-FFF2-40B4-BE49-F238E27FC236}">
                  <a16:creationId xmlns:a16="http://schemas.microsoft.com/office/drawing/2014/main" id="{BBFA1E95-757C-D8A4-B03F-932FEF7F0321}"/>
                </a:ext>
              </a:extLst>
            </p:cNvPr>
            <p:cNvSpPr/>
            <p:nvPr/>
          </p:nvSpPr>
          <p:spPr>
            <a:xfrm>
              <a:off x="6842253" y="5355433"/>
              <a:ext cx="239700" cy="55478"/>
            </a:xfrm>
            <a:custGeom>
              <a:avLst/>
              <a:gdLst>
                <a:gd name="connsiteX0" fmla="*/ 0 w 189642"/>
                <a:gd name="connsiteY0" fmla="*/ 0 h 42005"/>
                <a:gd name="connsiteX1" fmla="*/ 189643 w 189642"/>
                <a:gd name="connsiteY1" fmla="*/ 0 h 42005"/>
                <a:gd name="connsiteX2" fmla="*/ 189643 w 189642"/>
                <a:gd name="connsiteY2" fmla="*/ 42005 h 42005"/>
                <a:gd name="connsiteX3" fmla="*/ 0 w 189642"/>
                <a:gd name="connsiteY3" fmla="*/ 42005 h 42005"/>
              </a:gdLst>
              <a:ahLst/>
              <a:cxnLst>
                <a:cxn ang="0">
                  <a:pos x="connsiteX0" y="connsiteY0"/>
                </a:cxn>
                <a:cxn ang="0">
                  <a:pos x="connsiteX1" y="connsiteY1"/>
                </a:cxn>
                <a:cxn ang="0">
                  <a:pos x="connsiteX2" y="connsiteY2"/>
                </a:cxn>
                <a:cxn ang="0">
                  <a:pos x="connsiteX3" y="connsiteY3"/>
                </a:cxn>
              </a:cxnLst>
              <a:rect l="l" t="t" r="r" b="b"/>
              <a:pathLst>
                <a:path w="189642" h="42005">
                  <a:moveTo>
                    <a:pt x="0" y="0"/>
                  </a:moveTo>
                  <a:lnTo>
                    <a:pt x="189643" y="0"/>
                  </a:lnTo>
                  <a:lnTo>
                    <a:pt x="189643" y="42005"/>
                  </a:lnTo>
                  <a:lnTo>
                    <a:pt x="0" y="42005"/>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0" name="任意多边形: 形状 99">
              <a:extLst>
                <a:ext uri="{FF2B5EF4-FFF2-40B4-BE49-F238E27FC236}">
                  <a16:creationId xmlns:a16="http://schemas.microsoft.com/office/drawing/2014/main" id="{71D1B369-5A14-8558-EE68-A9BDFE8FF28D}"/>
                </a:ext>
              </a:extLst>
            </p:cNvPr>
            <p:cNvSpPr/>
            <p:nvPr/>
          </p:nvSpPr>
          <p:spPr>
            <a:xfrm>
              <a:off x="7014775"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1" name="任意多边形: 形状 100">
              <a:extLst>
                <a:ext uri="{FF2B5EF4-FFF2-40B4-BE49-F238E27FC236}">
                  <a16:creationId xmlns:a16="http://schemas.microsoft.com/office/drawing/2014/main" id="{BB08BE8D-D07E-FEFB-08F5-D05EFE615C2D}"/>
                </a:ext>
              </a:extLst>
            </p:cNvPr>
            <p:cNvSpPr/>
            <p:nvPr/>
          </p:nvSpPr>
          <p:spPr>
            <a:xfrm>
              <a:off x="6960839" y="5375687"/>
              <a:ext cx="21429" cy="35224"/>
            </a:xfrm>
            <a:custGeom>
              <a:avLst/>
              <a:gdLst>
                <a:gd name="connsiteX0" fmla="*/ 0 w 16954"/>
                <a:gd name="connsiteY0" fmla="*/ 0 h 26670"/>
                <a:gd name="connsiteX1" fmla="*/ 16954 w 16954"/>
                <a:gd name="connsiteY1" fmla="*/ 0 h 26670"/>
                <a:gd name="connsiteX2" fmla="*/ 16954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4" y="0"/>
                  </a:lnTo>
                  <a:lnTo>
                    <a:pt x="16954"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2" name="任意多边形: 形状 101">
              <a:extLst>
                <a:ext uri="{FF2B5EF4-FFF2-40B4-BE49-F238E27FC236}">
                  <a16:creationId xmlns:a16="http://schemas.microsoft.com/office/drawing/2014/main" id="{43A97F33-E87A-81CC-C934-39BAA1E8C0F2}"/>
                </a:ext>
              </a:extLst>
            </p:cNvPr>
            <p:cNvSpPr/>
            <p:nvPr/>
          </p:nvSpPr>
          <p:spPr>
            <a:xfrm>
              <a:off x="6906783"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3" name="任意多边形: 形状 102">
              <a:extLst>
                <a:ext uri="{FF2B5EF4-FFF2-40B4-BE49-F238E27FC236}">
                  <a16:creationId xmlns:a16="http://schemas.microsoft.com/office/drawing/2014/main" id="{99886778-1803-6A63-3236-52AC2F75A8DA}"/>
                </a:ext>
              </a:extLst>
            </p:cNvPr>
            <p:cNvSpPr/>
            <p:nvPr/>
          </p:nvSpPr>
          <p:spPr>
            <a:xfrm>
              <a:off x="5178309" y="5518722"/>
              <a:ext cx="12039" cy="1270088"/>
            </a:xfrm>
            <a:custGeom>
              <a:avLst/>
              <a:gdLst>
                <a:gd name="connsiteX0" fmla="*/ 0 w 9525"/>
                <a:gd name="connsiteY0" fmla="*/ 0 h 961644"/>
                <a:gd name="connsiteX1" fmla="*/ 0 w 9525"/>
                <a:gd name="connsiteY1" fmla="*/ 961644 h 961644"/>
              </a:gdLst>
              <a:ahLst/>
              <a:cxnLst>
                <a:cxn ang="0">
                  <a:pos x="connsiteX0" y="connsiteY0"/>
                </a:cxn>
                <a:cxn ang="0">
                  <a:pos x="connsiteX1" y="connsiteY1"/>
                </a:cxn>
              </a:cxnLst>
              <a:rect l="l" t="t" r="r" b="b"/>
              <a:pathLst>
                <a:path w="9525" h="961644">
                  <a:moveTo>
                    <a:pt x="0" y="0"/>
                  </a:moveTo>
                  <a:lnTo>
                    <a:pt x="0" y="961644"/>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4" name="任意多边形: 形状 103">
              <a:extLst>
                <a:ext uri="{FF2B5EF4-FFF2-40B4-BE49-F238E27FC236}">
                  <a16:creationId xmlns:a16="http://schemas.microsoft.com/office/drawing/2014/main" id="{23576DA5-BD42-698E-3873-65311BC830F8}"/>
                </a:ext>
              </a:extLst>
            </p:cNvPr>
            <p:cNvSpPr/>
            <p:nvPr/>
          </p:nvSpPr>
          <p:spPr>
            <a:xfrm>
              <a:off x="4970150" y="5672954"/>
              <a:ext cx="2251699" cy="12580"/>
            </a:xfrm>
            <a:custGeom>
              <a:avLst/>
              <a:gdLst>
                <a:gd name="connsiteX0" fmla="*/ 1781461 w 1781460"/>
                <a:gd name="connsiteY0" fmla="*/ 0 h 9525"/>
                <a:gd name="connsiteX1" fmla="*/ 0 w 1781460"/>
                <a:gd name="connsiteY1" fmla="*/ 0 h 9525"/>
              </a:gdLst>
              <a:ahLst/>
              <a:cxnLst>
                <a:cxn ang="0">
                  <a:pos x="connsiteX0" y="connsiteY0"/>
                </a:cxn>
                <a:cxn ang="0">
                  <a:pos x="connsiteX1" y="connsiteY1"/>
                </a:cxn>
              </a:cxnLst>
              <a:rect l="l" t="t" r="r" b="b"/>
              <a:pathLst>
                <a:path w="1781460" h="9525">
                  <a:moveTo>
                    <a:pt x="178146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5" name="任意多边形: 形状 104">
              <a:extLst>
                <a:ext uri="{FF2B5EF4-FFF2-40B4-BE49-F238E27FC236}">
                  <a16:creationId xmlns:a16="http://schemas.microsoft.com/office/drawing/2014/main" id="{3B28B218-CA78-3830-1000-DBBA076C500F}"/>
                </a:ext>
              </a:extLst>
            </p:cNvPr>
            <p:cNvSpPr/>
            <p:nvPr/>
          </p:nvSpPr>
          <p:spPr>
            <a:xfrm>
              <a:off x="7221850" y="5485260"/>
              <a:ext cx="12039" cy="1303550"/>
            </a:xfrm>
            <a:custGeom>
              <a:avLst/>
              <a:gdLst>
                <a:gd name="connsiteX0" fmla="*/ 0 w 9525"/>
                <a:gd name="connsiteY0" fmla="*/ 0 h 986980"/>
                <a:gd name="connsiteX1" fmla="*/ 0 w 9525"/>
                <a:gd name="connsiteY1" fmla="*/ 986981 h 986980"/>
              </a:gdLst>
              <a:ahLst/>
              <a:cxnLst>
                <a:cxn ang="0">
                  <a:pos x="connsiteX0" y="connsiteY0"/>
                </a:cxn>
                <a:cxn ang="0">
                  <a:pos x="connsiteX1" y="connsiteY1"/>
                </a:cxn>
              </a:cxnLst>
              <a:rect l="l" t="t" r="r" b="b"/>
              <a:pathLst>
                <a:path w="9525" h="986980">
                  <a:moveTo>
                    <a:pt x="0" y="0"/>
                  </a:moveTo>
                  <a:lnTo>
                    <a:pt x="0" y="986981"/>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6" name="任意多边形: 形状 105">
              <a:extLst>
                <a:ext uri="{FF2B5EF4-FFF2-40B4-BE49-F238E27FC236}">
                  <a16:creationId xmlns:a16="http://schemas.microsoft.com/office/drawing/2014/main" id="{6CFD4902-4D86-C14B-0420-326A2863877D}"/>
                </a:ext>
              </a:extLst>
            </p:cNvPr>
            <p:cNvSpPr/>
            <p:nvPr/>
          </p:nvSpPr>
          <p:spPr>
            <a:xfrm>
              <a:off x="4970150" y="5704530"/>
              <a:ext cx="2251699" cy="12580"/>
            </a:xfrm>
            <a:custGeom>
              <a:avLst/>
              <a:gdLst>
                <a:gd name="connsiteX0" fmla="*/ 1781461 w 1781460"/>
                <a:gd name="connsiteY0" fmla="*/ 0 h 9525"/>
                <a:gd name="connsiteX1" fmla="*/ 0 w 1781460"/>
                <a:gd name="connsiteY1" fmla="*/ 0 h 9525"/>
              </a:gdLst>
              <a:ahLst/>
              <a:cxnLst>
                <a:cxn ang="0">
                  <a:pos x="connsiteX0" y="connsiteY0"/>
                </a:cxn>
                <a:cxn ang="0">
                  <a:pos x="connsiteX1" y="connsiteY1"/>
                </a:cxn>
              </a:cxnLst>
              <a:rect l="l" t="t" r="r" b="b"/>
              <a:pathLst>
                <a:path w="1781460" h="9525">
                  <a:moveTo>
                    <a:pt x="178146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7" name="任意多边形: 形状 106">
              <a:extLst>
                <a:ext uri="{FF2B5EF4-FFF2-40B4-BE49-F238E27FC236}">
                  <a16:creationId xmlns:a16="http://schemas.microsoft.com/office/drawing/2014/main" id="{A31356A3-0EFF-A7E5-1667-91F9DE044F05}"/>
                </a:ext>
              </a:extLst>
            </p:cNvPr>
            <p:cNvSpPr/>
            <p:nvPr/>
          </p:nvSpPr>
          <p:spPr>
            <a:xfrm>
              <a:off x="5039014" y="5741642"/>
              <a:ext cx="75365" cy="1047168"/>
            </a:xfrm>
            <a:custGeom>
              <a:avLst/>
              <a:gdLst>
                <a:gd name="connsiteX0" fmla="*/ 0 w 59626"/>
                <a:gd name="connsiteY0" fmla="*/ 0 h 792861"/>
                <a:gd name="connsiteX1" fmla="*/ 59626 w 59626"/>
                <a:gd name="connsiteY1" fmla="*/ 0 h 792861"/>
                <a:gd name="connsiteX2" fmla="*/ 59626 w 59626"/>
                <a:gd name="connsiteY2" fmla="*/ 792861 h 792861"/>
                <a:gd name="connsiteX3" fmla="*/ 0 w 59626"/>
                <a:gd name="connsiteY3" fmla="*/ 792861 h 792861"/>
              </a:gdLst>
              <a:ahLst/>
              <a:cxnLst>
                <a:cxn ang="0">
                  <a:pos x="connsiteX0" y="connsiteY0"/>
                </a:cxn>
                <a:cxn ang="0">
                  <a:pos x="connsiteX1" y="connsiteY1"/>
                </a:cxn>
                <a:cxn ang="0">
                  <a:pos x="connsiteX2" y="connsiteY2"/>
                </a:cxn>
                <a:cxn ang="0">
                  <a:pos x="connsiteX3" y="connsiteY3"/>
                </a:cxn>
              </a:cxnLst>
              <a:rect l="l" t="t" r="r" b="b"/>
              <a:pathLst>
                <a:path w="59626" h="792861">
                  <a:moveTo>
                    <a:pt x="0" y="0"/>
                  </a:moveTo>
                  <a:lnTo>
                    <a:pt x="59626" y="0"/>
                  </a:lnTo>
                  <a:lnTo>
                    <a:pt x="59626" y="792861"/>
                  </a:lnTo>
                  <a:lnTo>
                    <a:pt x="0" y="792861"/>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8" name="任意多边形: 形状 107">
              <a:extLst>
                <a:ext uri="{FF2B5EF4-FFF2-40B4-BE49-F238E27FC236}">
                  <a16:creationId xmlns:a16="http://schemas.microsoft.com/office/drawing/2014/main" id="{27C502FE-6194-A9C4-1A93-71011454AA84}"/>
                </a:ext>
              </a:extLst>
            </p:cNvPr>
            <p:cNvSpPr/>
            <p:nvPr/>
          </p:nvSpPr>
          <p:spPr>
            <a:xfrm>
              <a:off x="5039014" y="5547154"/>
              <a:ext cx="75365" cy="94602"/>
            </a:xfrm>
            <a:custGeom>
              <a:avLst/>
              <a:gdLst>
                <a:gd name="connsiteX0" fmla="*/ 0 w 59626"/>
                <a:gd name="connsiteY0" fmla="*/ 0 h 71628"/>
                <a:gd name="connsiteX1" fmla="*/ 59626 w 59626"/>
                <a:gd name="connsiteY1" fmla="*/ 0 h 71628"/>
                <a:gd name="connsiteX2" fmla="*/ 59626 w 59626"/>
                <a:gd name="connsiteY2" fmla="*/ 71628 h 71628"/>
                <a:gd name="connsiteX3" fmla="*/ 0 w 59626"/>
                <a:gd name="connsiteY3" fmla="*/ 71628 h 71628"/>
              </a:gdLst>
              <a:ahLst/>
              <a:cxnLst>
                <a:cxn ang="0">
                  <a:pos x="connsiteX0" y="connsiteY0"/>
                </a:cxn>
                <a:cxn ang="0">
                  <a:pos x="connsiteX1" y="connsiteY1"/>
                </a:cxn>
                <a:cxn ang="0">
                  <a:pos x="connsiteX2" y="connsiteY2"/>
                </a:cxn>
                <a:cxn ang="0">
                  <a:pos x="connsiteX3" y="connsiteY3"/>
                </a:cxn>
              </a:cxnLst>
              <a:rect l="l" t="t" r="r" b="b"/>
              <a:pathLst>
                <a:path w="59626" h="71628">
                  <a:moveTo>
                    <a:pt x="0" y="0"/>
                  </a:moveTo>
                  <a:lnTo>
                    <a:pt x="59626" y="0"/>
                  </a:lnTo>
                  <a:lnTo>
                    <a:pt x="59626" y="71628"/>
                  </a:lnTo>
                  <a:lnTo>
                    <a:pt x="0" y="71628"/>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9" name="任意多边形: 形状 108">
              <a:extLst>
                <a:ext uri="{FF2B5EF4-FFF2-40B4-BE49-F238E27FC236}">
                  <a16:creationId xmlns:a16="http://schemas.microsoft.com/office/drawing/2014/main" id="{B1A21206-F075-34EE-3B3B-9DAE11FA82E2}"/>
                </a:ext>
              </a:extLst>
            </p:cNvPr>
            <p:cNvSpPr/>
            <p:nvPr/>
          </p:nvSpPr>
          <p:spPr>
            <a:xfrm>
              <a:off x="6995754" y="5518722"/>
              <a:ext cx="12039" cy="1270088"/>
            </a:xfrm>
            <a:custGeom>
              <a:avLst/>
              <a:gdLst>
                <a:gd name="connsiteX0" fmla="*/ 0 w 9525"/>
                <a:gd name="connsiteY0" fmla="*/ 0 h 961644"/>
                <a:gd name="connsiteX1" fmla="*/ 0 w 9525"/>
                <a:gd name="connsiteY1" fmla="*/ 961644 h 961644"/>
              </a:gdLst>
              <a:ahLst/>
              <a:cxnLst>
                <a:cxn ang="0">
                  <a:pos x="connsiteX0" y="connsiteY0"/>
                </a:cxn>
                <a:cxn ang="0">
                  <a:pos x="connsiteX1" y="connsiteY1"/>
                </a:cxn>
              </a:cxnLst>
              <a:rect l="l" t="t" r="r" b="b"/>
              <a:pathLst>
                <a:path w="9525" h="961644">
                  <a:moveTo>
                    <a:pt x="0" y="0"/>
                  </a:moveTo>
                  <a:lnTo>
                    <a:pt x="0" y="961644"/>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0" name="任意多边形: 形状 109">
              <a:extLst>
                <a:ext uri="{FF2B5EF4-FFF2-40B4-BE49-F238E27FC236}">
                  <a16:creationId xmlns:a16="http://schemas.microsoft.com/office/drawing/2014/main" id="{344B18F0-FBD5-110F-8E38-9CD7F68B9C05}"/>
                </a:ext>
              </a:extLst>
            </p:cNvPr>
            <p:cNvSpPr/>
            <p:nvPr/>
          </p:nvSpPr>
          <p:spPr>
            <a:xfrm>
              <a:off x="5039014" y="5810330"/>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1" name="任意多边形: 形状 110">
              <a:extLst>
                <a:ext uri="{FF2B5EF4-FFF2-40B4-BE49-F238E27FC236}">
                  <a16:creationId xmlns:a16="http://schemas.microsoft.com/office/drawing/2014/main" id="{CCA60DA6-BED6-E73E-E251-DFA9406BACA3}"/>
                </a:ext>
              </a:extLst>
            </p:cNvPr>
            <p:cNvSpPr/>
            <p:nvPr/>
          </p:nvSpPr>
          <p:spPr>
            <a:xfrm>
              <a:off x="5039014" y="5897635"/>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2" name="任意多边形: 形状 111">
              <a:extLst>
                <a:ext uri="{FF2B5EF4-FFF2-40B4-BE49-F238E27FC236}">
                  <a16:creationId xmlns:a16="http://schemas.microsoft.com/office/drawing/2014/main" id="{095D5388-7642-101E-D328-E8A017F72106}"/>
                </a:ext>
              </a:extLst>
            </p:cNvPr>
            <p:cNvSpPr/>
            <p:nvPr/>
          </p:nvSpPr>
          <p:spPr>
            <a:xfrm>
              <a:off x="5039014" y="5984942"/>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3" name="任意多边形: 形状 112">
              <a:extLst>
                <a:ext uri="{FF2B5EF4-FFF2-40B4-BE49-F238E27FC236}">
                  <a16:creationId xmlns:a16="http://schemas.microsoft.com/office/drawing/2014/main" id="{0D7F90C0-731F-8021-071F-6C327A4DE14B}"/>
                </a:ext>
              </a:extLst>
            </p:cNvPr>
            <p:cNvSpPr/>
            <p:nvPr/>
          </p:nvSpPr>
          <p:spPr>
            <a:xfrm>
              <a:off x="5039014" y="607224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4" name="任意多边形: 形状 113">
              <a:extLst>
                <a:ext uri="{FF2B5EF4-FFF2-40B4-BE49-F238E27FC236}">
                  <a16:creationId xmlns:a16="http://schemas.microsoft.com/office/drawing/2014/main" id="{63BF808E-5344-10F4-878E-2928628DFE75}"/>
                </a:ext>
              </a:extLst>
            </p:cNvPr>
            <p:cNvSpPr/>
            <p:nvPr/>
          </p:nvSpPr>
          <p:spPr>
            <a:xfrm>
              <a:off x="5039014" y="6159679"/>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5" name="任意多边形: 形状 114">
              <a:extLst>
                <a:ext uri="{FF2B5EF4-FFF2-40B4-BE49-F238E27FC236}">
                  <a16:creationId xmlns:a16="http://schemas.microsoft.com/office/drawing/2014/main" id="{A8836379-7811-B887-DC46-6F3A2147C905}"/>
                </a:ext>
              </a:extLst>
            </p:cNvPr>
            <p:cNvSpPr/>
            <p:nvPr/>
          </p:nvSpPr>
          <p:spPr>
            <a:xfrm>
              <a:off x="5039014" y="6246984"/>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6" name="任意多边形: 形状 115">
              <a:extLst>
                <a:ext uri="{FF2B5EF4-FFF2-40B4-BE49-F238E27FC236}">
                  <a16:creationId xmlns:a16="http://schemas.microsoft.com/office/drawing/2014/main" id="{11E715BF-BE34-9BC3-3D55-08FDCB75AC0E}"/>
                </a:ext>
              </a:extLst>
            </p:cNvPr>
            <p:cNvSpPr/>
            <p:nvPr/>
          </p:nvSpPr>
          <p:spPr>
            <a:xfrm>
              <a:off x="5039014" y="6334291"/>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7" name="任意多边形: 形状 116">
              <a:extLst>
                <a:ext uri="{FF2B5EF4-FFF2-40B4-BE49-F238E27FC236}">
                  <a16:creationId xmlns:a16="http://schemas.microsoft.com/office/drawing/2014/main" id="{51FD2C5F-FF52-16B8-9A02-6CF35B2063AC}"/>
                </a:ext>
              </a:extLst>
            </p:cNvPr>
            <p:cNvSpPr/>
            <p:nvPr/>
          </p:nvSpPr>
          <p:spPr>
            <a:xfrm>
              <a:off x="5039014" y="642159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8" name="任意多边形: 形状 117">
              <a:extLst>
                <a:ext uri="{FF2B5EF4-FFF2-40B4-BE49-F238E27FC236}">
                  <a16:creationId xmlns:a16="http://schemas.microsoft.com/office/drawing/2014/main" id="{5F495DD0-5563-7728-AD1E-EAD8FBC9AFEE}"/>
                </a:ext>
              </a:extLst>
            </p:cNvPr>
            <p:cNvSpPr/>
            <p:nvPr/>
          </p:nvSpPr>
          <p:spPr>
            <a:xfrm>
              <a:off x="7071119" y="5741642"/>
              <a:ext cx="75365" cy="1047168"/>
            </a:xfrm>
            <a:custGeom>
              <a:avLst/>
              <a:gdLst>
                <a:gd name="connsiteX0" fmla="*/ 0 w 59626"/>
                <a:gd name="connsiteY0" fmla="*/ 0 h 792861"/>
                <a:gd name="connsiteX1" fmla="*/ 59627 w 59626"/>
                <a:gd name="connsiteY1" fmla="*/ 0 h 792861"/>
                <a:gd name="connsiteX2" fmla="*/ 59627 w 59626"/>
                <a:gd name="connsiteY2" fmla="*/ 792861 h 792861"/>
                <a:gd name="connsiteX3" fmla="*/ 0 w 59626"/>
                <a:gd name="connsiteY3" fmla="*/ 792861 h 792861"/>
              </a:gdLst>
              <a:ahLst/>
              <a:cxnLst>
                <a:cxn ang="0">
                  <a:pos x="connsiteX0" y="connsiteY0"/>
                </a:cxn>
                <a:cxn ang="0">
                  <a:pos x="connsiteX1" y="connsiteY1"/>
                </a:cxn>
                <a:cxn ang="0">
                  <a:pos x="connsiteX2" y="connsiteY2"/>
                </a:cxn>
                <a:cxn ang="0">
                  <a:pos x="connsiteX3" y="connsiteY3"/>
                </a:cxn>
              </a:cxnLst>
              <a:rect l="l" t="t" r="r" b="b"/>
              <a:pathLst>
                <a:path w="59626" h="792861">
                  <a:moveTo>
                    <a:pt x="0" y="0"/>
                  </a:moveTo>
                  <a:lnTo>
                    <a:pt x="59627" y="0"/>
                  </a:lnTo>
                  <a:lnTo>
                    <a:pt x="59627" y="792861"/>
                  </a:lnTo>
                  <a:lnTo>
                    <a:pt x="0" y="792861"/>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9" name="任意多边形: 形状 118">
              <a:extLst>
                <a:ext uri="{FF2B5EF4-FFF2-40B4-BE49-F238E27FC236}">
                  <a16:creationId xmlns:a16="http://schemas.microsoft.com/office/drawing/2014/main" id="{3733C81C-7713-ED42-85E4-9C64D4B713C7}"/>
                </a:ext>
              </a:extLst>
            </p:cNvPr>
            <p:cNvSpPr/>
            <p:nvPr/>
          </p:nvSpPr>
          <p:spPr>
            <a:xfrm>
              <a:off x="7071119" y="5810330"/>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0" name="任意多边形: 形状 119">
              <a:extLst>
                <a:ext uri="{FF2B5EF4-FFF2-40B4-BE49-F238E27FC236}">
                  <a16:creationId xmlns:a16="http://schemas.microsoft.com/office/drawing/2014/main" id="{77F1633B-5BD2-2D36-13E3-6F5ACF7E4B7B}"/>
                </a:ext>
              </a:extLst>
            </p:cNvPr>
            <p:cNvSpPr/>
            <p:nvPr/>
          </p:nvSpPr>
          <p:spPr>
            <a:xfrm>
              <a:off x="7071119" y="5897635"/>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1" name="任意多边形: 形状 120">
              <a:extLst>
                <a:ext uri="{FF2B5EF4-FFF2-40B4-BE49-F238E27FC236}">
                  <a16:creationId xmlns:a16="http://schemas.microsoft.com/office/drawing/2014/main" id="{3AF9CDD1-7EA9-2620-72FE-9A41E6D17860}"/>
                </a:ext>
              </a:extLst>
            </p:cNvPr>
            <p:cNvSpPr/>
            <p:nvPr/>
          </p:nvSpPr>
          <p:spPr>
            <a:xfrm>
              <a:off x="7071119" y="5984942"/>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2" name="任意多边形: 形状 121">
              <a:extLst>
                <a:ext uri="{FF2B5EF4-FFF2-40B4-BE49-F238E27FC236}">
                  <a16:creationId xmlns:a16="http://schemas.microsoft.com/office/drawing/2014/main" id="{795069F0-EE8A-830F-5474-774C49CB0371}"/>
                </a:ext>
              </a:extLst>
            </p:cNvPr>
            <p:cNvSpPr/>
            <p:nvPr/>
          </p:nvSpPr>
          <p:spPr>
            <a:xfrm>
              <a:off x="7071119" y="607224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3" name="任意多边形: 形状 122">
              <a:extLst>
                <a:ext uri="{FF2B5EF4-FFF2-40B4-BE49-F238E27FC236}">
                  <a16:creationId xmlns:a16="http://schemas.microsoft.com/office/drawing/2014/main" id="{D63A97E4-4951-13F4-4FF9-198A816967ED}"/>
                </a:ext>
              </a:extLst>
            </p:cNvPr>
            <p:cNvSpPr/>
            <p:nvPr/>
          </p:nvSpPr>
          <p:spPr>
            <a:xfrm>
              <a:off x="7071119" y="6159679"/>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4" name="任意多边形: 形状 123">
              <a:extLst>
                <a:ext uri="{FF2B5EF4-FFF2-40B4-BE49-F238E27FC236}">
                  <a16:creationId xmlns:a16="http://schemas.microsoft.com/office/drawing/2014/main" id="{BAB7E183-C011-491C-6311-07FB2F49BD66}"/>
                </a:ext>
              </a:extLst>
            </p:cNvPr>
            <p:cNvSpPr/>
            <p:nvPr/>
          </p:nvSpPr>
          <p:spPr>
            <a:xfrm>
              <a:off x="7071119" y="6246984"/>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5" name="任意多边形: 形状 124">
              <a:extLst>
                <a:ext uri="{FF2B5EF4-FFF2-40B4-BE49-F238E27FC236}">
                  <a16:creationId xmlns:a16="http://schemas.microsoft.com/office/drawing/2014/main" id="{262FBCE7-AEAC-1D7A-B0E7-DD70246F24B8}"/>
                </a:ext>
              </a:extLst>
            </p:cNvPr>
            <p:cNvSpPr/>
            <p:nvPr/>
          </p:nvSpPr>
          <p:spPr>
            <a:xfrm>
              <a:off x="7071119" y="6334291"/>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6" name="任意多边形: 形状 125">
              <a:extLst>
                <a:ext uri="{FF2B5EF4-FFF2-40B4-BE49-F238E27FC236}">
                  <a16:creationId xmlns:a16="http://schemas.microsoft.com/office/drawing/2014/main" id="{9B0900C1-A091-678C-9E50-014255352402}"/>
                </a:ext>
              </a:extLst>
            </p:cNvPr>
            <p:cNvSpPr/>
            <p:nvPr/>
          </p:nvSpPr>
          <p:spPr>
            <a:xfrm>
              <a:off x="7071119" y="642159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7" name="任意多边形: 形状 126">
              <a:extLst>
                <a:ext uri="{FF2B5EF4-FFF2-40B4-BE49-F238E27FC236}">
                  <a16:creationId xmlns:a16="http://schemas.microsoft.com/office/drawing/2014/main" id="{FADBDED4-FAA7-4333-2AB7-E83D4B0AFBB2}"/>
                </a:ext>
              </a:extLst>
            </p:cNvPr>
            <p:cNvSpPr/>
            <p:nvPr/>
          </p:nvSpPr>
          <p:spPr>
            <a:xfrm>
              <a:off x="7071119" y="5547154"/>
              <a:ext cx="75365" cy="94602"/>
            </a:xfrm>
            <a:custGeom>
              <a:avLst/>
              <a:gdLst>
                <a:gd name="connsiteX0" fmla="*/ 0 w 59626"/>
                <a:gd name="connsiteY0" fmla="*/ 0 h 71628"/>
                <a:gd name="connsiteX1" fmla="*/ 59627 w 59626"/>
                <a:gd name="connsiteY1" fmla="*/ 0 h 71628"/>
                <a:gd name="connsiteX2" fmla="*/ 59627 w 59626"/>
                <a:gd name="connsiteY2" fmla="*/ 71628 h 71628"/>
                <a:gd name="connsiteX3" fmla="*/ 0 w 59626"/>
                <a:gd name="connsiteY3" fmla="*/ 71628 h 71628"/>
              </a:gdLst>
              <a:ahLst/>
              <a:cxnLst>
                <a:cxn ang="0">
                  <a:pos x="connsiteX0" y="connsiteY0"/>
                </a:cxn>
                <a:cxn ang="0">
                  <a:pos x="connsiteX1" y="connsiteY1"/>
                </a:cxn>
                <a:cxn ang="0">
                  <a:pos x="connsiteX2" y="connsiteY2"/>
                </a:cxn>
                <a:cxn ang="0">
                  <a:pos x="connsiteX3" y="connsiteY3"/>
                </a:cxn>
              </a:cxnLst>
              <a:rect l="l" t="t" r="r" b="b"/>
              <a:pathLst>
                <a:path w="59626" h="71628">
                  <a:moveTo>
                    <a:pt x="0" y="0"/>
                  </a:moveTo>
                  <a:lnTo>
                    <a:pt x="59627" y="0"/>
                  </a:lnTo>
                  <a:lnTo>
                    <a:pt x="59627" y="71628"/>
                  </a:lnTo>
                  <a:lnTo>
                    <a:pt x="0" y="71628"/>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8" name="任意多边形: 形状 127">
              <a:extLst>
                <a:ext uri="{FF2B5EF4-FFF2-40B4-BE49-F238E27FC236}">
                  <a16:creationId xmlns:a16="http://schemas.microsoft.com/office/drawing/2014/main" id="{BBCA83A2-4E73-17D5-FBB0-59150349226B}"/>
                </a:ext>
              </a:extLst>
            </p:cNvPr>
            <p:cNvSpPr/>
            <p:nvPr/>
          </p:nvSpPr>
          <p:spPr>
            <a:xfrm>
              <a:off x="5360221"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9" name="任意多边形: 形状 128">
              <a:extLst>
                <a:ext uri="{FF2B5EF4-FFF2-40B4-BE49-F238E27FC236}">
                  <a16:creationId xmlns:a16="http://schemas.microsoft.com/office/drawing/2014/main" id="{38C6F614-F38E-5F52-EF68-A496B96BFD94}"/>
                </a:ext>
              </a:extLst>
            </p:cNvPr>
            <p:cNvSpPr/>
            <p:nvPr/>
          </p:nvSpPr>
          <p:spPr>
            <a:xfrm>
              <a:off x="5406452"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0" name="任意多边形: 形状 129">
              <a:extLst>
                <a:ext uri="{FF2B5EF4-FFF2-40B4-BE49-F238E27FC236}">
                  <a16:creationId xmlns:a16="http://schemas.microsoft.com/office/drawing/2014/main" id="{868B9300-D5AA-FBC4-B132-02ACA1CDB736}"/>
                </a:ext>
              </a:extLst>
            </p:cNvPr>
            <p:cNvSpPr/>
            <p:nvPr/>
          </p:nvSpPr>
          <p:spPr>
            <a:xfrm>
              <a:off x="5563925"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1" name="任意多边形: 形状 130">
              <a:extLst>
                <a:ext uri="{FF2B5EF4-FFF2-40B4-BE49-F238E27FC236}">
                  <a16:creationId xmlns:a16="http://schemas.microsoft.com/office/drawing/2014/main" id="{E305090F-22B1-C657-5217-DA6233400D7B}"/>
                </a:ext>
              </a:extLst>
            </p:cNvPr>
            <p:cNvSpPr/>
            <p:nvPr/>
          </p:nvSpPr>
          <p:spPr>
            <a:xfrm>
              <a:off x="5767509"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2" name="任意多边形: 形状 131">
              <a:extLst>
                <a:ext uri="{FF2B5EF4-FFF2-40B4-BE49-F238E27FC236}">
                  <a16:creationId xmlns:a16="http://schemas.microsoft.com/office/drawing/2014/main" id="{BC0A6C8C-456E-C02A-A33F-83164DCB78BC}"/>
                </a:ext>
              </a:extLst>
            </p:cNvPr>
            <p:cNvSpPr/>
            <p:nvPr/>
          </p:nvSpPr>
          <p:spPr>
            <a:xfrm>
              <a:off x="5971093"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3" name="任意多边形: 形状 132">
              <a:extLst>
                <a:ext uri="{FF2B5EF4-FFF2-40B4-BE49-F238E27FC236}">
                  <a16:creationId xmlns:a16="http://schemas.microsoft.com/office/drawing/2014/main" id="{6D0E60C7-795E-F226-404F-1AB8CA39D70F}"/>
                </a:ext>
              </a:extLst>
            </p:cNvPr>
            <p:cNvSpPr/>
            <p:nvPr/>
          </p:nvSpPr>
          <p:spPr>
            <a:xfrm>
              <a:off x="6174677"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4" name="任意多边形: 形状 133">
              <a:extLst>
                <a:ext uri="{FF2B5EF4-FFF2-40B4-BE49-F238E27FC236}">
                  <a16:creationId xmlns:a16="http://schemas.microsoft.com/office/drawing/2014/main" id="{5E57E4C5-8110-8C5C-57DC-7ADA44E9F1C5}"/>
                </a:ext>
              </a:extLst>
            </p:cNvPr>
            <p:cNvSpPr/>
            <p:nvPr/>
          </p:nvSpPr>
          <p:spPr>
            <a:xfrm>
              <a:off x="637826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5" name="任意多边形: 形状 134">
              <a:extLst>
                <a:ext uri="{FF2B5EF4-FFF2-40B4-BE49-F238E27FC236}">
                  <a16:creationId xmlns:a16="http://schemas.microsoft.com/office/drawing/2014/main" id="{4A1E4EA8-DE3F-735E-0475-4FCCD7F3FE96}"/>
                </a:ext>
              </a:extLst>
            </p:cNvPr>
            <p:cNvSpPr/>
            <p:nvPr/>
          </p:nvSpPr>
          <p:spPr>
            <a:xfrm>
              <a:off x="658184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6" name="任意多边形: 形状 135">
              <a:extLst>
                <a:ext uri="{FF2B5EF4-FFF2-40B4-BE49-F238E27FC236}">
                  <a16:creationId xmlns:a16="http://schemas.microsoft.com/office/drawing/2014/main" id="{AC00A3B2-53B4-1522-016E-74E951C84CAA}"/>
                </a:ext>
              </a:extLst>
            </p:cNvPr>
            <p:cNvSpPr/>
            <p:nvPr/>
          </p:nvSpPr>
          <p:spPr>
            <a:xfrm>
              <a:off x="678554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7" name="任意多边形: 形状 136">
              <a:extLst>
                <a:ext uri="{FF2B5EF4-FFF2-40B4-BE49-F238E27FC236}">
                  <a16:creationId xmlns:a16="http://schemas.microsoft.com/office/drawing/2014/main" id="{67245020-E5ED-60DF-64FA-C5A0584088EC}"/>
                </a:ext>
              </a:extLst>
            </p:cNvPr>
            <p:cNvSpPr/>
            <p:nvPr/>
          </p:nvSpPr>
          <p:spPr>
            <a:xfrm>
              <a:off x="5610156"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8" name="任意多边形: 形状 137">
              <a:extLst>
                <a:ext uri="{FF2B5EF4-FFF2-40B4-BE49-F238E27FC236}">
                  <a16:creationId xmlns:a16="http://schemas.microsoft.com/office/drawing/2014/main" id="{68135C73-559F-70D3-DB65-8A364C5D228F}"/>
                </a:ext>
              </a:extLst>
            </p:cNvPr>
            <p:cNvSpPr/>
            <p:nvPr/>
          </p:nvSpPr>
          <p:spPr>
            <a:xfrm>
              <a:off x="581374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9" name="任意多边形: 形状 138">
              <a:extLst>
                <a:ext uri="{FF2B5EF4-FFF2-40B4-BE49-F238E27FC236}">
                  <a16:creationId xmlns:a16="http://schemas.microsoft.com/office/drawing/2014/main" id="{ED3B4AAB-01C2-9E12-4DE5-1C18E14DF16B}"/>
                </a:ext>
              </a:extLst>
            </p:cNvPr>
            <p:cNvSpPr/>
            <p:nvPr/>
          </p:nvSpPr>
          <p:spPr>
            <a:xfrm>
              <a:off x="601732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0" name="任意多边形: 形状 139">
              <a:extLst>
                <a:ext uri="{FF2B5EF4-FFF2-40B4-BE49-F238E27FC236}">
                  <a16:creationId xmlns:a16="http://schemas.microsoft.com/office/drawing/2014/main" id="{83DF5C4C-77C8-EDF4-B6BA-685AC0CE5E0B}"/>
                </a:ext>
              </a:extLst>
            </p:cNvPr>
            <p:cNvSpPr/>
            <p:nvPr/>
          </p:nvSpPr>
          <p:spPr>
            <a:xfrm>
              <a:off x="622090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1" name="任意多边形: 形状 140">
              <a:extLst>
                <a:ext uri="{FF2B5EF4-FFF2-40B4-BE49-F238E27FC236}">
                  <a16:creationId xmlns:a16="http://schemas.microsoft.com/office/drawing/2014/main" id="{89357BFC-AE08-9B4A-DA9E-F3CE672B023D}"/>
                </a:ext>
              </a:extLst>
            </p:cNvPr>
            <p:cNvSpPr/>
            <p:nvPr/>
          </p:nvSpPr>
          <p:spPr>
            <a:xfrm>
              <a:off x="642449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2" name="任意多边形: 形状 141">
              <a:extLst>
                <a:ext uri="{FF2B5EF4-FFF2-40B4-BE49-F238E27FC236}">
                  <a16:creationId xmlns:a16="http://schemas.microsoft.com/office/drawing/2014/main" id="{647FF7B0-0A5E-433A-AD87-3FDEB72DFACD}"/>
                </a:ext>
              </a:extLst>
            </p:cNvPr>
            <p:cNvSpPr/>
            <p:nvPr/>
          </p:nvSpPr>
          <p:spPr>
            <a:xfrm>
              <a:off x="662819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3" name="任意多边形: 形状 142">
              <a:extLst>
                <a:ext uri="{FF2B5EF4-FFF2-40B4-BE49-F238E27FC236}">
                  <a16:creationId xmlns:a16="http://schemas.microsoft.com/office/drawing/2014/main" id="{1C444BBF-924F-938D-344D-85748AB65F0C}"/>
                </a:ext>
              </a:extLst>
            </p:cNvPr>
            <p:cNvSpPr/>
            <p:nvPr/>
          </p:nvSpPr>
          <p:spPr>
            <a:xfrm>
              <a:off x="683177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4" name="任意多边形: 形状 143">
              <a:extLst>
                <a:ext uri="{FF2B5EF4-FFF2-40B4-BE49-F238E27FC236}">
                  <a16:creationId xmlns:a16="http://schemas.microsoft.com/office/drawing/2014/main" id="{7B494364-11B6-FA7F-B342-26DC4FC890C8}"/>
                </a:ext>
              </a:extLst>
            </p:cNvPr>
            <p:cNvSpPr/>
            <p:nvPr/>
          </p:nvSpPr>
          <p:spPr>
            <a:xfrm>
              <a:off x="5178309" y="5632069"/>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5" name="任意多边形: 形状 144">
              <a:extLst>
                <a:ext uri="{FF2B5EF4-FFF2-40B4-BE49-F238E27FC236}">
                  <a16:creationId xmlns:a16="http://schemas.microsoft.com/office/drawing/2014/main" id="{48B519A1-F577-8947-F814-194BC21000E9}"/>
                </a:ext>
              </a:extLst>
            </p:cNvPr>
            <p:cNvSpPr/>
            <p:nvPr/>
          </p:nvSpPr>
          <p:spPr>
            <a:xfrm>
              <a:off x="5406452" y="5632069"/>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 name="任意多边形: 形状 145">
              <a:extLst>
                <a:ext uri="{FF2B5EF4-FFF2-40B4-BE49-F238E27FC236}">
                  <a16:creationId xmlns:a16="http://schemas.microsoft.com/office/drawing/2014/main" id="{BB399247-71AF-788C-9AC8-775CEE9EEB2A}"/>
                </a:ext>
              </a:extLst>
            </p:cNvPr>
            <p:cNvSpPr/>
            <p:nvPr/>
          </p:nvSpPr>
          <p:spPr>
            <a:xfrm>
              <a:off x="5610156"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 name="任意多边形: 形状 146">
              <a:extLst>
                <a:ext uri="{FF2B5EF4-FFF2-40B4-BE49-F238E27FC236}">
                  <a16:creationId xmlns:a16="http://schemas.microsoft.com/office/drawing/2014/main" id="{1FF5EA80-ED75-889D-DF77-7BCAF75410CA}"/>
                </a:ext>
              </a:extLst>
            </p:cNvPr>
            <p:cNvSpPr/>
            <p:nvPr/>
          </p:nvSpPr>
          <p:spPr>
            <a:xfrm>
              <a:off x="5813740"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 name="任意多边形: 形状 147">
              <a:extLst>
                <a:ext uri="{FF2B5EF4-FFF2-40B4-BE49-F238E27FC236}">
                  <a16:creationId xmlns:a16="http://schemas.microsoft.com/office/drawing/2014/main" id="{CFFF175E-0FCA-CB6C-6532-FBEB26305C2D}"/>
                </a:ext>
              </a:extLst>
            </p:cNvPr>
            <p:cNvSpPr/>
            <p:nvPr/>
          </p:nvSpPr>
          <p:spPr>
            <a:xfrm>
              <a:off x="6017324"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 name="任意多边形: 形状 148">
              <a:extLst>
                <a:ext uri="{FF2B5EF4-FFF2-40B4-BE49-F238E27FC236}">
                  <a16:creationId xmlns:a16="http://schemas.microsoft.com/office/drawing/2014/main" id="{DFD764A6-76DF-FAAE-45E9-E51297D304DA}"/>
                </a:ext>
              </a:extLst>
            </p:cNvPr>
            <p:cNvSpPr/>
            <p:nvPr/>
          </p:nvSpPr>
          <p:spPr>
            <a:xfrm>
              <a:off x="6220908"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 name="任意多边形: 形状 149">
              <a:extLst>
                <a:ext uri="{FF2B5EF4-FFF2-40B4-BE49-F238E27FC236}">
                  <a16:creationId xmlns:a16="http://schemas.microsoft.com/office/drawing/2014/main" id="{13CF1C53-9079-A1AB-0EA3-F4E3B298B99E}"/>
                </a:ext>
              </a:extLst>
            </p:cNvPr>
            <p:cNvSpPr/>
            <p:nvPr/>
          </p:nvSpPr>
          <p:spPr>
            <a:xfrm>
              <a:off x="6424490"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 name="任意多边形: 形状 150">
              <a:extLst>
                <a:ext uri="{FF2B5EF4-FFF2-40B4-BE49-F238E27FC236}">
                  <a16:creationId xmlns:a16="http://schemas.microsoft.com/office/drawing/2014/main" id="{AD882369-2BA0-5625-0459-98644FAB93A7}"/>
                </a:ext>
              </a:extLst>
            </p:cNvPr>
            <p:cNvSpPr/>
            <p:nvPr/>
          </p:nvSpPr>
          <p:spPr>
            <a:xfrm>
              <a:off x="6628194"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 name="任意多边形: 形状 151">
              <a:extLst>
                <a:ext uri="{FF2B5EF4-FFF2-40B4-BE49-F238E27FC236}">
                  <a16:creationId xmlns:a16="http://schemas.microsoft.com/office/drawing/2014/main" id="{30B8EC5E-FDB4-48BA-0C1A-3DD54BAFB9BE}"/>
                </a:ext>
              </a:extLst>
            </p:cNvPr>
            <p:cNvSpPr/>
            <p:nvPr/>
          </p:nvSpPr>
          <p:spPr>
            <a:xfrm>
              <a:off x="6831778" y="5632069"/>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 name="任意多边形: 形状 152">
              <a:extLst>
                <a:ext uri="{FF2B5EF4-FFF2-40B4-BE49-F238E27FC236}">
                  <a16:creationId xmlns:a16="http://schemas.microsoft.com/office/drawing/2014/main" id="{C77F9313-D5EE-1852-CCC0-ED144994147A}"/>
                </a:ext>
              </a:extLst>
            </p:cNvPr>
            <p:cNvSpPr/>
            <p:nvPr/>
          </p:nvSpPr>
          <p:spPr>
            <a:xfrm>
              <a:off x="5360221"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 name="任意多边形: 形状 153">
              <a:extLst>
                <a:ext uri="{FF2B5EF4-FFF2-40B4-BE49-F238E27FC236}">
                  <a16:creationId xmlns:a16="http://schemas.microsoft.com/office/drawing/2014/main" id="{DC6B35AC-FA32-60C7-C089-9EA471483DA7}"/>
                </a:ext>
              </a:extLst>
            </p:cNvPr>
            <p:cNvSpPr/>
            <p:nvPr/>
          </p:nvSpPr>
          <p:spPr>
            <a:xfrm>
              <a:off x="5406452"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 name="任意多边形: 形状 154">
              <a:extLst>
                <a:ext uri="{FF2B5EF4-FFF2-40B4-BE49-F238E27FC236}">
                  <a16:creationId xmlns:a16="http://schemas.microsoft.com/office/drawing/2014/main" id="{9D890EFB-A5F9-0107-6EF6-96751C933D77}"/>
                </a:ext>
              </a:extLst>
            </p:cNvPr>
            <p:cNvSpPr/>
            <p:nvPr/>
          </p:nvSpPr>
          <p:spPr>
            <a:xfrm>
              <a:off x="5563925"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 name="任意多边形: 形状 155">
              <a:extLst>
                <a:ext uri="{FF2B5EF4-FFF2-40B4-BE49-F238E27FC236}">
                  <a16:creationId xmlns:a16="http://schemas.microsoft.com/office/drawing/2014/main" id="{AEFCEE77-4474-1AEC-A91B-6E2E8941CE22}"/>
                </a:ext>
              </a:extLst>
            </p:cNvPr>
            <p:cNvSpPr/>
            <p:nvPr/>
          </p:nvSpPr>
          <p:spPr>
            <a:xfrm>
              <a:off x="5767509"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 name="任意多边形: 形状 156">
              <a:extLst>
                <a:ext uri="{FF2B5EF4-FFF2-40B4-BE49-F238E27FC236}">
                  <a16:creationId xmlns:a16="http://schemas.microsoft.com/office/drawing/2014/main" id="{836FFA73-5BF0-B311-A9E5-03ED5D5F2AE3}"/>
                </a:ext>
              </a:extLst>
            </p:cNvPr>
            <p:cNvSpPr/>
            <p:nvPr/>
          </p:nvSpPr>
          <p:spPr>
            <a:xfrm>
              <a:off x="5971093"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 name="任意多边形: 形状 157">
              <a:extLst>
                <a:ext uri="{FF2B5EF4-FFF2-40B4-BE49-F238E27FC236}">
                  <a16:creationId xmlns:a16="http://schemas.microsoft.com/office/drawing/2014/main" id="{8DDD2D24-58A9-A7B1-E3D3-C43552C4F43A}"/>
                </a:ext>
              </a:extLst>
            </p:cNvPr>
            <p:cNvSpPr/>
            <p:nvPr/>
          </p:nvSpPr>
          <p:spPr>
            <a:xfrm>
              <a:off x="6174677"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 name="任意多边形: 形状 158">
              <a:extLst>
                <a:ext uri="{FF2B5EF4-FFF2-40B4-BE49-F238E27FC236}">
                  <a16:creationId xmlns:a16="http://schemas.microsoft.com/office/drawing/2014/main" id="{B9E158AE-CB8F-C5AD-3959-9E039ED042D4}"/>
                </a:ext>
              </a:extLst>
            </p:cNvPr>
            <p:cNvSpPr/>
            <p:nvPr/>
          </p:nvSpPr>
          <p:spPr>
            <a:xfrm>
              <a:off x="637826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 name="任意多边形: 形状 159">
              <a:extLst>
                <a:ext uri="{FF2B5EF4-FFF2-40B4-BE49-F238E27FC236}">
                  <a16:creationId xmlns:a16="http://schemas.microsoft.com/office/drawing/2014/main" id="{3995F773-3AA1-95CC-9E96-5DB083FE965A}"/>
                </a:ext>
              </a:extLst>
            </p:cNvPr>
            <p:cNvSpPr/>
            <p:nvPr/>
          </p:nvSpPr>
          <p:spPr>
            <a:xfrm>
              <a:off x="658184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 name="任意多边形: 形状 160">
              <a:extLst>
                <a:ext uri="{FF2B5EF4-FFF2-40B4-BE49-F238E27FC236}">
                  <a16:creationId xmlns:a16="http://schemas.microsoft.com/office/drawing/2014/main" id="{3B2EF548-2AC7-1B70-FA83-2C652CC3D734}"/>
                </a:ext>
              </a:extLst>
            </p:cNvPr>
            <p:cNvSpPr/>
            <p:nvPr/>
          </p:nvSpPr>
          <p:spPr>
            <a:xfrm>
              <a:off x="678554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 name="任意多边形: 形状 161">
              <a:extLst>
                <a:ext uri="{FF2B5EF4-FFF2-40B4-BE49-F238E27FC236}">
                  <a16:creationId xmlns:a16="http://schemas.microsoft.com/office/drawing/2014/main" id="{60174756-0E5B-C69A-3C95-43090300EE42}"/>
                </a:ext>
              </a:extLst>
            </p:cNvPr>
            <p:cNvSpPr/>
            <p:nvPr/>
          </p:nvSpPr>
          <p:spPr>
            <a:xfrm>
              <a:off x="5610156"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 name="任意多边形: 形状 162">
              <a:extLst>
                <a:ext uri="{FF2B5EF4-FFF2-40B4-BE49-F238E27FC236}">
                  <a16:creationId xmlns:a16="http://schemas.microsoft.com/office/drawing/2014/main" id="{837321C3-83B1-95A1-8D22-C001009A961B}"/>
                </a:ext>
              </a:extLst>
            </p:cNvPr>
            <p:cNvSpPr/>
            <p:nvPr/>
          </p:nvSpPr>
          <p:spPr>
            <a:xfrm>
              <a:off x="581374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 name="任意多边形: 形状 163">
              <a:extLst>
                <a:ext uri="{FF2B5EF4-FFF2-40B4-BE49-F238E27FC236}">
                  <a16:creationId xmlns:a16="http://schemas.microsoft.com/office/drawing/2014/main" id="{1113391B-DE5A-FF60-0DFE-EB64CC00472E}"/>
                </a:ext>
              </a:extLst>
            </p:cNvPr>
            <p:cNvSpPr/>
            <p:nvPr/>
          </p:nvSpPr>
          <p:spPr>
            <a:xfrm>
              <a:off x="601732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 name="任意多边形: 形状 164">
              <a:extLst>
                <a:ext uri="{FF2B5EF4-FFF2-40B4-BE49-F238E27FC236}">
                  <a16:creationId xmlns:a16="http://schemas.microsoft.com/office/drawing/2014/main" id="{B6682169-825C-A459-8371-9B8F80DFC808}"/>
                </a:ext>
              </a:extLst>
            </p:cNvPr>
            <p:cNvSpPr/>
            <p:nvPr/>
          </p:nvSpPr>
          <p:spPr>
            <a:xfrm>
              <a:off x="622090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 name="任意多边形: 形状 165">
              <a:extLst>
                <a:ext uri="{FF2B5EF4-FFF2-40B4-BE49-F238E27FC236}">
                  <a16:creationId xmlns:a16="http://schemas.microsoft.com/office/drawing/2014/main" id="{AC03B5FF-8AA5-316F-ACEC-952E75C39C02}"/>
                </a:ext>
              </a:extLst>
            </p:cNvPr>
            <p:cNvSpPr/>
            <p:nvPr/>
          </p:nvSpPr>
          <p:spPr>
            <a:xfrm>
              <a:off x="642449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 name="任意多边形: 形状 166">
              <a:extLst>
                <a:ext uri="{FF2B5EF4-FFF2-40B4-BE49-F238E27FC236}">
                  <a16:creationId xmlns:a16="http://schemas.microsoft.com/office/drawing/2014/main" id="{67DD5D7C-F5E9-CE39-9115-3A0944E24DD2}"/>
                </a:ext>
              </a:extLst>
            </p:cNvPr>
            <p:cNvSpPr/>
            <p:nvPr/>
          </p:nvSpPr>
          <p:spPr>
            <a:xfrm>
              <a:off x="662819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 name="任意多边形: 形状 167">
              <a:extLst>
                <a:ext uri="{FF2B5EF4-FFF2-40B4-BE49-F238E27FC236}">
                  <a16:creationId xmlns:a16="http://schemas.microsoft.com/office/drawing/2014/main" id="{D374EF93-D056-7388-B854-354AF5E9CADC}"/>
                </a:ext>
              </a:extLst>
            </p:cNvPr>
            <p:cNvSpPr/>
            <p:nvPr/>
          </p:nvSpPr>
          <p:spPr>
            <a:xfrm>
              <a:off x="683177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 name="任意多边形: 形状 168">
              <a:extLst>
                <a:ext uri="{FF2B5EF4-FFF2-40B4-BE49-F238E27FC236}">
                  <a16:creationId xmlns:a16="http://schemas.microsoft.com/office/drawing/2014/main" id="{FE5013E0-0AE5-F4D2-968D-016792AB4F02}"/>
                </a:ext>
              </a:extLst>
            </p:cNvPr>
            <p:cNvSpPr/>
            <p:nvPr/>
          </p:nvSpPr>
          <p:spPr>
            <a:xfrm>
              <a:off x="5178309" y="580114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 name="任意多边形: 形状 169">
              <a:extLst>
                <a:ext uri="{FF2B5EF4-FFF2-40B4-BE49-F238E27FC236}">
                  <a16:creationId xmlns:a16="http://schemas.microsoft.com/office/drawing/2014/main" id="{617E2933-C606-54C8-6111-C6AC91899407}"/>
                </a:ext>
              </a:extLst>
            </p:cNvPr>
            <p:cNvSpPr/>
            <p:nvPr/>
          </p:nvSpPr>
          <p:spPr>
            <a:xfrm>
              <a:off x="5406452" y="580114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 name="任意多边形: 形状 170">
              <a:extLst>
                <a:ext uri="{FF2B5EF4-FFF2-40B4-BE49-F238E27FC236}">
                  <a16:creationId xmlns:a16="http://schemas.microsoft.com/office/drawing/2014/main" id="{DEE72B64-9EE5-B767-19C1-52E21F6F187E}"/>
                </a:ext>
              </a:extLst>
            </p:cNvPr>
            <p:cNvSpPr/>
            <p:nvPr/>
          </p:nvSpPr>
          <p:spPr>
            <a:xfrm>
              <a:off x="5610156"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 name="任意多边形: 形状 171">
              <a:extLst>
                <a:ext uri="{FF2B5EF4-FFF2-40B4-BE49-F238E27FC236}">
                  <a16:creationId xmlns:a16="http://schemas.microsoft.com/office/drawing/2014/main" id="{96586B7B-E5FF-8675-9322-F61250CB2CDB}"/>
                </a:ext>
              </a:extLst>
            </p:cNvPr>
            <p:cNvSpPr/>
            <p:nvPr/>
          </p:nvSpPr>
          <p:spPr>
            <a:xfrm>
              <a:off x="5813740"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 name="任意多边形: 形状 172">
              <a:extLst>
                <a:ext uri="{FF2B5EF4-FFF2-40B4-BE49-F238E27FC236}">
                  <a16:creationId xmlns:a16="http://schemas.microsoft.com/office/drawing/2014/main" id="{B0383989-C07D-8F2D-4F53-38C0CF87CB2E}"/>
                </a:ext>
              </a:extLst>
            </p:cNvPr>
            <p:cNvSpPr/>
            <p:nvPr/>
          </p:nvSpPr>
          <p:spPr>
            <a:xfrm>
              <a:off x="6017324"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 name="任意多边形: 形状 173">
              <a:extLst>
                <a:ext uri="{FF2B5EF4-FFF2-40B4-BE49-F238E27FC236}">
                  <a16:creationId xmlns:a16="http://schemas.microsoft.com/office/drawing/2014/main" id="{9715461D-CEEF-7401-9935-B090D4404566}"/>
                </a:ext>
              </a:extLst>
            </p:cNvPr>
            <p:cNvSpPr/>
            <p:nvPr/>
          </p:nvSpPr>
          <p:spPr>
            <a:xfrm>
              <a:off x="6220908"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 name="任意多边形: 形状 174">
              <a:extLst>
                <a:ext uri="{FF2B5EF4-FFF2-40B4-BE49-F238E27FC236}">
                  <a16:creationId xmlns:a16="http://schemas.microsoft.com/office/drawing/2014/main" id="{644FD87B-0B89-D52B-EC7D-BFC41800767C}"/>
                </a:ext>
              </a:extLst>
            </p:cNvPr>
            <p:cNvSpPr/>
            <p:nvPr/>
          </p:nvSpPr>
          <p:spPr>
            <a:xfrm>
              <a:off x="6424490"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 name="任意多边形: 形状 175">
              <a:extLst>
                <a:ext uri="{FF2B5EF4-FFF2-40B4-BE49-F238E27FC236}">
                  <a16:creationId xmlns:a16="http://schemas.microsoft.com/office/drawing/2014/main" id="{3A7985B7-23E3-11A6-32F5-CBFCA8B75C63}"/>
                </a:ext>
              </a:extLst>
            </p:cNvPr>
            <p:cNvSpPr/>
            <p:nvPr/>
          </p:nvSpPr>
          <p:spPr>
            <a:xfrm>
              <a:off x="6628194"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 name="任意多边形: 形状 176">
              <a:extLst>
                <a:ext uri="{FF2B5EF4-FFF2-40B4-BE49-F238E27FC236}">
                  <a16:creationId xmlns:a16="http://schemas.microsoft.com/office/drawing/2014/main" id="{7D300ED8-8C64-E1C9-D943-7B99C47F0B01}"/>
                </a:ext>
              </a:extLst>
            </p:cNvPr>
            <p:cNvSpPr/>
            <p:nvPr/>
          </p:nvSpPr>
          <p:spPr>
            <a:xfrm>
              <a:off x="6831778" y="580114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 name="任意多边形: 形状 177">
              <a:extLst>
                <a:ext uri="{FF2B5EF4-FFF2-40B4-BE49-F238E27FC236}">
                  <a16:creationId xmlns:a16="http://schemas.microsoft.com/office/drawing/2014/main" id="{D1C550FA-3A04-377D-5BF3-DC5187CA7ACF}"/>
                </a:ext>
              </a:extLst>
            </p:cNvPr>
            <p:cNvSpPr/>
            <p:nvPr/>
          </p:nvSpPr>
          <p:spPr>
            <a:xfrm>
              <a:off x="5178309" y="5879142"/>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 name="任意多边形: 形状 178">
              <a:extLst>
                <a:ext uri="{FF2B5EF4-FFF2-40B4-BE49-F238E27FC236}">
                  <a16:creationId xmlns:a16="http://schemas.microsoft.com/office/drawing/2014/main" id="{4A04A44B-FC4F-439F-FD03-1C3887EABC6E}"/>
                </a:ext>
              </a:extLst>
            </p:cNvPr>
            <p:cNvSpPr/>
            <p:nvPr/>
          </p:nvSpPr>
          <p:spPr>
            <a:xfrm>
              <a:off x="5178309" y="5957139"/>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 name="任意多边形: 形状 179">
              <a:extLst>
                <a:ext uri="{FF2B5EF4-FFF2-40B4-BE49-F238E27FC236}">
                  <a16:creationId xmlns:a16="http://schemas.microsoft.com/office/drawing/2014/main" id="{A3D412DC-4B8F-FB7C-9B6E-3B835EA3C745}"/>
                </a:ext>
              </a:extLst>
            </p:cNvPr>
            <p:cNvSpPr/>
            <p:nvPr/>
          </p:nvSpPr>
          <p:spPr>
            <a:xfrm>
              <a:off x="5178309" y="603513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 name="任意多边形: 形状 180">
              <a:extLst>
                <a:ext uri="{FF2B5EF4-FFF2-40B4-BE49-F238E27FC236}">
                  <a16:creationId xmlns:a16="http://schemas.microsoft.com/office/drawing/2014/main" id="{879CF4D1-7BF2-2EA0-CFF5-89264D59B46F}"/>
                </a:ext>
              </a:extLst>
            </p:cNvPr>
            <p:cNvSpPr/>
            <p:nvPr/>
          </p:nvSpPr>
          <p:spPr>
            <a:xfrm>
              <a:off x="5178309" y="6113132"/>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 name="任意多边形: 形状 181">
              <a:extLst>
                <a:ext uri="{FF2B5EF4-FFF2-40B4-BE49-F238E27FC236}">
                  <a16:creationId xmlns:a16="http://schemas.microsoft.com/office/drawing/2014/main" id="{56033E29-49AC-AEAA-CE64-CEEBB75106A5}"/>
                </a:ext>
              </a:extLst>
            </p:cNvPr>
            <p:cNvSpPr/>
            <p:nvPr/>
          </p:nvSpPr>
          <p:spPr>
            <a:xfrm>
              <a:off x="5178309" y="619125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 name="任意多边形: 形状 182">
              <a:extLst>
                <a:ext uri="{FF2B5EF4-FFF2-40B4-BE49-F238E27FC236}">
                  <a16:creationId xmlns:a16="http://schemas.microsoft.com/office/drawing/2014/main" id="{A384D157-8D16-B2D2-B1A3-412575004BB5}"/>
                </a:ext>
              </a:extLst>
            </p:cNvPr>
            <p:cNvSpPr/>
            <p:nvPr/>
          </p:nvSpPr>
          <p:spPr>
            <a:xfrm>
              <a:off x="5406452" y="5879142"/>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 name="任意多边形: 形状 183">
              <a:extLst>
                <a:ext uri="{FF2B5EF4-FFF2-40B4-BE49-F238E27FC236}">
                  <a16:creationId xmlns:a16="http://schemas.microsoft.com/office/drawing/2014/main" id="{1D96EAC2-9865-BA4F-D7AC-5FCE66BA182B}"/>
                </a:ext>
              </a:extLst>
            </p:cNvPr>
            <p:cNvSpPr/>
            <p:nvPr/>
          </p:nvSpPr>
          <p:spPr>
            <a:xfrm>
              <a:off x="5406452" y="5957139"/>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 name="任意多边形: 形状 184">
              <a:extLst>
                <a:ext uri="{FF2B5EF4-FFF2-40B4-BE49-F238E27FC236}">
                  <a16:creationId xmlns:a16="http://schemas.microsoft.com/office/drawing/2014/main" id="{76518428-237C-16E2-4A0B-0C745299380C}"/>
                </a:ext>
              </a:extLst>
            </p:cNvPr>
            <p:cNvSpPr/>
            <p:nvPr/>
          </p:nvSpPr>
          <p:spPr>
            <a:xfrm>
              <a:off x="5406452" y="603513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 name="任意多边形: 形状 185">
              <a:extLst>
                <a:ext uri="{FF2B5EF4-FFF2-40B4-BE49-F238E27FC236}">
                  <a16:creationId xmlns:a16="http://schemas.microsoft.com/office/drawing/2014/main" id="{5E0B029D-ADD8-5033-EF9D-9729CC031F60}"/>
                </a:ext>
              </a:extLst>
            </p:cNvPr>
            <p:cNvSpPr/>
            <p:nvPr/>
          </p:nvSpPr>
          <p:spPr>
            <a:xfrm>
              <a:off x="5406452" y="6113132"/>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 name="任意多边形: 形状 186">
              <a:extLst>
                <a:ext uri="{FF2B5EF4-FFF2-40B4-BE49-F238E27FC236}">
                  <a16:creationId xmlns:a16="http://schemas.microsoft.com/office/drawing/2014/main" id="{12AF9B25-8420-7BA6-6058-00606764FA69}"/>
                </a:ext>
              </a:extLst>
            </p:cNvPr>
            <p:cNvSpPr/>
            <p:nvPr/>
          </p:nvSpPr>
          <p:spPr>
            <a:xfrm>
              <a:off x="5406452" y="619125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 name="任意多边形: 形状 187">
              <a:extLst>
                <a:ext uri="{FF2B5EF4-FFF2-40B4-BE49-F238E27FC236}">
                  <a16:creationId xmlns:a16="http://schemas.microsoft.com/office/drawing/2014/main" id="{E25D44E1-FE07-62AF-98C7-C4BF0E05284B}"/>
                </a:ext>
              </a:extLst>
            </p:cNvPr>
            <p:cNvSpPr/>
            <p:nvPr/>
          </p:nvSpPr>
          <p:spPr>
            <a:xfrm>
              <a:off x="5610156"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 name="任意多边形: 形状 188">
              <a:extLst>
                <a:ext uri="{FF2B5EF4-FFF2-40B4-BE49-F238E27FC236}">
                  <a16:creationId xmlns:a16="http://schemas.microsoft.com/office/drawing/2014/main" id="{0745FF71-2E6E-1AFB-30D8-C3087EE1FD92}"/>
                </a:ext>
              </a:extLst>
            </p:cNvPr>
            <p:cNvSpPr/>
            <p:nvPr/>
          </p:nvSpPr>
          <p:spPr>
            <a:xfrm>
              <a:off x="5610156"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 name="任意多边形: 形状 189">
              <a:extLst>
                <a:ext uri="{FF2B5EF4-FFF2-40B4-BE49-F238E27FC236}">
                  <a16:creationId xmlns:a16="http://schemas.microsoft.com/office/drawing/2014/main" id="{19899236-203B-A1CB-0C73-B271E562E3B5}"/>
                </a:ext>
              </a:extLst>
            </p:cNvPr>
            <p:cNvSpPr/>
            <p:nvPr/>
          </p:nvSpPr>
          <p:spPr>
            <a:xfrm>
              <a:off x="5610156"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 name="任意多边形: 形状 190">
              <a:extLst>
                <a:ext uri="{FF2B5EF4-FFF2-40B4-BE49-F238E27FC236}">
                  <a16:creationId xmlns:a16="http://schemas.microsoft.com/office/drawing/2014/main" id="{DAA1D83B-DC6A-EBF1-5961-4D5B59F4A819}"/>
                </a:ext>
              </a:extLst>
            </p:cNvPr>
            <p:cNvSpPr/>
            <p:nvPr/>
          </p:nvSpPr>
          <p:spPr>
            <a:xfrm>
              <a:off x="5610156"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 name="任意多边形: 形状 191">
              <a:extLst>
                <a:ext uri="{FF2B5EF4-FFF2-40B4-BE49-F238E27FC236}">
                  <a16:creationId xmlns:a16="http://schemas.microsoft.com/office/drawing/2014/main" id="{A7EDDB12-7E8A-56F4-5E1B-DB79A6C4C409}"/>
                </a:ext>
              </a:extLst>
            </p:cNvPr>
            <p:cNvSpPr/>
            <p:nvPr/>
          </p:nvSpPr>
          <p:spPr>
            <a:xfrm>
              <a:off x="5610156"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 name="任意多边形: 形状 192">
              <a:extLst>
                <a:ext uri="{FF2B5EF4-FFF2-40B4-BE49-F238E27FC236}">
                  <a16:creationId xmlns:a16="http://schemas.microsoft.com/office/drawing/2014/main" id="{28A649EA-25BC-1205-4582-75F05BC94262}"/>
                </a:ext>
              </a:extLst>
            </p:cNvPr>
            <p:cNvSpPr/>
            <p:nvPr/>
          </p:nvSpPr>
          <p:spPr>
            <a:xfrm>
              <a:off x="5813740"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 name="任意多边形: 形状 193">
              <a:extLst>
                <a:ext uri="{FF2B5EF4-FFF2-40B4-BE49-F238E27FC236}">
                  <a16:creationId xmlns:a16="http://schemas.microsoft.com/office/drawing/2014/main" id="{F252FE0C-B7E0-7903-E470-9AF57A97BDA1}"/>
                </a:ext>
              </a:extLst>
            </p:cNvPr>
            <p:cNvSpPr/>
            <p:nvPr/>
          </p:nvSpPr>
          <p:spPr>
            <a:xfrm>
              <a:off x="5813740"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5" name="任意多边形: 形状 194">
              <a:extLst>
                <a:ext uri="{FF2B5EF4-FFF2-40B4-BE49-F238E27FC236}">
                  <a16:creationId xmlns:a16="http://schemas.microsoft.com/office/drawing/2014/main" id="{790D656C-649B-FF29-5BDD-B8C13C07BD92}"/>
                </a:ext>
              </a:extLst>
            </p:cNvPr>
            <p:cNvSpPr/>
            <p:nvPr/>
          </p:nvSpPr>
          <p:spPr>
            <a:xfrm>
              <a:off x="5813740"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6" name="任意多边形: 形状 195">
              <a:extLst>
                <a:ext uri="{FF2B5EF4-FFF2-40B4-BE49-F238E27FC236}">
                  <a16:creationId xmlns:a16="http://schemas.microsoft.com/office/drawing/2014/main" id="{00D7F2AA-A9EC-8C83-5669-4A5F952EB90B}"/>
                </a:ext>
              </a:extLst>
            </p:cNvPr>
            <p:cNvSpPr/>
            <p:nvPr/>
          </p:nvSpPr>
          <p:spPr>
            <a:xfrm>
              <a:off x="5813740"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7" name="任意多边形: 形状 196">
              <a:extLst>
                <a:ext uri="{FF2B5EF4-FFF2-40B4-BE49-F238E27FC236}">
                  <a16:creationId xmlns:a16="http://schemas.microsoft.com/office/drawing/2014/main" id="{092A0766-5EE1-3207-0A96-D826F78025EB}"/>
                </a:ext>
              </a:extLst>
            </p:cNvPr>
            <p:cNvSpPr/>
            <p:nvPr/>
          </p:nvSpPr>
          <p:spPr>
            <a:xfrm>
              <a:off x="5813740"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8" name="任意多边形: 形状 197">
              <a:extLst>
                <a:ext uri="{FF2B5EF4-FFF2-40B4-BE49-F238E27FC236}">
                  <a16:creationId xmlns:a16="http://schemas.microsoft.com/office/drawing/2014/main" id="{B579A36E-4D99-D389-2529-5914866BF96B}"/>
                </a:ext>
              </a:extLst>
            </p:cNvPr>
            <p:cNvSpPr/>
            <p:nvPr/>
          </p:nvSpPr>
          <p:spPr>
            <a:xfrm>
              <a:off x="6017324"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9" name="任意多边形: 形状 198">
              <a:extLst>
                <a:ext uri="{FF2B5EF4-FFF2-40B4-BE49-F238E27FC236}">
                  <a16:creationId xmlns:a16="http://schemas.microsoft.com/office/drawing/2014/main" id="{B420CFF6-2246-3DCA-54F5-C43F853B4E45}"/>
                </a:ext>
              </a:extLst>
            </p:cNvPr>
            <p:cNvSpPr/>
            <p:nvPr/>
          </p:nvSpPr>
          <p:spPr>
            <a:xfrm>
              <a:off x="6017324"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0" name="任意多边形: 形状 199">
              <a:extLst>
                <a:ext uri="{FF2B5EF4-FFF2-40B4-BE49-F238E27FC236}">
                  <a16:creationId xmlns:a16="http://schemas.microsoft.com/office/drawing/2014/main" id="{ABDEFF10-2AF3-5354-BF98-BC5340BC6F84}"/>
                </a:ext>
              </a:extLst>
            </p:cNvPr>
            <p:cNvSpPr/>
            <p:nvPr/>
          </p:nvSpPr>
          <p:spPr>
            <a:xfrm>
              <a:off x="6017324"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1" name="任意多边形: 形状 200">
              <a:extLst>
                <a:ext uri="{FF2B5EF4-FFF2-40B4-BE49-F238E27FC236}">
                  <a16:creationId xmlns:a16="http://schemas.microsoft.com/office/drawing/2014/main" id="{4FD44219-5AB5-C311-8131-66D0136697BA}"/>
                </a:ext>
              </a:extLst>
            </p:cNvPr>
            <p:cNvSpPr/>
            <p:nvPr/>
          </p:nvSpPr>
          <p:spPr>
            <a:xfrm>
              <a:off x="6017324"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2" name="任意多边形: 形状 201">
              <a:extLst>
                <a:ext uri="{FF2B5EF4-FFF2-40B4-BE49-F238E27FC236}">
                  <a16:creationId xmlns:a16="http://schemas.microsoft.com/office/drawing/2014/main" id="{48433B71-790C-3B44-1451-A45F54002955}"/>
                </a:ext>
              </a:extLst>
            </p:cNvPr>
            <p:cNvSpPr/>
            <p:nvPr/>
          </p:nvSpPr>
          <p:spPr>
            <a:xfrm>
              <a:off x="6017324"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3" name="任意多边形: 形状 202">
              <a:extLst>
                <a:ext uri="{FF2B5EF4-FFF2-40B4-BE49-F238E27FC236}">
                  <a16:creationId xmlns:a16="http://schemas.microsoft.com/office/drawing/2014/main" id="{3F4AA0EF-BD7C-D01F-30B0-0963DAE748C0}"/>
                </a:ext>
              </a:extLst>
            </p:cNvPr>
            <p:cNvSpPr/>
            <p:nvPr/>
          </p:nvSpPr>
          <p:spPr>
            <a:xfrm>
              <a:off x="6220908"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4" name="任意多边形: 形状 203">
              <a:extLst>
                <a:ext uri="{FF2B5EF4-FFF2-40B4-BE49-F238E27FC236}">
                  <a16:creationId xmlns:a16="http://schemas.microsoft.com/office/drawing/2014/main" id="{0F2D3C59-789C-31E0-CA23-C99977122478}"/>
                </a:ext>
              </a:extLst>
            </p:cNvPr>
            <p:cNvSpPr/>
            <p:nvPr/>
          </p:nvSpPr>
          <p:spPr>
            <a:xfrm>
              <a:off x="6220908"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5" name="任意多边形: 形状 204">
              <a:extLst>
                <a:ext uri="{FF2B5EF4-FFF2-40B4-BE49-F238E27FC236}">
                  <a16:creationId xmlns:a16="http://schemas.microsoft.com/office/drawing/2014/main" id="{8F9BCC2A-04C6-C12C-72C9-339DDABEA33A}"/>
                </a:ext>
              </a:extLst>
            </p:cNvPr>
            <p:cNvSpPr/>
            <p:nvPr/>
          </p:nvSpPr>
          <p:spPr>
            <a:xfrm>
              <a:off x="6220908"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6" name="任意多边形: 形状 205">
              <a:extLst>
                <a:ext uri="{FF2B5EF4-FFF2-40B4-BE49-F238E27FC236}">
                  <a16:creationId xmlns:a16="http://schemas.microsoft.com/office/drawing/2014/main" id="{2BD91F01-4FB3-B4CA-66AD-0E8E55E8825B}"/>
                </a:ext>
              </a:extLst>
            </p:cNvPr>
            <p:cNvSpPr/>
            <p:nvPr/>
          </p:nvSpPr>
          <p:spPr>
            <a:xfrm>
              <a:off x="6220908"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7" name="任意多边形: 形状 206">
              <a:extLst>
                <a:ext uri="{FF2B5EF4-FFF2-40B4-BE49-F238E27FC236}">
                  <a16:creationId xmlns:a16="http://schemas.microsoft.com/office/drawing/2014/main" id="{41805CD6-07A1-D41B-6669-55D724B6B2E9}"/>
                </a:ext>
              </a:extLst>
            </p:cNvPr>
            <p:cNvSpPr/>
            <p:nvPr/>
          </p:nvSpPr>
          <p:spPr>
            <a:xfrm>
              <a:off x="6220908"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8" name="任意多边形: 形状 207">
              <a:extLst>
                <a:ext uri="{FF2B5EF4-FFF2-40B4-BE49-F238E27FC236}">
                  <a16:creationId xmlns:a16="http://schemas.microsoft.com/office/drawing/2014/main" id="{40415913-78B6-CFD8-4F1B-FB25FCACD3E1}"/>
                </a:ext>
              </a:extLst>
            </p:cNvPr>
            <p:cNvSpPr/>
            <p:nvPr/>
          </p:nvSpPr>
          <p:spPr>
            <a:xfrm>
              <a:off x="6424490"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09" name="任意多边形: 形状 208">
              <a:extLst>
                <a:ext uri="{FF2B5EF4-FFF2-40B4-BE49-F238E27FC236}">
                  <a16:creationId xmlns:a16="http://schemas.microsoft.com/office/drawing/2014/main" id="{8F7F95FD-50C6-D984-1A40-860949D10AE0}"/>
                </a:ext>
              </a:extLst>
            </p:cNvPr>
            <p:cNvSpPr/>
            <p:nvPr/>
          </p:nvSpPr>
          <p:spPr>
            <a:xfrm>
              <a:off x="6424490"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0" name="任意多边形: 形状 209">
              <a:extLst>
                <a:ext uri="{FF2B5EF4-FFF2-40B4-BE49-F238E27FC236}">
                  <a16:creationId xmlns:a16="http://schemas.microsoft.com/office/drawing/2014/main" id="{596FCB5C-B5EB-64C4-20B8-3BB467B02E6A}"/>
                </a:ext>
              </a:extLst>
            </p:cNvPr>
            <p:cNvSpPr/>
            <p:nvPr/>
          </p:nvSpPr>
          <p:spPr>
            <a:xfrm>
              <a:off x="6424490"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1" name="任意多边形: 形状 210">
              <a:extLst>
                <a:ext uri="{FF2B5EF4-FFF2-40B4-BE49-F238E27FC236}">
                  <a16:creationId xmlns:a16="http://schemas.microsoft.com/office/drawing/2014/main" id="{0C56880B-B07F-7D9D-2FF3-615EDD8429BD}"/>
                </a:ext>
              </a:extLst>
            </p:cNvPr>
            <p:cNvSpPr/>
            <p:nvPr/>
          </p:nvSpPr>
          <p:spPr>
            <a:xfrm>
              <a:off x="6424490"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2" name="任意多边形: 形状 211">
              <a:extLst>
                <a:ext uri="{FF2B5EF4-FFF2-40B4-BE49-F238E27FC236}">
                  <a16:creationId xmlns:a16="http://schemas.microsoft.com/office/drawing/2014/main" id="{079B0642-B707-A692-05E5-028DD84E863B}"/>
                </a:ext>
              </a:extLst>
            </p:cNvPr>
            <p:cNvSpPr/>
            <p:nvPr/>
          </p:nvSpPr>
          <p:spPr>
            <a:xfrm>
              <a:off x="6424490"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3" name="任意多边形: 形状 212">
              <a:extLst>
                <a:ext uri="{FF2B5EF4-FFF2-40B4-BE49-F238E27FC236}">
                  <a16:creationId xmlns:a16="http://schemas.microsoft.com/office/drawing/2014/main" id="{C1365FD2-A93D-5717-D1E0-2B1A01B141C2}"/>
                </a:ext>
              </a:extLst>
            </p:cNvPr>
            <p:cNvSpPr/>
            <p:nvPr/>
          </p:nvSpPr>
          <p:spPr>
            <a:xfrm>
              <a:off x="6628194"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4" name="任意多边形: 形状 213">
              <a:extLst>
                <a:ext uri="{FF2B5EF4-FFF2-40B4-BE49-F238E27FC236}">
                  <a16:creationId xmlns:a16="http://schemas.microsoft.com/office/drawing/2014/main" id="{0561E3F3-2CD5-E773-0735-33A3A6C332ED}"/>
                </a:ext>
              </a:extLst>
            </p:cNvPr>
            <p:cNvSpPr/>
            <p:nvPr/>
          </p:nvSpPr>
          <p:spPr>
            <a:xfrm>
              <a:off x="6628194"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5" name="任意多边形: 形状 214">
              <a:extLst>
                <a:ext uri="{FF2B5EF4-FFF2-40B4-BE49-F238E27FC236}">
                  <a16:creationId xmlns:a16="http://schemas.microsoft.com/office/drawing/2014/main" id="{4E43CC21-2092-DC22-82B7-E00B3AA68B05}"/>
                </a:ext>
              </a:extLst>
            </p:cNvPr>
            <p:cNvSpPr/>
            <p:nvPr/>
          </p:nvSpPr>
          <p:spPr>
            <a:xfrm>
              <a:off x="6628194"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6" name="任意多边形: 形状 215">
              <a:extLst>
                <a:ext uri="{FF2B5EF4-FFF2-40B4-BE49-F238E27FC236}">
                  <a16:creationId xmlns:a16="http://schemas.microsoft.com/office/drawing/2014/main" id="{BA6FD008-E1B6-D196-1954-5B7F41D9B31F}"/>
                </a:ext>
              </a:extLst>
            </p:cNvPr>
            <p:cNvSpPr/>
            <p:nvPr/>
          </p:nvSpPr>
          <p:spPr>
            <a:xfrm>
              <a:off x="6628194"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7" name="任意多边形: 形状 216">
              <a:extLst>
                <a:ext uri="{FF2B5EF4-FFF2-40B4-BE49-F238E27FC236}">
                  <a16:creationId xmlns:a16="http://schemas.microsoft.com/office/drawing/2014/main" id="{96360EBB-AE3A-AE76-AAB5-100DBC0C0C37}"/>
                </a:ext>
              </a:extLst>
            </p:cNvPr>
            <p:cNvSpPr/>
            <p:nvPr/>
          </p:nvSpPr>
          <p:spPr>
            <a:xfrm>
              <a:off x="6628194"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8" name="任意多边形: 形状 217">
              <a:extLst>
                <a:ext uri="{FF2B5EF4-FFF2-40B4-BE49-F238E27FC236}">
                  <a16:creationId xmlns:a16="http://schemas.microsoft.com/office/drawing/2014/main" id="{6CE47546-E957-61F2-31B3-B8CEC9B441B8}"/>
                </a:ext>
              </a:extLst>
            </p:cNvPr>
            <p:cNvSpPr/>
            <p:nvPr/>
          </p:nvSpPr>
          <p:spPr>
            <a:xfrm>
              <a:off x="6831778" y="5879142"/>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19" name="任意多边形: 形状 218">
              <a:extLst>
                <a:ext uri="{FF2B5EF4-FFF2-40B4-BE49-F238E27FC236}">
                  <a16:creationId xmlns:a16="http://schemas.microsoft.com/office/drawing/2014/main" id="{FC46778C-8988-8EF6-4C1A-1F915D798C89}"/>
                </a:ext>
              </a:extLst>
            </p:cNvPr>
            <p:cNvSpPr/>
            <p:nvPr/>
          </p:nvSpPr>
          <p:spPr>
            <a:xfrm>
              <a:off x="6831778" y="5957139"/>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0" name="任意多边形: 形状 219">
              <a:extLst>
                <a:ext uri="{FF2B5EF4-FFF2-40B4-BE49-F238E27FC236}">
                  <a16:creationId xmlns:a16="http://schemas.microsoft.com/office/drawing/2014/main" id="{50941843-1B7F-7E1B-C43B-F9FAC450E154}"/>
                </a:ext>
              </a:extLst>
            </p:cNvPr>
            <p:cNvSpPr/>
            <p:nvPr/>
          </p:nvSpPr>
          <p:spPr>
            <a:xfrm>
              <a:off x="6831778" y="603513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1" name="任意多边形: 形状 220">
              <a:extLst>
                <a:ext uri="{FF2B5EF4-FFF2-40B4-BE49-F238E27FC236}">
                  <a16:creationId xmlns:a16="http://schemas.microsoft.com/office/drawing/2014/main" id="{8AB869D7-E3B9-FAEB-513E-3694208FF7F5}"/>
                </a:ext>
              </a:extLst>
            </p:cNvPr>
            <p:cNvSpPr/>
            <p:nvPr/>
          </p:nvSpPr>
          <p:spPr>
            <a:xfrm>
              <a:off x="6831778" y="6113132"/>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2" name="任意多边形: 形状 221">
              <a:extLst>
                <a:ext uri="{FF2B5EF4-FFF2-40B4-BE49-F238E27FC236}">
                  <a16:creationId xmlns:a16="http://schemas.microsoft.com/office/drawing/2014/main" id="{800F7B41-D099-9373-D952-52B5EB31C6FC}"/>
                </a:ext>
              </a:extLst>
            </p:cNvPr>
            <p:cNvSpPr/>
            <p:nvPr/>
          </p:nvSpPr>
          <p:spPr>
            <a:xfrm>
              <a:off x="6831778" y="619125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3" name="任意多边形: 形状 222">
              <a:extLst>
                <a:ext uri="{FF2B5EF4-FFF2-40B4-BE49-F238E27FC236}">
                  <a16:creationId xmlns:a16="http://schemas.microsoft.com/office/drawing/2014/main" id="{4BEAA1E7-9A54-6AED-DF59-2B039A6F7F44}"/>
                </a:ext>
              </a:extLst>
            </p:cNvPr>
            <p:cNvSpPr/>
            <p:nvPr/>
          </p:nvSpPr>
          <p:spPr>
            <a:xfrm>
              <a:off x="5178309" y="6300827"/>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4" name="任意多边形: 形状 223">
              <a:extLst>
                <a:ext uri="{FF2B5EF4-FFF2-40B4-BE49-F238E27FC236}">
                  <a16:creationId xmlns:a16="http://schemas.microsoft.com/office/drawing/2014/main" id="{9D2D88FB-D6EF-4000-744D-C7599F5B2757}"/>
                </a:ext>
              </a:extLst>
            </p:cNvPr>
            <p:cNvSpPr/>
            <p:nvPr/>
          </p:nvSpPr>
          <p:spPr>
            <a:xfrm>
              <a:off x="5178309" y="6410400"/>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5" name="任意多边形: 形状 224">
              <a:extLst>
                <a:ext uri="{FF2B5EF4-FFF2-40B4-BE49-F238E27FC236}">
                  <a16:creationId xmlns:a16="http://schemas.microsoft.com/office/drawing/2014/main" id="{55F4ACB8-37DB-AC3F-9F03-8CB2E1008299}"/>
                </a:ext>
              </a:extLst>
            </p:cNvPr>
            <p:cNvSpPr/>
            <p:nvPr/>
          </p:nvSpPr>
          <p:spPr>
            <a:xfrm>
              <a:off x="5406452" y="6300827"/>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6" name="任意多边形: 形状 225">
              <a:extLst>
                <a:ext uri="{FF2B5EF4-FFF2-40B4-BE49-F238E27FC236}">
                  <a16:creationId xmlns:a16="http://schemas.microsoft.com/office/drawing/2014/main" id="{CCF00F13-5151-D0A3-8C97-6C89FED5F7AB}"/>
                </a:ext>
              </a:extLst>
            </p:cNvPr>
            <p:cNvSpPr/>
            <p:nvPr/>
          </p:nvSpPr>
          <p:spPr>
            <a:xfrm>
              <a:off x="5406452" y="6410400"/>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7" name="任意多边形: 形状 226">
              <a:extLst>
                <a:ext uri="{FF2B5EF4-FFF2-40B4-BE49-F238E27FC236}">
                  <a16:creationId xmlns:a16="http://schemas.microsoft.com/office/drawing/2014/main" id="{71096742-CF0D-0336-3D8C-02EE60C1EE4B}"/>
                </a:ext>
              </a:extLst>
            </p:cNvPr>
            <p:cNvSpPr/>
            <p:nvPr/>
          </p:nvSpPr>
          <p:spPr>
            <a:xfrm>
              <a:off x="5610156"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8" name="任意多边形: 形状 227">
              <a:extLst>
                <a:ext uri="{FF2B5EF4-FFF2-40B4-BE49-F238E27FC236}">
                  <a16:creationId xmlns:a16="http://schemas.microsoft.com/office/drawing/2014/main" id="{2A2A17CB-4AB7-ECC1-975B-8E2ADB45E49B}"/>
                </a:ext>
              </a:extLst>
            </p:cNvPr>
            <p:cNvSpPr/>
            <p:nvPr/>
          </p:nvSpPr>
          <p:spPr>
            <a:xfrm>
              <a:off x="5610156"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29" name="任意多边形: 形状 228">
              <a:extLst>
                <a:ext uri="{FF2B5EF4-FFF2-40B4-BE49-F238E27FC236}">
                  <a16:creationId xmlns:a16="http://schemas.microsoft.com/office/drawing/2014/main" id="{7178FCAB-F230-392F-58A7-74CA66A7D056}"/>
                </a:ext>
              </a:extLst>
            </p:cNvPr>
            <p:cNvSpPr/>
            <p:nvPr/>
          </p:nvSpPr>
          <p:spPr>
            <a:xfrm>
              <a:off x="5813740"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0" name="任意多边形: 形状 229">
              <a:extLst>
                <a:ext uri="{FF2B5EF4-FFF2-40B4-BE49-F238E27FC236}">
                  <a16:creationId xmlns:a16="http://schemas.microsoft.com/office/drawing/2014/main" id="{D9DAFC75-09E2-F435-6006-B2F4D3C3B32A}"/>
                </a:ext>
              </a:extLst>
            </p:cNvPr>
            <p:cNvSpPr/>
            <p:nvPr/>
          </p:nvSpPr>
          <p:spPr>
            <a:xfrm>
              <a:off x="5813740"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1" name="任意多边形: 形状 230">
              <a:extLst>
                <a:ext uri="{FF2B5EF4-FFF2-40B4-BE49-F238E27FC236}">
                  <a16:creationId xmlns:a16="http://schemas.microsoft.com/office/drawing/2014/main" id="{4413D52B-1429-D084-CE88-D8CE142FD62B}"/>
                </a:ext>
              </a:extLst>
            </p:cNvPr>
            <p:cNvSpPr/>
            <p:nvPr/>
          </p:nvSpPr>
          <p:spPr>
            <a:xfrm>
              <a:off x="6017324"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2" name="任意多边形: 形状 231">
              <a:extLst>
                <a:ext uri="{FF2B5EF4-FFF2-40B4-BE49-F238E27FC236}">
                  <a16:creationId xmlns:a16="http://schemas.microsoft.com/office/drawing/2014/main" id="{F84CC772-A94F-2C2D-21B5-25AFDFA41D40}"/>
                </a:ext>
              </a:extLst>
            </p:cNvPr>
            <p:cNvSpPr/>
            <p:nvPr/>
          </p:nvSpPr>
          <p:spPr>
            <a:xfrm>
              <a:off x="6017324"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3" name="任意多边形: 形状 232">
              <a:extLst>
                <a:ext uri="{FF2B5EF4-FFF2-40B4-BE49-F238E27FC236}">
                  <a16:creationId xmlns:a16="http://schemas.microsoft.com/office/drawing/2014/main" id="{9FE25F8E-5F53-25F5-A2A3-5B6211B23E3C}"/>
                </a:ext>
              </a:extLst>
            </p:cNvPr>
            <p:cNvSpPr/>
            <p:nvPr/>
          </p:nvSpPr>
          <p:spPr>
            <a:xfrm>
              <a:off x="6220908"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4" name="任意多边形: 形状 233">
              <a:extLst>
                <a:ext uri="{FF2B5EF4-FFF2-40B4-BE49-F238E27FC236}">
                  <a16:creationId xmlns:a16="http://schemas.microsoft.com/office/drawing/2014/main" id="{A205D05E-04A6-FD11-53C3-C0E17E490FC3}"/>
                </a:ext>
              </a:extLst>
            </p:cNvPr>
            <p:cNvSpPr/>
            <p:nvPr/>
          </p:nvSpPr>
          <p:spPr>
            <a:xfrm>
              <a:off x="6220908"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5" name="任意多边形: 形状 234">
              <a:extLst>
                <a:ext uri="{FF2B5EF4-FFF2-40B4-BE49-F238E27FC236}">
                  <a16:creationId xmlns:a16="http://schemas.microsoft.com/office/drawing/2014/main" id="{D118A48A-E41D-7DAF-4A55-2D1DC0AE8BC0}"/>
                </a:ext>
              </a:extLst>
            </p:cNvPr>
            <p:cNvSpPr/>
            <p:nvPr/>
          </p:nvSpPr>
          <p:spPr>
            <a:xfrm>
              <a:off x="6424490"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6" name="任意多边形: 形状 235">
              <a:extLst>
                <a:ext uri="{FF2B5EF4-FFF2-40B4-BE49-F238E27FC236}">
                  <a16:creationId xmlns:a16="http://schemas.microsoft.com/office/drawing/2014/main" id="{62E3AD05-0793-2253-4DFC-D59546D205E8}"/>
                </a:ext>
              </a:extLst>
            </p:cNvPr>
            <p:cNvSpPr/>
            <p:nvPr/>
          </p:nvSpPr>
          <p:spPr>
            <a:xfrm>
              <a:off x="6424490"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7" name="任意多边形: 形状 236">
              <a:extLst>
                <a:ext uri="{FF2B5EF4-FFF2-40B4-BE49-F238E27FC236}">
                  <a16:creationId xmlns:a16="http://schemas.microsoft.com/office/drawing/2014/main" id="{0967750D-4236-31BD-36CD-85B526CC4854}"/>
                </a:ext>
              </a:extLst>
            </p:cNvPr>
            <p:cNvSpPr/>
            <p:nvPr/>
          </p:nvSpPr>
          <p:spPr>
            <a:xfrm>
              <a:off x="6628194"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8" name="任意多边形: 形状 237">
              <a:extLst>
                <a:ext uri="{FF2B5EF4-FFF2-40B4-BE49-F238E27FC236}">
                  <a16:creationId xmlns:a16="http://schemas.microsoft.com/office/drawing/2014/main" id="{3A0B1112-4EA0-5791-C0CC-85C48F17B6BC}"/>
                </a:ext>
              </a:extLst>
            </p:cNvPr>
            <p:cNvSpPr/>
            <p:nvPr/>
          </p:nvSpPr>
          <p:spPr>
            <a:xfrm>
              <a:off x="6628194"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39" name="任意多边形: 形状 238">
              <a:extLst>
                <a:ext uri="{FF2B5EF4-FFF2-40B4-BE49-F238E27FC236}">
                  <a16:creationId xmlns:a16="http://schemas.microsoft.com/office/drawing/2014/main" id="{71333270-E34C-F5B8-D90F-C3B34E2AAE5D}"/>
                </a:ext>
              </a:extLst>
            </p:cNvPr>
            <p:cNvSpPr/>
            <p:nvPr/>
          </p:nvSpPr>
          <p:spPr>
            <a:xfrm>
              <a:off x="6831778" y="6300827"/>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0" name="任意多边形: 形状 239">
              <a:extLst>
                <a:ext uri="{FF2B5EF4-FFF2-40B4-BE49-F238E27FC236}">
                  <a16:creationId xmlns:a16="http://schemas.microsoft.com/office/drawing/2014/main" id="{EF0F685B-B437-F214-FC23-148A66687B56}"/>
                </a:ext>
              </a:extLst>
            </p:cNvPr>
            <p:cNvSpPr/>
            <p:nvPr/>
          </p:nvSpPr>
          <p:spPr>
            <a:xfrm>
              <a:off x="6831778" y="6410400"/>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1" name="任意多边形: 形状 240">
              <a:extLst>
                <a:ext uri="{FF2B5EF4-FFF2-40B4-BE49-F238E27FC236}">
                  <a16:creationId xmlns:a16="http://schemas.microsoft.com/office/drawing/2014/main" id="{DD4AC0D6-1341-0A09-534C-EBBB74BC0C40}"/>
                </a:ext>
              </a:extLst>
            </p:cNvPr>
            <p:cNvSpPr/>
            <p:nvPr/>
          </p:nvSpPr>
          <p:spPr>
            <a:xfrm>
              <a:off x="4275245" y="5758373"/>
              <a:ext cx="694905" cy="33463"/>
            </a:xfrm>
            <a:custGeom>
              <a:avLst/>
              <a:gdLst>
                <a:gd name="connsiteX0" fmla="*/ 0 w 549783"/>
                <a:gd name="connsiteY0" fmla="*/ 0 h 25336"/>
                <a:gd name="connsiteX1" fmla="*/ 549783 w 549783"/>
                <a:gd name="connsiteY1" fmla="*/ 0 h 25336"/>
                <a:gd name="connsiteX2" fmla="*/ 549783 w 549783"/>
                <a:gd name="connsiteY2" fmla="*/ 25337 h 25336"/>
                <a:gd name="connsiteX3" fmla="*/ 0 w 549783"/>
                <a:gd name="connsiteY3" fmla="*/ 25337 h 25336"/>
              </a:gdLst>
              <a:ahLst/>
              <a:cxnLst>
                <a:cxn ang="0">
                  <a:pos x="connsiteX0" y="connsiteY0"/>
                </a:cxn>
                <a:cxn ang="0">
                  <a:pos x="connsiteX1" y="connsiteY1"/>
                </a:cxn>
                <a:cxn ang="0">
                  <a:pos x="connsiteX2" y="connsiteY2"/>
                </a:cxn>
                <a:cxn ang="0">
                  <a:pos x="connsiteX3" y="connsiteY3"/>
                </a:cxn>
              </a:cxnLst>
              <a:rect l="l" t="t" r="r" b="b"/>
              <a:pathLst>
                <a:path w="549783" h="25336">
                  <a:moveTo>
                    <a:pt x="0" y="0"/>
                  </a:moveTo>
                  <a:lnTo>
                    <a:pt x="549783" y="0"/>
                  </a:lnTo>
                  <a:lnTo>
                    <a:pt x="549783"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2" name="任意多边形: 形状 241">
              <a:extLst>
                <a:ext uri="{FF2B5EF4-FFF2-40B4-BE49-F238E27FC236}">
                  <a16:creationId xmlns:a16="http://schemas.microsoft.com/office/drawing/2014/main" id="{4184B114-A02A-56B7-B44E-063270116D54}"/>
                </a:ext>
              </a:extLst>
            </p:cNvPr>
            <p:cNvSpPr/>
            <p:nvPr/>
          </p:nvSpPr>
          <p:spPr>
            <a:xfrm>
              <a:off x="4299805" y="5791837"/>
              <a:ext cx="670224" cy="37111"/>
            </a:xfrm>
            <a:custGeom>
              <a:avLst/>
              <a:gdLst>
                <a:gd name="connsiteX0" fmla="*/ 0 w 530256"/>
                <a:gd name="connsiteY0" fmla="*/ 0 h 28098"/>
                <a:gd name="connsiteX1" fmla="*/ 530257 w 530256"/>
                <a:gd name="connsiteY1" fmla="*/ 0 h 28098"/>
                <a:gd name="connsiteX2" fmla="*/ 530257 w 530256"/>
                <a:gd name="connsiteY2" fmla="*/ 28099 h 28098"/>
                <a:gd name="connsiteX3" fmla="*/ 0 w 530256"/>
                <a:gd name="connsiteY3" fmla="*/ 28099 h 28098"/>
              </a:gdLst>
              <a:ahLst/>
              <a:cxnLst>
                <a:cxn ang="0">
                  <a:pos x="connsiteX0" y="connsiteY0"/>
                </a:cxn>
                <a:cxn ang="0">
                  <a:pos x="connsiteX1" y="connsiteY1"/>
                </a:cxn>
                <a:cxn ang="0">
                  <a:pos x="connsiteX2" y="connsiteY2"/>
                </a:cxn>
                <a:cxn ang="0">
                  <a:pos x="connsiteX3" y="connsiteY3"/>
                </a:cxn>
              </a:cxnLst>
              <a:rect l="l" t="t" r="r" b="b"/>
              <a:pathLst>
                <a:path w="530256" h="28098">
                  <a:moveTo>
                    <a:pt x="0" y="0"/>
                  </a:moveTo>
                  <a:lnTo>
                    <a:pt x="530257" y="0"/>
                  </a:lnTo>
                  <a:lnTo>
                    <a:pt x="530257" y="28099"/>
                  </a:lnTo>
                  <a:lnTo>
                    <a:pt x="0" y="28099"/>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3" name="任意多边形: 形状 242">
              <a:extLst>
                <a:ext uri="{FF2B5EF4-FFF2-40B4-BE49-F238E27FC236}">
                  <a16:creationId xmlns:a16="http://schemas.microsoft.com/office/drawing/2014/main" id="{8E30C9D2-8964-82A4-4B25-779BA71531C1}"/>
                </a:ext>
              </a:extLst>
            </p:cNvPr>
            <p:cNvSpPr/>
            <p:nvPr/>
          </p:nvSpPr>
          <p:spPr>
            <a:xfrm>
              <a:off x="4462094"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4" name="任意多边形: 形状 243">
              <a:extLst>
                <a:ext uri="{FF2B5EF4-FFF2-40B4-BE49-F238E27FC236}">
                  <a16:creationId xmlns:a16="http://schemas.microsoft.com/office/drawing/2014/main" id="{62111420-62CB-69F1-038C-1FA9A39C2466}"/>
                </a:ext>
              </a:extLst>
            </p:cNvPr>
            <p:cNvSpPr/>
            <p:nvPr/>
          </p:nvSpPr>
          <p:spPr>
            <a:xfrm>
              <a:off x="4653277"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5" name="任意多边形: 形状 244">
              <a:extLst>
                <a:ext uri="{FF2B5EF4-FFF2-40B4-BE49-F238E27FC236}">
                  <a16:creationId xmlns:a16="http://schemas.microsoft.com/office/drawing/2014/main" id="{C6B96B6F-5854-5617-3B2B-8D10D8F0E7AA}"/>
                </a:ext>
              </a:extLst>
            </p:cNvPr>
            <p:cNvSpPr/>
            <p:nvPr/>
          </p:nvSpPr>
          <p:spPr>
            <a:xfrm>
              <a:off x="4844702"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6" name="任意多边形: 形状 245">
              <a:extLst>
                <a:ext uri="{FF2B5EF4-FFF2-40B4-BE49-F238E27FC236}">
                  <a16:creationId xmlns:a16="http://schemas.microsoft.com/office/drawing/2014/main" id="{7FA1A2C6-A56E-888C-CBBF-02D49C615A85}"/>
                </a:ext>
              </a:extLst>
            </p:cNvPr>
            <p:cNvSpPr/>
            <p:nvPr/>
          </p:nvSpPr>
          <p:spPr>
            <a:xfrm>
              <a:off x="422937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7" name="任意多边形: 形状 246">
              <a:extLst>
                <a:ext uri="{FF2B5EF4-FFF2-40B4-BE49-F238E27FC236}">
                  <a16:creationId xmlns:a16="http://schemas.microsoft.com/office/drawing/2014/main" id="{315314C7-BAD9-FDA8-8B5E-08089DC16FF5}"/>
                </a:ext>
              </a:extLst>
            </p:cNvPr>
            <p:cNvSpPr/>
            <p:nvPr/>
          </p:nvSpPr>
          <p:spPr>
            <a:xfrm>
              <a:off x="420975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8" name="任意多边形: 形状 247">
              <a:extLst>
                <a:ext uri="{FF2B5EF4-FFF2-40B4-BE49-F238E27FC236}">
                  <a16:creationId xmlns:a16="http://schemas.microsoft.com/office/drawing/2014/main" id="{3F6F459A-1E94-AF16-2049-7ED06BCAACFD}"/>
                </a:ext>
              </a:extLst>
            </p:cNvPr>
            <p:cNvSpPr/>
            <p:nvPr/>
          </p:nvSpPr>
          <p:spPr>
            <a:xfrm>
              <a:off x="411801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49" name="任意多边形: 形状 248">
              <a:extLst>
                <a:ext uri="{FF2B5EF4-FFF2-40B4-BE49-F238E27FC236}">
                  <a16:creationId xmlns:a16="http://schemas.microsoft.com/office/drawing/2014/main" id="{40E7DE50-4B42-8D5E-BB34-0EB0CB50B93A}"/>
                </a:ext>
              </a:extLst>
            </p:cNvPr>
            <p:cNvSpPr/>
            <p:nvPr/>
          </p:nvSpPr>
          <p:spPr>
            <a:xfrm>
              <a:off x="409826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0" name="任意多边形: 形状 249">
              <a:extLst>
                <a:ext uri="{FF2B5EF4-FFF2-40B4-BE49-F238E27FC236}">
                  <a16:creationId xmlns:a16="http://schemas.microsoft.com/office/drawing/2014/main" id="{120C3E69-7C85-D923-8DC1-299EC7EA72F7}"/>
                </a:ext>
              </a:extLst>
            </p:cNvPr>
            <p:cNvSpPr/>
            <p:nvPr/>
          </p:nvSpPr>
          <p:spPr>
            <a:xfrm>
              <a:off x="400652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1" name="任意多边形: 形状 250">
              <a:extLst>
                <a:ext uri="{FF2B5EF4-FFF2-40B4-BE49-F238E27FC236}">
                  <a16:creationId xmlns:a16="http://schemas.microsoft.com/office/drawing/2014/main" id="{2D81F762-E031-BD0A-CA80-13B1E586B044}"/>
                </a:ext>
              </a:extLst>
            </p:cNvPr>
            <p:cNvSpPr/>
            <p:nvPr/>
          </p:nvSpPr>
          <p:spPr>
            <a:xfrm>
              <a:off x="3986784"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2" name="任意多边形: 形状 251">
              <a:extLst>
                <a:ext uri="{FF2B5EF4-FFF2-40B4-BE49-F238E27FC236}">
                  <a16:creationId xmlns:a16="http://schemas.microsoft.com/office/drawing/2014/main" id="{C8A4D52E-B70D-C9B5-B5BB-CA849A3506A1}"/>
                </a:ext>
              </a:extLst>
            </p:cNvPr>
            <p:cNvSpPr/>
            <p:nvPr/>
          </p:nvSpPr>
          <p:spPr>
            <a:xfrm>
              <a:off x="3895046"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3" name="任意多边形: 形状 252">
              <a:extLst>
                <a:ext uri="{FF2B5EF4-FFF2-40B4-BE49-F238E27FC236}">
                  <a16:creationId xmlns:a16="http://schemas.microsoft.com/office/drawing/2014/main" id="{9D91FAFC-5FA9-A0A8-EB9B-22C74A543325}"/>
                </a:ext>
              </a:extLst>
            </p:cNvPr>
            <p:cNvSpPr/>
            <p:nvPr/>
          </p:nvSpPr>
          <p:spPr>
            <a:xfrm>
              <a:off x="3875422"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4" name="任意多边形: 形状 253">
              <a:extLst>
                <a:ext uri="{FF2B5EF4-FFF2-40B4-BE49-F238E27FC236}">
                  <a16:creationId xmlns:a16="http://schemas.microsoft.com/office/drawing/2014/main" id="{92FBFDF8-D221-D7EC-F191-3BF5828A7E4A}"/>
                </a:ext>
              </a:extLst>
            </p:cNvPr>
            <p:cNvSpPr/>
            <p:nvPr/>
          </p:nvSpPr>
          <p:spPr>
            <a:xfrm>
              <a:off x="378368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5" name="任意多边形: 形状 254">
              <a:extLst>
                <a:ext uri="{FF2B5EF4-FFF2-40B4-BE49-F238E27FC236}">
                  <a16:creationId xmlns:a16="http://schemas.microsoft.com/office/drawing/2014/main" id="{024834A2-9086-B3FE-563E-710824F6CAEE}"/>
                </a:ext>
              </a:extLst>
            </p:cNvPr>
            <p:cNvSpPr/>
            <p:nvPr/>
          </p:nvSpPr>
          <p:spPr>
            <a:xfrm>
              <a:off x="376393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6" name="任意多边形: 形状 255">
              <a:extLst>
                <a:ext uri="{FF2B5EF4-FFF2-40B4-BE49-F238E27FC236}">
                  <a16:creationId xmlns:a16="http://schemas.microsoft.com/office/drawing/2014/main" id="{F6BF475C-B577-0C72-21A8-D0BD3AD97236}"/>
                </a:ext>
              </a:extLst>
            </p:cNvPr>
            <p:cNvSpPr/>
            <p:nvPr/>
          </p:nvSpPr>
          <p:spPr>
            <a:xfrm>
              <a:off x="367219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7" name="任意多边形: 形状 256">
              <a:extLst>
                <a:ext uri="{FF2B5EF4-FFF2-40B4-BE49-F238E27FC236}">
                  <a16:creationId xmlns:a16="http://schemas.microsoft.com/office/drawing/2014/main" id="{A11533F2-2710-C4B4-ED34-88CFF4660BE9}"/>
                </a:ext>
              </a:extLst>
            </p:cNvPr>
            <p:cNvSpPr/>
            <p:nvPr/>
          </p:nvSpPr>
          <p:spPr>
            <a:xfrm>
              <a:off x="365257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8" name="任意多边形: 形状 257">
              <a:extLst>
                <a:ext uri="{FF2B5EF4-FFF2-40B4-BE49-F238E27FC236}">
                  <a16:creationId xmlns:a16="http://schemas.microsoft.com/office/drawing/2014/main" id="{0264A946-34A6-3EF7-0A96-874C75197EDC}"/>
                </a:ext>
              </a:extLst>
            </p:cNvPr>
            <p:cNvSpPr/>
            <p:nvPr/>
          </p:nvSpPr>
          <p:spPr>
            <a:xfrm>
              <a:off x="3672199"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59" name="任意多边形: 形状 258">
              <a:extLst>
                <a:ext uri="{FF2B5EF4-FFF2-40B4-BE49-F238E27FC236}">
                  <a16:creationId xmlns:a16="http://schemas.microsoft.com/office/drawing/2014/main" id="{A5A67390-0F46-4B19-7C34-118076660A8A}"/>
                </a:ext>
              </a:extLst>
            </p:cNvPr>
            <p:cNvSpPr/>
            <p:nvPr/>
          </p:nvSpPr>
          <p:spPr>
            <a:xfrm>
              <a:off x="3783683"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0" name="任意多边形: 形状 259">
              <a:extLst>
                <a:ext uri="{FF2B5EF4-FFF2-40B4-BE49-F238E27FC236}">
                  <a16:creationId xmlns:a16="http://schemas.microsoft.com/office/drawing/2014/main" id="{DDD91C6B-A670-4DB9-7D84-0373E822FC06}"/>
                </a:ext>
              </a:extLst>
            </p:cNvPr>
            <p:cNvSpPr/>
            <p:nvPr/>
          </p:nvSpPr>
          <p:spPr>
            <a:xfrm>
              <a:off x="3895046" y="6155904"/>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1" name="任意多边形: 形状 260">
              <a:extLst>
                <a:ext uri="{FF2B5EF4-FFF2-40B4-BE49-F238E27FC236}">
                  <a16:creationId xmlns:a16="http://schemas.microsoft.com/office/drawing/2014/main" id="{103463B3-61FA-9864-D1E5-E252FF24283D}"/>
                </a:ext>
              </a:extLst>
            </p:cNvPr>
            <p:cNvSpPr/>
            <p:nvPr/>
          </p:nvSpPr>
          <p:spPr>
            <a:xfrm>
              <a:off x="4006529"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2" name="任意多边形: 形状 261">
              <a:extLst>
                <a:ext uri="{FF2B5EF4-FFF2-40B4-BE49-F238E27FC236}">
                  <a16:creationId xmlns:a16="http://schemas.microsoft.com/office/drawing/2014/main" id="{28DF754D-06DD-10BD-10EF-B473A6F9E17F}"/>
                </a:ext>
              </a:extLst>
            </p:cNvPr>
            <p:cNvSpPr/>
            <p:nvPr/>
          </p:nvSpPr>
          <p:spPr>
            <a:xfrm>
              <a:off x="4118013" y="6155904"/>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3" name="任意多边形: 形状 262">
              <a:extLst>
                <a:ext uri="{FF2B5EF4-FFF2-40B4-BE49-F238E27FC236}">
                  <a16:creationId xmlns:a16="http://schemas.microsoft.com/office/drawing/2014/main" id="{51A2928D-EF0D-2097-3C3C-B9095675A337}"/>
                </a:ext>
              </a:extLst>
            </p:cNvPr>
            <p:cNvSpPr/>
            <p:nvPr/>
          </p:nvSpPr>
          <p:spPr>
            <a:xfrm>
              <a:off x="4229375" y="6155904"/>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4" name="任意多边形: 形状 263">
              <a:extLst>
                <a:ext uri="{FF2B5EF4-FFF2-40B4-BE49-F238E27FC236}">
                  <a16:creationId xmlns:a16="http://schemas.microsoft.com/office/drawing/2014/main" id="{0D167915-3634-E7D4-D30E-878183241D1D}"/>
                </a:ext>
              </a:extLst>
            </p:cNvPr>
            <p:cNvSpPr/>
            <p:nvPr/>
          </p:nvSpPr>
          <p:spPr>
            <a:xfrm>
              <a:off x="3672199"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5" name="任意多边形: 形状 264">
              <a:extLst>
                <a:ext uri="{FF2B5EF4-FFF2-40B4-BE49-F238E27FC236}">
                  <a16:creationId xmlns:a16="http://schemas.microsoft.com/office/drawing/2014/main" id="{704D9E0F-B2F6-A7CD-D123-FD5E9481ACCC}"/>
                </a:ext>
              </a:extLst>
            </p:cNvPr>
            <p:cNvSpPr/>
            <p:nvPr/>
          </p:nvSpPr>
          <p:spPr>
            <a:xfrm>
              <a:off x="3783683"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6" name="任意多边形: 形状 265">
              <a:extLst>
                <a:ext uri="{FF2B5EF4-FFF2-40B4-BE49-F238E27FC236}">
                  <a16:creationId xmlns:a16="http://schemas.microsoft.com/office/drawing/2014/main" id="{11EE72E2-821B-0891-9B5A-381B750192BE}"/>
                </a:ext>
              </a:extLst>
            </p:cNvPr>
            <p:cNvSpPr/>
            <p:nvPr/>
          </p:nvSpPr>
          <p:spPr>
            <a:xfrm>
              <a:off x="3895046" y="6196035"/>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7" name="任意多边形: 形状 266">
              <a:extLst>
                <a:ext uri="{FF2B5EF4-FFF2-40B4-BE49-F238E27FC236}">
                  <a16:creationId xmlns:a16="http://schemas.microsoft.com/office/drawing/2014/main" id="{28A7CE1F-2A19-59F4-2DE4-74379699B90E}"/>
                </a:ext>
              </a:extLst>
            </p:cNvPr>
            <p:cNvSpPr/>
            <p:nvPr/>
          </p:nvSpPr>
          <p:spPr>
            <a:xfrm>
              <a:off x="4006529"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8" name="任意多边形: 形状 267">
              <a:extLst>
                <a:ext uri="{FF2B5EF4-FFF2-40B4-BE49-F238E27FC236}">
                  <a16:creationId xmlns:a16="http://schemas.microsoft.com/office/drawing/2014/main" id="{04FCEDC1-3AAD-6545-5095-31F5F392946E}"/>
                </a:ext>
              </a:extLst>
            </p:cNvPr>
            <p:cNvSpPr/>
            <p:nvPr/>
          </p:nvSpPr>
          <p:spPr>
            <a:xfrm>
              <a:off x="4118013" y="6196035"/>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69" name="任意多边形: 形状 268">
              <a:extLst>
                <a:ext uri="{FF2B5EF4-FFF2-40B4-BE49-F238E27FC236}">
                  <a16:creationId xmlns:a16="http://schemas.microsoft.com/office/drawing/2014/main" id="{E2C6C5F7-EBDF-5C71-7FB0-EDB216DF90DB}"/>
                </a:ext>
              </a:extLst>
            </p:cNvPr>
            <p:cNvSpPr/>
            <p:nvPr/>
          </p:nvSpPr>
          <p:spPr>
            <a:xfrm>
              <a:off x="4229375" y="6196035"/>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0" name="任意多边形: 形状 269">
              <a:extLst>
                <a:ext uri="{FF2B5EF4-FFF2-40B4-BE49-F238E27FC236}">
                  <a16:creationId xmlns:a16="http://schemas.microsoft.com/office/drawing/2014/main" id="{FC000C7B-1172-341E-9C56-F816C553725B}"/>
                </a:ext>
              </a:extLst>
            </p:cNvPr>
            <p:cNvSpPr/>
            <p:nvPr/>
          </p:nvSpPr>
          <p:spPr>
            <a:xfrm>
              <a:off x="3672199"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1" name="任意多边形: 形状 270">
              <a:extLst>
                <a:ext uri="{FF2B5EF4-FFF2-40B4-BE49-F238E27FC236}">
                  <a16:creationId xmlns:a16="http://schemas.microsoft.com/office/drawing/2014/main" id="{22428F94-76FE-6945-93DA-AAAD0A464D68}"/>
                </a:ext>
              </a:extLst>
            </p:cNvPr>
            <p:cNvSpPr/>
            <p:nvPr/>
          </p:nvSpPr>
          <p:spPr>
            <a:xfrm>
              <a:off x="3783683"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2" name="任意多边形: 形状 271">
              <a:extLst>
                <a:ext uri="{FF2B5EF4-FFF2-40B4-BE49-F238E27FC236}">
                  <a16:creationId xmlns:a16="http://schemas.microsoft.com/office/drawing/2014/main" id="{4D5D8D23-C2BC-CF36-9658-E0F4BEA08CEC}"/>
                </a:ext>
              </a:extLst>
            </p:cNvPr>
            <p:cNvSpPr/>
            <p:nvPr/>
          </p:nvSpPr>
          <p:spPr>
            <a:xfrm>
              <a:off x="3895046" y="6214654"/>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3" name="任意多边形: 形状 272">
              <a:extLst>
                <a:ext uri="{FF2B5EF4-FFF2-40B4-BE49-F238E27FC236}">
                  <a16:creationId xmlns:a16="http://schemas.microsoft.com/office/drawing/2014/main" id="{04F70D50-66E2-1BAF-77D9-83498B8BE840}"/>
                </a:ext>
              </a:extLst>
            </p:cNvPr>
            <p:cNvSpPr/>
            <p:nvPr/>
          </p:nvSpPr>
          <p:spPr>
            <a:xfrm>
              <a:off x="4006529"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4" name="任意多边形: 形状 273">
              <a:extLst>
                <a:ext uri="{FF2B5EF4-FFF2-40B4-BE49-F238E27FC236}">
                  <a16:creationId xmlns:a16="http://schemas.microsoft.com/office/drawing/2014/main" id="{D04FF276-A5A2-AC76-01DE-45D6E703EDFE}"/>
                </a:ext>
              </a:extLst>
            </p:cNvPr>
            <p:cNvSpPr/>
            <p:nvPr/>
          </p:nvSpPr>
          <p:spPr>
            <a:xfrm>
              <a:off x="4118013" y="6214654"/>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5" name="任意多边形: 形状 274">
              <a:extLst>
                <a:ext uri="{FF2B5EF4-FFF2-40B4-BE49-F238E27FC236}">
                  <a16:creationId xmlns:a16="http://schemas.microsoft.com/office/drawing/2014/main" id="{21A6923B-9B84-7522-C6A4-9F7AAC97E228}"/>
                </a:ext>
              </a:extLst>
            </p:cNvPr>
            <p:cNvSpPr/>
            <p:nvPr/>
          </p:nvSpPr>
          <p:spPr>
            <a:xfrm>
              <a:off x="4229375" y="6214654"/>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6" name="任意多边形: 形状 275">
              <a:extLst>
                <a:ext uri="{FF2B5EF4-FFF2-40B4-BE49-F238E27FC236}">
                  <a16:creationId xmlns:a16="http://schemas.microsoft.com/office/drawing/2014/main" id="{2C154B0E-CA7F-7457-1B34-629A457FC649}"/>
                </a:ext>
              </a:extLst>
            </p:cNvPr>
            <p:cNvSpPr/>
            <p:nvPr/>
          </p:nvSpPr>
          <p:spPr>
            <a:xfrm>
              <a:off x="3672199"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7" name="任意多边形: 形状 276">
              <a:extLst>
                <a:ext uri="{FF2B5EF4-FFF2-40B4-BE49-F238E27FC236}">
                  <a16:creationId xmlns:a16="http://schemas.microsoft.com/office/drawing/2014/main" id="{529F8309-9BE1-10CE-86A6-D0C322A32365}"/>
                </a:ext>
              </a:extLst>
            </p:cNvPr>
            <p:cNvSpPr/>
            <p:nvPr/>
          </p:nvSpPr>
          <p:spPr>
            <a:xfrm>
              <a:off x="3783683"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8" name="任意多边形: 形状 277">
              <a:extLst>
                <a:ext uri="{FF2B5EF4-FFF2-40B4-BE49-F238E27FC236}">
                  <a16:creationId xmlns:a16="http://schemas.microsoft.com/office/drawing/2014/main" id="{48108FBA-143B-47D9-3626-26F1FA4C4DAD}"/>
                </a:ext>
              </a:extLst>
            </p:cNvPr>
            <p:cNvSpPr/>
            <p:nvPr/>
          </p:nvSpPr>
          <p:spPr>
            <a:xfrm>
              <a:off x="3895046" y="6317182"/>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9" name="任意多边形: 形状 278">
              <a:extLst>
                <a:ext uri="{FF2B5EF4-FFF2-40B4-BE49-F238E27FC236}">
                  <a16:creationId xmlns:a16="http://schemas.microsoft.com/office/drawing/2014/main" id="{DC6A45E6-90D4-CDA6-2132-DA5E2622D623}"/>
                </a:ext>
              </a:extLst>
            </p:cNvPr>
            <p:cNvSpPr/>
            <p:nvPr/>
          </p:nvSpPr>
          <p:spPr>
            <a:xfrm>
              <a:off x="4006529"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0" name="任意多边形: 形状 279">
              <a:extLst>
                <a:ext uri="{FF2B5EF4-FFF2-40B4-BE49-F238E27FC236}">
                  <a16:creationId xmlns:a16="http://schemas.microsoft.com/office/drawing/2014/main" id="{71B6E2A8-3D62-1B82-E739-75E7E2684477}"/>
                </a:ext>
              </a:extLst>
            </p:cNvPr>
            <p:cNvSpPr/>
            <p:nvPr/>
          </p:nvSpPr>
          <p:spPr>
            <a:xfrm>
              <a:off x="4118013" y="6317182"/>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1" name="任意多边形: 形状 280">
              <a:extLst>
                <a:ext uri="{FF2B5EF4-FFF2-40B4-BE49-F238E27FC236}">
                  <a16:creationId xmlns:a16="http://schemas.microsoft.com/office/drawing/2014/main" id="{F9421563-7959-5949-6CAC-039009903F98}"/>
                </a:ext>
              </a:extLst>
            </p:cNvPr>
            <p:cNvSpPr/>
            <p:nvPr/>
          </p:nvSpPr>
          <p:spPr>
            <a:xfrm>
              <a:off x="4229375" y="6317182"/>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2" name="任意多边形: 形状 281">
              <a:extLst>
                <a:ext uri="{FF2B5EF4-FFF2-40B4-BE49-F238E27FC236}">
                  <a16:creationId xmlns:a16="http://schemas.microsoft.com/office/drawing/2014/main" id="{E38F402A-601C-148C-8300-4F8F356D2D28}"/>
                </a:ext>
              </a:extLst>
            </p:cNvPr>
            <p:cNvSpPr/>
            <p:nvPr/>
          </p:nvSpPr>
          <p:spPr>
            <a:xfrm>
              <a:off x="3672199"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3" name="任意多边形: 形状 282">
              <a:extLst>
                <a:ext uri="{FF2B5EF4-FFF2-40B4-BE49-F238E27FC236}">
                  <a16:creationId xmlns:a16="http://schemas.microsoft.com/office/drawing/2014/main" id="{E69E4A3B-AD02-AE3D-D8CD-C7A1A351E1BE}"/>
                </a:ext>
              </a:extLst>
            </p:cNvPr>
            <p:cNvSpPr/>
            <p:nvPr/>
          </p:nvSpPr>
          <p:spPr>
            <a:xfrm>
              <a:off x="3783683"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4" name="任意多边形: 形状 283">
              <a:extLst>
                <a:ext uri="{FF2B5EF4-FFF2-40B4-BE49-F238E27FC236}">
                  <a16:creationId xmlns:a16="http://schemas.microsoft.com/office/drawing/2014/main" id="{F8AF1339-07E7-E15B-88C6-CF2F041D641D}"/>
                </a:ext>
              </a:extLst>
            </p:cNvPr>
            <p:cNvSpPr/>
            <p:nvPr/>
          </p:nvSpPr>
          <p:spPr>
            <a:xfrm>
              <a:off x="3895046" y="6357313"/>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5" name="任意多边形: 形状 284">
              <a:extLst>
                <a:ext uri="{FF2B5EF4-FFF2-40B4-BE49-F238E27FC236}">
                  <a16:creationId xmlns:a16="http://schemas.microsoft.com/office/drawing/2014/main" id="{06A34402-1622-E72C-3489-17CCFA449D0F}"/>
                </a:ext>
              </a:extLst>
            </p:cNvPr>
            <p:cNvSpPr/>
            <p:nvPr/>
          </p:nvSpPr>
          <p:spPr>
            <a:xfrm>
              <a:off x="4006529"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6" name="任意多边形: 形状 285">
              <a:extLst>
                <a:ext uri="{FF2B5EF4-FFF2-40B4-BE49-F238E27FC236}">
                  <a16:creationId xmlns:a16="http://schemas.microsoft.com/office/drawing/2014/main" id="{5A9D1506-1064-68D6-9095-DE13AF2AE031}"/>
                </a:ext>
              </a:extLst>
            </p:cNvPr>
            <p:cNvSpPr/>
            <p:nvPr/>
          </p:nvSpPr>
          <p:spPr>
            <a:xfrm>
              <a:off x="4118013" y="6357313"/>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7" name="任意多边形: 形状 286">
              <a:extLst>
                <a:ext uri="{FF2B5EF4-FFF2-40B4-BE49-F238E27FC236}">
                  <a16:creationId xmlns:a16="http://schemas.microsoft.com/office/drawing/2014/main" id="{6D99AC5B-8C35-B756-A467-E923FF3AA48C}"/>
                </a:ext>
              </a:extLst>
            </p:cNvPr>
            <p:cNvSpPr/>
            <p:nvPr/>
          </p:nvSpPr>
          <p:spPr>
            <a:xfrm>
              <a:off x="4229375" y="6357313"/>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8" name="任意多边形: 形状 287">
              <a:extLst>
                <a:ext uri="{FF2B5EF4-FFF2-40B4-BE49-F238E27FC236}">
                  <a16:creationId xmlns:a16="http://schemas.microsoft.com/office/drawing/2014/main" id="{637BDDC3-A5BD-5B50-954B-330221EA5A89}"/>
                </a:ext>
              </a:extLst>
            </p:cNvPr>
            <p:cNvSpPr/>
            <p:nvPr/>
          </p:nvSpPr>
          <p:spPr>
            <a:xfrm>
              <a:off x="3672199"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89" name="任意多边形: 形状 288">
              <a:extLst>
                <a:ext uri="{FF2B5EF4-FFF2-40B4-BE49-F238E27FC236}">
                  <a16:creationId xmlns:a16="http://schemas.microsoft.com/office/drawing/2014/main" id="{C8BDA364-EA56-BE58-005E-F97984D4A8F6}"/>
                </a:ext>
              </a:extLst>
            </p:cNvPr>
            <p:cNvSpPr/>
            <p:nvPr/>
          </p:nvSpPr>
          <p:spPr>
            <a:xfrm>
              <a:off x="3783683"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0" name="任意多边形: 形状 289">
              <a:extLst>
                <a:ext uri="{FF2B5EF4-FFF2-40B4-BE49-F238E27FC236}">
                  <a16:creationId xmlns:a16="http://schemas.microsoft.com/office/drawing/2014/main" id="{317B3DC4-0A69-7D0E-ECB3-02D6F821A118}"/>
                </a:ext>
              </a:extLst>
            </p:cNvPr>
            <p:cNvSpPr/>
            <p:nvPr/>
          </p:nvSpPr>
          <p:spPr>
            <a:xfrm>
              <a:off x="3895046" y="6375931"/>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1" name="任意多边形: 形状 290">
              <a:extLst>
                <a:ext uri="{FF2B5EF4-FFF2-40B4-BE49-F238E27FC236}">
                  <a16:creationId xmlns:a16="http://schemas.microsoft.com/office/drawing/2014/main" id="{48A406AB-0187-3AD7-90CE-CCB598C5E17A}"/>
                </a:ext>
              </a:extLst>
            </p:cNvPr>
            <p:cNvSpPr/>
            <p:nvPr/>
          </p:nvSpPr>
          <p:spPr>
            <a:xfrm>
              <a:off x="4006529"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2" name="任意多边形: 形状 291">
              <a:extLst>
                <a:ext uri="{FF2B5EF4-FFF2-40B4-BE49-F238E27FC236}">
                  <a16:creationId xmlns:a16="http://schemas.microsoft.com/office/drawing/2014/main" id="{CB107411-2149-6DEE-2123-3C21D918C97A}"/>
                </a:ext>
              </a:extLst>
            </p:cNvPr>
            <p:cNvSpPr/>
            <p:nvPr/>
          </p:nvSpPr>
          <p:spPr>
            <a:xfrm>
              <a:off x="4118013" y="6375931"/>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3" name="任意多边形: 形状 292">
              <a:extLst>
                <a:ext uri="{FF2B5EF4-FFF2-40B4-BE49-F238E27FC236}">
                  <a16:creationId xmlns:a16="http://schemas.microsoft.com/office/drawing/2014/main" id="{963E6488-8F90-B142-BD99-C2F519E3ECFB}"/>
                </a:ext>
              </a:extLst>
            </p:cNvPr>
            <p:cNvSpPr/>
            <p:nvPr/>
          </p:nvSpPr>
          <p:spPr>
            <a:xfrm>
              <a:off x="4229375" y="6375931"/>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4" name="任意多边形: 形状 293">
              <a:extLst>
                <a:ext uri="{FF2B5EF4-FFF2-40B4-BE49-F238E27FC236}">
                  <a16:creationId xmlns:a16="http://schemas.microsoft.com/office/drawing/2014/main" id="{FF889288-D1AE-FFC6-CD40-24F8769ABC15}"/>
                </a:ext>
              </a:extLst>
            </p:cNvPr>
            <p:cNvSpPr/>
            <p:nvPr/>
          </p:nvSpPr>
          <p:spPr>
            <a:xfrm>
              <a:off x="3672199"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5" name="任意多边形: 形状 294">
              <a:extLst>
                <a:ext uri="{FF2B5EF4-FFF2-40B4-BE49-F238E27FC236}">
                  <a16:creationId xmlns:a16="http://schemas.microsoft.com/office/drawing/2014/main" id="{04E11594-C6BE-4617-BFDC-EC2208635322}"/>
                </a:ext>
              </a:extLst>
            </p:cNvPr>
            <p:cNvSpPr/>
            <p:nvPr/>
          </p:nvSpPr>
          <p:spPr>
            <a:xfrm>
              <a:off x="3783683"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6" name="任意多边形: 形状 295">
              <a:extLst>
                <a:ext uri="{FF2B5EF4-FFF2-40B4-BE49-F238E27FC236}">
                  <a16:creationId xmlns:a16="http://schemas.microsoft.com/office/drawing/2014/main" id="{C6F52DB1-5EE2-8D15-4CB2-5FAEFF1AD380}"/>
                </a:ext>
              </a:extLst>
            </p:cNvPr>
            <p:cNvSpPr/>
            <p:nvPr/>
          </p:nvSpPr>
          <p:spPr>
            <a:xfrm>
              <a:off x="3895046" y="6468772"/>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7" name="任意多边形: 形状 296">
              <a:extLst>
                <a:ext uri="{FF2B5EF4-FFF2-40B4-BE49-F238E27FC236}">
                  <a16:creationId xmlns:a16="http://schemas.microsoft.com/office/drawing/2014/main" id="{9360640E-24B8-A273-D297-F7A23DB69AD2}"/>
                </a:ext>
              </a:extLst>
            </p:cNvPr>
            <p:cNvSpPr/>
            <p:nvPr/>
          </p:nvSpPr>
          <p:spPr>
            <a:xfrm>
              <a:off x="4006529"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8" name="任意多边形: 形状 297">
              <a:extLst>
                <a:ext uri="{FF2B5EF4-FFF2-40B4-BE49-F238E27FC236}">
                  <a16:creationId xmlns:a16="http://schemas.microsoft.com/office/drawing/2014/main" id="{5DD963E4-EB55-ED72-523A-1AA75CB2ED24}"/>
                </a:ext>
              </a:extLst>
            </p:cNvPr>
            <p:cNvSpPr/>
            <p:nvPr/>
          </p:nvSpPr>
          <p:spPr>
            <a:xfrm>
              <a:off x="4118013" y="6468772"/>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99" name="任意多边形: 形状 298">
              <a:extLst>
                <a:ext uri="{FF2B5EF4-FFF2-40B4-BE49-F238E27FC236}">
                  <a16:creationId xmlns:a16="http://schemas.microsoft.com/office/drawing/2014/main" id="{872FB7D4-E30D-2329-2E65-B84ED00CFF51}"/>
                </a:ext>
              </a:extLst>
            </p:cNvPr>
            <p:cNvSpPr/>
            <p:nvPr/>
          </p:nvSpPr>
          <p:spPr>
            <a:xfrm>
              <a:off x="4229375" y="6468772"/>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0" name="任意多边形: 形状 299">
              <a:extLst>
                <a:ext uri="{FF2B5EF4-FFF2-40B4-BE49-F238E27FC236}">
                  <a16:creationId xmlns:a16="http://schemas.microsoft.com/office/drawing/2014/main" id="{09BD5F1B-7EDA-5FA4-44B5-95CFC2C43088}"/>
                </a:ext>
              </a:extLst>
            </p:cNvPr>
            <p:cNvSpPr/>
            <p:nvPr/>
          </p:nvSpPr>
          <p:spPr>
            <a:xfrm>
              <a:off x="3672199"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1" name="任意多边形: 形状 300">
              <a:extLst>
                <a:ext uri="{FF2B5EF4-FFF2-40B4-BE49-F238E27FC236}">
                  <a16:creationId xmlns:a16="http://schemas.microsoft.com/office/drawing/2014/main" id="{B148C565-14CF-BDEF-ABCC-BEB64E2DB96E}"/>
                </a:ext>
              </a:extLst>
            </p:cNvPr>
            <p:cNvSpPr/>
            <p:nvPr/>
          </p:nvSpPr>
          <p:spPr>
            <a:xfrm>
              <a:off x="3783683"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2" name="任意多边形: 形状 301">
              <a:extLst>
                <a:ext uri="{FF2B5EF4-FFF2-40B4-BE49-F238E27FC236}">
                  <a16:creationId xmlns:a16="http://schemas.microsoft.com/office/drawing/2014/main" id="{BB49387F-5130-B718-FAD4-A52B5E9D6C0E}"/>
                </a:ext>
              </a:extLst>
            </p:cNvPr>
            <p:cNvSpPr/>
            <p:nvPr/>
          </p:nvSpPr>
          <p:spPr>
            <a:xfrm>
              <a:off x="3895046" y="6508903"/>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3" name="任意多边形: 形状 302">
              <a:extLst>
                <a:ext uri="{FF2B5EF4-FFF2-40B4-BE49-F238E27FC236}">
                  <a16:creationId xmlns:a16="http://schemas.microsoft.com/office/drawing/2014/main" id="{EEE4D4D6-64BA-9AE6-7B6C-D0C5DF691D62}"/>
                </a:ext>
              </a:extLst>
            </p:cNvPr>
            <p:cNvSpPr/>
            <p:nvPr/>
          </p:nvSpPr>
          <p:spPr>
            <a:xfrm>
              <a:off x="4006529"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4" name="任意多边形: 形状 303">
              <a:extLst>
                <a:ext uri="{FF2B5EF4-FFF2-40B4-BE49-F238E27FC236}">
                  <a16:creationId xmlns:a16="http://schemas.microsoft.com/office/drawing/2014/main" id="{628C3EB7-8984-3012-170B-74DD7369A4AD}"/>
                </a:ext>
              </a:extLst>
            </p:cNvPr>
            <p:cNvSpPr/>
            <p:nvPr/>
          </p:nvSpPr>
          <p:spPr>
            <a:xfrm>
              <a:off x="4118013" y="6508903"/>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5" name="任意多边形: 形状 304">
              <a:extLst>
                <a:ext uri="{FF2B5EF4-FFF2-40B4-BE49-F238E27FC236}">
                  <a16:creationId xmlns:a16="http://schemas.microsoft.com/office/drawing/2014/main" id="{3E886995-67D1-547F-EFD4-6EE5CC9307A1}"/>
                </a:ext>
              </a:extLst>
            </p:cNvPr>
            <p:cNvSpPr/>
            <p:nvPr/>
          </p:nvSpPr>
          <p:spPr>
            <a:xfrm>
              <a:off x="4229375" y="6508903"/>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6" name="任意多边形: 形状 305">
              <a:extLst>
                <a:ext uri="{FF2B5EF4-FFF2-40B4-BE49-F238E27FC236}">
                  <a16:creationId xmlns:a16="http://schemas.microsoft.com/office/drawing/2014/main" id="{4109905F-28C4-6211-7D44-ECBCA0577EB3}"/>
                </a:ext>
              </a:extLst>
            </p:cNvPr>
            <p:cNvSpPr/>
            <p:nvPr/>
          </p:nvSpPr>
          <p:spPr>
            <a:xfrm>
              <a:off x="3672199"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7" name="任意多边形: 形状 306">
              <a:extLst>
                <a:ext uri="{FF2B5EF4-FFF2-40B4-BE49-F238E27FC236}">
                  <a16:creationId xmlns:a16="http://schemas.microsoft.com/office/drawing/2014/main" id="{C0498293-763A-31F5-DD74-3C03B4CF28A0}"/>
                </a:ext>
              </a:extLst>
            </p:cNvPr>
            <p:cNvSpPr/>
            <p:nvPr/>
          </p:nvSpPr>
          <p:spPr>
            <a:xfrm>
              <a:off x="3783683"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8" name="任意多边形: 形状 307">
              <a:extLst>
                <a:ext uri="{FF2B5EF4-FFF2-40B4-BE49-F238E27FC236}">
                  <a16:creationId xmlns:a16="http://schemas.microsoft.com/office/drawing/2014/main" id="{109F5C96-A8F5-FF05-05ED-DEE84EE3C616}"/>
                </a:ext>
              </a:extLst>
            </p:cNvPr>
            <p:cNvSpPr/>
            <p:nvPr/>
          </p:nvSpPr>
          <p:spPr>
            <a:xfrm>
              <a:off x="3895046" y="6527521"/>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09" name="任意多边形: 形状 308">
              <a:extLst>
                <a:ext uri="{FF2B5EF4-FFF2-40B4-BE49-F238E27FC236}">
                  <a16:creationId xmlns:a16="http://schemas.microsoft.com/office/drawing/2014/main" id="{2DA206FF-EE30-70D2-B18E-21724F711660}"/>
                </a:ext>
              </a:extLst>
            </p:cNvPr>
            <p:cNvSpPr/>
            <p:nvPr/>
          </p:nvSpPr>
          <p:spPr>
            <a:xfrm>
              <a:off x="4006529"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0" name="任意多边形: 形状 309">
              <a:extLst>
                <a:ext uri="{FF2B5EF4-FFF2-40B4-BE49-F238E27FC236}">
                  <a16:creationId xmlns:a16="http://schemas.microsoft.com/office/drawing/2014/main" id="{FC6B0C2F-9C90-DF9C-F528-FFB2D92188AA}"/>
                </a:ext>
              </a:extLst>
            </p:cNvPr>
            <p:cNvSpPr/>
            <p:nvPr/>
          </p:nvSpPr>
          <p:spPr>
            <a:xfrm>
              <a:off x="4118013" y="6527521"/>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1" name="任意多边形: 形状 310">
              <a:extLst>
                <a:ext uri="{FF2B5EF4-FFF2-40B4-BE49-F238E27FC236}">
                  <a16:creationId xmlns:a16="http://schemas.microsoft.com/office/drawing/2014/main" id="{088F887F-6E0F-513C-BC4F-E25A4DE3C69E}"/>
                </a:ext>
              </a:extLst>
            </p:cNvPr>
            <p:cNvSpPr/>
            <p:nvPr/>
          </p:nvSpPr>
          <p:spPr>
            <a:xfrm>
              <a:off x="4229375" y="6527521"/>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2" name="任意多边形: 形状 311">
              <a:extLst>
                <a:ext uri="{FF2B5EF4-FFF2-40B4-BE49-F238E27FC236}">
                  <a16:creationId xmlns:a16="http://schemas.microsoft.com/office/drawing/2014/main" id="{F3D11D8E-05AF-81FC-BA9E-D2C00E4BF589}"/>
                </a:ext>
              </a:extLst>
            </p:cNvPr>
            <p:cNvSpPr/>
            <p:nvPr/>
          </p:nvSpPr>
          <p:spPr>
            <a:xfrm>
              <a:off x="3672199" y="6078900"/>
              <a:ext cx="91738" cy="24421"/>
            </a:xfrm>
            <a:custGeom>
              <a:avLst/>
              <a:gdLst>
                <a:gd name="connsiteX0" fmla="*/ 0 w 72580"/>
                <a:gd name="connsiteY0" fmla="*/ 18490 h 18490"/>
                <a:gd name="connsiteX1" fmla="*/ 62666 w 72580"/>
                <a:gd name="connsiteY1" fmla="*/ 8575 h 18490"/>
                <a:gd name="connsiteX2" fmla="*/ 72581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1"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3" name="任意多边形: 形状 312">
              <a:extLst>
                <a:ext uri="{FF2B5EF4-FFF2-40B4-BE49-F238E27FC236}">
                  <a16:creationId xmlns:a16="http://schemas.microsoft.com/office/drawing/2014/main" id="{1426EA98-5849-A99B-6313-FA37F6486D84}"/>
                </a:ext>
              </a:extLst>
            </p:cNvPr>
            <p:cNvSpPr/>
            <p:nvPr/>
          </p:nvSpPr>
          <p:spPr>
            <a:xfrm>
              <a:off x="3783683" y="6078900"/>
              <a:ext cx="91738" cy="24421"/>
            </a:xfrm>
            <a:custGeom>
              <a:avLst/>
              <a:gdLst>
                <a:gd name="connsiteX0" fmla="*/ 0 w 72580"/>
                <a:gd name="connsiteY0" fmla="*/ 18490 h 18490"/>
                <a:gd name="connsiteX1" fmla="*/ 62666 w 72580"/>
                <a:gd name="connsiteY1" fmla="*/ 8575 h 18490"/>
                <a:gd name="connsiteX2" fmla="*/ 72580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4" name="任意多边形: 形状 313">
              <a:extLst>
                <a:ext uri="{FF2B5EF4-FFF2-40B4-BE49-F238E27FC236}">
                  <a16:creationId xmlns:a16="http://schemas.microsoft.com/office/drawing/2014/main" id="{8097EA6B-D335-1165-70F9-844997A12E73}"/>
                </a:ext>
              </a:extLst>
            </p:cNvPr>
            <p:cNvSpPr/>
            <p:nvPr/>
          </p:nvSpPr>
          <p:spPr>
            <a:xfrm>
              <a:off x="3895046" y="6078901"/>
              <a:ext cx="91858" cy="24419"/>
            </a:xfrm>
            <a:custGeom>
              <a:avLst/>
              <a:gdLst>
                <a:gd name="connsiteX0" fmla="*/ 0 w 72675"/>
                <a:gd name="connsiteY0" fmla="*/ 18489 h 18489"/>
                <a:gd name="connsiteX1" fmla="*/ 62810 w 72675"/>
                <a:gd name="connsiteY1" fmla="*/ 8623 h 18489"/>
                <a:gd name="connsiteX2" fmla="*/ 72676 w 72675"/>
                <a:gd name="connsiteY2" fmla="*/ 18489 h 18489"/>
              </a:gdLst>
              <a:ahLst/>
              <a:cxnLst>
                <a:cxn ang="0">
                  <a:pos x="connsiteX0" y="connsiteY0"/>
                </a:cxn>
                <a:cxn ang="0">
                  <a:pos x="connsiteX1" y="connsiteY1"/>
                </a:cxn>
                <a:cxn ang="0">
                  <a:pos x="connsiteX2" y="connsiteY2"/>
                </a:cxn>
              </a:cxnLst>
              <a:rect l="l" t="t" r="r" b="b"/>
              <a:pathLst>
                <a:path w="72675" h="18489">
                  <a:moveTo>
                    <a:pt x="0" y="18489"/>
                  </a:moveTo>
                  <a:cubicBezTo>
                    <a:pt x="14620" y="-1580"/>
                    <a:pt x="42742" y="-5997"/>
                    <a:pt x="62810" y="8623"/>
                  </a:cubicBezTo>
                  <a:cubicBezTo>
                    <a:pt x="66592" y="11379"/>
                    <a:pt x="69920" y="14708"/>
                    <a:pt x="72676"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5" name="任意多边形: 形状 314">
              <a:extLst>
                <a:ext uri="{FF2B5EF4-FFF2-40B4-BE49-F238E27FC236}">
                  <a16:creationId xmlns:a16="http://schemas.microsoft.com/office/drawing/2014/main" id="{8124B8EE-463D-86E3-13D4-8976D278B067}"/>
                </a:ext>
              </a:extLst>
            </p:cNvPr>
            <p:cNvSpPr/>
            <p:nvPr/>
          </p:nvSpPr>
          <p:spPr>
            <a:xfrm>
              <a:off x="4006529" y="6078900"/>
              <a:ext cx="91738" cy="24421"/>
            </a:xfrm>
            <a:custGeom>
              <a:avLst/>
              <a:gdLst>
                <a:gd name="connsiteX0" fmla="*/ 0 w 72580"/>
                <a:gd name="connsiteY0" fmla="*/ 18490 h 18490"/>
                <a:gd name="connsiteX1" fmla="*/ 62666 w 72580"/>
                <a:gd name="connsiteY1" fmla="*/ 8575 h 18490"/>
                <a:gd name="connsiteX2" fmla="*/ 72581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1"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6" name="任意多边形: 形状 315">
              <a:extLst>
                <a:ext uri="{FF2B5EF4-FFF2-40B4-BE49-F238E27FC236}">
                  <a16:creationId xmlns:a16="http://schemas.microsoft.com/office/drawing/2014/main" id="{84355F2E-002A-C6C5-6EB1-63B5A4AC6EBE}"/>
                </a:ext>
              </a:extLst>
            </p:cNvPr>
            <p:cNvSpPr/>
            <p:nvPr/>
          </p:nvSpPr>
          <p:spPr>
            <a:xfrm>
              <a:off x="4118013" y="6078900"/>
              <a:ext cx="91738" cy="24421"/>
            </a:xfrm>
            <a:custGeom>
              <a:avLst/>
              <a:gdLst>
                <a:gd name="connsiteX0" fmla="*/ 0 w 72580"/>
                <a:gd name="connsiteY0" fmla="*/ 18490 h 18490"/>
                <a:gd name="connsiteX1" fmla="*/ 62666 w 72580"/>
                <a:gd name="connsiteY1" fmla="*/ 8575 h 18490"/>
                <a:gd name="connsiteX2" fmla="*/ 72580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7" name="任意多边形: 形状 316">
              <a:extLst>
                <a:ext uri="{FF2B5EF4-FFF2-40B4-BE49-F238E27FC236}">
                  <a16:creationId xmlns:a16="http://schemas.microsoft.com/office/drawing/2014/main" id="{4115E45D-C128-A5CF-D8CB-EA4CFDD10A9A}"/>
                </a:ext>
              </a:extLst>
            </p:cNvPr>
            <p:cNvSpPr/>
            <p:nvPr/>
          </p:nvSpPr>
          <p:spPr>
            <a:xfrm>
              <a:off x="4229375" y="6078882"/>
              <a:ext cx="86321" cy="24437"/>
            </a:xfrm>
            <a:custGeom>
              <a:avLst/>
              <a:gdLst>
                <a:gd name="connsiteX0" fmla="*/ 0 w 68294"/>
                <a:gd name="connsiteY0" fmla="*/ 18502 h 18502"/>
                <a:gd name="connsiteX1" fmla="*/ 56417 w 68294"/>
                <a:gd name="connsiteY1" fmla="*/ 6625 h 18502"/>
                <a:gd name="connsiteX2" fmla="*/ 68294 w 68294"/>
                <a:gd name="connsiteY2" fmla="*/ 18502 h 18502"/>
              </a:gdLst>
              <a:ahLst/>
              <a:cxnLst>
                <a:cxn ang="0">
                  <a:pos x="connsiteX0" y="connsiteY0"/>
                </a:cxn>
                <a:cxn ang="0">
                  <a:pos x="connsiteX1" y="connsiteY1"/>
                </a:cxn>
                <a:cxn ang="0">
                  <a:pos x="connsiteX2" y="connsiteY2"/>
                </a:cxn>
              </a:cxnLst>
              <a:rect l="l" t="t" r="r" b="b"/>
              <a:pathLst>
                <a:path w="68294" h="18502">
                  <a:moveTo>
                    <a:pt x="0" y="18502"/>
                  </a:moveTo>
                  <a:cubicBezTo>
                    <a:pt x="12299" y="-356"/>
                    <a:pt x="37557" y="-5675"/>
                    <a:pt x="56417" y="6625"/>
                  </a:cubicBezTo>
                  <a:cubicBezTo>
                    <a:pt x="61157" y="9717"/>
                    <a:pt x="65202" y="13762"/>
                    <a:pt x="68294" y="18502"/>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8" name="任意多边形: 形状 317">
              <a:extLst>
                <a:ext uri="{FF2B5EF4-FFF2-40B4-BE49-F238E27FC236}">
                  <a16:creationId xmlns:a16="http://schemas.microsoft.com/office/drawing/2014/main" id="{C089B479-225D-3D49-0620-F9751BDE93CE}"/>
                </a:ext>
              </a:extLst>
            </p:cNvPr>
            <p:cNvSpPr/>
            <p:nvPr/>
          </p:nvSpPr>
          <p:spPr>
            <a:xfrm>
              <a:off x="3554696" y="5962548"/>
              <a:ext cx="12039" cy="826261"/>
            </a:xfrm>
            <a:custGeom>
              <a:avLst/>
              <a:gdLst>
                <a:gd name="connsiteX0" fmla="*/ 0 w 9525"/>
                <a:gd name="connsiteY0" fmla="*/ 0 h 625602"/>
                <a:gd name="connsiteX1" fmla="*/ 0 w 9525"/>
                <a:gd name="connsiteY1" fmla="*/ 625602 h 625602"/>
              </a:gdLst>
              <a:ahLst/>
              <a:cxnLst>
                <a:cxn ang="0">
                  <a:pos x="connsiteX0" y="connsiteY0"/>
                </a:cxn>
                <a:cxn ang="0">
                  <a:pos x="connsiteX1" y="connsiteY1"/>
                </a:cxn>
              </a:cxnLst>
              <a:rect l="l" t="t" r="r" b="b"/>
              <a:pathLst>
                <a:path w="9525" h="625602">
                  <a:moveTo>
                    <a:pt x="0" y="0"/>
                  </a:moveTo>
                  <a:lnTo>
                    <a:pt x="0" y="625602"/>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19" name="任意多边形: 形状 318">
              <a:extLst>
                <a:ext uri="{FF2B5EF4-FFF2-40B4-BE49-F238E27FC236}">
                  <a16:creationId xmlns:a16="http://schemas.microsoft.com/office/drawing/2014/main" id="{20088E2D-6C11-89F7-E50E-D8BFF71F0BB9}"/>
                </a:ext>
              </a:extLst>
            </p:cNvPr>
            <p:cNvSpPr/>
            <p:nvPr/>
          </p:nvSpPr>
          <p:spPr>
            <a:xfrm>
              <a:off x="7876423" y="5962548"/>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0" name="任意多边形: 形状 319">
              <a:extLst>
                <a:ext uri="{FF2B5EF4-FFF2-40B4-BE49-F238E27FC236}">
                  <a16:creationId xmlns:a16="http://schemas.microsoft.com/office/drawing/2014/main" id="{414B732B-3646-CD8A-20AD-7386E6DEB8FF}"/>
                </a:ext>
              </a:extLst>
            </p:cNvPr>
            <p:cNvSpPr/>
            <p:nvPr/>
          </p:nvSpPr>
          <p:spPr>
            <a:xfrm>
              <a:off x="7876423" y="6005447"/>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1" name="任意多边形: 形状 320">
              <a:extLst>
                <a:ext uri="{FF2B5EF4-FFF2-40B4-BE49-F238E27FC236}">
                  <a16:creationId xmlns:a16="http://schemas.microsoft.com/office/drawing/2014/main" id="{01D9D9CA-F004-8204-6F6C-305012EFD5C4}"/>
                </a:ext>
              </a:extLst>
            </p:cNvPr>
            <p:cNvSpPr/>
            <p:nvPr/>
          </p:nvSpPr>
          <p:spPr>
            <a:xfrm>
              <a:off x="7876423" y="6038657"/>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2" name="任意多边形: 形状 321">
              <a:extLst>
                <a:ext uri="{FF2B5EF4-FFF2-40B4-BE49-F238E27FC236}">
                  <a16:creationId xmlns:a16="http://schemas.microsoft.com/office/drawing/2014/main" id="{DEDE6537-65D2-1681-B259-3AAD2CBEFCBF}"/>
                </a:ext>
              </a:extLst>
            </p:cNvPr>
            <p:cNvSpPr/>
            <p:nvPr/>
          </p:nvSpPr>
          <p:spPr>
            <a:xfrm>
              <a:off x="7876423" y="5828948"/>
              <a:ext cx="12039" cy="959861"/>
            </a:xfrm>
            <a:custGeom>
              <a:avLst/>
              <a:gdLst>
                <a:gd name="connsiteX0" fmla="*/ 0 w 9525"/>
                <a:gd name="connsiteY0" fmla="*/ 0 h 726757"/>
                <a:gd name="connsiteX1" fmla="*/ 0 w 9525"/>
                <a:gd name="connsiteY1" fmla="*/ 726758 h 726757"/>
              </a:gdLst>
              <a:ahLst/>
              <a:cxnLst>
                <a:cxn ang="0">
                  <a:pos x="connsiteX0" y="connsiteY0"/>
                </a:cxn>
                <a:cxn ang="0">
                  <a:pos x="connsiteX1" y="connsiteY1"/>
                </a:cxn>
              </a:cxnLst>
              <a:rect l="l" t="t" r="r" b="b"/>
              <a:pathLst>
                <a:path w="9525" h="726757">
                  <a:moveTo>
                    <a:pt x="0" y="0"/>
                  </a:moveTo>
                  <a:lnTo>
                    <a:pt x="0" y="726758"/>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3" name="任意多边形: 形状 322">
              <a:extLst>
                <a:ext uri="{FF2B5EF4-FFF2-40B4-BE49-F238E27FC236}">
                  <a16:creationId xmlns:a16="http://schemas.microsoft.com/office/drawing/2014/main" id="{B2961E40-531A-9100-E499-E19DF1C76191}"/>
                </a:ext>
              </a:extLst>
            </p:cNvPr>
            <p:cNvSpPr/>
            <p:nvPr/>
          </p:nvSpPr>
          <p:spPr>
            <a:xfrm>
              <a:off x="776433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4" name="任意多边形: 形状 323">
              <a:extLst>
                <a:ext uri="{FF2B5EF4-FFF2-40B4-BE49-F238E27FC236}">
                  <a16:creationId xmlns:a16="http://schemas.microsoft.com/office/drawing/2014/main" id="{28EC3571-A8B6-0121-6E8F-C40C3FD170D2}"/>
                </a:ext>
              </a:extLst>
            </p:cNvPr>
            <p:cNvSpPr/>
            <p:nvPr/>
          </p:nvSpPr>
          <p:spPr>
            <a:xfrm>
              <a:off x="769222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5" name="任意多边形: 形状 324">
              <a:extLst>
                <a:ext uri="{FF2B5EF4-FFF2-40B4-BE49-F238E27FC236}">
                  <a16:creationId xmlns:a16="http://schemas.microsoft.com/office/drawing/2014/main" id="{73F9F7F4-CDD6-3FED-D341-E71E1C2019A8}"/>
                </a:ext>
              </a:extLst>
            </p:cNvPr>
            <p:cNvSpPr/>
            <p:nvPr/>
          </p:nvSpPr>
          <p:spPr>
            <a:xfrm>
              <a:off x="7665376"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6" name="任意多边形: 形状 325">
              <a:extLst>
                <a:ext uri="{FF2B5EF4-FFF2-40B4-BE49-F238E27FC236}">
                  <a16:creationId xmlns:a16="http://schemas.microsoft.com/office/drawing/2014/main" id="{B5C9A752-1822-784E-B792-8E426F2E2BFA}"/>
                </a:ext>
              </a:extLst>
            </p:cNvPr>
            <p:cNvSpPr/>
            <p:nvPr/>
          </p:nvSpPr>
          <p:spPr>
            <a:xfrm>
              <a:off x="759879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7" name="任意多边形: 形状 326">
              <a:extLst>
                <a:ext uri="{FF2B5EF4-FFF2-40B4-BE49-F238E27FC236}">
                  <a16:creationId xmlns:a16="http://schemas.microsoft.com/office/drawing/2014/main" id="{5FC8D385-7766-FBF3-6493-796EA51B298F}"/>
                </a:ext>
              </a:extLst>
            </p:cNvPr>
            <p:cNvSpPr/>
            <p:nvPr/>
          </p:nvSpPr>
          <p:spPr>
            <a:xfrm>
              <a:off x="750537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8" name="任意多边形: 形状 327">
              <a:extLst>
                <a:ext uri="{FF2B5EF4-FFF2-40B4-BE49-F238E27FC236}">
                  <a16:creationId xmlns:a16="http://schemas.microsoft.com/office/drawing/2014/main" id="{FB258215-7C39-2C25-CA4F-C3FB189D196E}"/>
                </a:ext>
              </a:extLst>
            </p:cNvPr>
            <p:cNvSpPr/>
            <p:nvPr/>
          </p:nvSpPr>
          <p:spPr>
            <a:xfrm>
              <a:off x="7411950"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29" name="任意多边形: 形状 328">
              <a:extLst>
                <a:ext uri="{FF2B5EF4-FFF2-40B4-BE49-F238E27FC236}">
                  <a16:creationId xmlns:a16="http://schemas.microsoft.com/office/drawing/2014/main" id="{145FCFF7-804D-A626-AED2-655A7E1637B2}"/>
                </a:ext>
              </a:extLst>
            </p:cNvPr>
            <p:cNvSpPr/>
            <p:nvPr/>
          </p:nvSpPr>
          <p:spPr>
            <a:xfrm>
              <a:off x="7572071"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0" name="任意多边形: 形状 329">
              <a:extLst>
                <a:ext uri="{FF2B5EF4-FFF2-40B4-BE49-F238E27FC236}">
                  <a16:creationId xmlns:a16="http://schemas.microsoft.com/office/drawing/2014/main" id="{58F96546-BA24-5C63-E0A8-2ACE9B89F643}"/>
                </a:ext>
              </a:extLst>
            </p:cNvPr>
            <p:cNvSpPr/>
            <p:nvPr/>
          </p:nvSpPr>
          <p:spPr>
            <a:xfrm>
              <a:off x="747864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1" name="任意多边形: 形状 330">
              <a:extLst>
                <a:ext uri="{FF2B5EF4-FFF2-40B4-BE49-F238E27FC236}">
                  <a16:creationId xmlns:a16="http://schemas.microsoft.com/office/drawing/2014/main" id="{F68ECE48-8EE5-3C1A-EF2B-7808CF05DC89}"/>
                </a:ext>
              </a:extLst>
            </p:cNvPr>
            <p:cNvSpPr/>
            <p:nvPr/>
          </p:nvSpPr>
          <p:spPr>
            <a:xfrm>
              <a:off x="738522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2" name="任意多边形: 形状 331">
              <a:extLst>
                <a:ext uri="{FF2B5EF4-FFF2-40B4-BE49-F238E27FC236}">
                  <a16:creationId xmlns:a16="http://schemas.microsoft.com/office/drawing/2014/main" id="{FAF89F18-3960-0990-FCEE-2C1F8C2DBF30}"/>
                </a:ext>
              </a:extLst>
            </p:cNvPr>
            <p:cNvSpPr/>
            <p:nvPr/>
          </p:nvSpPr>
          <p:spPr>
            <a:xfrm>
              <a:off x="731033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3" name="任意多边形: 形状 332">
              <a:extLst>
                <a:ext uri="{FF2B5EF4-FFF2-40B4-BE49-F238E27FC236}">
                  <a16:creationId xmlns:a16="http://schemas.microsoft.com/office/drawing/2014/main" id="{6C45C059-DB2B-023E-5C93-F9515B7262BB}"/>
                </a:ext>
              </a:extLst>
            </p:cNvPr>
            <p:cNvSpPr/>
            <p:nvPr/>
          </p:nvSpPr>
          <p:spPr>
            <a:xfrm>
              <a:off x="7692224" y="596833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4" name="任意多边形: 形状 333">
              <a:extLst>
                <a:ext uri="{FF2B5EF4-FFF2-40B4-BE49-F238E27FC236}">
                  <a16:creationId xmlns:a16="http://schemas.microsoft.com/office/drawing/2014/main" id="{DB553B18-1BC0-6FCE-B7E3-E8E94AC08052}"/>
                </a:ext>
              </a:extLst>
            </p:cNvPr>
            <p:cNvSpPr/>
            <p:nvPr/>
          </p:nvSpPr>
          <p:spPr>
            <a:xfrm>
              <a:off x="7596631"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5" name="任意多边形: 形状 334">
              <a:extLst>
                <a:ext uri="{FF2B5EF4-FFF2-40B4-BE49-F238E27FC236}">
                  <a16:creationId xmlns:a16="http://schemas.microsoft.com/office/drawing/2014/main" id="{9A2FA776-6165-7F98-77C8-D8923C93B001}"/>
                </a:ext>
              </a:extLst>
            </p:cNvPr>
            <p:cNvSpPr/>
            <p:nvPr/>
          </p:nvSpPr>
          <p:spPr>
            <a:xfrm>
              <a:off x="7504411"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6" name="任意多边形: 形状 335">
              <a:extLst>
                <a:ext uri="{FF2B5EF4-FFF2-40B4-BE49-F238E27FC236}">
                  <a16:creationId xmlns:a16="http://schemas.microsoft.com/office/drawing/2014/main" id="{07A212D6-0F00-7470-4B91-297C3ED62166}"/>
                </a:ext>
              </a:extLst>
            </p:cNvPr>
            <p:cNvSpPr/>
            <p:nvPr/>
          </p:nvSpPr>
          <p:spPr>
            <a:xfrm>
              <a:off x="7411227"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7" name="任意多边形: 形状 336">
              <a:extLst>
                <a:ext uri="{FF2B5EF4-FFF2-40B4-BE49-F238E27FC236}">
                  <a16:creationId xmlns:a16="http://schemas.microsoft.com/office/drawing/2014/main" id="{F36F8054-A120-FA75-205C-6D856E823D0F}"/>
                </a:ext>
              </a:extLst>
            </p:cNvPr>
            <p:cNvSpPr/>
            <p:nvPr/>
          </p:nvSpPr>
          <p:spPr>
            <a:xfrm>
              <a:off x="7310339" y="596833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8" name="任意多边形: 形状 337">
              <a:extLst>
                <a:ext uri="{FF2B5EF4-FFF2-40B4-BE49-F238E27FC236}">
                  <a16:creationId xmlns:a16="http://schemas.microsoft.com/office/drawing/2014/main" id="{E6C4A444-85CB-CF7C-F2A0-8FC4E04073AF}"/>
                </a:ext>
              </a:extLst>
            </p:cNvPr>
            <p:cNvSpPr/>
            <p:nvPr/>
          </p:nvSpPr>
          <p:spPr>
            <a:xfrm>
              <a:off x="7692224" y="5887445"/>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39" name="任意多边形: 形状 338">
              <a:extLst>
                <a:ext uri="{FF2B5EF4-FFF2-40B4-BE49-F238E27FC236}">
                  <a16:creationId xmlns:a16="http://schemas.microsoft.com/office/drawing/2014/main" id="{FDE14341-21A1-911D-3095-4D663EB52B60}"/>
                </a:ext>
              </a:extLst>
            </p:cNvPr>
            <p:cNvSpPr/>
            <p:nvPr/>
          </p:nvSpPr>
          <p:spPr>
            <a:xfrm>
              <a:off x="7596631"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0" name="任意多边形: 形状 339">
              <a:extLst>
                <a:ext uri="{FF2B5EF4-FFF2-40B4-BE49-F238E27FC236}">
                  <a16:creationId xmlns:a16="http://schemas.microsoft.com/office/drawing/2014/main" id="{E31824EF-4F8E-011A-1E9A-54A8DA3E1B86}"/>
                </a:ext>
              </a:extLst>
            </p:cNvPr>
            <p:cNvSpPr/>
            <p:nvPr/>
          </p:nvSpPr>
          <p:spPr>
            <a:xfrm>
              <a:off x="7504411"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1" name="任意多边形: 形状 340">
              <a:extLst>
                <a:ext uri="{FF2B5EF4-FFF2-40B4-BE49-F238E27FC236}">
                  <a16:creationId xmlns:a16="http://schemas.microsoft.com/office/drawing/2014/main" id="{4B0A89C6-61DB-18CE-EAD0-28CEC717EE61}"/>
                </a:ext>
              </a:extLst>
            </p:cNvPr>
            <p:cNvSpPr/>
            <p:nvPr/>
          </p:nvSpPr>
          <p:spPr>
            <a:xfrm>
              <a:off x="7411227"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2" name="任意多边形: 形状 341">
              <a:extLst>
                <a:ext uri="{FF2B5EF4-FFF2-40B4-BE49-F238E27FC236}">
                  <a16:creationId xmlns:a16="http://schemas.microsoft.com/office/drawing/2014/main" id="{F73C019A-B924-538C-FF6C-D0B89FCA2860}"/>
                </a:ext>
              </a:extLst>
            </p:cNvPr>
            <p:cNvSpPr/>
            <p:nvPr/>
          </p:nvSpPr>
          <p:spPr>
            <a:xfrm>
              <a:off x="7310339" y="5887445"/>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3" name="任意多边形: 形状 342">
              <a:extLst>
                <a:ext uri="{FF2B5EF4-FFF2-40B4-BE49-F238E27FC236}">
                  <a16:creationId xmlns:a16="http://schemas.microsoft.com/office/drawing/2014/main" id="{47CBC57A-0B4C-0C45-A674-342AB1B8304A}"/>
                </a:ext>
              </a:extLst>
            </p:cNvPr>
            <p:cNvSpPr/>
            <p:nvPr/>
          </p:nvSpPr>
          <p:spPr>
            <a:xfrm>
              <a:off x="7221850" y="5858638"/>
              <a:ext cx="654573" cy="12580"/>
            </a:xfrm>
            <a:custGeom>
              <a:avLst/>
              <a:gdLst>
                <a:gd name="connsiteX0" fmla="*/ 517874 w 517874"/>
                <a:gd name="connsiteY0" fmla="*/ 0 h 9525"/>
                <a:gd name="connsiteX1" fmla="*/ 0 w 517874"/>
                <a:gd name="connsiteY1" fmla="*/ 0 h 9525"/>
              </a:gdLst>
              <a:ahLst/>
              <a:cxnLst>
                <a:cxn ang="0">
                  <a:pos x="connsiteX0" y="connsiteY0"/>
                </a:cxn>
                <a:cxn ang="0">
                  <a:pos x="connsiteX1" y="connsiteY1"/>
                </a:cxn>
              </a:cxnLst>
              <a:rect l="l" t="t" r="r" b="b"/>
              <a:pathLst>
                <a:path w="517874" h="9525">
                  <a:moveTo>
                    <a:pt x="517874"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4" name="任意多边形: 形状 343">
              <a:extLst>
                <a:ext uri="{FF2B5EF4-FFF2-40B4-BE49-F238E27FC236}">
                  <a16:creationId xmlns:a16="http://schemas.microsoft.com/office/drawing/2014/main" id="{1FA227C8-13A6-0961-9A08-2286555D77A5}"/>
                </a:ext>
              </a:extLst>
            </p:cNvPr>
            <p:cNvSpPr/>
            <p:nvPr/>
          </p:nvSpPr>
          <p:spPr>
            <a:xfrm>
              <a:off x="7692224" y="603752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5" name="任意多边形: 形状 344">
              <a:extLst>
                <a:ext uri="{FF2B5EF4-FFF2-40B4-BE49-F238E27FC236}">
                  <a16:creationId xmlns:a16="http://schemas.microsoft.com/office/drawing/2014/main" id="{25D87271-5A2A-4B25-479A-9306332EE1DA}"/>
                </a:ext>
              </a:extLst>
            </p:cNvPr>
            <p:cNvSpPr/>
            <p:nvPr/>
          </p:nvSpPr>
          <p:spPr>
            <a:xfrm>
              <a:off x="7596631"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6" name="任意多边形: 形状 345">
              <a:extLst>
                <a:ext uri="{FF2B5EF4-FFF2-40B4-BE49-F238E27FC236}">
                  <a16:creationId xmlns:a16="http://schemas.microsoft.com/office/drawing/2014/main" id="{406B0C8C-C61E-DEDD-203B-4958F4ACA3C2}"/>
                </a:ext>
              </a:extLst>
            </p:cNvPr>
            <p:cNvSpPr/>
            <p:nvPr/>
          </p:nvSpPr>
          <p:spPr>
            <a:xfrm>
              <a:off x="7504411"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7" name="任意多边形: 形状 346">
              <a:extLst>
                <a:ext uri="{FF2B5EF4-FFF2-40B4-BE49-F238E27FC236}">
                  <a16:creationId xmlns:a16="http://schemas.microsoft.com/office/drawing/2014/main" id="{8FA8CDDB-950E-4224-6149-089BE22AF274}"/>
                </a:ext>
              </a:extLst>
            </p:cNvPr>
            <p:cNvSpPr/>
            <p:nvPr/>
          </p:nvSpPr>
          <p:spPr>
            <a:xfrm>
              <a:off x="7411227"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8" name="任意多边形: 形状 347">
              <a:extLst>
                <a:ext uri="{FF2B5EF4-FFF2-40B4-BE49-F238E27FC236}">
                  <a16:creationId xmlns:a16="http://schemas.microsoft.com/office/drawing/2014/main" id="{66CE245D-2C38-C2B0-CEED-FA5BADF42DC5}"/>
                </a:ext>
              </a:extLst>
            </p:cNvPr>
            <p:cNvSpPr/>
            <p:nvPr/>
          </p:nvSpPr>
          <p:spPr>
            <a:xfrm>
              <a:off x="7310339" y="603752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49" name="任意多边形: 形状 348">
              <a:extLst>
                <a:ext uri="{FF2B5EF4-FFF2-40B4-BE49-F238E27FC236}">
                  <a16:creationId xmlns:a16="http://schemas.microsoft.com/office/drawing/2014/main" id="{309B8567-5982-9589-7AA1-515A72B5D156}"/>
                </a:ext>
              </a:extLst>
            </p:cNvPr>
            <p:cNvSpPr/>
            <p:nvPr/>
          </p:nvSpPr>
          <p:spPr>
            <a:xfrm>
              <a:off x="7692224" y="6128103"/>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0" name="任意多边形: 形状 349">
              <a:extLst>
                <a:ext uri="{FF2B5EF4-FFF2-40B4-BE49-F238E27FC236}">
                  <a16:creationId xmlns:a16="http://schemas.microsoft.com/office/drawing/2014/main" id="{12A60E01-81C2-E463-7579-141E5FB4B6F5}"/>
                </a:ext>
              </a:extLst>
            </p:cNvPr>
            <p:cNvSpPr/>
            <p:nvPr/>
          </p:nvSpPr>
          <p:spPr>
            <a:xfrm>
              <a:off x="7596631"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1" name="任意多边形: 形状 350">
              <a:extLst>
                <a:ext uri="{FF2B5EF4-FFF2-40B4-BE49-F238E27FC236}">
                  <a16:creationId xmlns:a16="http://schemas.microsoft.com/office/drawing/2014/main" id="{3BA23FFA-8463-F7BD-416A-0B7B75B7EE57}"/>
                </a:ext>
              </a:extLst>
            </p:cNvPr>
            <p:cNvSpPr/>
            <p:nvPr/>
          </p:nvSpPr>
          <p:spPr>
            <a:xfrm>
              <a:off x="7504411"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2" name="任意多边形: 形状 351">
              <a:extLst>
                <a:ext uri="{FF2B5EF4-FFF2-40B4-BE49-F238E27FC236}">
                  <a16:creationId xmlns:a16="http://schemas.microsoft.com/office/drawing/2014/main" id="{0B4D465F-DD06-0B0D-6D7F-A674432B3C96}"/>
                </a:ext>
              </a:extLst>
            </p:cNvPr>
            <p:cNvSpPr/>
            <p:nvPr/>
          </p:nvSpPr>
          <p:spPr>
            <a:xfrm>
              <a:off x="7411227"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3" name="任意多边形: 形状 352">
              <a:extLst>
                <a:ext uri="{FF2B5EF4-FFF2-40B4-BE49-F238E27FC236}">
                  <a16:creationId xmlns:a16="http://schemas.microsoft.com/office/drawing/2014/main" id="{7367DB7A-4058-E92E-9F52-E9D9E8836E36}"/>
                </a:ext>
              </a:extLst>
            </p:cNvPr>
            <p:cNvSpPr/>
            <p:nvPr/>
          </p:nvSpPr>
          <p:spPr>
            <a:xfrm>
              <a:off x="7310339" y="6128103"/>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4" name="任意多边形: 形状 353">
              <a:extLst>
                <a:ext uri="{FF2B5EF4-FFF2-40B4-BE49-F238E27FC236}">
                  <a16:creationId xmlns:a16="http://schemas.microsoft.com/office/drawing/2014/main" id="{4CDCC3D4-20EF-D1FA-40EF-4602680CB4B4}"/>
                </a:ext>
              </a:extLst>
            </p:cNvPr>
            <p:cNvSpPr/>
            <p:nvPr/>
          </p:nvSpPr>
          <p:spPr>
            <a:xfrm>
              <a:off x="7692224" y="6210880"/>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5" name="任意多边形: 形状 354">
              <a:extLst>
                <a:ext uri="{FF2B5EF4-FFF2-40B4-BE49-F238E27FC236}">
                  <a16:creationId xmlns:a16="http://schemas.microsoft.com/office/drawing/2014/main" id="{A6FCEB0F-C4D7-A8B7-745A-8DD274597EF8}"/>
                </a:ext>
              </a:extLst>
            </p:cNvPr>
            <p:cNvSpPr/>
            <p:nvPr/>
          </p:nvSpPr>
          <p:spPr>
            <a:xfrm>
              <a:off x="7596631"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6" name="任意多边形: 形状 355">
              <a:extLst>
                <a:ext uri="{FF2B5EF4-FFF2-40B4-BE49-F238E27FC236}">
                  <a16:creationId xmlns:a16="http://schemas.microsoft.com/office/drawing/2014/main" id="{A01B386B-DE2D-2E06-F3CA-E0CDFCF85434}"/>
                </a:ext>
              </a:extLst>
            </p:cNvPr>
            <p:cNvSpPr/>
            <p:nvPr/>
          </p:nvSpPr>
          <p:spPr>
            <a:xfrm>
              <a:off x="7504411"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7" name="任意多边形: 形状 356">
              <a:extLst>
                <a:ext uri="{FF2B5EF4-FFF2-40B4-BE49-F238E27FC236}">
                  <a16:creationId xmlns:a16="http://schemas.microsoft.com/office/drawing/2014/main" id="{DF08AD0D-538D-E83C-670C-5B5148DA3DA0}"/>
                </a:ext>
              </a:extLst>
            </p:cNvPr>
            <p:cNvSpPr/>
            <p:nvPr/>
          </p:nvSpPr>
          <p:spPr>
            <a:xfrm>
              <a:off x="7411227"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8" name="任意多边形: 形状 357">
              <a:extLst>
                <a:ext uri="{FF2B5EF4-FFF2-40B4-BE49-F238E27FC236}">
                  <a16:creationId xmlns:a16="http://schemas.microsoft.com/office/drawing/2014/main" id="{1FA91BBB-9A33-6700-6A9B-B216259C3E0B}"/>
                </a:ext>
              </a:extLst>
            </p:cNvPr>
            <p:cNvSpPr/>
            <p:nvPr/>
          </p:nvSpPr>
          <p:spPr>
            <a:xfrm>
              <a:off x="7310339" y="6210880"/>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59" name="任意多边形: 形状 358">
              <a:extLst>
                <a:ext uri="{FF2B5EF4-FFF2-40B4-BE49-F238E27FC236}">
                  <a16:creationId xmlns:a16="http://schemas.microsoft.com/office/drawing/2014/main" id="{1DE71888-A81C-058B-C299-6642F7C2F154}"/>
                </a:ext>
              </a:extLst>
            </p:cNvPr>
            <p:cNvSpPr/>
            <p:nvPr/>
          </p:nvSpPr>
          <p:spPr>
            <a:xfrm>
              <a:off x="7692224" y="630447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0" name="任意多边形: 形状 359">
              <a:extLst>
                <a:ext uri="{FF2B5EF4-FFF2-40B4-BE49-F238E27FC236}">
                  <a16:creationId xmlns:a16="http://schemas.microsoft.com/office/drawing/2014/main" id="{03498F8F-F550-07FC-54DE-F0A8034F6457}"/>
                </a:ext>
              </a:extLst>
            </p:cNvPr>
            <p:cNvSpPr/>
            <p:nvPr/>
          </p:nvSpPr>
          <p:spPr>
            <a:xfrm>
              <a:off x="7596631"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1" name="任意多边形: 形状 360">
              <a:extLst>
                <a:ext uri="{FF2B5EF4-FFF2-40B4-BE49-F238E27FC236}">
                  <a16:creationId xmlns:a16="http://schemas.microsoft.com/office/drawing/2014/main" id="{3AFEF2DB-838D-3681-222E-ABED08A07AD4}"/>
                </a:ext>
              </a:extLst>
            </p:cNvPr>
            <p:cNvSpPr/>
            <p:nvPr/>
          </p:nvSpPr>
          <p:spPr>
            <a:xfrm>
              <a:off x="7504411"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2" name="任意多边形: 形状 361">
              <a:extLst>
                <a:ext uri="{FF2B5EF4-FFF2-40B4-BE49-F238E27FC236}">
                  <a16:creationId xmlns:a16="http://schemas.microsoft.com/office/drawing/2014/main" id="{A2E55BED-B35D-2189-934F-6AD9D056C898}"/>
                </a:ext>
              </a:extLst>
            </p:cNvPr>
            <p:cNvSpPr/>
            <p:nvPr/>
          </p:nvSpPr>
          <p:spPr>
            <a:xfrm>
              <a:off x="7411227"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3" name="任意多边形: 形状 362">
              <a:extLst>
                <a:ext uri="{FF2B5EF4-FFF2-40B4-BE49-F238E27FC236}">
                  <a16:creationId xmlns:a16="http://schemas.microsoft.com/office/drawing/2014/main" id="{78D88C43-E027-855B-8E9D-55188C89AAFB}"/>
                </a:ext>
              </a:extLst>
            </p:cNvPr>
            <p:cNvSpPr/>
            <p:nvPr/>
          </p:nvSpPr>
          <p:spPr>
            <a:xfrm>
              <a:off x="7310339" y="630447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4" name="任意多边形: 形状 363">
              <a:extLst>
                <a:ext uri="{FF2B5EF4-FFF2-40B4-BE49-F238E27FC236}">
                  <a16:creationId xmlns:a16="http://schemas.microsoft.com/office/drawing/2014/main" id="{EB109916-D1DA-5642-A663-099233531F4E}"/>
                </a:ext>
              </a:extLst>
            </p:cNvPr>
            <p:cNvSpPr/>
            <p:nvPr/>
          </p:nvSpPr>
          <p:spPr>
            <a:xfrm>
              <a:off x="7692224" y="6381467"/>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5" name="任意多边形: 形状 364">
              <a:extLst>
                <a:ext uri="{FF2B5EF4-FFF2-40B4-BE49-F238E27FC236}">
                  <a16:creationId xmlns:a16="http://schemas.microsoft.com/office/drawing/2014/main" id="{A49C748A-CE70-6F44-D09B-1DC5F8D94279}"/>
                </a:ext>
              </a:extLst>
            </p:cNvPr>
            <p:cNvSpPr/>
            <p:nvPr/>
          </p:nvSpPr>
          <p:spPr>
            <a:xfrm>
              <a:off x="7596631"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6" name="任意多边形: 形状 365">
              <a:extLst>
                <a:ext uri="{FF2B5EF4-FFF2-40B4-BE49-F238E27FC236}">
                  <a16:creationId xmlns:a16="http://schemas.microsoft.com/office/drawing/2014/main" id="{47928087-9970-69A3-8F76-729E2401BF6D}"/>
                </a:ext>
              </a:extLst>
            </p:cNvPr>
            <p:cNvSpPr/>
            <p:nvPr/>
          </p:nvSpPr>
          <p:spPr>
            <a:xfrm>
              <a:off x="7504411"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7" name="任意多边形: 形状 366">
              <a:extLst>
                <a:ext uri="{FF2B5EF4-FFF2-40B4-BE49-F238E27FC236}">
                  <a16:creationId xmlns:a16="http://schemas.microsoft.com/office/drawing/2014/main" id="{4B9B1F21-EF60-D8EF-CCBC-17617C846C5E}"/>
                </a:ext>
              </a:extLst>
            </p:cNvPr>
            <p:cNvSpPr/>
            <p:nvPr/>
          </p:nvSpPr>
          <p:spPr>
            <a:xfrm>
              <a:off x="7411227"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8" name="任意多边形: 形状 367">
              <a:extLst>
                <a:ext uri="{FF2B5EF4-FFF2-40B4-BE49-F238E27FC236}">
                  <a16:creationId xmlns:a16="http://schemas.microsoft.com/office/drawing/2014/main" id="{9A149E80-8D04-91C1-AAD1-BEB8A0F2C925}"/>
                </a:ext>
              </a:extLst>
            </p:cNvPr>
            <p:cNvSpPr/>
            <p:nvPr/>
          </p:nvSpPr>
          <p:spPr>
            <a:xfrm>
              <a:off x="7310339" y="6381467"/>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69" name="任意多边形: 形状 368">
              <a:extLst>
                <a:ext uri="{FF2B5EF4-FFF2-40B4-BE49-F238E27FC236}">
                  <a16:creationId xmlns:a16="http://schemas.microsoft.com/office/drawing/2014/main" id="{DFED003F-5672-5051-F6CE-778C470B804E}"/>
                </a:ext>
              </a:extLst>
            </p:cNvPr>
            <p:cNvSpPr/>
            <p:nvPr/>
          </p:nvSpPr>
          <p:spPr>
            <a:xfrm>
              <a:off x="7692224" y="6479717"/>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0" name="任意多边形: 形状 369">
              <a:extLst>
                <a:ext uri="{FF2B5EF4-FFF2-40B4-BE49-F238E27FC236}">
                  <a16:creationId xmlns:a16="http://schemas.microsoft.com/office/drawing/2014/main" id="{01AF0BEB-605D-1FE4-6672-BDB8C530454A}"/>
                </a:ext>
              </a:extLst>
            </p:cNvPr>
            <p:cNvSpPr/>
            <p:nvPr/>
          </p:nvSpPr>
          <p:spPr>
            <a:xfrm>
              <a:off x="7596631"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1" name="任意多边形: 形状 370">
              <a:extLst>
                <a:ext uri="{FF2B5EF4-FFF2-40B4-BE49-F238E27FC236}">
                  <a16:creationId xmlns:a16="http://schemas.microsoft.com/office/drawing/2014/main" id="{B9DC25B4-1E3A-23FC-26C2-91407CA8C49A}"/>
                </a:ext>
              </a:extLst>
            </p:cNvPr>
            <p:cNvSpPr/>
            <p:nvPr/>
          </p:nvSpPr>
          <p:spPr>
            <a:xfrm>
              <a:off x="7504411"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2" name="任意多边形: 形状 371">
              <a:extLst>
                <a:ext uri="{FF2B5EF4-FFF2-40B4-BE49-F238E27FC236}">
                  <a16:creationId xmlns:a16="http://schemas.microsoft.com/office/drawing/2014/main" id="{752C11DF-79ED-69DB-3AB0-C5BAF83DC800}"/>
                </a:ext>
              </a:extLst>
            </p:cNvPr>
            <p:cNvSpPr/>
            <p:nvPr/>
          </p:nvSpPr>
          <p:spPr>
            <a:xfrm>
              <a:off x="7411227"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3" name="任意多边形: 形状 372">
              <a:extLst>
                <a:ext uri="{FF2B5EF4-FFF2-40B4-BE49-F238E27FC236}">
                  <a16:creationId xmlns:a16="http://schemas.microsoft.com/office/drawing/2014/main" id="{6397FF2C-72E4-E362-5C09-640DFD050999}"/>
                </a:ext>
              </a:extLst>
            </p:cNvPr>
            <p:cNvSpPr/>
            <p:nvPr/>
          </p:nvSpPr>
          <p:spPr>
            <a:xfrm>
              <a:off x="7310339" y="6479717"/>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4" name="任意多边形: 形状 373">
              <a:extLst>
                <a:ext uri="{FF2B5EF4-FFF2-40B4-BE49-F238E27FC236}">
                  <a16:creationId xmlns:a16="http://schemas.microsoft.com/office/drawing/2014/main" id="{1776915C-72C6-9305-9708-178ED4EFC439}"/>
                </a:ext>
              </a:extLst>
            </p:cNvPr>
            <p:cNvSpPr/>
            <p:nvPr/>
          </p:nvSpPr>
          <p:spPr>
            <a:xfrm>
              <a:off x="7692224" y="6553814"/>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5" name="任意多边形: 形状 374">
              <a:extLst>
                <a:ext uri="{FF2B5EF4-FFF2-40B4-BE49-F238E27FC236}">
                  <a16:creationId xmlns:a16="http://schemas.microsoft.com/office/drawing/2014/main" id="{2458FC3B-1AC6-2746-69F8-1C23C9F621F1}"/>
                </a:ext>
              </a:extLst>
            </p:cNvPr>
            <p:cNvSpPr/>
            <p:nvPr/>
          </p:nvSpPr>
          <p:spPr>
            <a:xfrm>
              <a:off x="7596631"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6" name="任意多边形: 形状 375">
              <a:extLst>
                <a:ext uri="{FF2B5EF4-FFF2-40B4-BE49-F238E27FC236}">
                  <a16:creationId xmlns:a16="http://schemas.microsoft.com/office/drawing/2014/main" id="{57A0522D-79DC-3412-8784-FCD5FE98C779}"/>
                </a:ext>
              </a:extLst>
            </p:cNvPr>
            <p:cNvSpPr/>
            <p:nvPr/>
          </p:nvSpPr>
          <p:spPr>
            <a:xfrm>
              <a:off x="7504411"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7" name="任意多边形: 形状 376">
              <a:extLst>
                <a:ext uri="{FF2B5EF4-FFF2-40B4-BE49-F238E27FC236}">
                  <a16:creationId xmlns:a16="http://schemas.microsoft.com/office/drawing/2014/main" id="{72B9A15D-4C0F-F100-EC80-F571CA70F9A4}"/>
                </a:ext>
              </a:extLst>
            </p:cNvPr>
            <p:cNvSpPr/>
            <p:nvPr/>
          </p:nvSpPr>
          <p:spPr>
            <a:xfrm>
              <a:off x="7411227"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8" name="任意多边形: 形状 377">
              <a:extLst>
                <a:ext uri="{FF2B5EF4-FFF2-40B4-BE49-F238E27FC236}">
                  <a16:creationId xmlns:a16="http://schemas.microsoft.com/office/drawing/2014/main" id="{74F9C279-5487-756C-6662-384AC6793ABA}"/>
                </a:ext>
              </a:extLst>
            </p:cNvPr>
            <p:cNvSpPr/>
            <p:nvPr/>
          </p:nvSpPr>
          <p:spPr>
            <a:xfrm>
              <a:off x="7310339" y="6553814"/>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79" name="任意多边形: 形状 378">
              <a:extLst>
                <a:ext uri="{FF2B5EF4-FFF2-40B4-BE49-F238E27FC236}">
                  <a16:creationId xmlns:a16="http://schemas.microsoft.com/office/drawing/2014/main" id="{21F79577-5312-1B9E-36CF-235E4530160C}"/>
                </a:ext>
              </a:extLst>
            </p:cNvPr>
            <p:cNvSpPr/>
            <p:nvPr/>
          </p:nvSpPr>
          <p:spPr>
            <a:xfrm>
              <a:off x="7692224" y="6653070"/>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0" name="任意多边形: 形状 379">
              <a:extLst>
                <a:ext uri="{FF2B5EF4-FFF2-40B4-BE49-F238E27FC236}">
                  <a16:creationId xmlns:a16="http://schemas.microsoft.com/office/drawing/2014/main" id="{4EEC242F-9153-32CD-F371-D53C47989666}"/>
                </a:ext>
              </a:extLst>
            </p:cNvPr>
            <p:cNvSpPr/>
            <p:nvPr/>
          </p:nvSpPr>
          <p:spPr>
            <a:xfrm>
              <a:off x="7596631"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1" name="任意多边形: 形状 380">
              <a:extLst>
                <a:ext uri="{FF2B5EF4-FFF2-40B4-BE49-F238E27FC236}">
                  <a16:creationId xmlns:a16="http://schemas.microsoft.com/office/drawing/2014/main" id="{FDCE6948-7DCA-A530-488C-64E216719ABB}"/>
                </a:ext>
              </a:extLst>
            </p:cNvPr>
            <p:cNvSpPr/>
            <p:nvPr/>
          </p:nvSpPr>
          <p:spPr>
            <a:xfrm>
              <a:off x="7504411"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2" name="任意多边形: 形状 381">
              <a:extLst>
                <a:ext uri="{FF2B5EF4-FFF2-40B4-BE49-F238E27FC236}">
                  <a16:creationId xmlns:a16="http://schemas.microsoft.com/office/drawing/2014/main" id="{0928D1EB-D161-1E9C-396F-CFC9BEC29431}"/>
                </a:ext>
              </a:extLst>
            </p:cNvPr>
            <p:cNvSpPr/>
            <p:nvPr/>
          </p:nvSpPr>
          <p:spPr>
            <a:xfrm>
              <a:off x="7411227"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3" name="任意多边形: 形状 382">
              <a:extLst>
                <a:ext uri="{FF2B5EF4-FFF2-40B4-BE49-F238E27FC236}">
                  <a16:creationId xmlns:a16="http://schemas.microsoft.com/office/drawing/2014/main" id="{42F1BE3C-9A77-4EC2-A2B5-9EF896C82C34}"/>
                </a:ext>
              </a:extLst>
            </p:cNvPr>
            <p:cNvSpPr/>
            <p:nvPr/>
          </p:nvSpPr>
          <p:spPr>
            <a:xfrm>
              <a:off x="7310339" y="6653070"/>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4" name="任意多边形: 形状 383">
              <a:extLst>
                <a:ext uri="{FF2B5EF4-FFF2-40B4-BE49-F238E27FC236}">
                  <a16:creationId xmlns:a16="http://schemas.microsoft.com/office/drawing/2014/main" id="{98843F8E-FB2A-161B-0EA1-AA4F26627170}"/>
                </a:ext>
              </a:extLst>
            </p:cNvPr>
            <p:cNvSpPr/>
            <p:nvPr/>
          </p:nvSpPr>
          <p:spPr>
            <a:xfrm>
              <a:off x="7221850" y="5828948"/>
              <a:ext cx="654573" cy="12580"/>
            </a:xfrm>
            <a:custGeom>
              <a:avLst/>
              <a:gdLst>
                <a:gd name="connsiteX0" fmla="*/ 517874 w 517874"/>
                <a:gd name="connsiteY0" fmla="*/ 0 h 9525"/>
                <a:gd name="connsiteX1" fmla="*/ 0 w 517874"/>
                <a:gd name="connsiteY1" fmla="*/ 0 h 9525"/>
              </a:gdLst>
              <a:ahLst/>
              <a:cxnLst>
                <a:cxn ang="0">
                  <a:pos x="connsiteX0" y="connsiteY0"/>
                </a:cxn>
                <a:cxn ang="0">
                  <a:pos x="connsiteX1" y="connsiteY1"/>
                </a:cxn>
              </a:cxnLst>
              <a:rect l="l" t="t" r="r" b="b"/>
              <a:pathLst>
                <a:path w="517874" h="9525">
                  <a:moveTo>
                    <a:pt x="517874"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5" name="任意多边形: 形状 384">
              <a:extLst>
                <a:ext uri="{FF2B5EF4-FFF2-40B4-BE49-F238E27FC236}">
                  <a16:creationId xmlns:a16="http://schemas.microsoft.com/office/drawing/2014/main" id="{D81AF5F3-4BB2-A923-B1C3-CC57E7DE951F}"/>
                </a:ext>
              </a:extLst>
            </p:cNvPr>
            <p:cNvSpPr/>
            <p:nvPr/>
          </p:nvSpPr>
          <p:spPr>
            <a:xfrm>
              <a:off x="7221850" y="5758373"/>
              <a:ext cx="694904" cy="33463"/>
            </a:xfrm>
            <a:custGeom>
              <a:avLst/>
              <a:gdLst>
                <a:gd name="connsiteX0" fmla="*/ 0 w 549782"/>
                <a:gd name="connsiteY0" fmla="*/ 0 h 25336"/>
                <a:gd name="connsiteX1" fmla="*/ 549783 w 549782"/>
                <a:gd name="connsiteY1" fmla="*/ 0 h 25336"/>
                <a:gd name="connsiteX2" fmla="*/ 549783 w 549782"/>
                <a:gd name="connsiteY2" fmla="*/ 25337 h 25336"/>
                <a:gd name="connsiteX3" fmla="*/ 0 w 549782"/>
                <a:gd name="connsiteY3" fmla="*/ 25337 h 25336"/>
              </a:gdLst>
              <a:ahLst/>
              <a:cxnLst>
                <a:cxn ang="0">
                  <a:pos x="connsiteX0" y="connsiteY0"/>
                </a:cxn>
                <a:cxn ang="0">
                  <a:pos x="connsiteX1" y="connsiteY1"/>
                </a:cxn>
                <a:cxn ang="0">
                  <a:pos x="connsiteX2" y="connsiteY2"/>
                </a:cxn>
                <a:cxn ang="0">
                  <a:pos x="connsiteX3" y="connsiteY3"/>
                </a:cxn>
              </a:cxnLst>
              <a:rect l="l" t="t" r="r" b="b"/>
              <a:pathLst>
                <a:path w="549782" h="25336">
                  <a:moveTo>
                    <a:pt x="0" y="0"/>
                  </a:moveTo>
                  <a:lnTo>
                    <a:pt x="549783" y="0"/>
                  </a:lnTo>
                  <a:lnTo>
                    <a:pt x="549783"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6" name="任意多边形: 形状 385">
              <a:extLst>
                <a:ext uri="{FF2B5EF4-FFF2-40B4-BE49-F238E27FC236}">
                  <a16:creationId xmlns:a16="http://schemas.microsoft.com/office/drawing/2014/main" id="{1902FB82-B5D1-2A46-DA80-31A41B837B02}"/>
                </a:ext>
              </a:extLst>
            </p:cNvPr>
            <p:cNvSpPr/>
            <p:nvPr/>
          </p:nvSpPr>
          <p:spPr>
            <a:xfrm>
              <a:off x="7221850" y="5791837"/>
              <a:ext cx="670224" cy="37111"/>
            </a:xfrm>
            <a:custGeom>
              <a:avLst/>
              <a:gdLst>
                <a:gd name="connsiteX0" fmla="*/ 0 w 530256"/>
                <a:gd name="connsiteY0" fmla="*/ 0 h 28098"/>
                <a:gd name="connsiteX1" fmla="*/ 530257 w 530256"/>
                <a:gd name="connsiteY1" fmla="*/ 0 h 28098"/>
                <a:gd name="connsiteX2" fmla="*/ 530257 w 530256"/>
                <a:gd name="connsiteY2" fmla="*/ 28099 h 28098"/>
                <a:gd name="connsiteX3" fmla="*/ 0 w 530256"/>
                <a:gd name="connsiteY3" fmla="*/ 28099 h 28098"/>
              </a:gdLst>
              <a:ahLst/>
              <a:cxnLst>
                <a:cxn ang="0">
                  <a:pos x="connsiteX0" y="connsiteY0"/>
                </a:cxn>
                <a:cxn ang="0">
                  <a:pos x="connsiteX1" y="connsiteY1"/>
                </a:cxn>
                <a:cxn ang="0">
                  <a:pos x="connsiteX2" y="connsiteY2"/>
                </a:cxn>
                <a:cxn ang="0">
                  <a:pos x="connsiteX3" y="connsiteY3"/>
                </a:cxn>
              </a:cxnLst>
              <a:rect l="l" t="t" r="r" b="b"/>
              <a:pathLst>
                <a:path w="530256" h="28098">
                  <a:moveTo>
                    <a:pt x="0" y="0"/>
                  </a:moveTo>
                  <a:lnTo>
                    <a:pt x="530257" y="0"/>
                  </a:lnTo>
                  <a:lnTo>
                    <a:pt x="530257" y="28099"/>
                  </a:lnTo>
                  <a:lnTo>
                    <a:pt x="0" y="28099"/>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7" name="任意多边形: 形状 386">
              <a:extLst>
                <a:ext uri="{FF2B5EF4-FFF2-40B4-BE49-F238E27FC236}">
                  <a16:creationId xmlns:a16="http://schemas.microsoft.com/office/drawing/2014/main" id="{704C7D8D-475D-8C23-04A3-52275494B4B4}"/>
                </a:ext>
              </a:extLst>
            </p:cNvPr>
            <p:cNvSpPr/>
            <p:nvPr/>
          </p:nvSpPr>
          <p:spPr>
            <a:xfrm>
              <a:off x="7729906"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8" name="任意多边形: 形状 387">
              <a:extLst>
                <a:ext uri="{FF2B5EF4-FFF2-40B4-BE49-F238E27FC236}">
                  <a16:creationId xmlns:a16="http://schemas.microsoft.com/office/drawing/2014/main" id="{FA051ECC-B905-38D7-A813-4F1D42430B41}"/>
                </a:ext>
              </a:extLst>
            </p:cNvPr>
            <p:cNvSpPr/>
            <p:nvPr/>
          </p:nvSpPr>
          <p:spPr>
            <a:xfrm>
              <a:off x="7538723"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89" name="任意多边形: 形状 388">
              <a:extLst>
                <a:ext uri="{FF2B5EF4-FFF2-40B4-BE49-F238E27FC236}">
                  <a16:creationId xmlns:a16="http://schemas.microsoft.com/office/drawing/2014/main" id="{1DD04E06-663C-490B-049D-2CB1D1FFE550}"/>
                </a:ext>
              </a:extLst>
            </p:cNvPr>
            <p:cNvSpPr/>
            <p:nvPr/>
          </p:nvSpPr>
          <p:spPr>
            <a:xfrm>
              <a:off x="7347299"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0" name="任意多边形: 形状 389">
              <a:extLst>
                <a:ext uri="{FF2B5EF4-FFF2-40B4-BE49-F238E27FC236}">
                  <a16:creationId xmlns:a16="http://schemas.microsoft.com/office/drawing/2014/main" id="{0348569B-A86E-5082-CFD8-930A5E5B4306}"/>
                </a:ext>
              </a:extLst>
            </p:cNvPr>
            <p:cNvSpPr/>
            <p:nvPr/>
          </p:nvSpPr>
          <p:spPr>
            <a:xfrm>
              <a:off x="7962624"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1" name="任意多边形: 形状 390">
              <a:extLst>
                <a:ext uri="{FF2B5EF4-FFF2-40B4-BE49-F238E27FC236}">
                  <a16:creationId xmlns:a16="http://schemas.microsoft.com/office/drawing/2014/main" id="{A1C36795-F009-13B8-647B-EAE631DC93B6}"/>
                </a:ext>
              </a:extLst>
            </p:cNvPr>
            <p:cNvSpPr/>
            <p:nvPr/>
          </p:nvSpPr>
          <p:spPr>
            <a:xfrm>
              <a:off x="798224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2" name="任意多边形: 形状 391">
              <a:extLst>
                <a:ext uri="{FF2B5EF4-FFF2-40B4-BE49-F238E27FC236}">
                  <a16:creationId xmlns:a16="http://schemas.microsoft.com/office/drawing/2014/main" id="{74021347-EB25-6205-B10F-227603B5A5D7}"/>
                </a:ext>
              </a:extLst>
            </p:cNvPr>
            <p:cNvSpPr/>
            <p:nvPr/>
          </p:nvSpPr>
          <p:spPr>
            <a:xfrm>
              <a:off x="807410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3" name="任意多边形: 形状 392">
              <a:extLst>
                <a:ext uri="{FF2B5EF4-FFF2-40B4-BE49-F238E27FC236}">
                  <a16:creationId xmlns:a16="http://schemas.microsoft.com/office/drawing/2014/main" id="{A1A848C3-58F5-FF24-12E8-92C667A8B4B2}"/>
                </a:ext>
              </a:extLst>
            </p:cNvPr>
            <p:cNvSpPr/>
            <p:nvPr/>
          </p:nvSpPr>
          <p:spPr>
            <a:xfrm>
              <a:off x="809373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4" name="任意多边形: 形状 393">
              <a:extLst>
                <a:ext uri="{FF2B5EF4-FFF2-40B4-BE49-F238E27FC236}">
                  <a16:creationId xmlns:a16="http://schemas.microsoft.com/office/drawing/2014/main" id="{2ADF75BF-0773-B46C-22F8-35C05B79E64E}"/>
                </a:ext>
              </a:extLst>
            </p:cNvPr>
            <p:cNvSpPr/>
            <p:nvPr/>
          </p:nvSpPr>
          <p:spPr>
            <a:xfrm>
              <a:off x="818547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5" name="任意多边形: 形状 394">
              <a:extLst>
                <a:ext uri="{FF2B5EF4-FFF2-40B4-BE49-F238E27FC236}">
                  <a16:creationId xmlns:a16="http://schemas.microsoft.com/office/drawing/2014/main" id="{917FB1F5-F933-9349-2227-3B99421FC29D}"/>
                </a:ext>
              </a:extLst>
            </p:cNvPr>
            <p:cNvSpPr/>
            <p:nvPr/>
          </p:nvSpPr>
          <p:spPr>
            <a:xfrm>
              <a:off x="820521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6" name="任意多边形: 形状 395">
              <a:extLst>
                <a:ext uri="{FF2B5EF4-FFF2-40B4-BE49-F238E27FC236}">
                  <a16:creationId xmlns:a16="http://schemas.microsoft.com/office/drawing/2014/main" id="{7638A066-743C-9A1F-8D3E-C52850553255}"/>
                </a:ext>
              </a:extLst>
            </p:cNvPr>
            <p:cNvSpPr/>
            <p:nvPr/>
          </p:nvSpPr>
          <p:spPr>
            <a:xfrm>
              <a:off x="829695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7" name="任意多边形: 形状 396">
              <a:extLst>
                <a:ext uri="{FF2B5EF4-FFF2-40B4-BE49-F238E27FC236}">
                  <a16:creationId xmlns:a16="http://schemas.microsoft.com/office/drawing/2014/main" id="{2D5D22BF-E615-E41B-D516-0CC53E250218}"/>
                </a:ext>
              </a:extLst>
            </p:cNvPr>
            <p:cNvSpPr/>
            <p:nvPr/>
          </p:nvSpPr>
          <p:spPr>
            <a:xfrm>
              <a:off x="831657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8" name="任意多边形: 形状 397">
              <a:extLst>
                <a:ext uri="{FF2B5EF4-FFF2-40B4-BE49-F238E27FC236}">
                  <a16:creationId xmlns:a16="http://schemas.microsoft.com/office/drawing/2014/main" id="{C603E789-9FA6-C69B-9B10-5328972EE989}"/>
                </a:ext>
              </a:extLst>
            </p:cNvPr>
            <p:cNvSpPr/>
            <p:nvPr/>
          </p:nvSpPr>
          <p:spPr>
            <a:xfrm>
              <a:off x="840843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399" name="任意多边形: 形状 398">
              <a:extLst>
                <a:ext uri="{FF2B5EF4-FFF2-40B4-BE49-F238E27FC236}">
                  <a16:creationId xmlns:a16="http://schemas.microsoft.com/office/drawing/2014/main" id="{59D7D156-4EF8-9B7D-0CAB-EABB94676DF6}"/>
                </a:ext>
              </a:extLst>
            </p:cNvPr>
            <p:cNvSpPr/>
            <p:nvPr/>
          </p:nvSpPr>
          <p:spPr>
            <a:xfrm>
              <a:off x="8428062"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0" name="任意多边形: 形状 399">
              <a:extLst>
                <a:ext uri="{FF2B5EF4-FFF2-40B4-BE49-F238E27FC236}">
                  <a16:creationId xmlns:a16="http://schemas.microsoft.com/office/drawing/2014/main" id="{29E23F18-E038-BC00-D9DF-2557EC3D9CB2}"/>
                </a:ext>
              </a:extLst>
            </p:cNvPr>
            <p:cNvSpPr/>
            <p:nvPr/>
          </p:nvSpPr>
          <p:spPr>
            <a:xfrm>
              <a:off x="851980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1" name="任意多边形: 形状 400">
              <a:extLst>
                <a:ext uri="{FF2B5EF4-FFF2-40B4-BE49-F238E27FC236}">
                  <a16:creationId xmlns:a16="http://schemas.microsoft.com/office/drawing/2014/main" id="{85D21692-EA56-2737-AA09-DEA1F7DF8C72}"/>
                </a:ext>
              </a:extLst>
            </p:cNvPr>
            <p:cNvSpPr/>
            <p:nvPr/>
          </p:nvSpPr>
          <p:spPr>
            <a:xfrm>
              <a:off x="853954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2" name="任意多边形: 形状 401">
              <a:extLst>
                <a:ext uri="{FF2B5EF4-FFF2-40B4-BE49-F238E27FC236}">
                  <a16:creationId xmlns:a16="http://schemas.microsoft.com/office/drawing/2014/main" id="{2F1644DC-BD4C-60F9-4BDB-14B62F8C3D04}"/>
                </a:ext>
              </a:extLst>
            </p:cNvPr>
            <p:cNvSpPr/>
            <p:nvPr/>
          </p:nvSpPr>
          <p:spPr>
            <a:xfrm>
              <a:off x="8428062" y="6155904"/>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3" name="任意多边形: 形状 402">
              <a:extLst>
                <a:ext uri="{FF2B5EF4-FFF2-40B4-BE49-F238E27FC236}">
                  <a16:creationId xmlns:a16="http://schemas.microsoft.com/office/drawing/2014/main" id="{B106A137-F2E8-6E97-7900-1702114C4698}"/>
                </a:ext>
              </a:extLst>
            </p:cNvPr>
            <p:cNvSpPr/>
            <p:nvPr/>
          </p:nvSpPr>
          <p:spPr>
            <a:xfrm>
              <a:off x="8316578" y="615590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4" name="任意多边形: 形状 403">
              <a:extLst>
                <a:ext uri="{FF2B5EF4-FFF2-40B4-BE49-F238E27FC236}">
                  <a16:creationId xmlns:a16="http://schemas.microsoft.com/office/drawing/2014/main" id="{0D25495A-F0A7-76A8-128B-AFF9B9FEB97E}"/>
                </a:ext>
              </a:extLst>
            </p:cNvPr>
            <p:cNvSpPr/>
            <p:nvPr/>
          </p:nvSpPr>
          <p:spPr>
            <a:xfrm>
              <a:off x="8205215" y="615590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5" name="任意多边形: 形状 404">
              <a:extLst>
                <a:ext uri="{FF2B5EF4-FFF2-40B4-BE49-F238E27FC236}">
                  <a16:creationId xmlns:a16="http://schemas.microsoft.com/office/drawing/2014/main" id="{FEBD0230-1554-5CBC-F3DB-0B434208AEEB}"/>
                </a:ext>
              </a:extLst>
            </p:cNvPr>
            <p:cNvSpPr/>
            <p:nvPr/>
          </p:nvSpPr>
          <p:spPr>
            <a:xfrm>
              <a:off x="8093733" y="615590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6" name="任意多边形: 形状 405">
              <a:extLst>
                <a:ext uri="{FF2B5EF4-FFF2-40B4-BE49-F238E27FC236}">
                  <a16:creationId xmlns:a16="http://schemas.microsoft.com/office/drawing/2014/main" id="{D3C86658-C79A-8206-DFF3-766CFAC7ED5A}"/>
                </a:ext>
              </a:extLst>
            </p:cNvPr>
            <p:cNvSpPr/>
            <p:nvPr/>
          </p:nvSpPr>
          <p:spPr>
            <a:xfrm>
              <a:off x="7982249" y="615590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7" name="任意多边形: 形状 406">
              <a:extLst>
                <a:ext uri="{FF2B5EF4-FFF2-40B4-BE49-F238E27FC236}">
                  <a16:creationId xmlns:a16="http://schemas.microsoft.com/office/drawing/2014/main" id="{C54A35A3-7FF7-C928-F3C6-74FCCA5103E0}"/>
                </a:ext>
              </a:extLst>
            </p:cNvPr>
            <p:cNvSpPr/>
            <p:nvPr/>
          </p:nvSpPr>
          <p:spPr>
            <a:xfrm>
              <a:off x="7876423" y="6155904"/>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8" name="任意多边形: 形状 407">
              <a:extLst>
                <a:ext uri="{FF2B5EF4-FFF2-40B4-BE49-F238E27FC236}">
                  <a16:creationId xmlns:a16="http://schemas.microsoft.com/office/drawing/2014/main" id="{C83C7C9F-54AE-17BD-D615-C8EC3705030A}"/>
                </a:ext>
              </a:extLst>
            </p:cNvPr>
            <p:cNvSpPr/>
            <p:nvPr/>
          </p:nvSpPr>
          <p:spPr>
            <a:xfrm>
              <a:off x="8428062" y="6196035"/>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09" name="任意多边形: 形状 408">
              <a:extLst>
                <a:ext uri="{FF2B5EF4-FFF2-40B4-BE49-F238E27FC236}">
                  <a16:creationId xmlns:a16="http://schemas.microsoft.com/office/drawing/2014/main" id="{05DA079D-F1B1-63BB-EAFE-3635BA3B3CDA}"/>
                </a:ext>
              </a:extLst>
            </p:cNvPr>
            <p:cNvSpPr/>
            <p:nvPr/>
          </p:nvSpPr>
          <p:spPr>
            <a:xfrm>
              <a:off x="8316578" y="6196035"/>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0" name="任意多边形: 形状 409">
              <a:extLst>
                <a:ext uri="{FF2B5EF4-FFF2-40B4-BE49-F238E27FC236}">
                  <a16:creationId xmlns:a16="http://schemas.microsoft.com/office/drawing/2014/main" id="{9342FBA5-2C95-2A9C-0DDF-CAA898EB9C71}"/>
                </a:ext>
              </a:extLst>
            </p:cNvPr>
            <p:cNvSpPr/>
            <p:nvPr/>
          </p:nvSpPr>
          <p:spPr>
            <a:xfrm>
              <a:off x="8205215" y="6196035"/>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1" name="任意多边形: 形状 410">
              <a:extLst>
                <a:ext uri="{FF2B5EF4-FFF2-40B4-BE49-F238E27FC236}">
                  <a16:creationId xmlns:a16="http://schemas.microsoft.com/office/drawing/2014/main" id="{1238FBBA-D464-D7BC-4272-CB62BF1AD7E7}"/>
                </a:ext>
              </a:extLst>
            </p:cNvPr>
            <p:cNvSpPr/>
            <p:nvPr/>
          </p:nvSpPr>
          <p:spPr>
            <a:xfrm>
              <a:off x="8093733" y="6196035"/>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2" name="任意多边形: 形状 411">
              <a:extLst>
                <a:ext uri="{FF2B5EF4-FFF2-40B4-BE49-F238E27FC236}">
                  <a16:creationId xmlns:a16="http://schemas.microsoft.com/office/drawing/2014/main" id="{1CB74735-3D1C-E4F8-478F-C61D7A1AE902}"/>
                </a:ext>
              </a:extLst>
            </p:cNvPr>
            <p:cNvSpPr/>
            <p:nvPr/>
          </p:nvSpPr>
          <p:spPr>
            <a:xfrm>
              <a:off x="7982249" y="6196035"/>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3" name="任意多边形: 形状 412">
              <a:extLst>
                <a:ext uri="{FF2B5EF4-FFF2-40B4-BE49-F238E27FC236}">
                  <a16:creationId xmlns:a16="http://schemas.microsoft.com/office/drawing/2014/main" id="{5AA493B8-969F-BE50-2687-BFA7F7B7F7B5}"/>
                </a:ext>
              </a:extLst>
            </p:cNvPr>
            <p:cNvSpPr/>
            <p:nvPr/>
          </p:nvSpPr>
          <p:spPr>
            <a:xfrm>
              <a:off x="7876423" y="6196035"/>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4" name="任意多边形: 形状 413">
              <a:extLst>
                <a:ext uri="{FF2B5EF4-FFF2-40B4-BE49-F238E27FC236}">
                  <a16:creationId xmlns:a16="http://schemas.microsoft.com/office/drawing/2014/main" id="{69BB2198-4F4F-9420-D95A-F4E740A9CC20}"/>
                </a:ext>
              </a:extLst>
            </p:cNvPr>
            <p:cNvSpPr/>
            <p:nvPr/>
          </p:nvSpPr>
          <p:spPr>
            <a:xfrm>
              <a:off x="8428062" y="6214654"/>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5" name="任意多边形: 形状 414">
              <a:extLst>
                <a:ext uri="{FF2B5EF4-FFF2-40B4-BE49-F238E27FC236}">
                  <a16:creationId xmlns:a16="http://schemas.microsoft.com/office/drawing/2014/main" id="{8CECE3A0-D860-A76A-9517-91EC52BC4679}"/>
                </a:ext>
              </a:extLst>
            </p:cNvPr>
            <p:cNvSpPr/>
            <p:nvPr/>
          </p:nvSpPr>
          <p:spPr>
            <a:xfrm>
              <a:off x="8316578" y="621465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6" name="任意多边形: 形状 415">
              <a:extLst>
                <a:ext uri="{FF2B5EF4-FFF2-40B4-BE49-F238E27FC236}">
                  <a16:creationId xmlns:a16="http://schemas.microsoft.com/office/drawing/2014/main" id="{734C5B08-B055-EE32-2AB8-E406D3564E31}"/>
                </a:ext>
              </a:extLst>
            </p:cNvPr>
            <p:cNvSpPr/>
            <p:nvPr/>
          </p:nvSpPr>
          <p:spPr>
            <a:xfrm>
              <a:off x="8205215" y="621465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7" name="任意多边形: 形状 416">
              <a:extLst>
                <a:ext uri="{FF2B5EF4-FFF2-40B4-BE49-F238E27FC236}">
                  <a16:creationId xmlns:a16="http://schemas.microsoft.com/office/drawing/2014/main" id="{BDAF78FA-CD1D-5E16-580A-4F8CF74F828C}"/>
                </a:ext>
              </a:extLst>
            </p:cNvPr>
            <p:cNvSpPr/>
            <p:nvPr/>
          </p:nvSpPr>
          <p:spPr>
            <a:xfrm>
              <a:off x="8093733" y="621465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8" name="任意多边形: 形状 417">
              <a:extLst>
                <a:ext uri="{FF2B5EF4-FFF2-40B4-BE49-F238E27FC236}">
                  <a16:creationId xmlns:a16="http://schemas.microsoft.com/office/drawing/2014/main" id="{67B28085-4C45-ED6F-14A5-F6D5CCB5F79F}"/>
                </a:ext>
              </a:extLst>
            </p:cNvPr>
            <p:cNvSpPr/>
            <p:nvPr/>
          </p:nvSpPr>
          <p:spPr>
            <a:xfrm>
              <a:off x="7982249" y="621465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19" name="任意多边形: 形状 418">
              <a:extLst>
                <a:ext uri="{FF2B5EF4-FFF2-40B4-BE49-F238E27FC236}">
                  <a16:creationId xmlns:a16="http://schemas.microsoft.com/office/drawing/2014/main" id="{160ECCA9-51CB-B689-170D-43216C40D587}"/>
                </a:ext>
              </a:extLst>
            </p:cNvPr>
            <p:cNvSpPr/>
            <p:nvPr/>
          </p:nvSpPr>
          <p:spPr>
            <a:xfrm>
              <a:off x="7876423" y="6214654"/>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0" name="任意多边形: 形状 419">
              <a:extLst>
                <a:ext uri="{FF2B5EF4-FFF2-40B4-BE49-F238E27FC236}">
                  <a16:creationId xmlns:a16="http://schemas.microsoft.com/office/drawing/2014/main" id="{1298C79B-A1B7-46EB-10CF-27746BABADF3}"/>
                </a:ext>
              </a:extLst>
            </p:cNvPr>
            <p:cNvSpPr/>
            <p:nvPr/>
          </p:nvSpPr>
          <p:spPr>
            <a:xfrm>
              <a:off x="8428062" y="6317182"/>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1" name="任意多边形: 形状 420">
              <a:extLst>
                <a:ext uri="{FF2B5EF4-FFF2-40B4-BE49-F238E27FC236}">
                  <a16:creationId xmlns:a16="http://schemas.microsoft.com/office/drawing/2014/main" id="{BF6A52C4-98D2-7199-42A9-00AD50774FEF}"/>
                </a:ext>
              </a:extLst>
            </p:cNvPr>
            <p:cNvSpPr/>
            <p:nvPr/>
          </p:nvSpPr>
          <p:spPr>
            <a:xfrm>
              <a:off x="8316578" y="631718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2" name="任意多边形: 形状 421">
              <a:extLst>
                <a:ext uri="{FF2B5EF4-FFF2-40B4-BE49-F238E27FC236}">
                  <a16:creationId xmlns:a16="http://schemas.microsoft.com/office/drawing/2014/main" id="{46AEDFE1-CEB8-116F-F102-4D7746CA1771}"/>
                </a:ext>
              </a:extLst>
            </p:cNvPr>
            <p:cNvSpPr/>
            <p:nvPr/>
          </p:nvSpPr>
          <p:spPr>
            <a:xfrm>
              <a:off x="8205215" y="631718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3" name="任意多边形: 形状 422">
              <a:extLst>
                <a:ext uri="{FF2B5EF4-FFF2-40B4-BE49-F238E27FC236}">
                  <a16:creationId xmlns:a16="http://schemas.microsoft.com/office/drawing/2014/main" id="{C6D56F6E-B384-54D6-B95D-C10D65608357}"/>
                </a:ext>
              </a:extLst>
            </p:cNvPr>
            <p:cNvSpPr/>
            <p:nvPr/>
          </p:nvSpPr>
          <p:spPr>
            <a:xfrm>
              <a:off x="8093733" y="631718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4" name="任意多边形: 形状 423">
              <a:extLst>
                <a:ext uri="{FF2B5EF4-FFF2-40B4-BE49-F238E27FC236}">
                  <a16:creationId xmlns:a16="http://schemas.microsoft.com/office/drawing/2014/main" id="{BB24C405-4D11-7064-73D8-00C48E3FD2A0}"/>
                </a:ext>
              </a:extLst>
            </p:cNvPr>
            <p:cNvSpPr/>
            <p:nvPr/>
          </p:nvSpPr>
          <p:spPr>
            <a:xfrm>
              <a:off x="7982249" y="631718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5" name="任意多边形: 形状 424">
              <a:extLst>
                <a:ext uri="{FF2B5EF4-FFF2-40B4-BE49-F238E27FC236}">
                  <a16:creationId xmlns:a16="http://schemas.microsoft.com/office/drawing/2014/main" id="{1CEA970E-F4BB-B99B-B70E-B0BE7FCED917}"/>
                </a:ext>
              </a:extLst>
            </p:cNvPr>
            <p:cNvSpPr/>
            <p:nvPr/>
          </p:nvSpPr>
          <p:spPr>
            <a:xfrm>
              <a:off x="7876423" y="6317182"/>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6" name="任意多边形: 形状 425">
              <a:extLst>
                <a:ext uri="{FF2B5EF4-FFF2-40B4-BE49-F238E27FC236}">
                  <a16:creationId xmlns:a16="http://schemas.microsoft.com/office/drawing/2014/main" id="{AF9B9F21-6C37-C081-D921-3ACBCD3BB420}"/>
                </a:ext>
              </a:extLst>
            </p:cNvPr>
            <p:cNvSpPr/>
            <p:nvPr/>
          </p:nvSpPr>
          <p:spPr>
            <a:xfrm>
              <a:off x="8428062" y="6357313"/>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7" name="任意多边形: 形状 426">
              <a:extLst>
                <a:ext uri="{FF2B5EF4-FFF2-40B4-BE49-F238E27FC236}">
                  <a16:creationId xmlns:a16="http://schemas.microsoft.com/office/drawing/2014/main" id="{7B92E5F9-AB7E-9237-8223-3F72762BF1A2}"/>
                </a:ext>
              </a:extLst>
            </p:cNvPr>
            <p:cNvSpPr/>
            <p:nvPr/>
          </p:nvSpPr>
          <p:spPr>
            <a:xfrm>
              <a:off x="8316578" y="635731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8" name="任意多边形: 形状 427">
              <a:extLst>
                <a:ext uri="{FF2B5EF4-FFF2-40B4-BE49-F238E27FC236}">
                  <a16:creationId xmlns:a16="http://schemas.microsoft.com/office/drawing/2014/main" id="{DCEDAE34-BD68-CCE0-EF2E-14AE9C770A09}"/>
                </a:ext>
              </a:extLst>
            </p:cNvPr>
            <p:cNvSpPr/>
            <p:nvPr/>
          </p:nvSpPr>
          <p:spPr>
            <a:xfrm>
              <a:off x="8205215" y="635731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29" name="任意多边形: 形状 428">
              <a:extLst>
                <a:ext uri="{FF2B5EF4-FFF2-40B4-BE49-F238E27FC236}">
                  <a16:creationId xmlns:a16="http://schemas.microsoft.com/office/drawing/2014/main" id="{14DD7857-EDC6-A1D2-84B9-184BA74B3650}"/>
                </a:ext>
              </a:extLst>
            </p:cNvPr>
            <p:cNvSpPr/>
            <p:nvPr/>
          </p:nvSpPr>
          <p:spPr>
            <a:xfrm>
              <a:off x="8093733" y="635731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0" name="任意多边形: 形状 429">
              <a:extLst>
                <a:ext uri="{FF2B5EF4-FFF2-40B4-BE49-F238E27FC236}">
                  <a16:creationId xmlns:a16="http://schemas.microsoft.com/office/drawing/2014/main" id="{AF3FB6DC-C9BC-B54C-1E35-0B419462870E}"/>
                </a:ext>
              </a:extLst>
            </p:cNvPr>
            <p:cNvSpPr/>
            <p:nvPr/>
          </p:nvSpPr>
          <p:spPr>
            <a:xfrm>
              <a:off x="7982249" y="635731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1" name="任意多边形: 形状 430">
              <a:extLst>
                <a:ext uri="{FF2B5EF4-FFF2-40B4-BE49-F238E27FC236}">
                  <a16:creationId xmlns:a16="http://schemas.microsoft.com/office/drawing/2014/main" id="{DE57C2C7-1188-A6CD-C9CC-498D85CCCADA}"/>
                </a:ext>
              </a:extLst>
            </p:cNvPr>
            <p:cNvSpPr/>
            <p:nvPr/>
          </p:nvSpPr>
          <p:spPr>
            <a:xfrm>
              <a:off x="7876423" y="6357313"/>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2" name="任意多边形: 形状 431">
              <a:extLst>
                <a:ext uri="{FF2B5EF4-FFF2-40B4-BE49-F238E27FC236}">
                  <a16:creationId xmlns:a16="http://schemas.microsoft.com/office/drawing/2014/main" id="{1847F3CB-34C2-F370-AF3D-689DE29FA226}"/>
                </a:ext>
              </a:extLst>
            </p:cNvPr>
            <p:cNvSpPr/>
            <p:nvPr/>
          </p:nvSpPr>
          <p:spPr>
            <a:xfrm>
              <a:off x="8428062" y="6375931"/>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3" name="任意多边形: 形状 432">
              <a:extLst>
                <a:ext uri="{FF2B5EF4-FFF2-40B4-BE49-F238E27FC236}">
                  <a16:creationId xmlns:a16="http://schemas.microsoft.com/office/drawing/2014/main" id="{F051C4AA-9301-5A5B-FE14-5F1DC25C4799}"/>
                </a:ext>
              </a:extLst>
            </p:cNvPr>
            <p:cNvSpPr/>
            <p:nvPr/>
          </p:nvSpPr>
          <p:spPr>
            <a:xfrm>
              <a:off x="8316578" y="637593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4" name="任意多边形: 形状 433">
              <a:extLst>
                <a:ext uri="{FF2B5EF4-FFF2-40B4-BE49-F238E27FC236}">
                  <a16:creationId xmlns:a16="http://schemas.microsoft.com/office/drawing/2014/main" id="{CFE80CBA-5C21-4E6A-B7E3-060C34429624}"/>
                </a:ext>
              </a:extLst>
            </p:cNvPr>
            <p:cNvSpPr/>
            <p:nvPr/>
          </p:nvSpPr>
          <p:spPr>
            <a:xfrm>
              <a:off x="8205215" y="637593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5" name="任意多边形: 形状 434">
              <a:extLst>
                <a:ext uri="{FF2B5EF4-FFF2-40B4-BE49-F238E27FC236}">
                  <a16:creationId xmlns:a16="http://schemas.microsoft.com/office/drawing/2014/main" id="{4232446E-95EE-8388-EA61-91AA37BADBF0}"/>
                </a:ext>
              </a:extLst>
            </p:cNvPr>
            <p:cNvSpPr/>
            <p:nvPr/>
          </p:nvSpPr>
          <p:spPr>
            <a:xfrm>
              <a:off x="8093733" y="637593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6" name="任意多边形: 形状 435">
              <a:extLst>
                <a:ext uri="{FF2B5EF4-FFF2-40B4-BE49-F238E27FC236}">
                  <a16:creationId xmlns:a16="http://schemas.microsoft.com/office/drawing/2014/main" id="{529144F2-477C-3F02-3A95-CAC1D6314228}"/>
                </a:ext>
              </a:extLst>
            </p:cNvPr>
            <p:cNvSpPr/>
            <p:nvPr/>
          </p:nvSpPr>
          <p:spPr>
            <a:xfrm>
              <a:off x="7982249" y="637593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7" name="任意多边形: 形状 436">
              <a:extLst>
                <a:ext uri="{FF2B5EF4-FFF2-40B4-BE49-F238E27FC236}">
                  <a16:creationId xmlns:a16="http://schemas.microsoft.com/office/drawing/2014/main" id="{14B5340A-0FB7-DA5C-5BFC-1D45DB0AEF93}"/>
                </a:ext>
              </a:extLst>
            </p:cNvPr>
            <p:cNvSpPr/>
            <p:nvPr/>
          </p:nvSpPr>
          <p:spPr>
            <a:xfrm>
              <a:off x="7876423" y="6375931"/>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8" name="任意多边形: 形状 437">
              <a:extLst>
                <a:ext uri="{FF2B5EF4-FFF2-40B4-BE49-F238E27FC236}">
                  <a16:creationId xmlns:a16="http://schemas.microsoft.com/office/drawing/2014/main" id="{B5CAA3A0-F762-1DD0-7B30-F7B6C97167A8}"/>
                </a:ext>
              </a:extLst>
            </p:cNvPr>
            <p:cNvSpPr/>
            <p:nvPr/>
          </p:nvSpPr>
          <p:spPr>
            <a:xfrm>
              <a:off x="8428062" y="6468772"/>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39" name="任意多边形: 形状 438">
              <a:extLst>
                <a:ext uri="{FF2B5EF4-FFF2-40B4-BE49-F238E27FC236}">
                  <a16:creationId xmlns:a16="http://schemas.microsoft.com/office/drawing/2014/main" id="{2CB52853-B7C9-7F71-8C4D-89C44320B3D6}"/>
                </a:ext>
              </a:extLst>
            </p:cNvPr>
            <p:cNvSpPr/>
            <p:nvPr/>
          </p:nvSpPr>
          <p:spPr>
            <a:xfrm>
              <a:off x="8316578" y="646877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0" name="任意多边形: 形状 439">
              <a:extLst>
                <a:ext uri="{FF2B5EF4-FFF2-40B4-BE49-F238E27FC236}">
                  <a16:creationId xmlns:a16="http://schemas.microsoft.com/office/drawing/2014/main" id="{7F0808A3-9518-1811-FF02-8AC6F3EB560E}"/>
                </a:ext>
              </a:extLst>
            </p:cNvPr>
            <p:cNvSpPr/>
            <p:nvPr/>
          </p:nvSpPr>
          <p:spPr>
            <a:xfrm>
              <a:off x="8205215" y="646877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1" name="任意多边形: 形状 440">
              <a:extLst>
                <a:ext uri="{FF2B5EF4-FFF2-40B4-BE49-F238E27FC236}">
                  <a16:creationId xmlns:a16="http://schemas.microsoft.com/office/drawing/2014/main" id="{74C2549D-571D-F744-B72C-F54113EC4A73}"/>
                </a:ext>
              </a:extLst>
            </p:cNvPr>
            <p:cNvSpPr/>
            <p:nvPr/>
          </p:nvSpPr>
          <p:spPr>
            <a:xfrm>
              <a:off x="8093733" y="646877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2" name="任意多边形: 形状 441">
              <a:extLst>
                <a:ext uri="{FF2B5EF4-FFF2-40B4-BE49-F238E27FC236}">
                  <a16:creationId xmlns:a16="http://schemas.microsoft.com/office/drawing/2014/main" id="{4B88F97B-2384-AF7F-DB41-7A018F8F2AAC}"/>
                </a:ext>
              </a:extLst>
            </p:cNvPr>
            <p:cNvSpPr/>
            <p:nvPr/>
          </p:nvSpPr>
          <p:spPr>
            <a:xfrm>
              <a:off x="7982249" y="646877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3" name="任意多边形: 形状 442">
              <a:extLst>
                <a:ext uri="{FF2B5EF4-FFF2-40B4-BE49-F238E27FC236}">
                  <a16:creationId xmlns:a16="http://schemas.microsoft.com/office/drawing/2014/main" id="{3EBFF522-F8B0-E7C1-91D7-B79412FB42E4}"/>
                </a:ext>
              </a:extLst>
            </p:cNvPr>
            <p:cNvSpPr/>
            <p:nvPr/>
          </p:nvSpPr>
          <p:spPr>
            <a:xfrm>
              <a:off x="7876423" y="6468772"/>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4" name="任意多边形: 形状 443">
              <a:extLst>
                <a:ext uri="{FF2B5EF4-FFF2-40B4-BE49-F238E27FC236}">
                  <a16:creationId xmlns:a16="http://schemas.microsoft.com/office/drawing/2014/main" id="{901A42F7-9B46-8245-A2DA-508F427E83A8}"/>
                </a:ext>
              </a:extLst>
            </p:cNvPr>
            <p:cNvSpPr/>
            <p:nvPr/>
          </p:nvSpPr>
          <p:spPr>
            <a:xfrm>
              <a:off x="8428062" y="6508903"/>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5" name="任意多边形: 形状 444">
              <a:extLst>
                <a:ext uri="{FF2B5EF4-FFF2-40B4-BE49-F238E27FC236}">
                  <a16:creationId xmlns:a16="http://schemas.microsoft.com/office/drawing/2014/main" id="{4F7A2258-B6CA-1E35-DFAE-AA3BC08F34FE}"/>
                </a:ext>
              </a:extLst>
            </p:cNvPr>
            <p:cNvSpPr/>
            <p:nvPr/>
          </p:nvSpPr>
          <p:spPr>
            <a:xfrm>
              <a:off x="8316578" y="650890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6" name="任意多边形: 形状 445">
              <a:extLst>
                <a:ext uri="{FF2B5EF4-FFF2-40B4-BE49-F238E27FC236}">
                  <a16:creationId xmlns:a16="http://schemas.microsoft.com/office/drawing/2014/main" id="{F7147DE0-8FF2-CE07-6F5E-2073005D7F43}"/>
                </a:ext>
              </a:extLst>
            </p:cNvPr>
            <p:cNvSpPr/>
            <p:nvPr/>
          </p:nvSpPr>
          <p:spPr>
            <a:xfrm>
              <a:off x="8205215" y="650890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7" name="任意多边形: 形状 446">
              <a:extLst>
                <a:ext uri="{FF2B5EF4-FFF2-40B4-BE49-F238E27FC236}">
                  <a16:creationId xmlns:a16="http://schemas.microsoft.com/office/drawing/2014/main" id="{55BA91AE-B100-8B95-AB68-8430A124D107}"/>
                </a:ext>
              </a:extLst>
            </p:cNvPr>
            <p:cNvSpPr/>
            <p:nvPr/>
          </p:nvSpPr>
          <p:spPr>
            <a:xfrm>
              <a:off x="8093733" y="650890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8" name="任意多边形: 形状 447">
              <a:extLst>
                <a:ext uri="{FF2B5EF4-FFF2-40B4-BE49-F238E27FC236}">
                  <a16:creationId xmlns:a16="http://schemas.microsoft.com/office/drawing/2014/main" id="{15CF66DE-DB6A-BB81-CA65-51748A924E00}"/>
                </a:ext>
              </a:extLst>
            </p:cNvPr>
            <p:cNvSpPr/>
            <p:nvPr/>
          </p:nvSpPr>
          <p:spPr>
            <a:xfrm>
              <a:off x="7982249" y="650890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49" name="任意多边形: 形状 448">
              <a:extLst>
                <a:ext uri="{FF2B5EF4-FFF2-40B4-BE49-F238E27FC236}">
                  <a16:creationId xmlns:a16="http://schemas.microsoft.com/office/drawing/2014/main" id="{E0D13472-4453-CAF2-4F24-F995B44332E2}"/>
                </a:ext>
              </a:extLst>
            </p:cNvPr>
            <p:cNvSpPr/>
            <p:nvPr/>
          </p:nvSpPr>
          <p:spPr>
            <a:xfrm>
              <a:off x="7876423" y="6508903"/>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0" name="任意多边形: 形状 449">
              <a:extLst>
                <a:ext uri="{FF2B5EF4-FFF2-40B4-BE49-F238E27FC236}">
                  <a16:creationId xmlns:a16="http://schemas.microsoft.com/office/drawing/2014/main" id="{52D6485C-4CF2-2142-2D67-7B6B563D5D5C}"/>
                </a:ext>
              </a:extLst>
            </p:cNvPr>
            <p:cNvSpPr/>
            <p:nvPr/>
          </p:nvSpPr>
          <p:spPr>
            <a:xfrm>
              <a:off x="8428062" y="6527521"/>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1" name="任意多边形: 形状 450">
              <a:extLst>
                <a:ext uri="{FF2B5EF4-FFF2-40B4-BE49-F238E27FC236}">
                  <a16:creationId xmlns:a16="http://schemas.microsoft.com/office/drawing/2014/main" id="{3DDB9451-AA5D-2D0D-C68D-7CFD1910E18B}"/>
                </a:ext>
              </a:extLst>
            </p:cNvPr>
            <p:cNvSpPr/>
            <p:nvPr/>
          </p:nvSpPr>
          <p:spPr>
            <a:xfrm>
              <a:off x="8316578" y="652752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2" name="任意多边形: 形状 451">
              <a:extLst>
                <a:ext uri="{FF2B5EF4-FFF2-40B4-BE49-F238E27FC236}">
                  <a16:creationId xmlns:a16="http://schemas.microsoft.com/office/drawing/2014/main" id="{3BF9C021-7369-1851-850F-A6153DA55D57}"/>
                </a:ext>
              </a:extLst>
            </p:cNvPr>
            <p:cNvSpPr/>
            <p:nvPr/>
          </p:nvSpPr>
          <p:spPr>
            <a:xfrm>
              <a:off x="8205215" y="652752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3" name="任意多边形: 形状 452">
              <a:extLst>
                <a:ext uri="{FF2B5EF4-FFF2-40B4-BE49-F238E27FC236}">
                  <a16:creationId xmlns:a16="http://schemas.microsoft.com/office/drawing/2014/main" id="{0B33D2B6-D734-844E-9452-D0179B38D640}"/>
                </a:ext>
              </a:extLst>
            </p:cNvPr>
            <p:cNvSpPr/>
            <p:nvPr/>
          </p:nvSpPr>
          <p:spPr>
            <a:xfrm>
              <a:off x="8093733" y="652752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4" name="任意多边形: 形状 453">
              <a:extLst>
                <a:ext uri="{FF2B5EF4-FFF2-40B4-BE49-F238E27FC236}">
                  <a16:creationId xmlns:a16="http://schemas.microsoft.com/office/drawing/2014/main" id="{93F292F2-B9CF-66FE-C4C4-A37358277B3E}"/>
                </a:ext>
              </a:extLst>
            </p:cNvPr>
            <p:cNvSpPr/>
            <p:nvPr/>
          </p:nvSpPr>
          <p:spPr>
            <a:xfrm>
              <a:off x="7982249" y="652752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5" name="任意多边形: 形状 454">
              <a:extLst>
                <a:ext uri="{FF2B5EF4-FFF2-40B4-BE49-F238E27FC236}">
                  <a16:creationId xmlns:a16="http://schemas.microsoft.com/office/drawing/2014/main" id="{13988051-5690-D960-E373-EECBD0D3DB8A}"/>
                </a:ext>
              </a:extLst>
            </p:cNvPr>
            <p:cNvSpPr/>
            <p:nvPr/>
          </p:nvSpPr>
          <p:spPr>
            <a:xfrm>
              <a:off x="7876423" y="6527521"/>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6" name="任意多边形: 形状 455">
              <a:extLst>
                <a:ext uri="{FF2B5EF4-FFF2-40B4-BE49-F238E27FC236}">
                  <a16:creationId xmlns:a16="http://schemas.microsoft.com/office/drawing/2014/main" id="{D49D7805-5968-0F0E-86E6-DA60C20C05F7}"/>
                </a:ext>
              </a:extLst>
            </p:cNvPr>
            <p:cNvSpPr/>
            <p:nvPr/>
          </p:nvSpPr>
          <p:spPr>
            <a:xfrm>
              <a:off x="8428062" y="6078900"/>
              <a:ext cx="91738" cy="24421"/>
            </a:xfrm>
            <a:custGeom>
              <a:avLst/>
              <a:gdLst>
                <a:gd name="connsiteX0" fmla="*/ 72580 w 72580"/>
                <a:gd name="connsiteY0" fmla="*/ 18490 h 18490"/>
                <a:gd name="connsiteX1" fmla="*/ 9916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6"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7" name="任意多边形: 形状 456">
              <a:extLst>
                <a:ext uri="{FF2B5EF4-FFF2-40B4-BE49-F238E27FC236}">
                  <a16:creationId xmlns:a16="http://schemas.microsoft.com/office/drawing/2014/main" id="{373EB1F9-D08D-FDD9-AC95-7C75883D7F9D}"/>
                </a:ext>
              </a:extLst>
            </p:cNvPr>
            <p:cNvSpPr/>
            <p:nvPr/>
          </p:nvSpPr>
          <p:spPr>
            <a:xfrm>
              <a:off x="8316338" y="6078901"/>
              <a:ext cx="91858" cy="24419"/>
            </a:xfrm>
            <a:custGeom>
              <a:avLst/>
              <a:gdLst>
                <a:gd name="connsiteX0" fmla="*/ 72676 w 72675"/>
                <a:gd name="connsiteY0" fmla="*/ 18489 h 18489"/>
                <a:gd name="connsiteX1" fmla="*/ 9868 w 72675"/>
                <a:gd name="connsiteY1" fmla="*/ 8623 h 18489"/>
                <a:gd name="connsiteX2" fmla="*/ 0 w 72675"/>
                <a:gd name="connsiteY2" fmla="*/ 18489 h 18489"/>
              </a:gdLst>
              <a:ahLst/>
              <a:cxnLst>
                <a:cxn ang="0">
                  <a:pos x="connsiteX0" y="connsiteY0"/>
                </a:cxn>
                <a:cxn ang="0">
                  <a:pos x="connsiteX1" y="connsiteY1"/>
                </a:cxn>
                <a:cxn ang="0">
                  <a:pos x="connsiteX2" y="connsiteY2"/>
                </a:cxn>
              </a:cxnLst>
              <a:rect l="l" t="t" r="r" b="b"/>
              <a:pathLst>
                <a:path w="72675" h="18489">
                  <a:moveTo>
                    <a:pt x="72676" y="18489"/>
                  </a:moveTo>
                  <a:cubicBezTo>
                    <a:pt x="58055" y="-1580"/>
                    <a:pt x="29937" y="-5997"/>
                    <a:pt x="9868" y="8623"/>
                  </a:cubicBezTo>
                  <a:cubicBezTo>
                    <a:pt x="6087" y="11379"/>
                    <a:pt x="2753" y="14708"/>
                    <a:pt x="0"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8" name="任意多边形: 形状 457">
              <a:extLst>
                <a:ext uri="{FF2B5EF4-FFF2-40B4-BE49-F238E27FC236}">
                  <a16:creationId xmlns:a16="http://schemas.microsoft.com/office/drawing/2014/main" id="{C979C424-3B1A-46BE-8BB6-88C530144735}"/>
                </a:ext>
              </a:extLst>
            </p:cNvPr>
            <p:cNvSpPr/>
            <p:nvPr/>
          </p:nvSpPr>
          <p:spPr>
            <a:xfrm>
              <a:off x="8205215" y="6078900"/>
              <a:ext cx="91738" cy="24421"/>
            </a:xfrm>
            <a:custGeom>
              <a:avLst/>
              <a:gdLst>
                <a:gd name="connsiteX0" fmla="*/ 72580 w 72580"/>
                <a:gd name="connsiteY0" fmla="*/ 18490 h 18490"/>
                <a:gd name="connsiteX1" fmla="*/ 9915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5"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9" name="任意多边形: 形状 458">
              <a:extLst>
                <a:ext uri="{FF2B5EF4-FFF2-40B4-BE49-F238E27FC236}">
                  <a16:creationId xmlns:a16="http://schemas.microsoft.com/office/drawing/2014/main" id="{BEE6FBB7-BF61-4B42-4145-3708B83C0FB3}"/>
                </a:ext>
              </a:extLst>
            </p:cNvPr>
            <p:cNvSpPr/>
            <p:nvPr/>
          </p:nvSpPr>
          <p:spPr>
            <a:xfrm>
              <a:off x="8093733" y="6078900"/>
              <a:ext cx="91738" cy="24421"/>
            </a:xfrm>
            <a:custGeom>
              <a:avLst/>
              <a:gdLst>
                <a:gd name="connsiteX0" fmla="*/ 72580 w 72580"/>
                <a:gd name="connsiteY0" fmla="*/ 18490 h 18490"/>
                <a:gd name="connsiteX1" fmla="*/ 9915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5"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0" name="任意多边形: 形状 459">
              <a:extLst>
                <a:ext uri="{FF2B5EF4-FFF2-40B4-BE49-F238E27FC236}">
                  <a16:creationId xmlns:a16="http://schemas.microsoft.com/office/drawing/2014/main" id="{F729561F-7A93-56CF-AF86-9924B3313036}"/>
                </a:ext>
              </a:extLst>
            </p:cNvPr>
            <p:cNvSpPr/>
            <p:nvPr/>
          </p:nvSpPr>
          <p:spPr>
            <a:xfrm>
              <a:off x="7982249" y="6078901"/>
              <a:ext cx="91858" cy="24419"/>
            </a:xfrm>
            <a:custGeom>
              <a:avLst/>
              <a:gdLst>
                <a:gd name="connsiteX0" fmla="*/ 72676 w 72675"/>
                <a:gd name="connsiteY0" fmla="*/ 18489 h 18489"/>
                <a:gd name="connsiteX1" fmla="*/ 9868 w 72675"/>
                <a:gd name="connsiteY1" fmla="*/ 8623 h 18489"/>
                <a:gd name="connsiteX2" fmla="*/ 0 w 72675"/>
                <a:gd name="connsiteY2" fmla="*/ 18489 h 18489"/>
              </a:gdLst>
              <a:ahLst/>
              <a:cxnLst>
                <a:cxn ang="0">
                  <a:pos x="connsiteX0" y="connsiteY0"/>
                </a:cxn>
                <a:cxn ang="0">
                  <a:pos x="connsiteX1" y="connsiteY1"/>
                </a:cxn>
                <a:cxn ang="0">
                  <a:pos x="connsiteX2" y="connsiteY2"/>
                </a:cxn>
              </a:cxnLst>
              <a:rect l="l" t="t" r="r" b="b"/>
              <a:pathLst>
                <a:path w="72675" h="18489">
                  <a:moveTo>
                    <a:pt x="72676" y="18489"/>
                  </a:moveTo>
                  <a:cubicBezTo>
                    <a:pt x="58055" y="-1580"/>
                    <a:pt x="29937" y="-5997"/>
                    <a:pt x="9868" y="8623"/>
                  </a:cubicBezTo>
                  <a:cubicBezTo>
                    <a:pt x="6087" y="11379"/>
                    <a:pt x="2753" y="14708"/>
                    <a:pt x="0"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1" name="任意多边形: 形状 460">
              <a:extLst>
                <a:ext uri="{FF2B5EF4-FFF2-40B4-BE49-F238E27FC236}">
                  <a16:creationId xmlns:a16="http://schemas.microsoft.com/office/drawing/2014/main" id="{3239CCC7-07C9-3CEC-B434-09482743D80B}"/>
                </a:ext>
              </a:extLst>
            </p:cNvPr>
            <p:cNvSpPr/>
            <p:nvPr/>
          </p:nvSpPr>
          <p:spPr>
            <a:xfrm>
              <a:off x="7876543" y="6078874"/>
              <a:ext cx="86201" cy="24444"/>
            </a:xfrm>
            <a:custGeom>
              <a:avLst/>
              <a:gdLst>
                <a:gd name="connsiteX0" fmla="*/ 68199 w 68199"/>
                <a:gd name="connsiteY0" fmla="*/ 18509 h 18508"/>
                <a:gd name="connsiteX1" fmla="*/ 11935 w 68199"/>
                <a:gd name="connsiteY1" fmla="*/ 6577 h 18508"/>
                <a:gd name="connsiteX2" fmla="*/ 0 w 68199"/>
                <a:gd name="connsiteY2" fmla="*/ 18509 h 18508"/>
              </a:gdLst>
              <a:ahLst/>
              <a:cxnLst>
                <a:cxn ang="0">
                  <a:pos x="connsiteX0" y="connsiteY0"/>
                </a:cxn>
                <a:cxn ang="0">
                  <a:pos x="connsiteX1" y="connsiteY1"/>
                </a:cxn>
                <a:cxn ang="0">
                  <a:pos x="connsiteX2" y="connsiteY2"/>
                </a:cxn>
              </a:cxnLst>
              <a:rect l="l" t="t" r="r" b="b"/>
              <a:pathLst>
                <a:path w="68199" h="18508">
                  <a:moveTo>
                    <a:pt x="68199" y="18509"/>
                  </a:moveTo>
                  <a:cubicBezTo>
                    <a:pt x="55959" y="-324"/>
                    <a:pt x="30766" y="-5666"/>
                    <a:pt x="11935" y="6577"/>
                  </a:cubicBezTo>
                  <a:cubicBezTo>
                    <a:pt x="7163" y="9676"/>
                    <a:pt x="3096" y="13741"/>
                    <a:pt x="0" y="1850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2" name="任意多边形: 形状 461">
              <a:extLst>
                <a:ext uri="{FF2B5EF4-FFF2-40B4-BE49-F238E27FC236}">
                  <a16:creationId xmlns:a16="http://schemas.microsoft.com/office/drawing/2014/main" id="{C7AE16DD-40D4-4F5D-0D4E-CAF78DD9BB63}"/>
                </a:ext>
              </a:extLst>
            </p:cNvPr>
            <p:cNvSpPr/>
            <p:nvPr/>
          </p:nvSpPr>
          <p:spPr>
            <a:xfrm>
              <a:off x="8637304" y="5962548"/>
              <a:ext cx="12039" cy="826261"/>
            </a:xfrm>
            <a:custGeom>
              <a:avLst/>
              <a:gdLst>
                <a:gd name="connsiteX0" fmla="*/ 0 w 9525"/>
                <a:gd name="connsiteY0" fmla="*/ 0 h 625602"/>
                <a:gd name="connsiteX1" fmla="*/ 0 w 9525"/>
                <a:gd name="connsiteY1" fmla="*/ 625602 h 625602"/>
              </a:gdLst>
              <a:ahLst/>
              <a:cxnLst>
                <a:cxn ang="0">
                  <a:pos x="connsiteX0" y="connsiteY0"/>
                </a:cxn>
                <a:cxn ang="0">
                  <a:pos x="connsiteX1" y="connsiteY1"/>
                </a:cxn>
              </a:cxnLst>
              <a:rect l="l" t="t" r="r" b="b"/>
              <a:pathLst>
                <a:path w="9525" h="625602">
                  <a:moveTo>
                    <a:pt x="0" y="0"/>
                  </a:moveTo>
                  <a:lnTo>
                    <a:pt x="0" y="625602"/>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3" name="任意多边形: 形状 462">
              <a:extLst>
                <a:ext uri="{FF2B5EF4-FFF2-40B4-BE49-F238E27FC236}">
                  <a16:creationId xmlns:a16="http://schemas.microsoft.com/office/drawing/2014/main" id="{89AF3A99-3363-9234-E9AE-68DCBC9CEBD6}"/>
                </a:ext>
              </a:extLst>
            </p:cNvPr>
            <p:cNvSpPr/>
            <p:nvPr/>
          </p:nvSpPr>
          <p:spPr>
            <a:xfrm>
              <a:off x="3195205" y="6845421"/>
              <a:ext cx="5801591" cy="12580"/>
            </a:xfrm>
            <a:custGeom>
              <a:avLst/>
              <a:gdLst>
                <a:gd name="connsiteX0" fmla="*/ 0 w 4590002"/>
                <a:gd name="connsiteY0" fmla="*/ 0 h 9525"/>
                <a:gd name="connsiteX1" fmla="*/ 4590003 w 4590002"/>
                <a:gd name="connsiteY1" fmla="*/ 0 h 9525"/>
              </a:gdLst>
              <a:ahLst/>
              <a:cxnLst>
                <a:cxn ang="0">
                  <a:pos x="connsiteX0" y="connsiteY0"/>
                </a:cxn>
                <a:cxn ang="0">
                  <a:pos x="connsiteX1" y="connsiteY1"/>
                </a:cxn>
              </a:cxnLst>
              <a:rect l="l" t="t" r="r" b="b"/>
              <a:pathLst>
                <a:path w="4590002" h="9525">
                  <a:moveTo>
                    <a:pt x="0" y="0"/>
                  </a:moveTo>
                  <a:lnTo>
                    <a:pt x="45900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464" name="组合 463">
            <a:extLst>
              <a:ext uri="{FF2B5EF4-FFF2-40B4-BE49-F238E27FC236}">
                <a16:creationId xmlns:a16="http://schemas.microsoft.com/office/drawing/2014/main" id="{9A2E29F5-11BC-900B-BBC7-822DC049B9EF}"/>
              </a:ext>
            </a:extLst>
          </p:cNvPr>
          <p:cNvGrpSpPr/>
          <p:nvPr userDrawn="1"/>
        </p:nvGrpSpPr>
        <p:grpSpPr>
          <a:xfrm>
            <a:off x="5148627" y="5808850"/>
            <a:ext cx="1876437" cy="996007"/>
            <a:chOff x="4999887" y="5734072"/>
            <a:chExt cx="2189095" cy="1112008"/>
          </a:xfrm>
        </p:grpSpPr>
        <p:sp>
          <p:nvSpPr>
            <p:cNvPr id="465" name="任意多边形: 形状 464">
              <a:extLst>
                <a:ext uri="{FF2B5EF4-FFF2-40B4-BE49-F238E27FC236}">
                  <a16:creationId xmlns:a16="http://schemas.microsoft.com/office/drawing/2014/main" id="{FA0EDC56-5A5A-6EC2-846A-B6B0AFBB615B}"/>
                </a:ext>
              </a:extLst>
            </p:cNvPr>
            <p:cNvSpPr/>
            <p:nvPr/>
          </p:nvSpPr>
          <p:spPr>
            <a:xfrm>
              <a:off x="5178309" y="6534505"/>
              <a:ext cx="181912" cy="12039"/>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6" name="任意多边形: 形状 465">
              <a:extLst>
                <a:ext uri="{FF2B5EF4-FFF2-40B4-BE49-F238E27FC236}">
                  <a16:creationId xmlns:a16="http://schemas.microsoft.com/office/drawing/2014/main" id="{982BFF7C-7C36-39D0-886A-6916B5C634EE}"/>
                </a:ext>
              </a:extLst>
            </p:cNvPr>
            <p:cNvSpPr/>
            <p:nvPr/>
          </p:nvSpPr>
          <p:spPr>
            <a:xfrm>
              <a:off x="5178309" y="6639487"/>
              <a:ext cx="181912" cy="12039"/>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7" name="任意多边形: 形状 466">
              <a:extLst>
                <a:ext uri="{FF2B5EF4-FFF2-40B4-BE49-F238E27FC236}">
                  <a16:creationId xmlns:a16="http://schemas.microsoft.com/office/drawing/2014/main" id="{52DAD5F9-A9C6-50A3-921E-0D94D81DEF58}"/>
                </a:ext>
              </a:extLst>
            </p:cNvPr>
            <p:cNvSpPr/>
            <p:nvPr/>
          </p:nvSpPr>
          <p:spPr>
            <a:xfrm>
              <a:off x="5406452" y="6534505"/>
              <a:ext cx="157473" cy="12039"/>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8" name="任意多边形: 形状 467">
              <a:extLst>
                <a:ext uri="{FF2B5EF4-FFF2-40B4-BE49-F238E27FC236}">
                  <a16:creationId xmlns:a16="http://schemas.microsoft.com/office/drawing/2014/main" id="{70B47229-F20D-E343-F802-09121B0712C1}"/>
                </a:ext>
              </a:extLst>
            </p:cNvPr>
            <p:cNvSpPr/>
            <p:nvPr/>
          </p:nvSpPr>
          <p:spPr>
            <a:xfrm>
              <a:off x="5406452" y="6639487"/>
              <a:ext cx="157473" cy="12039"/>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69" name="任意多边形: 形状 468">
              <a:extLst>
                <a:ext uri="{FF2B5EF4-FFF2-40B4-BE49-F238E27FC236}">
                  <a16:creationId xmlns:a16="http://schemas.microsoft.com/office/drawing/2014/main" id="{CE0ABA3D-E31B-FBEA-33FD-7D1F8D819F93}"/>
                </a:ext>
              </a:extLst>
            </p:cNvPr>
            <p:cNvSpPr/>
            <p:nvPr/>
          </p:nvSpPr>
          <p:spPr>
            <a:xfrm>
              <a:off x="5610156"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0" name="任意多边形: 形状 469">
              <a:extLst>
                <a:ext uri="{FF2B5EF4-FFF2-40B4-BE49-F238E27FC236}">
                  <a16:creationId xmlns:a16="http://schemas.microsoft.com/office/drawing/2014/main" id="{BF588CB4-5A37-A022-D48C-7F795C90D333}"/>
                </a:ext>
              </a:extLst>
            </p:cNvPr>
            <p:cNvSpPr/>
            <p:nvPr/>
          </p:nvSpPr>
          <p:spPr>
            <a:xfrm>
              <a:off x="5610156"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1" name="任意多边形: 形状 470">
              <a:extLst>
                <a:ext uri="{FF2B5EF4-FFF2-40B4-BE49-F238E27FC236}">
                  <a16:creationId xmlns:a16="http://schemas.microsoft.com/office/drawing/2014/main" id="{58B098F7-2BE4-3B45-437D-3CC22A9D6346}"/>
                </a:ext>
              </a:extLst>
            </p:cNvPr>
            <p:cNvSpPr/>
            <p:nvPr/>
          </p:nvSpPr>
          <p:spPr>
            <a:xfrm>
              <a:off x="5813740"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2" name="任意多边形: 形状 471">
              <a:extLst>
                <a:ext uri="{FF2B5EF4-FFF2-40B4-BE49-F238E27FC236}">
                  <a16:creationId xmlns:a16="http://schemas.microsoft.com/office/drawing/2014/main" id="{72D5127D-B97E-F355-2C66-55303483E7B8}"/>
                </a:ext>
              </a:extLst>
            </p:cNvPr>
            <p:cNvSpPr/>
            <p:nvPr/>
          </p:nvSpPr>
          <p:spPr>
            <a:xfrm>
              <a:off x="5813740"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3" name="任意多边形: 形状 472">
              <a:extLst>
                <a:ext uri="{FF2B5EF4-FFF2-40B4-BE49-F238E27FC236}">
                  <a16:creationId xmlns:a16="http://schemas.microsoft.com/office/drawing/2014/main" id="{6ED545E5-217D-6926-17E7-E917A89D2E16}"/>
                </a:ext>
              </a:extLst>
            </p:cNvPr>
            <p:cNvSpPr/>
            <p:nvPr/>
          </p:nvSpPr>
          <p:spPr>
            <a:xfrm>
              <a:off x="6017324"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4" name="任意多边形: 形状 473">
              <a:extLst>
                <a:ext uri="{FF2B5EF4-FFF2-40B4-BE49-F238E27FC236}">
                  <a16:creationId xmlns:a16="http://schemas.microsoft.com/office/drawing/2014/main" id="{7921CA36-CD7F-1375-6345-FFAD4C1C0A8E}"/>
                </a:ext>
              </a:extLst>
            </p:cNvPr>
            <p:cNvSpPr/>
            <p:nvPr/>
          </p:nvSpPr>
          <p:spPr>
            <a:xfrm>
              <a:off x="6017324"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5" name="任意多边形: 形状 474">
              <a:extLst>
                <a:ext uri="{FF2B5EF4-FFF2-40B4-BE49-F238E27FC236}">
                  <a16:creationId xmlns:a16="http://schemas.microsoft.com/office/drawing/2014/main" id="{1D9180BF-9BAF-76D1-DB0D-08A49DC30BD0}"/>
                </a:ext>
              </a:extLst>
            </p:cNvPr>
            <p:cNvSpPr/>
            <p:nvPr/>
          </p:nvSpPr>
          <p:spPr>
            <a:xfrm>
              <a:off x="6220908"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6" name="任意多边形: 形状 475">
              <a:extLst>
                <a:ext uri="{FF2B5EF4-FFF2-40B4-BE49-F238E27FC236}">
                  <a16:creationId xmlns:a16="http://schemas.microsoft.com/office/drawing/2014/main" id="{716D101D-0CCE-92B9-501B-563E20676481}"/>
                </a:ext>
              </a:extLst>
            </p:cNvPr>
            <p:cNvSpPr/>
            <p:nvPr/>
          </p:nvSpPr>
          <p:spPr>
            <a:xfrm>
              <a:off x="6220908"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7" name="任意多边形: 形状 476">
              <a:extLst>
                <a:ext uri="{FF2B5EF4-FFF2-40B4-BE49-F238E27FC236}">
                  <a16:creationId xmlns:a16="http://schemas.microsoft.com/office/drawing/2014/main" id="{0CD67247-4CF8-3ECB-6C63-ABDD992C4D1B}"/>
                </a:ext>
              </a:extLst>
            </p:cNvPr>
            <p:cNvSpPr/>
            <p:nvPr/>
          </p:nvSpPr>
          <p:spPr>
            <a:xfrm>
              <a:off x="6424490"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8" name="任意多边形: 形状 477">
              <a:extLst>
                <a:ext uri="{FF2B5EF4-FFF2-40B4-BE49-F238E27FC236}">
                  <a16:creationId xmlns:a16="http://schemas.microsoft.com/office/drawing/2014/main" id="{72ECC16B-9C27-4E2D-2857-BDE1982E4C1F}"/>
                </a:ext>
              </a:extLst>
            </p:cNvPr>
            <p:cNvSpPr/>
            <p:nvPr/>
          </p:nvSpPr>
          <p:spPr>
            <a:xfrm>
              <a:off x="6424490"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79" name="任意多边形: 形状 478">
              <a:extLst>
                <a:ext uri="{FF2B5EF4-FFF2-40B4-BE49-F238E27FC236}">
                  <a16:creationId xmlns:a16="http://schemas.microsoft.com/office/drawing/2014/main" id="{728DA18C-1F11-57C8-0824-FCAB3BB40732}"/>
                </a:ext>
              </a:extLst>
            </p:cNvPr>
            <p:cNvSpPr/>
            <p:nvPr/>
          </p:nvSpPr>
          <p:spPr>
            <a:xfrm>
              <a:off x="6628194"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0" name="任意多边形: 形状 479">
              <a:extLst>
                <a:ext uri="{FF2B5EF4-FFF2-40B4-BE49-F238E27FC236}">
                  <a16:creationId xmlns:a16="http://schemas.microsoft.com/office/drawing/2014/main" id="{B168A73C-DC20-1A52-4AFD-A84295DDE766}"/>
                </a:ext>
              </a:extLst>
            </p:cNvPr>
            <p:cNvSpPr/>
            <p:nvPr/>
          </p:nvSpPr>
          <p:spPr>
            <a:xfrm>
              <a:off x="6628194"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1" name="任意多边形: 形状 480">
              <a:extLst>
                <a:ext uri="{FF2B5EF4-FFF2-40B4-BE49-F238E27FC236}">
                  <a16:creationId xmlns:a16="http://schemas.microsoft.com/office/drawing/2014/main" id="{9763F8C3-478F-6878-0BF4-0BFBF40CB2F3}"/>
                </a:ext>
              </a:extLst>
            </p:cNvPr>
            <p:cNvSpPr/>
            <p:nvPr/>
          </p:nvSpPr>
          <p:spPr>
            <a:xfrm>
              <a:off x="6831778" y="6534505"/>
              <a:ext cx="163974" cy="12039"/>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2" name="任意多边形: 形状 481">
              <a:extLst>
                <a:ext uri="{FF2B5EF4-FFF2-40B4-BE49-F238E27FC236}">
                  <a16:creationId xmlns:a16="http://schemas.microsoft.com/office/drawing/2014/main" id="{A84329FB-977C-D97D-1768-49BBE91ECC34}"/>
                </a:ext>
              </a:extLst>
            </p:cNvPr>
            <p:cNvSpPr/>
            <p:nvPr/>
          </p:nvSpPr>
          <p:spPr>
            <a:xfrm>
              <a:off x="6831778" y="6639487"/>
              <a:ext cx="163974" cy="12039"/>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3" name="任意多边形: 形状 482">
              <a:extLst>
                <a:ext uri="{FF2B5EF4-FFF2-40B4-BE49-F238E27FC236}">
                  <a16:creationId xmlns:a16="http://schemas.microsoft.com/office/drawing/2014/main" id="{B307390D-4333-B8A8-81BE-51AC39F47AD6}"/>
                </a:ext>
              </a:extLst>
            </p:cNvPr>
            <p:cNvSpPr/>
            <p:nvPr/>
          </p:nvSpPr>
          <p:spPr>
            <a:xfrm>
              <a:off x="5961076" y="5734072"/>
              <a:ext cx="284632" cy="951525"/>
            </a:xfrm>
            <a:custGeom>
              <a:avLst/>
              <a:gdLst>
                <a:gd name="connsiteX0" fmla="*/ 1924 w 225190"/>
                <a:gd name="connsiteY0" fmla="*/ 752812 h 752811"/>
                <a:gd name="connsiteX1" fmla="*/ 16307 w 225190"/>
                <a:gd name="connsiteY1" fmla="*/ 506591 h 752811"/>
                <a:gd name="connsiteX2" fmla="*/ 28022 w 225190"/>
                <a:gd name="connsiteY2" fmla="*/ 506591 h 752811"/>
                <a:gd name="connsiteX3" fmla="*/ 28784 w 225190"/>
                <a:gd name="connsiteY3" fmla="*/ 492970 h 752811"/>
                <a:gd name="connsiteX4" fmla="*/ 58979 w 225190"/>
                <a:gd name="connsiteY4" fmla="*/ 492970 h 752811"/>
                <a:gd name="connsiteX5" fmla="*/ 61170 w 225190"/>
                <a:gd name="connsiteY5" fmla="*/ 381432 h 752811"/>
                <a:gd name="connsiteX6" fmla="*/ 61170 w 225190"/>
                <a:gd name="connsiteY6" fmla="*/ 340665 h 752811"/>
                <a:gd name="connsiteX7" fmla="*/ 57359 w 225190"/>
                <a:gd name="connsiteY7" fmla="*/ 322472 h 752811"/>
                <a:gd name="connsiteX8" fmla="*/ 46120 w 225190"/>
                <a:gd name="connsiteY8" fmla="*/ 297993 h 752811"/>
                <a:gd name="connsiteX9" fmla="*/ 47072 w 225190"/>
                <a:gd name="connsiteY9" fmla="*/ 237128 h 752811"/>
                <a:gd name="connsiteX10" fmla="*/ 51930 w 225190"/>
                <a:gd name="connsiteY10" fmla="*/ 191694 h 752811"/>
                <a:gd name="connsiteX11" fmla="*/ 40596 w 225190"/>
                <a:gd name="connsiteY11" fmla="*/ 176930 h 752811"/>
                <a:gd name="connsiteX12" fmla="*/ 305 w 225190"/>
                <a:gd name="connsiteY12" fmla="*/ 102826 h 752811"/>
                <a:gd name="connsiteX13" fmla="*/ 2305 w 225190"/>
                <a:gd name="connsiteY13" fmla="*/ 61773 h 752811"/>
                <a:gd name="connsiteX14" fmla="*/ 10401 w 225190"/>
                <a:gd name="connsiteY14" fmla="*/ 56058 h 752811"/>
                <a:gd name="connsiteX15" fmla="*/ 8972 w 225190"/>
                <a:gd name="connsiteY15" fmla="*/ 27483 h 752811"/>
                <a:gd name="connsiteX16" fmla="*/ 9544 w 225190"/>
                <a:gd name="connsiteY16" fmla="*/ 12815 h 752811"/>
                <a:gd name="connsiteX17" fmla="*/ 27165 w 225190"/>
                <a:gd name="connsiteY17" fmla="*/ 908 h 752811"/>
                <a:gd name="connsiteX18" fmla="*/ 35071 w 225190"/>
                <a:gd name="connsiteY18" fmla="*/ 13958 h 752811"/>
                <a:gd name="connsiteX19" fmla="*/ 39548 w 225190"/>
                <a:gd name="connsiteY19" fmla="*/ 27483 h 752811"/>
                <a:gd name="connsiteX20" fmla="*/ 45644 w 225190"/>
                <a:gd name="connsiteY20" fmla="*/ 23768 h 752811"/>
                <a:gd name="connsiteX21" fmla="*/ 50406 w 225190"/>
                <a:gd name="connsiteY21" fmla="*/ 23768 h 752811"/>
                <a:gd name="connsiteX22" fmla="*/ 46501 w 225190"/>
                <a:gd name="connsiteY22" fmla="*/ 47962 h 752811"/>
                <a:gd name="connsiteX23" fmla="*/ 39262 w 225190"/>
                <a:gd name="connsiteY23" fmla="*/ 86062 h 752811"/>
                <a:gd name="connsiteX24" fmla="*/ 42120 w 225190"/>
                <a:gd name="connsiteY24" fmla="*/ 111494 h 752811"/>
                <a:gd name="connsiteX25" fmla="*/ 63360 w 225190"/>
                <a:gd name="connsiteY25" fmla="*/ 134163 h 752811"/>
                <a:gd name="connsiteX26" fmla="*/ 74600 w 225190"/>
                <a:gd name="connsiteY26" fmla="*/ 138545 h 752811"/>
                <a:gd name="connsiteX27" fmla="*/ 85077 w 225190"/>
                <a:gd name="connsiteY27" fmla="*/ 141593 h 752811"/>
                <a:gd name="connsiteX28" fmla="*/ 90411 w 225190"/>
                <a:gd name="connsiteY28" fmla="*/ 141593 h 752811"/>
                <a:gd name="connsiteX29" fmla="*/ 94697 w 225190"/>
                <a:gd name="connsiteY29" fmla="*/ 134639 h 752811"/>
                <a:gd name="connsiteX30" fmla="*/ 88887 w 225190"/>
                <a:gd name="connsiteY30" fmla="*/ 123305 h 752811"/>
                <a:gd name="connsiteX31" fmla="*/ 88887 w 225190"/>
                <a:gd name="connsiteY31" fmla="*/ 106064 h 752811"/>
                <a:gd name="connsiteX32" fmla="*/ 86411 w 225190"/>
                <a:gd name="connsiteY32" fmla="*/ 93301 h 752811"/>
                <a:gd name="connsiteX33" fmla="*/ 96698 w 225190"/>
                <a:gd name="connsiteY33" fmla="*/ 82252 h 752811"/>
                <a:gd name="connsiteX34" fmla="*/ 112700 w 225190"/>
                <a:gd name="connsiteY34" fmla="*/ 82252 h 752811"/>
                <a:gd name="connsiteX35" fmla="*/ 128226 w 225190"/>
                <a:gd name="connsiteY35" fmla="*/ 83109 h 752811"/>
                <a:gd name="connsiteX36" fmla="*/ 134226 w 225190"/>
                <a:gd name="connsiteY36" fmla="*/ 90824 h 752811"/>
                <a:gd name="connsiteX37" fmla="*/ 134226 w 225190"/>
                <a:gd name="connsiteY37" fmla="*/ 104064 h 752811"/>
                <a:gd name="connsiteX38" fmla="*/ 130797 w 225190"/>
                <a:gd name="connsiteY38" fmla="*/ 123114 h 752811"/>
                <a:gd name="connsiteX39" fmla="*/ 127178 w 225190"/>
                <a:gd name="connsiteY39" fmla="*/ 131115 h 752811"/>
                <a:gd name="connsiteX40" fmla="*/ 132893 w 225190"/>
                <a:gd name="connsiteY40" fmla="*/ 147498 h 752811"/>
                <a:gd name="connsiteX41" fmla="*/ 162516 w 225190"/>
                <a:gd name="connsiteY41" fmla="*/ 152832 h 752811"/>
                <a:gd name="connsiteX42" fmla="*/ 176803 w 225190"/>
                <a:gd name="connsiteY42" fmla="*/ 166929 h 752811"/>
                <a:gd name="connsiteX43" fmla="*/ 178899 w 225190"/>
                <a:gd name="connsiteY43" fmla="*/ 201505 h 752811"/>
                <a:gd name="connsiteX44" fmla="*/ 183947 w 225190"/>
                <a:gd name="connsiteY44" fmla="*/ 258655 h 752811"/>
                <a:gd name="connsiteX45" fmla="*/ 184613 w 225190"/>
                <a:gd name="connsiteY45" fmla="*/ 321901 h 752811"/>
                <a:gd name="connsiteX46" fmla="*/ 165563 w 225190"/>
                <a:gd name="connsiteY46" fmla="*/ 329807 h 752811"/>
                <a:gd name="connsiteX47" fmla="*/ 161277 w 225190"/>
                <a:gd name="connsiteY47" fmla="*/ 350762 h 752811"/>
                <a:gd name="connsiteX48" fmla="*/ 161754 w 225190"/>
                <a:gd name="connsiteY48" fmla="*/ 423628 h 752811"/>
                <a:gd name="connsiteX49" fmla="*/ 159277 w 225190"/>
                <a:gd name="connsiteY49" fmla="*/ 458775 h 752811"/>
                <a:gd name="connsiteX50" fmla="*/ 160515 w 225190"/>
                <a:gd name="connsiteY50" fmla="*/ 489922 h 752811"/>
                <a:gd name="connsiteX51" fmla="*/ 157753 w 225190"/>
                <a:gd name="connsiteY51" fmla="*/ 492970 h 752811"/>
                <a:gd name="connsiteX52" fmla="*/ 198330 w 225190"/>
                <a:gd name="connsiteY52" fmla="*/ 492970 h 752811"/>
                <a:gd name="connsiteX53" fmla="*/ 199187 w 225190"/>
                <a:gd name="connsiteY53" fmla="*/ 506591 h 752811"/>
                <a:gd name="connsiteX54" fmla="*/ 210903 w 225190"/>
                <a:gd name="connsiteY54" fmla="*/ 506591 h 752811"/>
                <a:gd name="connsiteX55" fmla="*/ 225190 w 225190"/>
                <a:gd name="connsiteY55" fmla="*/ 752812 h 752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25190" h="752811">
                  <a:moveTo>
                    <a:pt x="1924" y="752812"/>
                  </a:moveTo>
                  <a:lnTo>
                    <a:pt x="16307" y="506591"/>
                  </a:lnTo>
                  <a:lnTo>
                    <a:pt x="28022" y="506591"/>
                  </a:lnTo>
                  <a:lnTo>
                    <a:pt x="28784" y="492970"/>
                  </a:lnTo>
                  <a:lnTo>
                    <a:pt x="58979" y="492970"/>
                  </a:lnTo>
                  <a:lnTo>
                    <a:pt x="61170" y="381432"/>
                  </a:lnTo>
                  <a:lnTo>
                    <a:pt x="61170" y="340665"/>
                  </a:lnTo>
                  <a:lnTo>
                    <a:pt x="57359" y="322472"/>
                  </a:lnTo>
                  <a:cubicBezTo>
                    <a:pt x="54312" y="307709"/>
                    <a:pt x="42024" y="320948"/>
                    <a:pt x="46120" y="297993"/>
                  </a:cubicBezTo>
                  <a:cubicBezTo>
                    <a:pt x="47577" y="277738"/>
                    <a:pt x="47892" y="257418"/>
                    <a:pt x="47072" y="237128"/>
                  </a:cubicBezTo>
                  <a:cubicBezTo>
                    <a:pt x="47072" y="222460"/>
                    <a:pt x="51930" y="205886"/>
                    <a:pt x="51930" y="191694"/>
                  </a:cubicBezTo>
                  <a:cubicBezTo>
                    <a:pt x="50025" y="184550"/>
                    <a:pt x="45167" y="182169"/>
                    <a:pt x="40596" y="176930"/>
                  </a:cubicBezTo>
                  <a:cubicBezTo>
                    <a:pt x="24975" y="157880"/>
                    <a:pt x="305" y="139592"/>
                    <a:pt x="305" y="102826"/>
                  </a:cubicBezTo>
                  <a:cubicBezTo>
                    <a:pt x="-457" y="89109"/>
                    <a:pt x="209" y="75351"/>
                    <a:pt x="2305" y="61773"/>
                  </a:cubicBezTo>
                  <a:cubicBezTo>
                    <a:pt x="2781" y="59868"/>
                    <a:pt x="9925" y="58058"/>
                    <a:pt x="10401" y="56058"/>
                  </a:cubicBezTo>
                  <a:cubicBezTo>
                    <a:pt x="10554" y="46512"/>
                    <a:pt x="10077" y="36966"/>
                    <a:pt x="8972" y="27483"/>
                  </a:cubicBezTo>
                  <a:cubicBezTo>
                    <a:pt x="8972" y="22244"/>
                    <a:pt x="6496" y="16720"/>
                    <a:pt x="9544" y="12815"/>
                  </a:cubicBezTo>
                  <a:cubicBezTo>
                    <a:pt x="14326" y="7432"/>
                    <a:pt x="20384" y="3337"/>
                    <a:pt x="27165" y="908"/>
                  </a:cubicBezTo>
                  <a:cubicBezTo>
                    <a:pt x="32880" y="-1378"/>
                    <a:pt x="35071" y="-139"/>
                    <a:pt x="35071" y="13958"/>
                  </a:cubicBezTo>
                  <a:cubicBezTo>
                    <a:pt x="35243" y="18800"/>
                    <a:pt x="36795" y="23493"/>
                    <a:pt x="39548" y="27483"/>
                  </a:cubicBezTo>
                  <a:cubicBezTo>
                    <a:pt x="41358" y="29007"/>
                    <a:pt x="43548" y="25388"/>
                    <a:pt x="45644" y="23768"/>
                  </a:cubicBezTo>
                  <a:cubicBezTo>
                    <a:pt x="47739" y="22149"/>
                    <a:pt x="49168" y="21959"/>
                    <a:pt x="50406" y="23768"/>
                  </a:cubicBezTo>
                  <a:cubicBezTo>
                    <a:pt x="54512" y="31824"/>
                    <a:pt x="52930" y="41607"/>
                    <a:pt x="46501" y="47962"/>
                  </a:cubicBezTo>
                  <a:cubicBezTo>
                    <a:pt x="39357" y="55010"/>
                    <a:pt x="38691" y="71393"/>
                    <a:pt x="39262" y="86062"/>
                  </a:cubicBezTo>
                  <a:cubicBezTo>
                    <a:pt x="38681" y="94642"/>
                    <a:pt x="39653" y="103255"/>
                    <a:pt x="42120" y="111494"/>
                  </a:cubicBezTo>
                  <a:cubicBezTo>
                    <a:pt x="45949" y="121546"/>
                    <a:pt x="53578" y="129689"/>
                    <a:pt x="63360" y="134163"/>
                  </a:cubicBezTo>
                  <a:cubicBezTo>
                    <a:pt x="67008" y="135869"/>
                    <a:pt x="70761" y="137333"/>
                    <a:pt x="74600" y="138545"/>
                  </a:cubicBezTo>
                  <a:cubicBezTo>
                    <a:pt x="77924" y="140070"/>
                    <a:pt x="81458" y="141098"/>
                    <a:pt x="85077" y="141593"/>
                  </a:cubicBezTo>
                  <a:cubicBezTo>
                    <a:pt x="86506" y="141593"/>
                    <a:pt x="88983" y="142831"/>
                    <a:pt x="90411" y="141593"/>
                  </a:cubicBezTo>
                  <a:cubicBezTo>
                    <a:pt x="92554" y="139798"/>
                    <a:pt x="94059" y="137359"/>
                    <a:pt x="94697" y="134639"/>
                  </a:cubicBezTo>
                  <a:cubicBezTo>
                    <a:pt x="95364" y="131020"/>
                    <a:pt x="90316" y="128829"/>
                    <a:pt x="88887" y="123305"/>
                  </a:cubicBezTo>
                  <a:cubicBezTo>
                    <a:pt x="88497" y="117565"/>
                    <a:pt x="88497" y="111804"/>
                    <a:pt x="88887" y="106064"/>
                  </a:cubicBezTo>
                  <a:cubicBezTo>
                    <a:pt x="88316" y="100921"/>
                    <a:pt x="85172" y="98063"/>
                    <a:pt x="86411" y="93301"/>
                  </a:cubicBezTo>
                  <a:cubicBezTo>
                    <a:pt x="87430" y="87949"/>
                    <a:pt x="91431" y="83655"/>
                    <a:pt x="96698" y="82252"/>
                  </a:cubicBezTo>
                  <a:cubicBezTo>
                    <a:pt x="102022" y="81876"/>
                    <a:pt x="107375" y="81876"/>
                    <a:pt x="112700" y="82252"/>
                  </a:cubicBezTo>
                  <a:cubicBezTo>
                    <a:pt x="117881" y="81536"/>
                    <a:pt x="123149" y="81828"/>
                    <a:pt x="128226" y="83109"/>
                  </a:cubicBezTo>
                  <a:cubicBezTo>
                    <a:pt x="131559" y="84252"/>
                    <a:pt x="132893" y="87776"/>
                    <a:pt x="134226" y="90824"/>
                  </a:cubicBezTo>
                  <a:cubicBezTo>
                    <a:pt x="136112" y="95036"/>
                    <a:pt x="136112" y="99852"/>
                    <a:pt x="134226" y="104064"/>
                  </a:cubicBezTo>
                  <a:cubicBezTo>
                    <a:pt x="130988" y="112446"/>
                    <a:pt x="133274" y="117971"/>
                    <a:pt x="130797" y="123114"/>
                  </a:cubicBezTo>
                  <a:cubicBezTo>
                    <a:pt x="129264" y="125622"/>
                    <a:pt x="128054" y="128309"/>
                    <a:pt x="127178" y="131115"/>
                  </a:cubicBezTo>
                  <a:cubicBezTo>
                    <a:pt x="125997" y="137206"/>
                    <a:pt x="128178" y="143463"/>
                    <a:pt x="132893" y="147498"/>
                  </a:cubicBezTo>
                  <a:cubicBezTo>
                    <a:pt x="139084" y="152165"/>
                    <a:pt x="154705" y="151689"/>
                    <a:pt x="162516" y="152832"/>
                  </a:cubicBezTo>
                  <a:cubicBezTo>
                    <a:pt x="170326" y="153975"/>
                    <a:pt x="176803" y="157023"/>
                    <a:pt x="176803" y="166929"/>
                  </a:cubicBezTo>
                  <a:cubicBezTo>
                    <a:pt x="176765" y="178487"/>
                    <a:pt x="177470" y="190036"/>
                    <a:pt x="178899" y="201505"/>
                  </a:cubicBezTo>
                  <a:cubicBezTo>
                    <a:pt x="181184" y="220079"/>
                    <a:pt x="182423" y="240557"/>
                    <a:pt x="183947" y="258655"/>
                  </a:cubicBezTo>
                  <a:cubicBezTo>
                    <a:pt x="186233" y="283515"/>
                    <a:pt x="190900" y="309518"/>
                    <a:pt x="184613" y="321901"/>
                  </a:cubicBezTo>
                  <a:cubicBezTo>
                    <a:pt x="178403" y="324854"/>
                    <a:pt x="172041" y="327492"/>
                    <a:pt x="165563" y="329807"/>
                  </a:cubicBezTo>
                  <a:cubicBezTo>
                    <a:pt x="158801" y="332283"/>
                    <a:pt x="161944" y="338189"/>
                    <a:pt x="161277" y="350762"/>
                  </a:cubicBezTo>
                  <a:cubicBezTo>
                    <a:pt x="160230" y="372479"/>
                    <a:pt x="161754" y="407912"/>
                    <a:pt x="161754" y="423628"/>
                  </a:cubicBezTo>
                  <a:cubicBezTo>
                    <a:pt x="161754" y="433820"/>
                    <a:pt x="156801" y="449060"/>
                    <a:pt x="159277" y="458775"/>
                  </a:cubicBezTo>
                  <a:cubicBezTo>
                    <a:pt x="161096" y="469054"/>
                    <a:pt x="161515" y="479531"/>
                    <a:pt x="160515" y="489922"/>
                  </a:cubicBezTo>
                  <a:cubicBezTo>
                    <a:pt x="160515" y="490493"/>
                    <a:pt x="159468" y="491636"/>
                    <a:pt x="157753" y="492970"/>
                  </a:cubicBezTo>
                  <a:lnTo>
                    <a:pt x="198330" y="492970"/>
                  </a:lnTo>
                  <a:lnTo>
                    <a:pt x="199187" y="506591"/>
                  </a:lnTo>
                  <a:lnTo>
                    <a:pt x="210903" y="506591"/>
                  </a:lnTo>
                  <a:lnTo>
                    <a:pt x="225190" y="752812"/>
                  </a:lnTo>
                  <a:close/>
                </a:path>
              </a:pathLst>
            </a:custGeom>
            <a:solidFill>
              <a:schemeClr val="accent1"/>
            </a:solidFill>
            <a:ln w="80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4" name="任意多边形: 形状 483">
              <a:extLst>
                <a:ext uri="{FF2B5EF4-FFF2-40B4-BE49-F238E27FC236}">
                  <a16:creationId xmlns:a16="http://schemas.microsoft.com/office/drawing/2014/main" id="{252B036B-ECBF-F085-A6EF-93883B2EFE4B}"/>
                </a:ext>
              </a:extLst>
            </p:cNvPr>
            <p:cNvSpPr/>
            <p:nvPr/>
          </p:nvSpPr>
          <p:spPr>
            <a:xfrm>
              <a:off x="4999887" y="6512955"/>
              <a:ext cx="2189095" cy="333125"/>
            </a:xfrm>
            <a:custGeom>
              <a:avLst/>
              <a:gdLst>
                <a:gd name="connsiteX0" fmla="*/ 0 w 1731930"/>
                <a:gd name="connsiteY0" fmla="*/ 261556 h 263556"/>
                <a:gd name="connsiteX1" fmla="*/ 33814 w 1731930"/>
                <a:gd name="connsiteY1" fmla="*/ 0 h 263556"/>
                <a:gd name="connsiteX2" fmla="*/ 1698117 w 1731930"/>
                <a:gd name="connsiteY2" fmla="*/ 0 h 263556"/>
                <a:gd name="connsiteX3" fmla="*/ 1731931 w 1731930"/>
                <a:gd name="connsiteY3" fmla="*/ 261556 h 263556"/>
                <a:gd name="connsiteX4" fmla="*/ 0 w 1731930"/>
                <a:gd name="connsiteY4" fmla="*/ 261556 h 263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930" h="263556">
                  <a:moveTo>
                    <a:pt x="0" y="261556"/>
                  </a:moveTo>
                  <a:lnTo>
                    <a:pt x="33814" y="0"/>
                  </a:lnTo>
                  <a:lnTo>
                    <a:pt x="1698117" y="0"/>
                  </a:lnTo>
                  <a:lnTo>
                    <a:pt x="1731931" y="261556"/>
                  </a:lnTo>
                  <a:cubicBezTo>
                    <a:pt x="1153478" y="264224"/>
                    <a:pt x="578358" y="264224"/>
                    <a:pt x="0" y="261556"/>
                  </a:cubicBezTo>
                  <a:close/>
                </a:path>
              </a:pathLst>
            </a:custGeom>
            <a:solidFill>
              <a:schemeClr val="accent1"/>
            </a:solidFill>
            <a:ln w="80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5" name="任意多边形: 形状 484">
              <a:extLst>
                <a:ext uri="{FF2B5EF4-FFF2-40B4-BE49-F238E27FC236}">
                  <a16:creationId xmlns:a16="http://schemas.microsoft.com/office/drawing/2014/main" id="{DE1AE1CE-A1CB-FCD5-A46D-3153AE045F5C}"/>
                </a:ext>
              </a:extLst>
            </p:cNvPr>
            <p:cNvSpPr/>
            <p:nvPr/>
          </p:nvSpPr>
          <p:spPr>
            <a:xfrm>
              <a:off x="5393209" y="6574596"/>
              <a:ext cx="395319" cy="202542"/>
            </a:xfrm>
            <a:custGeom>
              <a:avLst/>
              <a:gdLst>
                <a:gd name="connsiteX0" fmla="*/ 233934 w 312762"/>
                <a:gd name="connsiteY0" fmla="*/ 81915 h 160244"/>
                <a:gd name="connsiteX1" fmla="*/ 232505 w 312762"/>
                <a:gd name="connsiteY1" fmla="*/ 88106 h 160244"/>
                <a:gd name="connsiteX2" fmla="*/ 213455 w 312762"/>
                <a:gd name="connsiteY2" fmla="*/ 155924 h 160244"/>
                <a:gd name="connsiteX3" fmla="*/ 212693 w 312762"/>
                <a:gd name="connsiteY3" fmla="*/ 159925 h 160244"/>
                <a:gd name="connsiteX4" fmla="*/ 239839 w 312762"/>
                <a:gd name="connsiteY4" fmla="*/ 159925 h 160244"/>
                <a:gd name="connsiteX5" fmla="*/ 241268 w 312762"/>
                <a:gd name="connsiteY5" fmla="*/ 156115 h 160244"/>
                <a:gd name="connsiteX6" fmla="*/ 247459 w 312762"/>
                <a:gd name="connsiteY6" fmla="*/ 134493 h 160244"/>
                <a:gd name="connsiteX7" fmla="*/ 261556 w 312762"/>
                <a:gd name="connsiteY7" fmla="*/ 86296 h 160244"/>
                <a:gd name="connsiteX8" fmla="*/ 266795 w 312762"/>
                <a:gd name="connsiteY8" fmla="*/ 82296 h 160244"/>
                <a:gd name="connsiteX9" fmla="*/ 276320 w 312762"/>
                <a:gd name="connsiteY9" fmla="*/ 82296 h 160244"/>
                <a:gd name="connsiteX10" fmla="*/ 282988 w 312762"/>
                <a:gd name="connsiteY10" fmla="*/ 79534 h 160244"/>
                <a:gd name="connsiteX11" fmla="*/ 304895 w 312762"/>
                <a:gd name="connsiteY11" fmla="*/ 55626 h 160244"/>
                <a:gd name="connsiteX12" fmla="*/ 312039 w 312762"/>
                <a:gd name="connsiteY12" fmla="*/ 40958 h 160244"/>
                <a:gd name="connsiteX13" fmla="*/ 304419 w 312762"/>
                <a:gd name="connsiteY13" fmla="*/ 20002 h 160244"/>
                <a:gd name="connsiteX14" fmla="*/ 287369 w 312762"/>
                <a:gd name="connsiteY14" fmla="*/ 11621 h 160244"/>
                <a:gd name="connsiteX15" fmla="*/ 250984 w 312762"/>
                <a:gd name="connsiteY15" fmla="*/ 3238 h 160244"/>
                <a:gd name="connsiteX16" fmla="*/ 226981 w 312762"/>
                <a:gd name="connsiteY16" fmla="*/ 0 h 160244"/>
                <a:gd name="connsiteX17" fmla="*/ 181070 w 312762"/>
                <a:gd name="connsiteY17" fmla="*/ 571 h 160244"/>
                <a:gd name="connsiteX18" fmla="*/ 146971 w 312762"/>
                <a:gd name="connsiteY18" fmla="*/ 4953 h 160244"/>
                <a:gd name="connsiteX19" fmla="*/ 117443 w 312762"/>
                <a:gd name="connsiteY19" fmla="*/ 18669 h 160244"/>
                <a:gd name="connsiteX20" fmla="*/ 112300 w 312762"/>
                <a:gd name="connsiteY20" fmla="*/ 20193 h 160244"/>
                <a:gd name="connsiteX21" fmla="*/ 96774 w 312762"/>
                <a:gd name="connsiteY21" fmla="*/ 22098 h 160244"/>
                <a:gd name="connsiteX22" fmla="*/ 88678 w 312762"/>
                <a:gd name="connsiteY22" fmla="*/ 26479 h 160244"/>
                <a:gd name="connsiteX23" fmla="*/ 86496 w 312762"/>
                <a:gd name="connsiteY23" fmla="*/ 39776 h 160244"/>
                <a:gd name="connsiteX24" fmla="*/ 87058 w 312762"/>
                <a:gd name="connsiteY24" fmla="*/ 40481 h 160244"/>
                <a:gd name="connsiteX25" fmla="*/ 93345 w 312762"/>
                <a:gd name="connsiteY25" fmla="*/ 46768 h 160244"/>
                <a:gd name="connsiteX26" fmla="*/ 106585 w 312762"/>
                <a:gd name="connsiteY26" fmla="*/ 54388 h 160244"/>
                <a:gd name="connsiteX27" fmla="*/ 161258 w 312762"/>
                <a:gd name="connsiteY27" fmla="*/ 76771 h 160244"/>
                <a:gd name="connsiteX28" fmla="*/ 179356 w 312762"/>
                <a:gd name="connsiteY28" fmla="*/ 91535 h 160244"/>
                <a:gd name="connsiteX29" fmla="*/ 182975 w 312762"/>
                <a:gd name="connsiteY29" fmla="*/ 106966 h 160244"/>
                <a:gd name="connsiteX30" fmla="*/ 177736 w 312762"/>
                <a:gd name="connsiteY30" fmla="*/ 121253 h 160244"/>
                <a:gd name="connsiteX31" fmla="*/ 146304 w 312762"/>
                <a:gd name="connsiteY31" fmla="*/ 144494 h 160244"/>
                <a:gd name="connsiteX32" fmla="*/ 102775 w 312762"/>
                <a:gd name="connsiteY32" fmla="*/ 151162 h 160244"/>
                <a:gd name="connsiteX33" fmla="*/ 44101 w 312762"/>
                <a:gd name="connsiteY33" fmla="*/ 150304 h 160244"/>
                <a:gd name="connsiteX34" fmla="*/ 29242 w 312762"/>
                <a:gd name="connsiteY34" fmla="*/ 148971 h 160244"/>
                <a:gd name="connsiteX35" fmla="*/ 21431 w 312762"/>
                <a:gd name="connsiteY35" fmla="*/ 149828 h 160244"/>
                <a:gd name="connsiteX36" fmla="*/ 3238 w 312762"/>
                <a:gd name="connsiteY36" fmla="*/ 158210 h 160244"/>
                <a:gd name="connsiteX37" fmla="*/ 0 w 312762"/>
                <a:gd name="connsiteY37" fmla="*/ 160211 h 160244"/>
                <a:gd name="connsiteX38" fmla="*/ 191643 w 312762"/>
                <a:gd name="connsiteY38" fmla="*/ 160211 h 160244"/>
                <a:gd name="connsiteX39" fmla="*/ 196120 w 312762"/>
                <a:gd name="connsiteY39" fmla="*/ 158401 h 160244"/>
                <a:gd name="connsiteX40" fmla="*/ 208121 w 312762"/>
                <a:gd name="connsiteY40" fmla="*/ 145161 h 160244"/>
                <a:gd name="connsiteX41" fmla="*/ 217646 w 312762"/>
                <a:gd name="connsiteY41" fmla="*/ 123539 h 160244"/>
                <a:gd name="connsiteX42" fmla="*/ 214884 w 312762"/>
                <a:gd name="connsiteY42" fmla="*/ 115633 h 160244"/>
                <a:gd name="connsiteX43" fmla="*/ 185261 w 312762"/>
                <a:gd name="connsiteY43" fmla="*/ 87058 h 160244"/>
                <a:gd name="connsiteX44" fmla="*/ 155829 w 312762"/>
                <a:gd name="connsiteY44" fmla="*/ 62103 h 160244"/>
                <a:gd name="connsiteX45" fmla="*/ 119348 w 312762"/>
                <a:gd name="connsiteY45" fmla="*/ 37052 h 160244"/>
                <a:gd name="connsiteX46" fmla="*/ 114871 w 312762"/>
                <a:gd name="connsiteY46" fmla="*/ 28480 h 160244"/>
                <a:gd name="connsiteX47" fmla="*/ 121825 w 312762"/>
                <a:gd name="connsiteY47" fmla="*/ 21908 h 160244"/>
                <a:gd name="connsiteX48" fmla="*/ 131921 w 312762"/>
                <a:gd name="connsiteY48" fmla="*/ 21050 h 160244"/>
                <a:gd name="connsiteX49" fmla="*/ 171640 w 312762"/>
                <a:gd name="connsiteY49" fmla="*/ 25622 h 160244"/>
                <a:gd name="connsiteX50" fmla="*/ 245078 w 312762"/>
                <a:gd name="connsiteY50" fmla="*/ 43148 h 160244"/>
                <a:gd name="connsiteX51" fmla="*/ 279368 w 312762"/>
                <a:gd name="connsiteY51" fmla="*/ 56769 h 160244"/>
                <a:gd name="connsiteX52" fmla="*/ 284131 w 312762"/>
                <a:gd name="connsiteY52" fmla="*/ 59627 h 160244"/>
                <a:gd name="connsiteX53" fmla="*/ 283083 w 312762"/>
                <a:gd name="connsiteY53" fmla="*/ 64294 h 160244"/>
                <a:gd name="connsiteX54" fmla="*/ 278892 w 312762"/>
                <a:gd name="connsiteY54" fmla="*/ 64294 h 160244"/>
                <a:gd name="connsiteX55" fmla="*/ 232696 w 312762"/>
                <a:gd name="connsiteY55" fmla="*/ 64960 h 160244"/>
                <a:gd name="connsiteX56" fmla="*/ 209836 w 312762"/>
                <a:gd name="connsiteY56" fmla="*/ 81629 h 160244"/>
                <a:gd name="connsiteX57" fmla="*/ 66389 w 312762"/>
                <a:gd name="connsiteY57" fmla="*/ 82867 h 160244"/>
                <a:gd name="connsiteX58" fmla="*/ 56197 w 312762"/>
                <a:gd name="connsiteY58" fmla="*/ 118777 h 160244"/>
                <a:gd name="connsiteX59" fmla="*/ 63436 w 312762"/>
                <a:gd name="connsiteY59" fmla="*/ 118777 h 160244"/>
                <a:gd name="connsiteX60" fmla="*/ 66199 w 312762"/>
                <a:gd name="connsiteY60" fmla="*/ 115538 h 160244"/>
                <a:gd name="connsiteX61" fmla="*/ 72009 w 312762"/>
                <a:gd name="connsiteY61" fmla="*/ 95631 h 160244"/>
                <a:gd name="connsiteX62" fmla="*/ 75247 w 312762"/>
                <a:gd name="connsiteY62" fmla="*/ 84582 h 160244"/>
                <a:gd name="connsiteX63" fmla="*/ 77819 w 312762"/>
                <a:gd name="connsiteY63" fmla="*/ 82296 h 160244"/>
                <a:gd name="connsiteX64" fmla="*/ 99346 w 312762"/>
                <a:gd name="connsiteY64" fmla="*/ 82296 h 160244"/>
                <a:gd name="connsiteX65" fmla="*/ 82296 w 312762"/>
                <a:gd name="connsiteY65" fmla="*/ 140875 h 160244"/>
                <a:gd name="connsiteX66" fmla="*/ 59531 w 312762"/>
                <a:gd name="connsiteY66" fmla="*/ 140875 h 160244"/>
                <a:gd name="connsiteX67" fmla="*/ 63532 w 312762"/>
                <a:gd name="connsiteY67" fmla="*/ 125730 h 160244"/>
                <a:gd name="connsiteX68" fmla="*/ 60674 w 312762"/>
                <a:gd name="connsiteY68" fmla="*/ 125158 h 160244"/>
                <a:gd name="connsiteX69" fmla="*/ 53149 w 312762"/>
                <a:gd name="connsiteY69" fmla="*/ 130683 h 160244"/>
                <a:gd name="connsiteX70" fmla="*/ 50673 w 312762"/>
                <a:gd name="connsiteY70" fmla="*/ 138875 h 160244"/>
                <a:gd name="connsiteX71" fmla="*/ 48196 w 312762"/>
                <a:gd name="connsiteY71" fmla="*/ 141161 h 160244"/>
                <a:gd name="connsiteX72" fmla="*/ 27527 w 312762"/>
                <a:gd name="connsiteY72" fmla="*/ 141161 h 160244"/>
                <a:gd name="connsiteX73" fmla="*/ 27527 w 312762"/>
                <a:gd name="connsiteY73" fmla="*/ 138017 h 160244"/>
                <a:gd name="connsiteX74" fmla="*/ 42672 w 312762"/>
                <a:gd name="connsiteY74" fmla="*/ 85820 h 160244"/>
                <a:gd name="connsiteX75" fmla="*/ 47339 w 312762"/>
                <a:gd name="connsiteY75" fmla="*/ 82201 h 160244"/>
                <a:gd name="connsiteX76" fmla="*/ 63436 w 312762"/>
                <a:gd name="connsiteY76" fmla="*/ 82201 h 160244"/>
                <a:gd name="connsiteX77" fmla="*/ 66675 w 312762"/>
                <a:gd name="connsiteY77" fmla="*/ 82201 h 160244"/>
                <a:gd name="connsiteX78" fmla="*/ 130397 w 312762"/>
                <a:gd name="connsiteY78" fmla="*/ 82867 h 160244"/>
                <a:gd name="connsiteX79" fmla="*/ 129064 w 312762"/>
                <a:gd name="connsiteY79" fmla="*/ 88487 h 160244"/>
                <a:gd name="connsiteX80" fmla="*/ 117253 w 312762"/>
                <a:gd name="connsiteY80" fmla="*/ 130207 h 160244"/>
                <a:gd name="connsiteX81" fmla="*/ 116300 w 312762"/>
                <a:gd name="connsiteY81" fmla="*/ 134779 h 160244"/>
                <a:gd name="connsiteX82" fmla="*/ 118777 w 312762"/>
                <a:gd name="connsiteY82" fmla="*/ 134779 h 160244"/>
                <a:gd name="connsiteX83" fmla="*/ 126206 w 312762"/>
                <a:gd name="connsiteY83" fmla="*/ 129635 h 160244"/>
                <a:gd name="connsiteX84" fmla="*/ 138779 w 312762"/>
                <a:gd name="connsiteY84" fmla="*/ 86773 h 160244"/>
                <a:gd name="connsiteX85" fmla="*/ 140303 w 312762"/>
                <a:gd name="connsiteY85" fmla="*/ 82391 h 160244"/>
                <a:gd name="connsiteX86" fmla="*/ 162782 w 312762"/>
                <a:gd name="connsiteY86" fmla="*/ 82391 h 160244"/>
                <a:gd name="connsiteX87" fmla="*/ 154400 w 312762"/>
                <a:gd name="connsiteY87" fmla="*/ 111919 h 160244"/>
                <a:gd name="connsiteX88" fmla="*/ 146018 w 312762"/>
                <a:gd name="connsiteY88" fmla="*/ 140494 h 160244"/>
                <a:gd name="connsiteX89" fmla="*/ 90868 w 312762"/>
                <a:gd name="connsiteY89" fmla="*/ 140494 h 160244"/>
                <a:gd name="connsiteX90" fmla="*/ 91630 w 312762"/>
                <a:gd name="connsiteY90" fmla="*/ 136684 h 160244"/>
                <a:gd name="connsiteX91" fmla="*/ 106489 w 312762"/>
                <a:gd name="connsiteY91" fmla="*/ 85725 h 160244"/>
                <a:gd name="connsiteX92" fmla="*/ 111633 w 312762"/>
                <a:gd name="connsiteY92" fmla="*/ 81725 h 160244"/>
                <a:gd name="connsiteX93" fmla="*/ 126111 w 312762"/>
                <a:gd name="connsiteY93" fmla="*/ 81725 h 160244"/>
                <a:gd name="connsiteX94" fmla="*/ 130397 w 312762"/>
                <a:gd name="connsiteY94" fmla="*/ 81725 h 16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2762" h="160244">
                  <a:moveTo>
                    <a:pt x="233934" y="81915"/>
                  </a:moveTo>
                  <a:cubicBezTo>
                    <a:pt x="233363" y="84392"/>
                    <a:pt x="233077" y="86201"/>
                    <a:pt x="232505" y="88106"/>
                  </a:cubicBezTo>
                  <a:cubicBezTo>
                    <a:pt x="226152" y="110652"/>
                    <a:pt x="219808" y="133255"/>
                    <a:pt x="213455" y="155924"/>
                  </a:cubicBezTo>
                  <a:cubicBezTo>
                    <a:pt x="213455" y="157163"/>
                    <a:pt x="212979" y="158496"/>
                    <a:pt x="212693" y="159925"/>
                  </a:cubicBezTo>
                  <a:lnTo>
                    <a:pt x="239839" y="159925"/>
                  </a:lnTo>
                  <a:cubicBezTo>
                    <a:pt x="240411" y="158496"/>
                    <a:pt x="240887" y="157353"/>
                    <a:pt x="241268" y="156115"/>
                  </a:cubicBezTo>
                  <a:lnTo>
                    <a:pt x="247459" y="134493"/>
                  </a:lnTo>
                  <a:cubicBezTo>
                    <a:pt x="252127" y="118396"/>
                    <a:pt x="256984" y="102394"/>
                    <a:pt x="261556" y="86296"/>
                  </a:cubicBezTo>
                  <a:cubicBezTo>
                    <a:pt x="262699" y="82391"/>
                    <a:pt x="262795" y="82391"/>
                    <a:pt x="266795" y="82296"/>
                  </a:cubicBezTo>
                  <a:cubicBezTo>
                    <a:pt x="270796" y="82201"/>
                    <a:pt x="273082" y="82296"/>
                    <a:pt x="276320" y="82296"/>
                  </a:cubicBezTo>
                  <a:cubicBezTo>
                    <a:pt x="278854" y="82467"/>
                    <a:pt x="281321" y="81448"/>
                    <a:pt x="282988" y="79534"/>
                  </a:cubicBezTo>
                  <a:cubicBezTo>
                    <a:pt x="290227" y="71533"/>
                    <a:pt x="297561" y="63627"/>
                    <a:pt x="304895" y="55626"/>
                  </a:cubicBezTo>
                  <a:cubicBezTo>
                    <a:pt x="308591" y="51492"/>
                    <a:pt x="311067" y="46415"/>
                    <a:pt x="312039" y="40958"/>
                  </a:cubicBezTo>
                  <a:cubicBezTo>
                    <a:pt x="314277" y="33060"/>
                    <a:pt x="311210" y="24616"/>
                    <a:pt x="304419" y="20002"/>
                  </a:cubicBezTo>
                  <a:cubicBezTo>
                    <a:pt x="299161" y="16419"/>
                    <a:pt x="293418" y="13597"/>
                    <a:pt x="287369" y="11621"/>
                  </a:cubicBezTo>
                  <a:cubicBezTo>
                    <a:pt x="275482" y="7885"/>
                    <a:pt x="263309" y="5082"/>
                    <a:pt x="250984" y="3238"/>
                  </a:cubicBezTo>
                  <a:cubicBezTo>
                    <a:pt x="243068" y="1599"/>
                    <a:pt x="235048" y="517"/>
                    <a:pt x="226981" y="0"/>
                  </a:cubicBezTo>
                  <a:cubicBezTo>
                    <a:pt x="211741" y="0"/>
                    <a:pt x="196405" y="0"/>
                    <a:pt x="181070" y="571"/>
                  </a:cubicBezTo>
                  <a:cubicBezTo>
                    <a:pt x="169602" y="1080"/>
                    <a:pt x="158191" y="2546"/>
                    <a:pt x="146971" y="4953"/>
                  </a:cubicBezTo>
                  <a:cubicBezTo>
                    <a:pt x="135950" y="6361"/>
                    <a:pt x="125635" y="11153"/>
                    <a:pt x="117443" y="18669"/>
                  </a:cubicBezTo>
                  <a:cubicBezTo>
                    <a:pt x="116033" y="19897"/>
                    <a:pt x="114157" y="20452"/>
                    <a:pt x="112300" y="20193"/>
                  </a:cubicBezTo>
                  <a:cubicBezTo>
                    <a:pt x="107051" y="19772"/>
                    <a:pt x="101765" y="20420"/>
                    <a:pt x="96774" y="22098"/>
                  </a:cubicBezTo>
                  <a:cubicBezTo>
                    <a:pt x="93850" y="23097"/>
                    <a:pt x="91116" y="24578"/>
                    <a:pt x="88678" y="26479"/>
                  </a:cubicBezTo>
                  <a:cubicBezTo>
                    <a:pt x="84401" y="29547"/>
                    <a:pt x="83429" y="35499"/>
                    <a:pt x="86496" y="39776"/>
                  </a:cubicBezTo>
                  <a:cubicBezTo>
                    <a:pt x="86668" y="40014"/>
                    <a:pt x="86858" y="40253"/>
                    <a:pt x="87058" y="40481"/>
                  </a:cubicBezTo>
                  <a:cubicBezTo>
                    <a:pt x="88859" y="42853"/>
                    <a:pt x="90973" y="44968"/>
                    <a:pt x="93345" y="46768"/>
                  </a:cubicBezTo>
                  <a:cubicBezTo>
                    <a:pt x="97479" y="49759"/>
                    <a:pt x="101917" y="52311"/>
                    <a:pt x="106585" y="54388"/>
                  </a:cubicBezTo>
                  <a:cubicBezTo>
                    <a:pt x="124682" y="62103"/>
                    <a:pt x="142970" y="69437"/>
                    <a:pt x="161258" y="76771"/>
                  </a:cubicBezTo>
                  <a:cubicBezTo>
                    <a:pt x="168745" y="79572"/>
                    <a:pt x="175107" y="84763"/>
                    <a:pt x="179356" y="91535"/>
                  </a:cubicBezTo>
                  <a:cubicBezTo>
                    <a:pt x="182470" y="96031"/>
                    <a:pt x="183766" y="101546"/>
                    <a:pt x="182975" y="106966"/>
                  </a:cubicBezTo>
                  <a:cubicBezTo>
                    <a:pt x="182137" y="112014"/>
                    <a:pt x="180356" y="116862"/>
                    <a:pt x="177736" y="121253"/>
                  </a:cubicBezTo>
                  <a:cubicBezTo>
                    <a:pt x="170574" y="132693"/>
                    <a:pt x="159344" y="140999"/>
                    <a:pt x="146304" y="144494"/>
                  </a:cubicBezTo>
                  <a:cubicBezTo>
                    <a:pt x="132131" y="148523"/>
                    <a:pt x="117510" y="150762"/>
                    <a:pt x="102775" y="151162"/>
                  </a:cubicBezTo>
                  <a:cubicBezTo>
                    <a:pt x="83220" y="151971"/>
                    <a:pt x="63627" y="151686"/>
                    <a:pt x="44101" y="150304"/>
                  </a:cubicBezTo>
                  <a:cubicBezTo>
                    <a:pt x="39148" y="150304"/>
                    <a:pt x="34576" y="149257"/>
                    <a:pt x="29242" y="148971"/>
                  </a:cubicBezTo>
                  <a:cubicBezTo>
                    <a:pt x="26603" y="148723"/>
                    <a:pt x="23946" y="149019"/>
                    <a:pt x="21431" y="149828"/>
                  </a:cubicBezTo>
                  <a:cubicBezTo>
                    <a:pt x="15240" y="152305"/>
                    <a:pt x="9239" y="155353"/>
                    <a:pt x="3238" y="158210"/>
                  </a:cubicBezTo>
                  <a:cubicBezTo>
                    <a:pt x="2115" y="158791"/>
                    <a:pt x="1029" y="159468"/>
                    <a:pt x="0" y="160211"/>
                  </a:cubicBezTo>
                  <a:lnTo>
                    <a:pt x="191643" y="160211"/>
                  </a:lnTo>
                  <a:cubicBezTo>
                    <a:pt x="193348" y="160411"/>
                    <a:pt x="195034" y="159725"/>
                    <a:pt x="196120" y="158401"/>
                  </a:cubicBezTo>
                  <a:cubicBezTo>
                    <a:pt x="200120" y="154019"/>
                    <a:pt x="204311" y="149733"/>
                    <a:pt x="208121" y="145161"/>
                  </a:cubicBezTo>
                  <a:cubicBezTo>
                    <a:pt x="213303" y="139017"/>
                    <a:pt x="216608" y="131512"/>
                    <a:pt x="217646" y="123539"/>
                  </a:cubicBezTo>
                  <a:cubicBezTo>
                    <a:pt x="218227" y="120596"/>
                    <a:pt x="217170" y="117577"/>
                    <a:pt x="214884" y="115633"/>
                  </a:cubicBezTo>
                  <a:cubicBezTo>
                    <a:pt x="204883" y="106108"/>
                    <a:pt x="194596" y="96583"/>
                    <a:pt x="185261" y="87058"/>
                  </a:cubicBezTo>
                  <a:cubicBezTo>
                    <a:pt x="176470" y="77610"/>
                    <a:pt x="166592" y="69228"/>
                    <a:pt x="155829" y="62103"/>
                  </a:cubicBezTo>
                  <a:cubicBezTo>
                    <a:pt x="143542" y="54007"/>
                    <a:pt x="131540" y="45339"/>
                    <a:pt x="119348" y="37052"/>
                  </a:cubicBezTo>
                  <a:cubicBezTo>
                    <a:pt x="116253" y="35370"/>
                    <a:pt x="114481" y="31981"/>
                    <a:pt x="114871" y="28480"/>
                  </a:cubicBezTo>
                  <a:cubicBezTo>
                    <a:pt x="115481" y="24992"/>
                    <a:pt x="118310" y="22318"/>
                    <a:pt x="121825" y="21908"/>
                  </a:cubicBezTo>
                  <a:cubicBezTo>
                    <a:pt x="125130" y="21149"/>
                    <a:pt x="128530" y="20861"/>
                    <a:pt x="131921" y="21050"/>
                  </a:cubicBezTo>
                  <a:cubicBezTo>
                    <a:pt x="145237" y="21810"/>
                    <a:pt x="158496" y="23337"/>
                    <a:pt x="171640" y="25622"/>
                  </a:cubicBezTo>
                  <a:cubicBezTo>
                    <a:pt x="196529" y="29613"/>
                    <a:pt x="221075" y="35471"/>
                    <a:pt x="245078" y="43148"/>
                  </a:cubicBezTo>
                  <a:cubicBezTo>
                    <a:pt x="256880" y="46682"/>
                    <a:pt x="268357" y="51244"/>
                    <a:pt x="279368" y="56769"/>
                  </a:cubicBezTo>
                  <a:cubicBezTo>
                    <a:pt x="281073" y="57512"/>
                    <a:pt x="282673" y="58474"/>
                    <a:pt x="284131" y="59627"/>
                  </a:cubicBezTo>
                  <a:cubicBezTo>
                    <a:pt x="286226" y="61341"/>
                    <a:pt x="285750" y="63532"/>
                    <a:pt x="283083" y="64294"/>
                  </a:cubicBezTo>
                  <a:cubicBezTo>
                    <a:pt x="281692" y="64484"/>
                    <a:pt x="280283" y="64484"/>
                    <a:pt x="278892" y="64294"/>
                  </a:cubicBezTo>
                  <a:lnTo>
                    <a:pt x="232696" y="64960"/>
                  </a:lnTo>
                  <a:cubicBezTo>
                    <a:pt x="222418" y="65427"/>
                    <a:pt x="213417" y="71990"/>
                    <a:pt x="209836" y="81629"/>
                  </a:cubicBezTo>
                  <a:close/>
                  <a:moveTo>
                    <a:pt x="66389" y="82867"/>
                  </a:moveTo>
                  <a:cubicBezTo>
                    <a:pt x="63055" y="94869"/>
                    <a:pt x="59722" y="106490"/>
                    <a:pt x="56197" y="118777"/>
                  </a:cubicBezTo>
                  <a:lnTo>
                    <a:pt x="63436" y="118777"/>
                  </a:lnTo>
                  <a:cubicBezTo>
                    <a:pt x="65532" y="118777"/>
                    <a:pt x="65722" y="117062"/>
                    <a:pt x="66199" y="115538"/>
                  </a:cubicBezTo>
                  <a:cubicBezTo>
                    <a:pt x="68104" y="108871"/>
                    <a:pt x="70104" y="102203"/>
                    <a:pt x="72009" y="95631"/>
                  </a:cubicBezTo>
                  <a:cubicBezTo>
                    <a:pt x="73152" y="91916"/>
                    <a:pt x="74200" y="88297"/>
                    <a:pt x="75247" y="84582"/>
                  </a:cubicBezTo>
                  <a:cubicBezTo>
                    <a:pt x="75247" y="83248"/>
                    <a:pt x="76295" y="82296"/>
                    <a:pt x="77819" y="82296"/>
                  </a:cubicBezTo>
                  <a:lnTo>
                    <a:pt x="99346" y="82296"/>
                  </a:lnTo>
                  <a:cubicBezTo>
                    <a:pt x="93726" y="102203"/>
                    <a:pt x="88011" y="121539"/>
                    <a:pt x="82296" y="140875"/>
                  </a:cubicBezTo>
                  <a:lnTo>
                    <a:pt x="59531" y="140875"/>
                  </a:lnTo>
                  <a:cubicBezTo>
                    <a:pt x="60960" y="135636"/>
                    <a:pt x="62198" y="130778"/>
                    <a:pt x="63532" y="125730"/>
                  </a:cubicBezTo>
                  <a:cubicBezTo>
                    <a:pt x="62598" y="125444"/>
                    <a:pt x="61646" y="125254"/>
                    <a:pt x="60674" y="125158"/>
                  </a:cubicBezTo>
                  <a:cubicBezTo>
                    <a:pt x="54864" y="125158"/>
                    <a:pt x="54864" y="125158"/>
                    <a:pt x="53149" y="130683"/>
                  </a:cubicBezTo>
                  <a:cubicBezTo>
                    <a:pt x="52388" y="133445"/>
                    <a:pt x="51530" y="136112"/>
                    <a:pt x="50673" y="138875"/>
                  </a:cubicBezTo>
                  <a:cubicBezTo>
                    <a:pt x="50673" y="140208"/>
                    <a:pt x="49816" y="141161"/>
                    <a:pt x="48196" y="141161"/>
                  </a:cubicBezTo>
                  <a:lnTo>
                    <a:pt x="27527" y="141161"/>
                  </a:lnTo>
                  <a:cubicBezTo>
                    <a:pt x="27422" y="140113"/>
                    <a:pt x="27422" y="139065"/>
                    <a:pt x="27527" y="138017"/>
                  </a:cubicBezTo>
                  <a:lnTo>
                    <a:pt x="42672" y="85820"/>
                  </a:lnTo>
                  <a:cubicBezTo>
                    <a:pt x="43720" y="82296"/>
                    <a:pt x="43815" y="82296"/>
                    <a:pt x="47339" y="82201"/>
                  </a:cubicBezTo>
                  <a:lnTo>
                    <a:pt x="63436" y="82201"/>
                  </a:lnTo>
                  <a:cubicBezTo>
                    <a:pt x="64513" y="82134"/>
                    <a:pt x="65599" y="82134"/>
                    <a:pt x="66675" y="82201"/>
                  </a:cubicBezTo>
                  <a:close/>
                  <a:moveTo>
                    <a:pt x="130397" y="82867"/>
                  </a:moveTo>
                  <a:cubicBezTo>
                    <a:pt x="130397" y="84963"/>
                    <a:pt x="129540" y="86773"/>
                    <a:pt x="129064" y="88487"/>
                  </a:cubicBezTo>
                  <a:cubicBezTo>
                    <a:pt x="125158" y="102394"/>
                    <a:pt x="121158" y="116300"/>
                    <a:pt x="117253" y="130207"/>
                  </a:cubicBezTo>
                  <a:cubicBezTo>
                    <a:pt x="117253" y="131636"/>
                    <a:pt x="116681" y="133064"/>
                    <a:pt x="116300" y="134779"/>
                  </a:cubicBezTo>
                  <a:lnTo>
                    <a:pt x="118777" y="134779"/>
                  </a:lnTo>
                  <a:cubicBezTo>
                    <a:pt x="124492" y="134779"/>
                    <a:pt x="124682" y="134779"/>
                    <a:pt x="126206" y="129635"/>
                  </a:cubicBezTo>
                  <a:lnTo>
                    <a:pt x="138779" y="86773"/>
                  </a:lnTo>
                  <a:cubicBezTo>
                    <a:pt x="139255" y="85344"/>
                    <a:pt x="139827" y="83915"/>
                    <a:pt x="140303" y="82391"/>
                  </a:cubicBezTo>
                  <a:lnTo>
                    <a:pt x="162782" y="82391"/>
                  </a:lnTo>
                  <a:cubicBezTo>
                    <a:pt x="160496" y="92583"/>
                    <a:pt x="157163" y="102203"/>
                    <a:pt x="154400" y="111919"/>
                  </a:cubicBezTo>
                  <a:cubicBezTo>
                    <a:pt x="151638" y="121634"/>
                    <a:pt x="148876" y="130969"/>
                    <a:pt x="146018" y="140494"/>
                  </a:cubicBezTo>
                  <a:lnTo>
                    <a:pt x="90868" y="140494"/>
                  </a:lnTo>
                  <a:cubicBezTo>
                    <a:pt x="91049" y="139208"/>
                    <a:pt x="91307" y="137941"/>
                    <a:pt x="91630" y="136684"/>
                  </a:cubicBezTo>
                  <a:lnTo>
                    <a:pt x="106489" y="85725"/>
                  </a:lnTo>
                  <a:cubicBezTo>
                    <a:pt x="107632" y="81820"/>
                    <a:pt x="107728" y="81725"/>
                    <a:pt x="111633" y="81725"/>
                  </a:cubicBezTo>
                  <a:lnTo>
                    <a:pt x="126111" y="81725"/>
                  </a:lnTo>
                  <a:lnTo>
                    <a:pt x="130397" y="81725"/>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6" name="任意多边形: 形状 485">
              <a:extLst>
                <a:ext uri="{FF2B5EF4-FFF2-40B4-BE49-F238E27FC236}">
                  <a16:creationId xmlns:a16="http://schemas.microsoft.com/office/drawing/2014/main" id="{714A64D7-DC1E-AE86-9B80-3F23E7EB189D}"/>
                </a:ext>
              </a:extLst>
            </p:cNvPr>
            <p:cNvSpPr/>
            <p:nvPr/>
          </p:nvSpPr>
          <p:spPr>
            <a:xfrm>
              <a:off x="6668766" y="6559158"/>
              <a:ext cx="133385" cy="179438"/>
            </a:xfrm>
            <a:custGeom>
              <a:avLst/>
              <a:gdLst>
                <a:gd name="connsiteX0" fmla="*/ 64865 w 105529"/>
                <a:gd name="connsiteY0" fmla="*/ 25168 h 141965"/>
                <a:gd name="connsiteX1" fmla="*/ 68390 w 105529"/>
                <a:gd name="connsiteY1" fmla="*/ 33835 h 141965"/>
                <a:gd name="connsiteX2" fmla="*/ 66294 w 105529"/>
                <a:gd name="connsiteY2" fmla="*/ 44218 h 141965"/>
                <a:gd name="connsiteX3" fmla="*/ 61627 w 105529"/>
                <a:gd name="connsiteY3" fmla="*/ 48694 h 141965"/>
                <a:gd name="connsiteX4" fmla="*/ 56007 w 105529"/>
                <a:gd name="connsiteY4" fmla="*/ 50123 h 141965"/>
                <a:gd name="connsiteX5" fmla="*/ 54578 w 105529"/>
                <a:gd name="connsiteY5" fmla="*/ 50123 h 141965"/>
                <a:gd name="connsiteX6" fmla="*/ 46387 w 105529"/>
                <a:gd name="connsiteY6" fmla="*/ 35455 h 141965"/>
                <a:gd name="connsiteX7" fmla="*/ 49149 w 105529"/>
                <a:gd name="connsiteY7" fmla="*/ 30406 h 141965"/>
                <a:gd name="connsiteX8" fmla="*/ 49149 w 105529"/>
                <a:gd name="connsiteY8" fmla="*/ 28025 h 141965"/>
                <a:gd name="connsiteX9" fmla="*/ 46958 w 105529"/>
                <a:gd name="connsiteY9" fmla="*/ 28025 h 141965"/>
                <a:gd name="connsiteX10" fmla="*/ 36767 w 105529"/>
                <a:gd name="connsiteY10" fmla="*/ 35264 h 141965"/>
                <a:gd name="connsiteX11" fmla="*/ 41529 w 105529"/>
                <a:gd name="connsiteY11" fmla="*/ 45551 h 141965"/>
                <a:gd name="connsiteX12" fmla="*/ 42291 w 105529"/>
                <a:gd name="connsiteY12" fmla="*/ 51742 h 141965"/>
                <a:gd name="connsiteX13" fmla="*/ 38053 w 105529"/>
                <a:gd name="connsiteY13" fmla="*/ 55276 h 141965"/>
                <a:gd name="connsiteX14" fmla="*/ 35814 w 105529"/>
                <a:gd name="connsiteY14" fmla="*/ 54314 h 141965"/>
                <a:gd name="connsiteX15" fmla="*/ 32195 w 105529"/>
                <a:gd name="connsiteY15" fmla="*/ 51171 h 141965"/>
                <a:gd name="connsiteX16" fmla="*/ 30766 w 105529"/>
                <a:gd name="connsiteY16" fmla="*/ 49742 h 141965"/>
                <a:gd name="connsiteX17" fmla="*/ 28861 w 105529"/>
                <a:gd name="connsiteY17" fmla="*/ 49742 h 141965"/>
                <a:gd name="connsiteX18" fmla="*/ 28099 w 105529"/>
                <a:gd name="connsiteY18" fmla="*/ 51361 h 141965"/>
                <a:gd name="connsiteX19" fmla="*/ 28099 w 105529"/>
                <a:gd name="connsiteY19" fmla="*/ 54409 h 141965"/>
                <a:gd name="connsiteX20" fmla="*/ 28099 w 105529"/>
                <a:gd name="connsiteY20" fmla="*/ 56695 h 141965"/>
                <a:gd name="connsiteX21" fmla="*/ 26003 w 105529"/>
                <a:gd name="connsiteY21" fmla="*/ 60315 h 141965"/>
                <a:gd name="connsiteX22" fmla="*/ 22955 w 105529"/>
                <a:gd name="connsiteY22" fmla="*/ 58029 h 141965"/>
                <a:gd name="connsiteX23" fmla="*/ 20955 w 105529"/>
                <a:gd name="connsiteY23" fmla="*/ 54505 h 141965"/>
                <a:gd name="connsiteX24" fmla="*/ 16097 w 105529"/>
                <a:gd name="connsiteY24" fmla="*/ 43646 h 141965"/>
                <a:gd name="connsiteX25" fmla="*/ 9811 w 105529"/>
                <a:gd name="connsiteY25" fmla="*/ 32883 h 141965"/>
                <a:gd name="connsiteX26" fmla="*/ 8668 w 105529"/>
                <a:gd name="connsiteY26" fmla="*/ 28692 h 141965"/>
                <a:gd name="connsiteX27" fmla="*/ 13335 w 105529"/>
                <a:gd name="connsiteY27" fmla="*/ 28692 h 141965"/>
                <a:gd name="connsiteX28" fmla="*/ 21336 w 105529"/>
                <a:gd name="connsiteY28" fmla="*/ 35455 h 141965"/>
                <a:gd name="connsiteX29" fmla="*/ 23622 w 105529"/>
                <a:gd name="connsiteY29" fmla="*/ 37741 h 141965"/>
                <a:gd name="connsiteX30" fmla="*/ 24098 w 105529"/>
                <a:gd name="connsiteY30" fmla="*/ 34693 h 141965"/>
                <a:gd name="connsiteX31" fmla="*/ 14097 w 105529"/>
                <a:gd name="connsiteY31" fmla="*/ 17643 h 141965"/>
                <a:gd name="connsiteX32" fmla="*/ 10859 w 105529"/>
                <a:gd name="connsiteY32" fmla="*/ 14214 h 141965"/>
                <a:gd name="connsiteX33" fmla="*/ 10287 w 105529"/>
                <a:gd name="connsiteY33" fmla="*/ 11547 h 141965"/>
                <a:gd name="connsiteX34" fmla="*/ 12859 w 105529"/>
                <a:gd name="connsiteY34" fmla="*/ 10594 h 141965"/>
                <a:gd name="connsiteX35" fmla="*/ 20384 w 105529"/>
                <a:gd name="connsiteY35" fmla="*/ 14309 h 141965"/>
                <a:gd name="connsiteX36" fmla="*/ 31718 w 105529"/>
                <a:gd name="connsiteY36" fmla="*/ 27263 h 141965"/>
                <a:gd name="connsiteX37" fmla="*/ 37814 w 105529"/>
                <a:gd name="connsiteY37" fmla="*/ 28406 h 141965"/>
                <a:gd name="connsiteX38" fmla="*/ 41624 w 105529"/>
                <a:gd name="connsiteY38" fmla="*/ 24977 h 141965"/>
                <a:gd name="connsiteX39" fmla="*/ 41624 w 105529"/>
                <a:gd name="connsiteY39" fmla="*/ 20500 h 141965"/>
                <a:gd name="connsiteX40" fmla="*/ 36767 w 105529"/>
                <a:gd name="connsiteY40" fmla="*/ 16881 h 141965"/>
                <a:gd name="connsiteX41" fmla="*/ 35052 w 105529"/>
                <a:gd name="connsiteY41" fmla="*/ 14881 h 141965"/>
                <a:gd name="connsiteX42" fmla="*/ 36757 w 105529"/>
                <a:gd name="connsiteY42" fmla="*/ 11977 h 141965"/>
                <a:gd name="connsiteX43" fmla="*/ 37719 w 105529"/>
                <a:gd name="connsiteY43" fmla="*/ 11928 h 141965"/>
                <a:gd name="connsiteX44" fmla="*/ 44101 w 105529"/>
                <a:gd name="connsiteY44" fmla="*/ 12976 h 141965"/>
                <a:gd name="connsiteX45" fmla="*/ 51721 w 105529"/>
                <a:gd name="connsiteY45" fmla="*/ 9547 h 141965"/>
                <a:gd name="connsiteX46" fmla="*/ 53721 w 105529"/>
                <a:gd name="connsiteY46" fmla="*/ 3451 h 141965"/>
                <a:gd name="connsiteX47" fmla="*/ 56540 w 105529"/>
                <a:gd name="connsiteY47" fmla="*/ 15 h 141965"/>
                <a:gd name="connsiteX48" fmla="*/ 58388 w 105529"/>
                <a:gd name="connsiteY48" fmla="*/ 403 h 141965"/>
                <a:gd name="connsiteX49" fmla="*/ 67913 w 105529"/>
                <a:gd name="connsiteY49" fmla="*/ 8118 h 141965"/>
                <a:gd name="connsiteX50" fmla="*/ 67246 w 105529"/>
                <a:gd name="connsiteY50" fmla="*/ 12404 h 141965"/>
                <a:gd name="connsiteX51" fmla="*/ 61627 w 105529"/>
                <a:gd name="connsiteY51" fmla="*/ 18310 h 141965"/>
                <a:gd name="connsiteX52" fmla="*/ 60770 w 105529"/>
                <a:gd name="connsiteY52" fmla="*/ 19357 h 141965"/>
                <a:gd name="connsiteX53" fmla="*/ 64484 w 105529"/>
                <a:gd name="connsiteY53" fmla="*/ 19357 h 141965"/>
                <a:gd name="connsiteX54" fmla="*/ 86963 w 105529"/>
                <a:gd name="connsiteY54" fmla="*/ 6213 h 141965"/>
                <a:gd name="connsiteX55" fmla="*/ 91059 w 105529"/>
                <a:gd name="connsiteY55" fmla="*/ 5451 h 141965"/>
                <a:gd name="connsiteX56" fmla="*/ 103442 w 105529"/>
                <a:gd name="connsiteY56" fmla="*/ 13261 h 141965"/>
                <a:gd name="connsiteX57" fmla="*/ 105442 w 105529"/>
                <a:gd name="connsiteY57" fmla="*/ 21548 h 141965"/>
                <a:gd name="connsiteX58" fmla="*/ 101822 w 105529"/>
                <a:gd name="connsiteY58" fmla="*/ 27358 h 141965"/>
                <a:gd name="connsiteX59" fmla="*/ 95441 w 105529"/>
                <a:gd name="connsiteY59" fmla="*/ 30597 h 141965"/>
                <a:gd name="connsiteX60" fmla="*/ 79058 w 105529"/>
                <a:gd name="connsiteY60" fmla="*/ 42979 h 141965"/>
                <a:gd name="connsiteX61" fmla="*/ 77534 w 105529"/>
                <a:gd name="connsiteY61" fmla="*/ 45170 h 141965"/>
                <a:gd name="connsiteX62" fmla="*/ 80105 w 105529"/>
                <a:gd name="connsiteY62" fmla="*/ 46885 h 141965"/>
                <a:gd name="connsiteX63" fmla="*/ 85439 w 105529"/>
                <a:gd name="connsiteY63" fmla="*/ 51552 h 141965"/>
                <a:gd name="connsiteX64" fmla="*/ 85935 w 105529"/>
                <a:gd name="connsiteY64" fmla="*/ 56105 h 141965"/>
                <a:gd name="connsiteX65" fmla="*/ 85439 w 105529"/>
                <a:gd name="connsiteY65" fmla="*/ 56600 h 141965"/>
                <a:gd name="connsiteX66" fmla="*/ 82582 w 105529"/>
                <a:gd name="connsiteY66" fmla="*/ 58981 h 141965"/>
                <a:gd name="connsiteX67" fmla="*/ 73819 w 105529"/>
                <a:gd name="connsiteY67" fmla="*/ 65935 h 141965"/>
                <a:gd name="connsiteX68" fmla="*/ 70866 w 105529"/>
                <a:gd name="connsiteY68" fmla="*/ 68983 h 141965"/>
                <a:gd name="connsiteX69" fmla="*/ 73533 w 105529"/>
                <a:gd name="connsiteY69" fmla="*/ 70126 h 141965"/>
                <a:gd name="connsiteX70" fmla="*/ 90488 w 105529"/>
                <a:gd name="connsiteY70" fmla="*/ 76031 h 141965"/>
                <a:gd name="connsiteX71" fmla="*/ 90897 w 105529"/>
                <a:gd name="connsiteY71" fmla="*/ 79241 h 141965"/>
                <a:gd name="connsiteX72" fmla="*/ 90488 w 105529"/>
                <a:gd name="connsiteY72" fmla="*/ 79651 h 141965"/>
                <a:gd name="connsiteX73" fmla="*/ 85820 w 105529"/>
                <a:gd name="connsiteY73" fmla="*/ 83365 h 141965"/>
                <a:gd name="connsiteX74" fmla="*/ 75057 w 105529"/>
                <a:gd name="connsiteY74" fmla="*/ 88985 h 141965"/>
                <a:gd name="connsiteX75" fmla="*/ 73628 w 105529"/>
                <a:gd name="connsiteY75" fmla="*/ 88985 h 141965"/>
                <a:gd name="connsiteX76" fmla="*/ 73057 w 105529"/>
                <a:gd name="connsiteY76" fmla="*/ 86985 h 141965"/>
                <a:gd name="connsiteX77" fmla="*/ 73057 w 105529"/>
                <a:gd name="connsiteY77" fmla="*/ 82603 h 141965"/>
                <a:gd name="connsiteX78" fmla="*/ 70580 w 105529"/>
                <a:gd name="connsiteY78" fmla="*/ 78793 h 141965"/>
                <a:gd name="connsiteX79" fmla="*/ 65246 w 105529"/>
                <a:gd name="connsiteY79" fmla="*/ 82032 h 141965"/>
                <a:gd name="connsiteX80" fmla="*/ 64770 w 105529"/>
                <a:gd name="connsiteY80" fmla="*/ 88128 h 141965"/>
                <a:gd name="connsiteX81" fmla="*/ 65246 w 105529"/>
                <a:gd name="connsiteY81" fmla="*/ 104035 h 141965"/>
                <a:gd name="connsiteX82" fmla="*/ 66294 w 105529"/>
                <a:gd name="connsiteY82" fmla="*/ 120608 h 141965"/>
                <a:gd name="connsiteX83" fmla="*/ 67056 w 105529"/>
                <a:gd name="connsiteY83" fmla="*/ 125275 h 141965"/>
                <a:gd name="connsiteX84" fmla="*/ 66485 w 105529"/>
                <a:gd name="connsiteY84" fmla="*/ 137086 h 141965"/>
                <a:gd name="connsiteX85" fmla="*/ 58579 w 105529"/>
                <a:gd name="connsiteY85" fmla="*/ 141849 h 141965"/>
                <a:gd name="connsiteX86" fmla="*/ 49816 w 105529"/>
                <a:gd name="connsiteY86" fmla="*/ 139182 h 141965"/>
                <a:gd name="connsiteX87" fmla="*/ 36195 w 105529"/>
                <a:gd name="connsiteY87" fmla="*/ 134038 h 141965"/>
                <a:gd name="connsiteX88" fmla="*/ 33528 w 105529"/>
                <a:gd name="connsiteY88" fmla="*/ 131467 h 141965"/>
                <a:gd name="connsiteX89" fmla="*/ 36386 w 105529"/>
                <a:gd name="connsiteY89" fmla="*/ 131467 h 141965"/>
                <a:gd name="connsiteX90" fmla="*/ 45911 w 105529"/>
                <a:gd name="connsiteY90" fmla="*/ 130895 h 141965"/>
                <a:gd name="connsiteX91" fmla="*/ 49625 w 105529"/>
                <a:gd name="connsiteY91" fmla="*/ 130228 h 141965"/>
                <a:gd name="connsiteX92" fmla="*/ 54102 w 105529"/>
                <a:gd name="connsiteY92" fmla="*/ 124513 h 141965"/>
                <a:gd name="connsiteX93" fmla="*/ 54769 w 105529"/>
                <a:gd name="connsiteY93" fmla="*/ 101463 h 141965"/>
                <a:gd name="connsiteX94" fmla="*/ 54769 w 105529"/>
                <a:gd name="connsiteY94" fmla="*/ 90604 h 141965"/>
                <a:gd name="connsiteX95" fmla="*/ 51245 w 105529"/>
                <a:gd name="connsiteY95" fmla="*/ 88509 h 141965"/>
                <a:gd name="connsiteX96" fmla="*/ 47911 w 105529"/>
                <a:gd name="connsiteY96" fmla="*/ 90795 h 141965"/>
                <a:gd name="connsiteX97" fmla="*/ 31813 w 105529"/>
                <a:gd name="connsiteY97" fmla="*/ 105844 h 141965"/>
                <a:gd name="connsiteX98" fmla="*/ 23432 w 105529"/>
                <a:gd name="connsiteY98" fmla="*/ 114322 h 141965"/>
                <a:gd name="connsiteX99" fmla="*/ 15650 w 105529"/>
                <a:gd name="connsiteY99" fmla="*/ 115931 h 141965"/>
                <a:gd name="connsiteX100" fmla="*/ 15526 w 105529"/>
                <a:gd name="connsiteY100" fmla="*/ 115846 h 141965"/>
                <a:gd name="connsiteX101" fmla="*/ 2667 w 105529"/>
                <a:gd name="connsiteY101" fmla="*/ 108321 h 141965"/>
                <a:gd name="connsiteX102" fmla="*/ 0 w 105529"/>
                <a:gd name="connsiteY102" fmla="*/ 105654 h 141965"/>
                <a:gd name="connsiteX103" fmla="*/ 3143 w 105529"/>
                <a:gd name="connsiteY103" fmla="*/ 103844 h 141965"/>
                <a:gd name="connsiteX104" fmla="*/ 33242 w 105529"/>
                <a:gd name="connsiteY104" fmla="*/ 89080 h 141965"/>
                <a:gd name="connsiteX105" fmla="*/ 45720 w 105529"/>
                <a:gd name="connsiteY105" fmla="*/ 82413 h 141965"/>
                <a:gd name="connsiteX106" fmla="*/ 55912 w 105529"/>
                <a:gd name="connsiteY106" fmla="*/ 76222 h 141965"/>
                <a:gd name="connsiteX107" fmla="*/ 61055 w 105529"/>
                <a:gd name="connsiteY107" fmla="*/ 69173 h 141965"/>
                <a:gd name="connsiteX108" fmla="*/ 64579 w 105529"/>
                <a:gd name="connsiteY108" fmla="*/ 61077 h 141965"/>
                <a:gd name="connsiteX109" fmla="*/ 64579 w 105529"/>
                <a:gd name="connsiteY109" fmla="*/ 58696 h 141965"/>
                <a:gd name="connsiteX110" fmla="*/ 62103 w 105529"/>
                <a:gd name="connsiteY110" fmla="*/ 58696 h 141965"/>
                <a:gd name="connsiteX111" fmla="*/ 59722 w 105529"/>
                <a:gd name="connsiteY111" fmla="*/ 59934 h 141965"/>
                <a:gd name="connsiteX112" fmla="*/ 46768 w 105529"/>
                <a:gd name="connsiteY112" fmla="*/ 68030 h 141965"/>
                <a:gd name="connsiteX113" fmla="*/ 42958 w 105529"/>
                <a:gd name="connsiteY113" fmla="*/ 70316 h 141965"/>
                <a:gd name="connsiteX114" fmla="*/ 31433 w 105529"/>
                <a:gd name="connsiteY114" fmla="*/ 70316 h 141965"/>
                <a:gd name="connsiteX115" fmla="*/ 29909 w 105529"/>
                <a:gd name="connsiteY115" fmla="*/ 68792 h 141965"/>
                <a:gd name="connsiteX116" fmla="*/ 31528 w 105529"/>
                <a:gd name="connsiteY116" fmla="*/ 66982 h 141965"/>
                <a:gd name="connsiteX117" fmla="*/ 45339 w 105529"/>
                <a:gd name="connsiteY117" fmla="*/ 60410 h 141965"/>
                <a:gd name="connsiteX118" fmla="*/ 66389 w 105529"/>
                <a:gd name="connsiteY118" fmla="*/ 50123 h 141965"/>
                <a:gd name="connsiteX119" fmla="*/ 71819 w 105529"/>
                <a:gd name="connsiteY119" fmla="*/ 45265 h 141965"/>
                <a:gd name="connsiteX120" fmla="*/ 83534 w 105529"/>
                <a:gd name="connsiteY120" fmla="*/ 26215 h 141965"/>
                <a:gd name="connsiteX121" fmla="*/ 84773 w 105529"/>
                <a:gd name="connsiteY121" fmla="*/ 23072 h 141965"/>
                <a:gd name="connsiteX122" fmla="*/ 81058 w 105529"/>
                <a:gd name="connsiteY122" fmla="*/ 18881 h 141965"/>
                <a:gd name="connsiteX123" fmla="*/ 65723 w 105529"/>
                <a:gd name="connsiteY123" fmla="*/ 25263 h 141965"/>
                <a:gd name="connsiteX124" fmla="*/ 62198 w 105529"/>
                <a:gd name="connsiteY124" fmla="*/ 38407 h 141965"/>
                <a:gd name="connsiteX125" fmla="*/ 62198 w 105529"/>
                <a:gd name="connsiteY125" fmla="*/ 38407 h 141965"/>
                <a:gd name="connsiteX126" fmla="*/ 60388 w 105529"/>
                <a:gd name="connsiteY126" fmla="*/ 33454 h 141965"/>
                <a:gd name="connsiteX127" fmla="*/ 57407 w 105529"/>
                <a:gd name="connsiteY127" fmla="*/ 32211 h 141965"/>
                <a:gd name="connsiteX128" fmla="*/ 56674 w 105529"/>
                <a:gd name="connsiteY128" fmla="*/ 32692 h 141965"/>
                <a:gd name="connsiteX129" fmla="*/ 54007 w 105529"/>
                <a:gd name="connsiteY129" fmla="*/ 36502 h 141965"/>
                <a:gd name="connsiteX130" fmla="*/ 55436 w 105529"/>
                <a:gd name="connsiteY130" fmla="*/ 40408 h 141965"/>
                <a:gd name="connsiteX131" fmla="*/ 60198 w 105529"/>
                <a:gd name="connsiteY131" fmla="*/ 41265 h 141965"/>
                <a:gd name="connsiteX132" fmla="*/ 62198 w 105529"/>
                <a:gd name="connsiteY132" fmla="*/ 38407 h 1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5529" h="141965">
                  <a:moveTo>
                    <a:pt x="64865" y="25168"/>
                  </a:moveTo>
                  <a:cubicBezTo>
                    <a:pt x="66199" y="28406"/>
                    <a:pt x="67532" y="31073"/>
                    <a:pt x="68390" y="33835"/>
                  </a:cubicBezTo>
                  <a:cubicBezTo>
                    <a:pt x="69856" y="37402"/>
                    <a:pt x="69028" y="41500"/>
                    <a:pt x="66294" y="44218"/>
                  </a:cubicBezTo>
                  <a:cubicBezTo>
                    <a:pt x="64904" y="45875"/>
                    <a:pt x="63341" y="47376"/>
                    <a:pt x="61627" y="48694"/>
                  </a:cubicBezTo>
                  <a:cubicBezTo>
                    <a:pt x="60093" y="50047"/>
                    <a:pt x="57998" y="50571"/>
                    <a:pt x="56007" y="50123"/>
                  </a:cubicBezTo>
                  <a:cubicBezTo>
                    <a:pt x="55531" y="50028"/>
                    <a:pt x="55054" y="50028"/>
                    <a:pt x="54578" y="50123"/>
                  </a:cubicBezTo>
                  <a:cubicBezTo>
                    <a:pt x="45053" y="49456"/>
                    <a:pt x="43815" y="43551"/>
                    <a:pt x="46387" y="35455"/>
                  </a:cubicBezTo>
                  <a:cubicBezTo>
                    <a:pt x="47215" y="33724"/>
                    <a:pt x="48140" y="32039"/>
                    <a:pt x="49149" y="30406"/>
                  </a:cubicBezTo>
                  <a:cubicBezTo>
                    <a:pt x="49244" y="29616"/>
                    <a:pt x="49244" y="28816"/>
                    <a:pt x="49149" y="28025"/>
                  </a:cubicBezTo>
                  <a:cubicBezTo>
                    <a:pt x="48387" y="28025"/>
                    <a:pt x="47530" y="28025"/>
                    <a:pt x="46958" y="28025"/>
                  </a:cubicBezTo>
                  <a:cubicBezTo>
                    <a:pt x="43053" y="29624"/>
                    <a:pt x="39567" y="32102"/>
                    <a:pt x="36767" y="35264"/>
                  </a:cubicBezTo>
                  <a:cubicBezTo>
                    <a:pt x="38291" y="38598"/>
                    <a:pt x="39719" y="42217"/>
                    <a:pt x="41529" y="45551"/>
                  </a:cubicBezTo>
                  <a:cubicBezTo>
                    <a:pt x="42529" y="47454"/>
                    <a:pt x="42796" y="49656"/>
                    <a:pt x="42291" y="51742"/>
                  </a:cubicBezTo>
                  <a:cubicBezTo>
                    <a:pt x="42101" y="53895"/>
                    <a:pt x="40196" y="55476"/>
                    <a:pt x="38053" y="55276"/>
                  </a:cubicBezTo>
                  <a:cubicBezTo>
                    <a:pt x="37224" y="55200"/>
                    <a:pt x="36433" y="54867"/>
                    <a:pt x="35814" y="54314"/>
                  </a:cubicBezTo>
                  <a:cubicBezTo>
                    <a:pt x="34481" y="53362"/>
                    <a:pt x="33433" y="52219"/>
                    <a:pt x="32195" y="51171"/>
                  </a:cubicBezTo>
                  <a:cubicBezTo>
                    <a:pt x="31766" y="50647"/>
                    <a:pt x="31290" y="50171"/>
                    <a:pt x="30766" y="49742"/>
                  </a:cubicBezTo>
                  <a:cubicBezTo>
                    <a:pt x="30166" y="49466"/>
                    <a:pt x="29461" y="49466"/>
                    <a:pt x="28861" y="49742"/>
                  </a:cubicBezTo>
                  <a:cubicBezTo>
                    <a:pt x="28385" y="50152"/>
                    <a:pt x="28108" y="50742"/>
                    <a:pt x="28099" y="51361"/>
                  </a:cubicBezTo>
                  <a:cubicBezTo>
                    <a:pt x="28013" y="52371"/>
                    <a:pt x="28013" y="53400"/>
                    <a:pt x="28099" y="54409"/>
                  </a:cubicBezTo>
                  <a:cubicBezTo>
                    <a:pt x="28147" y="55171"/>
                    <a:pt x="28147" y="55933"/>
                    <a:pt x="28099" y="56695"/>
                  </a:cubicBezTo>
                  <a:cubicBezTo>
                    <a:pt x="28099" y="58124"/>
                    <a:pt x="28099" y="59934"/>
                    <a:pt x="26003" y="60315"/>
                  </a:cubicBezTo>
                  <a:cubicBezTo>
                    <a:pt x="23908" y="60696"/>
                    <a:pt x="23717" y="59172"/>
                    <a:pt x="22955" y="58029"/>
                  </a:cubicBezTo>
                  <a:cubicBezTo>
                    <a:pt x="22193" y="56905"/>
                    <a:pt x="21527" y="55733"/>
                    <a:pt x="20955" y="54505"/>
                  </a:cubicBezTo>
                  <a:cubicBezTo>
                    <a:pt x="19336" y="50885"/>
                    <a:pt x="17621" y="47266"/>
                    <a:pt x="16097" y="43646"/>
                  </a:cubicBezTo>
                  <a:cubicBezTo>
                    <a:pt x="14621" y="39730"/>
                    <a:pt x="12497" y="36091"/>
                    <a:pt x="9811" y="32883"/>
                  </a:cubicBezTo>
                  <a:cubicBezTo>
                    <a:pt x="8763" y="31740"/>
                    <a:pt x="7620" y="30406"/>
                    <a:pt x="8668" y="28692"/>
                  </a:cubicBezTo>
                  <a:cubicBezTo>
                    <a:pt x="9716" y="26977"/>
                    <a:pt x="11621" y="27549"/>
                    <a:pt x="13335" y="28692"/>
                  </a:cubicBezTo>
                  <a:cubicBezTo>
                    <a:pt x="15050" y="29835"/>
                    <a:pt x="18764" y="33169"/>
                    <a:pt x="21336" y="35455"/>
                  </a:cubicBezTo>
                  <a:cubicBezTo>
                    <a:pt x="22146" y="36168"/>
                    <a:pt x="22908" y="36932"/>
                    <a:pt x="23622" y="37741"/>
                  </a:cubicBezTo>
                  <a:cubicBezTo>
                    <a:pt x="25051" y="36502"/>
                    <a:pt x="24384" y="35550"/>
                    <a:pt x="24098" y="34693"/>
                  </a:cubicBezTo>
                  <a:cubicBezTo>
                    <a:pt x="22136" y="28308"/>
                    <a:pt x="18717" y="22469"/>
                    <a:pt x="14097" y="17643"/>
                  </a:cubicBezTo>
                  <a:cubicBezTo>
                    <a:pt x="12878" y="16643"/>
                    <a:pt x="11782" y="15490"/>
                    <a:pt x="10859" y="14214"/>
                  </a:cubicBezTo>
                  <a:cubicBezTo>
                    <a:pt x="10230" y="13480"/>
                    <a:pt x="10011" y="12476"/>
                    <a:pt x="10287" y="11547"/>
                  </a:cubicBezTo>
                  <a:cubicBezTo>
                    <a:pt x="10963" y="10864"/>
                    <a:pt x="11906" y="10515"/>
                    <a:pt x="12859" y="10594"/>
                  </a:cubicBezTo>
                  <a:cubicBezTo>
                    <a:pt x="15488" y="11581"/>
                    <a:pt x="18002" y="12825"/>
                    <a:pt x="20384" y="14309"/>
                  </a:cubicBezTo>
                  <a:cubicBezTo>
                    <a:pt x="24984" y="17830"/>
                    <a:pt x="28842" y="22234"/>
                    <a:pt x="31718" y="27263"/>
                  </a:cubicBezTo>
                  <a:cubicBezTo>
                    <a:pt x="33623" y="30502"/>
                    <a:pt x="34862" y="30692"/>
                    <a:pt x="37814" y="28406"/>
                  </a:cubicBezTo>
                  <a:cubicBezTo>
                    <a:pt x="39148" y="27340"/>
                    <a:pt x="40424" y="26195"/>
                    <a:pt x="41624" y="24977"/>
                  </a:cubicBezTo>
                  <a:cubicBezTo>
                    <a:pt x="43434" y="23167"/>
                    <a:pt x="43434" y="22310"/>
                    <a:pt x="41624" y="20500"/>
                  </a:cubicBezTo>
                  <a:cubicBezTo>
                    <a:pt x="39815" y="18691"/>
                    <a:pt x="38291" y="18214"/>
                    <a:pt x="36767" y="16881"/>
                  </a:cubicBezTo>
                  <a:cubicBezTo>
                    <a:pt x="36024" y="16381"/>
                    <a:pt x="35433" y="15690"/>
                    <a:pt x="35052" y="14881"/>
                  </a:cubicBezTo>
                  <a:cubicBezTo>
                    <a:pt x="34719" y="13608"/>
                    <a:pt x="35481" y="12308"/>
                    <a:pt x="36757" y="11977"/>
                  </a:cubicBezTo>
                  <a:cubicBezTo>
                    <a:pt x="37071" y="11896"/>
                    <a:pt x="37395" y="11878"/>
                    <a:pt x="37719" y="11928"/>
                  </a:cubicBezTo>
                  <a:cubicBezTo>
                    <a:pt x="39872" y="12137"/>
                    <a:pt x="41996" y="12488"/>
                    <a:pt x="44101" y="12976"/>
                  </a:cubicBezTo>
                  <a:cubicBezTo>
                    <a:pt x="48768" y="13928"/>
                    <a:pt x="49435" y="13642"/>
                    <a:pt x="51721" y="9547"/>
                  </a:cubicBezTo>
                  <a:cubicBezTo>
                    <a:pt x="52826" y="7685"/>
                    <a:pt x="53502" y="5604"/>
                    <a:pt x="53721" y="3451"/>
                  </a:cubicBezTo>
                  <a:cubicBezTo>
                    <a:pt x="53550" y="1723"/>
                    <a:pt x="54816" y="185"/>
                    <a:pt x="56540" y="15"/>
                  </a:cubicBezTo>
                  <a:cubicBezTo>
                    <a:pt x="57179" y="-48"/>
                    <a:pt x="57826" y="87"/>
                    <a:pt x="58388" y="403"/>
                  </a:cubicBezTo>
                  <a:cubicBezTo>
                    <a:pt x="62236" y="2002"/>
                    <a:pt x="65551" y="4681"/>
                    <a:pt x="67913" y="8118"/>
                  </a:cubicBezTo>
                  <a:cubicBezTo>
                    <a:pt x="68866" y="9495"/>
                    <a:pt x="68580" y="11382"/>
                    <a:pt x="67246" y="12404"/>
                  </a:cubicBezTo>
                  <a:cubicBezTo>
                    <a:pt x="65437" y="14404"/>
                    <a:pt x="63532" y="16309"/>
                    <a:pt x="61627" y="18310"/>
                  </a:cubicBezTo>
                  <a:lnTo>
                    <a:pt x="60770" y="19357"/>
                  </a:lnTo>
                  <a:cubicBezTo>
                    <a:pt x="61913" y="21358"/>
                    <a:pt x="63437" y="20786"/>
                    <a:pt x="64484" y="19357"/>
                  </a:cubicBezTo>
                  <a:cubicBezTo>
                    <a:pt x="71542" y="14267"/>
                    <a:pt x="79067" y="9866"/>
                    <a:pt x="86963" y="6213"/>
                  </a:cubicBezTo>
                  <a:cubicBezTo>
                    <a:pt x="88164" y="5403"/>
                    <a:pt x="89649" y="5128"/>
                    <a:pt x="91059" y="5451"/>
                  </a:cubicBezTo>
                  <a:cubicBezTo>
                    <a:pt x="96060" y="6302"/>
                    <a:pt x="100517" y="9112"/>
                    <a:pt x="103442" y="13261"/>
                  </a:cubicBezTo>
                  <a:cubicBezTo>
                    <a:pt x="105080" y="15693"/>
                    <a:pt x="105794" y="18635"/>
                    <a:pt x="105442" y="21548"/>
                  </a:cubicBezTo>
                  <a:cubicBezTo>
                    <a:pt x="105299" y="23974"/>
                    <a:pt x="103937" y="26163"/>
                    <a:pt x="101822" y="27358"/>
                  </a:cubicBezTo>
                  <a:cubicBezTo>
                    <a:pt x="99727" y="28501"/>
                    <a:pt x="97631" y="29644"/>
                    <a:pt x="95441" y="30597"/>
                  </a:cubicBezTo>
                  <a:cubicBezTo>
                    <a:pt x="89268" y="33687"/>
                    <a:pt x="83715" y="37884"/>
                    <a:pt x="79058" y="42979"/>
                  </a:cubicBezTo>
                  <a:cubicBezTo>
                    <a:pt x="78457" y="43644"/>
                    <a:pt x="77953" y="44381"/>
                    <a:pt x="77534" y="45170"/>
                  </a:cubicBezTo>
                  <a:cubicBezTo>
                    <a:pt x="78439" y="45664"/>
                    <a:pt x="79305" y="46237"/>
                    <a:pt x="80105" y="46885"/>
                  </a:cubicBezTo>
                  <a:cubicBezTo>
                    <a:pt x="81972" y="48338"/>
                    <a:pt x="83753" y="49895"/>
                    <a:pt x="85439" y="51552"/>
                  </a:cubicBezTo>
                  <a:cubicBezTo>
                    <a:pt x="86830" y="52676"/>
                    <a:pt x="87059" y="54714"/>
                    <a:pt x="85935" y="56105"/>
                  </a:cubicBezTo>
                  <a:cubicBezTo>
                    <a:pt x="85792" y="56286"/>
                    <a:pt x="85620" y="56457"/>
                    <a:pt x="85439" y="56600"/>
                  </a:cubicBezTo>
                  <a:cubicBezTo>
                    <a:pt x="84534" y="57448"/>
                    <a:pt x="83573" y="58239"/>
                    <a:pt x="82582" y="58981"/>
                  </a:cubicBezTo>
                  <a:cubicBezTo>
                    <a:pt x="79629" y="61267"/>
                    <a:pt x="76676" y="63553"/>
                    <a:pt x="73819" y="65935"/>
                  </a:cubicBezTo>
                  <a:cubicBezTo>
                    <a:pt x="72676" y="66887"/>
                    <a:pt x="71819" y="68030"/>
                    <a:pt x="70866" y="68983"/>
                  </a:cubicBezTo>
                  <a:cubicBezTo>
                    <a:pt x="71533" y="70507"/>
                    <a:pt x="72485" y="70411"/>
                    <a:pt x="73533" y="70126"/>
                  </a:cubicBezTo>
                  <a:cubicBezTo>
                    <a:pt x="79820" y="69145"/>
                    <a:pt x="86173" y="71354"/>
                    <a:pt x="90488" y="76031"/>
                  </a:cubicBezTo>
                  <a:cubicBezTo>
                    <a:pt x="91488" y="76803"/>
                    <a:pt x="91669" y="78241"/>
                    <a:pt x="90897" y="79241"/>
                  </a:cubicBezTo>
                  <a:cubicBezTo>
                    <a:pt x="90783" y="79394"/>
                    <a:pt x="90640" y="79527"/>
                    <a:pt x="90488" y="79651"/>
                  </a:cubicBezTo>
                  <a:cubicBezTo>
                    <a:pt x="89087" y="81070"/>
                    <a:pt x="87516" y="82318"/>
                    <a:pt x="85820" y="83365"/>
                  </a:cubicBezTo>
                  <a:cubicBezTo>
                    <a:pt x="82296" y="85366"/>
                    <a:pt x="78581" y="87175"/>
                    <a:pt x="75057" y="88985"/>
                  </a:cubicBezTo>
                  <a:lnTo>
                    <a:pt x="73628" y="88985"/>
                  </a:lnTo>
                  <a:cubicBezTo>
                    <a:pt x="73323" y="88357"/>
                    <a:pt x="73123" y="87680"/>
                    <a:pt x="73057" y="86985"/>
                  </a:cubicBezTo>
                  <a:cubicBezTo>
                    <a:pt x="73057" y="85556"/>
                    <a:pt x="73057" y="84032"/>
                    <a:pt x="73057" y="82603"/>
                  </a:cubicBezTo>
                  <a:cubicBezTo>
                    <a:pt x="73057" y="81175"/>
                    <a:pt x="72295" y="79079"/>
                    <a:pt x="70580" y="78793"/>
                  </a:cubicBezTo>
                  <a:cubicBezTo>
                    <a:pt x="68266" y="78517"/>
                    <a:pt x="66065" y="79851"/>
                    <a:pt x="65246" y="82032"/>
                  </a:cubicBezTo>
                  <a:cubicBezTo>
                    <a:pt x="64942" y="84051"/>
                    <a:pt x="64789" y="86090"/>
                    <a:pt x="64770" y="88128"/>
                  </a:cubicBezTo>
                  <a:cubicBezTo>
                    <a:pt x="64770" y="93462"/>
                    <a:pt x="64770" y="98796"/>
                    <a:pt x="65246" y="104035"/>
                  </a:cubicBezTo>
                  <a:cubicBezTo>
                    <a:pt x="65723" y="109273"/>
                    <a:pt x="65913" y="115084"/>
                    <a:pt x="66294" y="120608"/>
                  </a:cubicBezTo>
                  <a:cubicBezTo>
                    <a:pt x="66456" y="122180"/>
                    <a:pt x="66713" y="123732"/>
                    <a:pt x="67056" y="125275"/>
                  </a:cubicBezTo>
                  <a:cubicBezTo>
                    <a:pt x="67771" y="129200"/>
                    <a:pt x="67580" y="133248"/>
                    <a:pt x="66485" y="137086"/>
                  </a:cubicBezTo>
                  <a:cubicBezTo>
                    <a:pt x="65437" y="140449"/>
                    <a:pt x="62036" y="142487"/>
                    <a:pt x="58579" y="141849"/>
                  </a:cubicBezTo>
                  <a:cubicBezTo>
                    <a:pt x="55607" y="141144"/>
                    <a:pt x="52673" y="140258"/>
                    <a:pt x="49816" y="139182"/>
                  </a:cubicBezTo>
                  <a:cubicBezTo>
                    <a:pt x="45244" y="137563"/>
                    <a:pt x="40767" y="135753"/>
                    <a:pt x="36195" y="134038"/>
                  </a:cubicBezTo>
                  <a:cubicBezTo>
                    <a:pt x="35052" y="134038"/>
                    <a:pt x="33719" y="133467"/>
                    <a:pt x="33528" y="131467"/>
                  </a:cubicBezTo>
                  <a:cubicBezTo>
                    <a:pt x="34481" y="131371"/>
                    <a:pt x="35433" y="131371"/>
                    <a:pt x="36386" y="131467"/>
                  </a:cubicBezTo>
                  <a:cubicBezTo>
                    <a:pt x="39624" y="131467"/>
                    <a:pt x="42958" y="131467"/>
                    <a:pt x="45911" y="130895"/>
                  </a:cubicBezTo>
                  <a:cubicBezTo>
                    <a:pt x="47168" y="130809"/>
                    <a:pt x="48416" y="130590"/>
                    <a:pt x="49625" y="130228"/>
                  </a:cubicBezTo>
                  <a:cubicBezTo>
                    <a:pt x="52254" y="129571"/>
                    <a:pt x="54093" y="127219"/>
                    <a:pt x="54102" y="124513"/>
                  </a:cubicBezTo>
                  <a:cubicBezTo>
                    <a:pt x="54102" y="116893"/>
                    <a:pt x="54674" y="109178"/>
                    <a:pt x="54769" y="101463"/>
                  </a:cubicBezTo>
                  <a:cubicBezTo>
                    <a:pt x="54769" y="97843"/>
                    <a:pt x="54769" y="94224"/>
                    <a:pt x="54769" y="90604"/>
                  </a:cubicBezTo>
                  <a:cubicBezTo>
                    <a:pt x="54769" y="86985"/>
                    <a:pt x="53531" y="87366"/>
                    <a:pt x="51245" y="88509"/>
                  </a:cubicBezTo>
                  <a:cubicBezTo>
                    <a:pt x="50064" y="89157"/>
                    <a:pt x="48949" y="89928"/>
                    <a:pt x="47911" y="90795"/>
                  </a:cubicBezTo>
                  <a:cubicBezTo>
                    <a:pt x="42482" y="95843"/>
                    <a:pt x="37052" y="100796"/>
                    <a:pt x="31813" y="105844"/>
                  </a:cubicBezTo>
                  <a:cubicBezTo>
                    <a:pt x="28861" y="108607"/>
                    <a:pt x="26289" y="111559"/>
                    <a:pt x="23432" y="114322"/>
                  </a:cubicBezTo>
                  <a:cubicBezTo>
                    <a:pt x="21727" y="116912"/>
                    <a:pt x="18240" y="117636"/>
                    <a:pt x="15650" y="115931"/>
                  </a:cubicBezTo>
                  <a:cubicBezTo>
                    <a:pt x="15612" y="115903"/>
                    <a:pt x="15564" y="115874"/>
                    <a:pt x="15526" y="115846"/>
                  </a:cubicBezTo>
                  <a:cubicBezTo>
                    <a:pt x="11144" y="113560"/>
                    <a:pt x="6953" y="110893"/>
                    <a:pt x="2667" y="108321"/>
                  </a:cubicBezTo>
                  <a:cubicBezTo>
                    <a:pt x="1705" y="107502"/>
                    <a:pt x="819" y="106616"/>
                    <a:pt x="0" y="105654"/>
                  </a:cubicBezTo>
                  <a:cubicBezTo>
                    <a:pt x="991" y="104949"/>
                    <a:pt x="2039" y="104349"/>
                    <a:pt x="3143" y="103844"/>
                  </a:cubicBezTo>
                  <a:cubicBezTo>
                    <a:pt x="13649" y="99948"/>
                    <a:pt x="23736" y="95005"/>
                    <a:pt x="33242" y="89080"/>
                  </a:cubicBezTo>
                  <a:cubicBezTo>
                    <a:pt x="37338" y="86794"/>
                    <a:pt x="41624" y="84699"/>
                    <a:pt x="45720" y="82413"/>
                  </a:cubicBezTo>
                  <a:cubicBezTo>
                    <a:pt x="49816" y="80127"/>
                    <a:pt x="52578" y="78317"/>
                    <a:pt x="55912" y="76222"/>
                  </a:cubicBezTo>
                  <a:cubicBezTo>
                    <a:pt x="58179" y="74326"/>
                    <a:pt x="59941" y="71907"/>
                    <a:pt x="61055" y="69173"/>
                  </a:cubicBezTo>
                  <a:cubicBezTo>
                    <a:pt x="62427" y="66563"/>
                    <a:pt x="63598" y="63858"/>
                    <a:pt x="64579" y="61077"/>
                  </a:cubicBezTo>
                  <a:cubicBezTo>
                    <a:pt x="64922" y="60325"/>
                    <a:pt x="64922" y="59448"/>
                    <a:pt x="64579" y="58696"/>
                  </a:cubicBezTo>
                  <a:cubicBezTo>
                    <a:pt x="63789" y="58353"/>
                    <a:pt x="62894" y="58353"/>
                    <a:pt x="62103" y="58696"/>
                  </a:cubicBezTo>
                  <a:cubicBezTo>
                    <a:pt x="61246" y="58972"/>
                    <a:pt x="60446" y="59391"/>
                    <a:pt x="59722" y="59934"/>
                  </a:cubicBezTo>
                  <a:lnTo>
                    <a:pt x="46768" y="68030"/>
                  </a:lnTo>
                  <a:cubicBezTo>
                    <a:pt x="45529" y="68792"/>
                    <a:pt x="44196" y="69459"/>
                    <a:pt x="42958" y="70316"/>
                  </a:cubicBezTo>
                  <a:cubicBezTo>
                    <a:pt x="39424" y="72497"/>
                    <a:pt x="34966" y="72497"/>
                    <a:pt x="31433" y="70316"/>
                  </a:cubicBezTo>
                  <a:cubicBezTo>
                    <a:pt x="30766" y="70316"/>
                    <a:pt x="29813" y="69173"/>
                    <a:pt x="29909" y="68792"/>
                  </a:cubicBezTo>
                  <a:cubicBezTo>
                    <a:pt x="30175" y="67992"/>
                    <a:pt x="30756" y="67335"/>
                    <a:pt x="31528" y="66982"/>
                  </a:cubicBezTo>
                  <a:cubicBezTo>
                    <a:pt x="36100" y="64696"/>
                    <a:pt x="41053" y="62601"/>
                    <a:pt x="45339" y="60410"/>
                  </a:cubicBezTo>
                  <a:cubicBezTo>
                    <a:pt x="52388" y="57076"/>
                    <a:pt x="59436" y="53743"/>
                    <a:pt x="66389" y="50123"/>
                  </a:cubicBezTo>
                  <a:cubicBezTo>
                    <a:pt x="68580" y="48980"/>
                    <a:pt x="70447" y="47313"/>
                    <a:pt x="71819" y="45265"/>
                  </a:cubicBezTo>
                  <a:cubicBezTo>
                    <a:pt x="75914" y="38884"/>
                    <a:pt x="79629" y="32311"/>
                    <a:pt x="83534" y="26215"/>
                  </a:cubicBezTo>
                  <a:cubicBezTo>
                    <a:pt x="84096" y="25235"/>
                    <a:pt x="84515" y="24175"/>
                    <a:pt x="84773" y="23072"/>
                  </a:cubicBezTo>
                  <a:cubicBezTo>
                    <a:pt x="85535" y="20405"/>
                    <a:pt x="83725" y="18119"/>
                    <a:pt x="81058" y="18881"/>
                  </a:cubicBezTo>
                  <a:cubicBezTo>
                    <a:pt x="75686" y="20305"/>
                    <a:pt x="70523" y="22452"/>
                    <a:pt x="65723" y="25263"/>
                  </a:cubicBezTo>
                  <a:close/>
                  <a:moveTo>
                    <a:pt x="62198" y="38407"/>
                  </a:moveTo>
                  <a:lnTo>
                    <a:pt x="62198" y="38407"/>
                  </a:lnTo>
                  <a:cubicBezTo>
                    <a:pt x="61713" y="36715"/>
                    <a:pt x="61113" y="35059"/>
                    <a:pt x="60388" y="33454"/>
                  </a:cubicBezTo>
                  <a:cubicBezTo>
                    <a:pt x="59912" y="32287"/>
                    <a:pt x="58569" y="31730"/>
                    <a:pt x="57407" y="32211"/>
                  </a:cubicBezTo>
                  <a:cubicBezTo>
                    <a:pt x="57131" y="32323"/>
                    <a:pt x="56883" y="32486"/>
                    <a:pt x="56674" y="32692"/>
                  </a:cubicBezTo>
                  <a:cubicBezTo>
                    <a:pt x="55569" y="33794"/>
                    <a:pt x="54664" y="35084"/>
                    <a:pt x="54007" y="36502"/>
                  </a:cubicBezTo>
                  <a:cubicBezTo>
                    <a:pt x="53388" y="37978"/>
                    <a:pt x="54007" y="39684"/>
                    <a:pt x="55436" y="40408"/>
                  </a:cubicBezTo>
                  <a:cubicBezTo>
                    <a:pt x="56912" y="41130"/>
                    <a:pt x="58560" y="41427"/>
                    <a:pt x="60198" y="41265"/>
                  </a:cubicBezTo>
                  <a:cubicBezTo>
                    <a:pt x="60960" y="41170"/>
                    <a:pt x="61722" y="39074"/>
                    <a:pt x="62198" y="3840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7" name="任意多边形: 形状 486">
              <a:extLst>
                <a:ext uri="{FF2B5EF4-FFF2-40B4-BE49-F238E27FC236}">
                  <a16:creationId xmlns:a16="http://schemas.microsoft.com/office/drawing/2014/main" id="{76F2E079-732B-C47B-C4E3-61D7E55C6A88}"/>
                </a:ext>
              </a:extLst>
            </p:cNvPr>
            <p:cNvSpPr/>
            <p:nvPr/>
          </p:nvSpPr>
          <p:spPr>
            <a:xfrm>
              <a:off x="5883834" y="6561557"/>
              <a:ext cx="137276" cy="179273"/>
            </a:xfrm>
            <a:custGeom>
              <a:avLst/>
              <a:gdLst>
                <a:gd name="connsiteX0" fmla="*/ 65226 w 108608"/>
                <a:gd name="connsiteY0" fmla="*/ 42891 h 141834"/>
                <a:gd name="connsiteX1" fmla="*/ 67607 w 108608"/>
                <a:gd name="connsiteY1" fmla="*/ 45463 h 141834"/>
                <a:gd name="connsiteX2" fmla="*/ 71798 w 108608"/>
                <a:gd name="connsiteY2" fmla="*/ 49273 h 141834"/>
                <a:gd name="connsiteX3" fmla="*/ 79227 w 108608"/>
                <a:gd name="connsiteY3" fmla="*/ 45368 h 141834"/>
                <a:gd name="connsiteX4" fmla="*/ 82656 w 108608"/>
                <a:gd name="connsiteY4" fmla="*/ 37176 h 141834"/>
                <a:gd name="connsiteX5" fmla="*/ 82656 w 108608"/>
                <a:gd name="connsiteY5" fmla="*/ 35176 h 141834"/>
                <a:gd name="connsiteX6" fmla="*/ 85609 w 108608"/>
                <a:gd name="connsiteY6" fmla="*/ 32414 h 141834"/>
                <a:gd name="connsiteX7" fmla="*/ 87228 w 108608"/>
                <a:gd name="connsiteY7" fmla="*/ 32985 h 141834"/>
                <a:gd name="connsiteX8" fmla="*/ 89419 w 108608"/>
                <a:gd name="connsiteY8" fmla="*/ 34700 h 141834"/>
                <a:gd name="connsiteX9" fmla="*/ 95991 w 108608"/>
                <a:gd name="connsiteY9" fmla="*/ 39272 h 141834"/>
                <a:gd name="connsiteX10" fmla="*/ 96658 w 108608"/>
                <a:gd name="connsiteY10" fmla="*/ 44987 h 141834"/>
                <a:gd name="connsiteX11" fmla="*/ 90943 w 108608"/>
                <a:gd name="connsiteY11" fmla="*/ 48606 h 141834"/>
                <a:gd name="connsiteX12" fmla="*/ 86181 w 108608"/>
                <a:gd name="connsiteY12" fmla="*/ 52226 h 141834"/>
                <a:gd name="connsiteX13" fmla="*/ 82466 w 108608"/>
                <a:gd name="connsiteY13" fmla="*/ 57083 h 141834"/>
                <a:gd name="connsiteX14" fmla="*/ 80942 w 108608"/>
                <a:gd name="connsiteY14" fmla="*/ 60036 h 141834"/>
                <a:gd name="connsiteX15" fmla="*/ 83990 w 108608"/>
                <a:gd name="connsiteY15" fmla="*/ 59465 h 141834"/>
                <a:gd name="connsiteX16" fmla="*/ 95134 w 108608"/>
                <a:gd name="connsiteY16" fmla="*/ 53750 h 141834"/>
                <a:gd name="connsiteX17" fmla="*/ 107612 w 108608"/>
                <a:gd name="connsiteY17" fmla="*/ 57846 h 141834"/>
                <a:gd name="connsiteX18" fmla="*/ 105707 w 108608"/>
                <a:gd name="connsiteY18" fmla="*/ 63656 h 141834"/>
                <a:gd name="connsiteX19" fmla="*/ 83704 w 108608"/>
                <a:gd name="connsiteY19" fmla="*/ 73181 h 141834"/>
                <a:gd name="connsiteX20" fmla="*/ 76941 w 108608"/>
                <a:gd name="connsiteY20" fmla="*/ 77181 h 141834"/>
                <a:gd name="connsiteX21" fmla="*/ 79513 w 108608"/>
                <a:gd name="connsiteY21" fmla="*/ 79277 h 141834"/>
                <a:gd name="connsiteX22" fmla="*/ 89038 w 108608"/>
                <a:gd name="connsiteY22" fmla="*/ 85278 h 141834"/>
                <a:gd name="connsiteX23" fmla="*/ 89038 w 108608"/>
                <a:gd name="connsiteY23" fmla="*/ 90326 h 141834"/>
                <a:gd name="connsiteX24" fmla="*/ 86085 w 108608"/>
                <a:gd name="connsiteY24" fmla="*/ 91945 h 141834"/>
                <a:gd name="connsiteX25" fmla="*/ 75798 w 108608"/>
                <a:gd name="connsiteY25" fmla="*/ 95469 h 141834"/>
                <a:gd name="connsiteX26" fmla="*/ 72274 w 108608"/>
                <a:gd name="connsiteY26" fmla="*/ 96803 h 141834"/>
                <a:gd name="connsiteX27" fmla="*/ 69893 w 108608"/>
                <a:gd name="connsiteY27" fmla="*/ 100422 h 141834"/>
                <a:gd name="connsiteX28" fmla="*/ 69893 w 108608"/>
                <a:gd name="connsiteY28" fmla="*/ 117758 h 141834"/>
                <a:gd name="connsiteX29" fmla="*/ 68083 w 108608"/>
                <a:gd name="connsiteY29" fmla="*/ 133093 h 141834"/>
                <a:gd name="connsiteX30" fmla="*/ 62273 w 108608"/>
                <a:gd name="connsiteY30" fmla="*/ 141285 h 141834"/>
                <a:gd name="connsiteX31" fmla="*/ 59511 w 108608"/>
                <a:gd name="connsiteY31" fmla="*/ 141285 h 141834"/>
                <a:gd name="connsiteX32" fmla="*/ 55986 w 108608"/>
                <a:gd name="connsiteY32" fmla="*/ 133283 h 141834"/>
                <a:gd name="connsiteX33" fmla="*/ 55986 w 108608"/>
                <a:gd name="connsiteY33" fmla="*/ 110614 h 141834"/>
                <a:gd name="connsiteX34" fmla="*/ 55986 w 108608"/>
                <a:gd name="connsiteY34" fmla="*/ 106899 h 141834"/>
                <a:gd name="connsiteX35" fmla="*/ 56558 w 108608"/>
                <a:gd name="connsiteY35" fmla="*/ 103375 h 141834"/>
                <a:gd name="connsiteX36" fmla="*/ 53224 w 108608"/>
                <a:gd name="connsiteY36" fmla="*/ 103375 h 141834"/>
                <a:gd name="connsiteX37" fmla="*/ 38937 w 108608"/>
                <a:gd name="connsiteY37" fmla="*/ 108709 h 141834"/>
                <a:gd name="connsiteX38" fmla="*/ 27221 w 108608"/>
                <a:gd name="connsiteY38" fmla="*/ 112233 h 141834"/>
                <a:gd name="connsiteX39" fmla="*/ 20458 w 108608"/>
                <a:gd name="connsiteY39" fmla="*/ 109947 h 141834"/>
                <a:gd name="connsiteX40" fmla="*/ 19991 w 108608"/>
                <a:gd name="connsiteY40" fmla="*/ 107842 h 141834"/>
                <a:gd name="connsiteX41" fmla="*/ 20458 w 108608"/>
                <a:gd name="connsiteY41" fmla="*/ 107376 h 141834"/>
                <a:gd name="connsiteX42" fmla="*/ 22935 w 108608"/>
                <a:gd name="connsiteY42" fmla="*/ 104994 h 141834"/>
                <a:gd name="connsiteX43" fmla="*/ 51510 w 108608"/>
                <a:gd name="connsiteY43" fmla="*/ 85278 h 141834"/>
                <a:gd name="connsiteX44" fmla="*/ 54653 w 108608"/>
                <a:gd name="connsiteY44" fmla="*/ 83373 h 141834"/>
                <a:gd name="connsiteX45" fmla="*/ 55986 w 108608"/>
                <a:gd name="connsiteY45" fmla="*/ 76419 h 141834"/>
                <a:gd name="connsiteX46" fmla="*/ 53319 w 108608"/>
                <a:gd name="connsiteY46" fmla="*/ 76419 h 141834"/>
                <a:gd name="connsiteX47" fmla="*/ 21792 w 108608"/>
                <a:gd name="connsiteY47" fmla="*/ 91564 h 141834"/>
                <a:gd name="connsiteX48" fmla="*/ 8838 w 108608"/>
                <a:gd name="connsiteY48" fmla="*/ 91564 h 141834"/>
                <a:gd name="connsiteX49" fmla="*/ 1980 w 108608"/>
                <a:gd name="connsiteY49" fmla="*/ 87754 h 141834"/>
                <a:gd name="connsiteX50" fmla="*/ 75 w 108608"/>
                <a:gd name="connsiteY50" fmla="*/ 84230 h 141834"/>
                <a:gd name="connsiteX51" fmla="*/ 3123 w 108608"/>
                <a:gd name="connsiteY51" fmla="*/ 82134 h 141834"/>
                <a:gd name="connsiteX52" fmla="*/ 52843 w 108608"/>
                <a:gd name="connsiteY52" fmla="*/ 70228 h 141834"/>
                <a:gd name="connsiteX53" fmla="*/ 56177 w 108608"/>
                <a:gd name="connsiteY53" fmla="*/ 66228 h 141834"/>
                <a:gd name="connsiteX54" fmla="*/ 56177 w 108608"/>
                <a:gd name="connsiteY54" fmla="*/ 61560 h 141834"/>
                <a:gd name="connsiteX55" fmla="*/ 53415 w 108608"/>
                <a:gd name="connsiteY55" fmla="*/ 60417 h 141834"/>
                <a:gd name="connsiteX56" fmla="*/ 47509 w 108608"/>
                <a:gd name="connsiteY56" fmla="*/ 65370 h 141834"/>
                <a:gd name="connsiteX57" fmla="*/ 41508 w 108608"/>
                <a:gd name="connsiteY57" fmla="*/ 70800 h 141834"/>
                <a:gd name="connsiteX58" fmla="*/ 38137 w 108608"/>
                <a:gd name="connsiteY58" fmla="*/ 70866 h 141834"/>
                <a:gd name="connsiteX59" fmla="*/ 38079 w 108608"/>
                <a:gd name="connsiteY59" fmla="*/ 70800 h 141834"/>
                <a:gd name="connsiteX60" fmla="*/ 27411 w 108608"/>
                <a:gd name="connsiteY60" fmla="*/ 60703 h 141834"/>
                <a:gd name="connsiteX61" fmla="*/ 30269 w 108608"/>
                <a:gd name="connsiteY61" fmla="*/ 59274 h 141834"/>
                <a:gd name="connsiteX62" fmla="*/ 32460 w 108608"/>
                <a:gd name="connsiteY62" fmla="*/ 54417 h 141834"/>
                <a:gd name="connsiteX63" fmla="*/ 29793 w 108608"/>
                <a:gd name="connsiteY63" fmla="*/ 46035 h 141834"/>
                <a:gd name="connsiteX64" fmla="*/ 31317 w 108608"/>
                <a:gd name="connsiteY64" fmla="*/ 41939 h 141834"/>
                <a:gd name="connsiteX65" fmla="*/ 45890 w 108608"/>
                <a:gd name="connsiteY65" fmla="*/ 53464 h 141834"/>
                <a:gd name="connsiteX66" fmla="*/ 49224 w 108608"/>
                <a:gd name="connsiteY66" fmla="*/ 49368 h 141834"/>
                <a:gd name="connsiteX67" fmla="*/ 55129 w 108608"/>
                <a:gd name="connsiteY67" fmla="*/ 53369 h 141834"/>
                <a:gd name="connsiteX68" fmla="*/ 55796 w 108608"/>
                <a:gd name="connsiteY68" fmla="*/ 48130 h 141834"/>
                <a:gd name="connsiteX69" fmla="*/ 54939 w 108608"/>
                <a:gd name="connsiteY69" fmla="*/ 45177 h 141834"/>
                <a:gd name="connsiteX70" fmla="*/ 57510 w 108608"/>
                <a:gd name="connsiteY70" fmla="*/ 38510 h 141834"/>
                <a:gd name="connsiteX71" fmla="*/ 62368 w 108608"/>
                <a:gd name="connsiteY71" fmla="*/ 40415 h 141834"/>
                <a:gd name="connsiteX72" fmla="*/ 66369 w 108608"/>
                <a:gd name="connsiteY72" fmla="*/ 35081 h 141834"/>
                <a:gd name="connsiteX73" fmla="*/ 64749 w 108608"/>
                <a:gd name="connsiteY73" fmla="*/ 32985 h 141834"/>
                <a:gd name="connsiteX74" fmla="*/ 58082 w 108608"/>
                <a:gd name="connsiteY74" fmla="*/ 33843 h 141834"/>
                <a:gd name="connsiteX75" fmla="*/ 39889 w 108608"/>
                <a:gd name="connsiteY75" fmla="*/ 39367 h 141834"/>
                <a:gd name="connsiteX76" fmla="*/ 34269 w 108608"/>
                <a:gd name="connsiteY76" fmla="*/ 38510 h 141834"/>
                <a:gd name="connsiteX77" fmla="*/ 28554 w 108608"/>
                <a:gd name="connsiteY77" fmla="*/ 32604 h 141834"/>
                <a:gd name="connsiteX78" fmla="*/ 27411 w 108608"/>
                <a:gd name="connsiteY78" fmla="*/ 28413 h 141834"/>
                <a:gd name="connsiteX79" fmla="*/ 31221 w 108608"/>
                <a:gd name="connsiteY79" fmla="*/ 26794 h 141834"/>
                <a:gd name="connsiteX80" fmla="*/ 57034 w 108608"/>
                <a:gd name="connsiteY80" fmla="*/ 26794 h 141834"/>
                <a:gd name="connsiteX81" fmla="*/ 61320 w 108608"/>
                <a:gd name="connsiteY81" fmla="*/ 25556 h 141834"/>
                <a:gd name="connsiteX82" fmla="*/ 61320 w 108608"/>
                <a:gd name="connsiteY82" fmla="*/ 25080 h 141834"/>
                <a:gd name="connsiteX83" fmla="*/ 49414 w 108608"/>
                <a:gd name="connsiteY83" fmla="*/ 6696 h 141834"/>
                <a:gd name="connsiteX84" fmla="*/ 47795 w 108608"/>
                <a:gd name="connsiteY84" fmla="*/ 2124 h 141834"/>
                <a:gd name="connsiteX85" fmla="*/ 50367 w 108608"/>
                <a:gd name="connsiteY85" fmla="*/ 29 h 141834"/>
                <a:gd name="connsiteX86" fmla="*/ 54558 w 108608"/>
                <a:gd name="connsiteY86" fmla="*/ 1172 h 141834"/>
                <a:gd name="connsiteX87" fmla="*/ 64083 w 108608"/>
                <a:gd name="connsiteY87" fmla="*/ 7649 h 141834"/>
                <a:gd name="connsiteX88" fmla="*/ 65416 w 108608"/>
                <a:gd name="connsiteY88" fmla="*/ 10887 h 141834"/>
                <a:gd name="connsiteX89" fmla="*/ 63797 w 108608"/>
                <a:gd name="connsiteY89" fmla="*/ 22603 h 141834"/>
                <a:gd name="connsiteX90" fmla="*/ 63225 w 108608"/>
                <a:gd name="connsiteY90" fmla="*/ 25175 h 141834"/>
                <a:gd name="connsiteX91" fmla="*/ 72027 w 108608"/>
                <a:gd name="connsiteY91" fmla="*/ 21787 h 141834"/>
                <a:gd name="connsiteX92" fmla="*/ 72084 w 108608"/>
                <a:gd name="connsiteY92" fmla="*/ 21651 h 141834"/>
                <a:gd name="connsiteX93" fmla="*/ 75227 w 108608"/>
                <a:gd name="connsiteY93" fmla="*/ 13745 h 141834"/>
                <a:gd name="connsiteX94" fmla="*/ 81704 w 108608"/>
                <a:gd name="connsiteY94" fmla="*/ 4220 h 141834"/>
                <a:gd name="connsiteX95" fmla="*/ 86752 w 108608"/>
                <a:gd name="connsiteY95" fmla="*/ 4220 h 141834"/>
                <a:gd name="connsiteX96" fmla="*/ 96277 w 108608"/>
                <a:gd name="connsiteY96" fmla="*/ 13745 h 141834"/>
                <a:gd name="connsiteX97" fmla="*/ 96277 w 108608"/>
                <a:gd name="connsiteY97" fmla="*/ 20508 h 141834"/>
                <a:gd name="connsiteX98" fmla="*/ 86752 w 108608"/>
                <a:gd name="connsiteY98" fmla="*/ 27842 h 141834"/>
                <a:gd name="connsiteX99" fmla="*/ 77227 w 108608"/>
                <a:gd name="connsiteY99" fmla="*/ 30604 h 141834"/>
                <a:gd name="connsiteX100" fmla="*/ 74465 w 108608"/>
                <a:gd name="connsiteY100" fmla="*/ 31652 h 141834"/>
                <a:gd name="connsiteX101" fmla="*/ 65702 w 108608"/>
                <a:gd name="connsiteY101" fmla="*/ 41177 h 141834"/>
                <a:gd name="connsiteX102" fmla="*/ 78275 w 108608"/>
                <a:gd name="connsiteY102" fmla="*/ 54512 h 141834"/>
                <a:gd name="connsiteX103" fmla="*/ 78275 w 108608"/>
                <a:gd name="connsiteY103" fmla="*/ 54512 h 141834"/>
                <a:gd name="connsiteX104" fmla="*/ 76113 w 108608"/>
                <a:gd name="connsiteY104" fmla="*/ 51750 h 141834"/>
                <a:gd name="connsiteX105" fmla="*/ 76084 w 108608"/>
                <a:gd name="connsiteY105" fmla="*/ 51750 h 141834"/>
                <a:gd name="connsiteX106" fmla="*/ 72750 w 108608"/>
                <a:gd name="connsiteY106" fmla="*/ 51178 h 141834"/>
                <a:gd name="connsiteX107" fmla="*/ 69512 w 108608"/>
                <a:gd name="connsiteY107" fmla="*/ 53369 h 141834"/>
                <a:gd name="connsiteX108" fmla="*/ 68940 w 108608"/>
                <a:gd name="connsiteY108" fmla="*/ 62894 h 141834"/>
                <a:gd name="connsiteX109" fmla="*/ 71988 w 108608"/>
                <a:gd name="connsiteY109" fmla="*/ 65180 h 141834"/>
                <a:gd name="connsiteX110" fmla="*/ 75798 w 108608"/>
                <a:gd name="connsiteY110" fmla="*/ 62132 h 141834"/>
                <a:gd name="connsiteX111" fmla="*/ 78275 w 108608"/>
                <a:gd name="connsiteY111" fmla="*/ 54512 h 141834"/>
                <a:gd name="connsiteX112" fmla="*/ 35412 w 108608"/>
                <a:gd name="connsiteY112" fmla="*/ 100327 h 141834"/>
                <a:gd name="connsiteX113" fmla="*/ 35412 w 108608"/>
                <a:gd name="connsiteY113" fmla="*/ 100327 h 141834"/>
                <a:gd name="connsiteX114" fmla="*/ 35412 w 108608"/>
                <a:gd name="connsiteY114" fmla="*/ 101089 h 141834"/>
                <a:gd name="connsiteX115" fmla="*/ 38175 w 108608"/>
                <a:gd name="connsiteY115" fmla="*/ 100518 h 141834"/>
                <a:gd name="connsiteX116" fmla="*/ 46176 w 108608"/>
                <a:gd name="connsiteY116" fmla="*/ 97851 h 141834"/>
                <a:gd name="connsiteX117" fmla="*/ 53510 w 108608"/>
                <a:gd name="connsiteY117" fmla="*/ 95088 h 141834"/>
                <a:gd name="connsiteX118" fmla="*/ 56082 w 108608"/>
                <a:gd name="connsiteY118" fmla="*/ 91183 h 141834"/>
                <a:gd name="connsiteX119" fmla="*/ 55129 w 108608"/>
                <a:gd name="connsiteY119" fmla="*/ 88897 h 141834"/>
                <a:gd name="connsiteX120" fmla="*/ 53034 w 108608"/>
                <a:gd name="connsiteY120" fmla="*/ 88897 h 141834"/>
                <a:gd name="connsiteX121" fmla="*/ 38651 w 108608"/>
                <a:gd name="connsiteY121" fmla="*/ 97184 h 141834"/>
                <a:gd name="connsiteX122" fmla="*/ 35031 w 108608"/>
                <a:gd name="connsiteY122" fmla="*/ 99851 h 141834"/>
                <a:gd name="connsiteX123" fmla="*/ 69417 w 108608"/>
                <a:gd name="connsiteY123" fmla="*/ 72609 h 141834"/>
                <a:gd name="connsiteX124" fmla="*/ 69417 w 108608"/>
                <a:gd name="connsiteY124" fmla="*/ 72609 h 141834"/>
                <a:gd name="connsiteX125" fmla="*/ 75513 w 108608"/>
                <a:gd name="connsiteY125" fmla="*/ 73848 h 141834"/>
                <a:gd name="connsiteX126" fmla="*/ 85038 w 108608"/>
                <a:gd name="connsiteY126" fmla="*/ 68133 h 141834"/>
                <a:gd name="connsiteX127" fmla="*/ 87514 w 108608"/>
                <a:gd name="connsiteY127" fmla="*/ 65085 h 141834"/>
                <a:gd name="connsiteX128" fmla="*/ 73417 w 108608"/>
                <a:gd name="connsiteY128" fmla="*/ 69752 h 141834"/>
                <a:gd name="connsiteX129" fmla="*/ 69036 w 108608"/>
                <a:gd name="connsiteY129" fmla="*/ 72609 h 141834"/>
                <a:gd name="connsiteX130" fmla="*/ 80085 w 108608"/>
                <a:gd name="connsiteY130" fmla="*/ 23270 h 141834"/>
                <a:gd name="connsiteX131" fmla="*/ 80085 w 108608"/>
                <a:gd name="connsiteY131" fmla="*/ 23270 h 141834"/>
                <a:gd name="connsiteX132" fmla="*/ 87038 w 108608"/>
                <a:gd name="connsiteY132" fmla="*/ 20222 h 141834"/>
                <a:gd name="connsiteX133" fmla="*/ 86181 w 108608"/>
                <a:gd name="connsiteY133" fmla="*/ 16507 h 141834"/>
                <a:gd name="connsiteX134" fmla="*/ 83514 w 108608"/>
                <a:gd name="connsiteY134" fmla="*/ 16507 h 141834"/>
                <a:gd name="connsiteX135" fmla="*/ 80085 w 108608"/>
                <a:gd name="connsiteY135" fmla="*/ 23270 h 141834"/>
                <a:gd name="connsiteX136" fmla="*/ 71036 w 108608"/>
                <a:gd name="connsiteY136" fmla="*/ 80420 h 141834"/>
                <a:gd name="connsiteX137" fmla="*/ 71036 w 108608"/>
                <a:gd name="connsiteY137" fmla="*/ 80420 h 141834"/>
                <a:gd name="connsiteX138" fmla="*/ 69702 w 108608"/>
                <a:gd name="connsiteY138" fmla="*/ 81658 h 141834"/>
                <a:gd name="connsiteX139" fmla="*/ 69702 w 108608"/>
                <a:gd name="connsiteY139" fmla="*/ 87278 h 141834"/>
                <a:gd name="connsiteX140" fmla="*/ 71846 w 108608"/>
                <a:gd name="connsiteY140" fmla="*/ 89116 h 141834"/>
                <a:gd name="connsiteX141" fmla="*/ 73036 w 108608"/>
                <a:gd name="connsiteY141" fmla="*/ 88611 h 141834"/>
                <a:gd name="connsiteX142" fmla="*/ 75227 w 108608"/>
                <a:gd name="connsiteY142" fmla="*/ 86516 h 141834"/>
                <a:gd name="connsiteX143" fmla="*/ 71036 w 108608"/>
                <a:gd name="connsiteY143" fmla="*/ 80706 h 141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08608" h="141834">
                  <a:moveTo>
                    <a:pt x="65226" y="42891"/>
                  </a:moveTo>
                  <a:lnTo>
                    <a:pt x="67607" y="45463"/>
                  </a:lnTo>
                  <a:cubicBezTo>
                    <a:pt x="69036" y="46797"/>
                    <a:pt x="70464" y="47939"/>
                    <a:pt x="71798" y="49273"/>
                  </a:cubicBezTo>
                  <a:cubicBezTo>
                    <a:pt x="74608" y="48740"/>
                    <a:pt x="77199" y="47378"/>
                    <a:pt x="79227" y="45368"/>
                  </a:cubicBezTo>
                  <a:cubicBezTo>
                    <a:pt x="81189" y="43057"/>
                    <a:pt x="82390" y="40196"/>
                    <a:pt x="82656" y="37176"/>
                  </a:cubicBezTo>
                  <a:cubicBezTo>
                    <a:pt x="82656" y="36510"/>
                    <a:pt x="82656" y="35843"/>
                    <a:pt x="82656" y="35176"/>
                  </a:cubicBezTo>
                  <a:cubicBezTo>
                    <a:pt x="82704" y="33599"/>
                    <a:pt x="84028" y="32362"/>
                    <a:pt x="85609" y="32414"/>
                  </a:cubicBezTo>
                  <a:cubicBezTo>
                    <a:pt x="86190" y="32434"/>
                    <a:pt x="86762" y="32633"/>
                    <a:pt x="87228" y="32985"/>
                  </a:cubicBezTo>
                  <a:cubicBezTo>
                    <a:pt x="88019" y="33473"/>
                    <a:pt x="88752" y="34047"/>
                    <a:pt x="89419" y="34700"/>
                  </a:cubicBezTo>
                  <a:cubicBezTo>
                    <a:pt x="91324" y="36602"/>
                    <a:pt x="93544" y="38150"/>
                    <a:pt x="95991" y="39272"/>
                  </a:cubicBezTo>
                  <a:cubicBezTo>
                    <a:pt x="99135" y="40510"/>
                    <a:pt x="99325" y="42796"/>
                    <a:pt x="96658" y="44987"/>
                  </a:cubicBezTo>
                  <a:cubicBezTo>
                    <a:pt x="94925" y="46444"/>
                    <a:pt x="93001" y="47663"/>
                    <a:pt x="90943" y="48606"/>
                  </a:cubicBezTo>
                  <a:cubicBezTo>
                    <a:pt x="89057" y="49359"/>
                    <a:pt x="87409" y="50607"/>
                    <a:pt x="86181" y="52226"/>
                  </a:cubicBezTo>
                  <a:cubicBezTo>
                    <a:pt x="85038" y="53845"/>
                    <a:pt x="83704" y="55464"/>
                    <a:pt x="82466" y="57083"/>
                  </a:cubicBezTo>
                  <a:cubicBezTo>
                    <a:pt x="81228" y="58703"/>
                    <a:pt x="81704" y="58608"/>
                    <a:pt x="80942" y="60036"/>
                  </a:cubicBezTo>
                  <a:cubicBezTo>
                    <a:pt x="81980" y="59979"/>
                    <a:pt x="82999" y="59779"/>
                    <a:pt x="83990" y="59465"/>
                  </a:cubicBezTo>
                  <a:cubicBezTo>
                    <a:pt x="87705" y="57655"/>
                    <a:pt x="91515" y="55750"/>
                    <a:pt x="95134" y="53750"/>
                  </a:cubicBezTo>
                  <a:cubicBezTo>
                    <a:pt x="100944" y="50416"/>
                    <a:pt x="104659" y="53750"/>
                    <a:pt x="107612" y="57846"/>
                  </a:cubicBezTo>
                  <a:cubicBezTo>
                    <a:pt x="109422" y="60608"/>
                    <a:pt x="108755" y="62322"/>
                    <a:pt x="105707" y="63656"/>
                  </a:cubicBezTo>
                  <a:cubicBezTo>
                    <a:pt x="98373" y="66990"/>
                    <a:pt x="90943" y="70133"/>
                    <a:pt x="83704" y="73181"/>
                  </a:cubicBezTo>
                  <a:cubicBezTo>
                    <a:pt x="81180" y="74000"/>
                    <a:pt x="78875" y="75362"/>
                    <a:pt x="76941" y="77181"/>
                  </a:cubicBezTo>
                  <a:cubicBezTo>
                    <a:pt x="77894" y="77943"/>
                    <a:pt x="78656" y="78705"/>
                    <a:pt x="79513" y="79277"/>
                  </a:cubicBezTo>
                  <a:cubicBezTo>
                    <a:pt x="82656" y="81372"/>
                    <a:pt x="85895" y="83277"/>
                    <a:pt x="89038" y="85278"/>
                  </a:cubicBezTo>
                  <a:cubicBezTo>
                    <a:pt x="92181" y="87278"/>
                    <a:pt x="91515" y="88611"/>
                    <a:pt x="89038" y="90326"/>
                  </a:cubicBezTo>
                  <a:cubicBezTo>
                    <a:pt x="88162" y="91050"/>
                    <a:pt x="87162" y="91593"/>
                    <a:pt x="86085" y="91945"/>
                  </a:cubicBezTo>
                  <a:lnTo>
                    <a:pt x="75798" y="95469"/>
                  </a:lnTo>
                  <a:lnTo>
                    <a:pt x="72274" y="96803"/>
                  </a:lnTo>
                  <a:cubicBezTo>
                    <a:pt x="70702" y="97260"/>
                    <a:pt x="69683" y="98794"/>
                    <a:pt x="69893" y="100422"/>
                  </a:cubicBezTo>
                  <a:cubicBezTo>
                    <a:pt x="69893" y="106137"/>
                    <a:pt x="69893" y="111948"/>
                    <a:pt x="69893" y="117758"/>
                  </a:cubicBezTo>
                  <a:cubicBezTo>
                    <a:pt x="70007" y="122930"/>
                    <a:pt x="69398" y="128092"/>
                    <a:pt x="68083" y="133093"/>
                  </a:cubicBezTo>
                  <a:cubicBezTo>
                    <a:pt x="66988" y="136332"/>
                    <a:pt x="64969" y="139180"/>
                    <a:pt x="62273" y="141285"/>
                  </a:cubicBezTo>
                  <a:cubicBezTo>
                    <a:pt x="61501" y="142018"/>
                    <a:pt x="60282" y="142018"/>
                    <a:pt x="59511" y="141285"/>
                  </a:cubicBezTo>
                  <a:cubicBezTo>
                    <a:pt x="57006" y="139427"/>
                    <a:pt x="55672" y="136389"/>
                    <a:pt x="55986" y="133283"/>
                  </a:cubicBezTo>
                  <a:cubicBezTo>
                    <a:pt x="55986" y="125759"/>
                    <a:pt x="55986" y="118139"/>
                    <a:pt x="55986" y="110614"/>
                  </a:cubicBezTo>
                  <a:cubicBezTo>
                    <a:pt x="55986" y="109376"/>
                    <a:pt x="55986" y="108137"/>
                    <a:pt x="55986" y="106899"/>
                  </a:cubicBezTo>
                  <a:cubicBezTo>
                    <a:pt x="56091" y="105709"/>
                    <a:pt x="56282" y="104537"/>
                    <a:pt x="56558" y="103375"/>
                  </a:cubicBezTo>
                  <a:cubicBezTo>
                    <a:pt x="55510" y="102232"/>
                    <a:pt x="54272" y="103375"/>
                    <a:pt x="53224" y="103375"/>
                  </a:cubicBezTo>
                  <a:cubicBezTo>
                    <a:pt x="48462" y="105185"/>
                    <a:pt x="43699" y="107090"/>
                    <a:pt x="38937" y="108709"/>
                  </a:cubicBezTo>
                  <a:cubicBezTo>
                    <a:pt x="34174" y="110328"/>
                    <a:pt x="31126" y="111185"/>
                    <a:pt x="27221" y="112233"/>
                  </a:cubicBezTo>
                  <a:cubicBezTo>
                    <a:pt x="24725" y="112652"/>
                    <a:pt x="22182" y="111795"/>
                    <a:pt x="20458" y="109947"/>
                  </a:cubicBezTo>
                  <a:cubicBezTo>
                    <a:pt x="19744" y="109500"/>
                    <a:pt x="19534" y="108557"/>
                    <a:pt x="19991" y="107842"/>
                  </a:cubicBezTo>
                  <a:cubicBezTo>
                    <a:pt x="20106" y="107652"/>
                    <a:pt x="20268" y="107499"/>
                    <a:pt x="20458" y="107376"/>
                  </a:cubicBezTo>
                  <a:cubicBezTo>
                    <a:pt x="21239" y="106537"/>
                    <a:pt x="22058" y="105737"/>
                    <a:pt x="22935" y="104994"/>
                  </a:cubicBezTo>
                  <a:cubicBezTo>
                    <a:pt x="31383" y="96984"/>
                    <a:pt x="41023" y="90335"/>
                    <a:pt x="51510" y="85278"/>
                  </a:cubicBezTo>
                  <a:cubicBezTo>
                    <a:pt x="52634" y="84773"/>
                    <a:pt x="53681" y="84135"/>
                    <a:pt x="54653" y="83373"/>
                  </a:cubicBezTo>
                  <a:cubicBezTo>
                    <a:pt x="56920" y="81810"/>
                    <a:pt x="57510" y="78715"/>
                    <a:pt x="55986" y="76419"/>
                  </a:cubicBezTo>
                  <a:cubicBezTo>
                    <a:pt x="55101" y="76362"/>
                    <a:pt x="54205" y="76362"/>
                    <a:pt x="53319" y="76419"/>
                  </a:cubicBezTo>
                  <a:cubicBezTo>
                    <a:pt x="42499" y="80791"/>
                    <a:pt x="31964" y="85849"/>
                    <a:pt x="21792" y="91564"/>
                  </a:cubicBezTo>
                  <a:cubicBezTo>
                    <a:pt x="17782" y="93860"/>
                    <a:pt x="12848" y="93860"/>
                    <a:pt x="8838" y="91564"/>
                  </a:cubicBezTo>
                  <a:cubicBezTo>
                    <a:pt x="6485" y="90421"/>
                    <a:pt x="4189" y="89154"/>
                    <a:pt x="1980" y="87754"/>
                  </a:cubicBezTo>
                  <a:cubicBezTo>
                    <a:pt x="551" y="87221"/>
                    <a:pt x="-259" y="85716"/>
                    <a:pt x="75" y="84230"/>
                  </a:cubicBezTo>
                  <a:cubicBezTo>
                    <a:pt x="75" y="82515"/>
                    <a:pt x="1694" y="82325"/>
                    <a:pt x="3123" y="82134"/>
                  </a:cubicBezTo>
                  <a:cubicBezTo>
                    <a:pt x="19972" y="79420"/>
                    <a:pt x="36593" y="75438"/>
                    <a:pt x="52843" y="70228"/>
                  </a:cubicBezTo>
                  <a:cubicBezTo>
                    <a:pt x="55129" y="69466"/>
                    <a:pt x="56177" y="68514"/>
                    <a:pt x="56177" y="66228"/>
                  </a:cubicBezTo>
                  <a:cubicBezTo>
                    <a:pt x="56320" y="64675"/>
                    <a:pt x="56320" y="63113"/>
                    <a:pt x="56177" y="61560"/>
                  </a:cubicBezTo>
                  <a:cubicBezTo>
                    <a:pt x="56177" y="59941"/>
                    <a:pt x="54748" y="59465"/>
                    <a:pt x="53415" y="60417"/>
                  </a:cubicBezTo>
                  <a:cubicBezTo>
                    <a:pt x="52081" y="61370"/>
                    <a:pt x="49509" y="63656"/>
                    <a:pt x="47509" y="65370"/>
                  </a:cubicBezTo>
                  <a:lnTo>
                    <a:pt x="41508" y="70800"/>
                  </a:lnTo>
                  <a:cubicBezTo>
                    <a:pt x="40594" y="71742"/>
                    <a:pt x="39089" y="71771"/>
                    <a:pt x="38137" y="70866"/>
                  </a:cubicBezTo>
                  <a:cubicBezTo>
                    <a:pt x="38118" y="70838"/>
                    <a:pt x="38098" y="70819"/>
                    <a:pt x="38079" y="70800"/>
                  </a:cubicBezTo>
                  <a:lnTo>
                    <a:pt x="27411" y="60703"/>
                  </a:lnTo>
                  <a:lnTo>
                    <a:pt x="30269" y="59274"/>
                  </a:lnTo>
                  <a:cubicBezTo>
                    <a:pt x="32936" y="57941"/>
                    <a:pt x="33222" y="57274"/>
                    <a:pt x="32460" y="54417"/>
                  </a:cubicBezTo>
                  <a:lnTo>
                    <a:pt x="29793" y="46035"/>
                  </a:lnTo>
                  <a:cubicBezTo>
                    <a:pt x="29221" y="43844"/>
                    <a:pt x="29793" y="43844"/>
                    <a:pt x="31317" y="41939"/>
                  </a:cubicBezTo>
                  <a:cubicBezTo>
                    <a:pt x="36498" y="45358"/>
                    <a:pt x="41365" y="49216"/>
                    <a:pt x="45890" y="53464"/>
                  </a:cubicBezTo>
                  <a:lnTo>
                    <a:pt x="49224" y="49368"/>
                  </a:lnTo>
                  <a:lnTo>
                    <a:pt x="55129" y="53369"/>
                  </a:lnTo>
                  <a:cubicBezTo>
                    <a:pt x="56034" y="51778"/>
                    <a:pt x="56272" y="49892"/>
                    <a:pt x="55796" y="48130"/>
                  </a:cubicBezTo>
                  <a:cubicBezTo>
                    <a:pt x="55796" y="47178"/>
                    <a:pt x="55224" y="46225"/>
                    <a:pt x="54939" y="45177"/>
                  </a:cubicBezTo>
                  <a:cubicBezTo>
                    <a:pt x="53891" y="41367"/>
                    <a:pt x="53986" y="41082"/>
                    <a:pt x="57510" y="38510"/>
                  </a:cubicBezTo>
                  <a:lnTo>
                    <a:pt x="62368" y="40415"/>
                  </a:lnTo>
                  <a:cubicBezTo>
                    <a:pt x="64140" y="39016"/>
                    <a:pt x="65521" y="37177"/>
                    <a:pt x="66369" y="35081"/>
                  </a:cubicBezTo>
                  <a:cubicBezTo>
                    <a:pt x="67035" y="33938"/>
                    <a:pt x="66369" y="32890"/>
                    <a:pt x="64749" y="32985"/>
                  </a:cubicBezTo>
                  <a:cubicBezTo>
                    <a:pt x="62502" y="33023"/>
                    <a:pt x="60263" y="33311"/>
                    <a:pt x="58082" y="33843"/>
                  </a:cubicBezTo>
                  <a:cubicBezTo>
                    <a:pt x="51986" y="35557"/>
                    <a:pt x="45890" y="37462"/>
                    <a:pt x="39889" y="39367"/>
                  </a:cubicBezTo>
                  <a:cubicBezTo>
                    <a:pt x="38022" y="40321"/>
                    <a:pt x="35765" y="39977"/>
                    <a:pt x="34269" y="38510"/>
                  </a:cubicBezTo>
                  <a:lnTo>
                    <a:pt x="28554" y="32604"/>
                  </a:lnTo>
                  <a:cubicBezTo>
                    <a:pt x="27507" y="31461"/>
                    <a:pt x="26554" y="30128"/>
                    <a:pt x="27411" y="28413"/>
                  </a:cubicBezTo>
                  <a:cubicBezTo>
                    <a:pt x="28269" y="26699"/>
                    <a:pt x="29793" y="26794"/>
                    <a:pt x="31221" y="26794"/>
                  </a:cubicBezTo>
                  <a:lnTo>
                    <a:pt x="57034" y="26794"/>
                  </a:lnTo>
                  <a:cubicBezTo>
                    <a:pt x="58558" y="26794"/>
                    <a:pt x="60273" y="26794"/>
                    <a:pt x="61320" y="25556"/>
                  </a:cubicBezTo>
                  <a:lnTo>
                    <a:pt x="61320" y="25080"/>
                  </a:lnTo>
                  <a:cubicBezTo>
                    <a:pt x="56844" y="19364"/>
                    <a:pt x="54558" y="12126"/>
                    <a:pt x="49414" y="6696"/>
                  </a:cubicBezTo>
                  <a:cubicBezTo>
                    <a:pt x="48100" y="5570"/>
                    <a:pt x="47481" y="3828"/>
                    <a:pt x="47795" y="2124"/>
                  </a:cubicBezTo>
                  <a:cubicBezTo>
                    <a:pt x="47795" y="600"/>
                    <a:pt x="48938" y="-162"/>
                    <a:pt x="50367" y="29"/>
                  </a:cubicBezTo>
                  <a:cubicBezTo>
                    <a:pt x="51834" y="104"/>
                    <a:pt x="53262" y="494"/>
                    <a:pt x="54558" y="1172"/>
                  </a:cubicBezTo>
                  <a:cubicBezTo>
                    <a:pt x="57987" y="3172"/>
                    <a:pt x="61225" y="5458"/>
                    <a:pt x="64083" y="7649"/>
                  </a:cubicBezTo>
                  <a:cubicBezTo>
                    <a:pt x="65168" y="8339"/>
                    <a:pt x="65702" y="9635"/>
                    <a:pt x="65416" y="10887"/>
                  </a:cubicBezTo>
                  <a:cubicBezTo>
                    <a:pt x="65416" y="14793"/>
                    <a:pt x="64368" y="18698"/>
                    <a:pt x="63797" y="22603"/>
                  </a:cubicBezTo>
                  <a:lnTo>
                    <a:pt x="63225" y="25175"/>
                  </a:lnTo>
                  <a:cubicBezTo>
                    <a:pt x="66588" y="26669"/>
                    <a:pt x="70531" y="25152"/>
                    <a:pt x="72027" y="21787"/>
                  </a:cubicBezTo>
                  <a:cubicBezTo>
                    <a:pt x="72046" y="21742"/>
                    <a:pt x="72065" y="21696"/>
                    <a:pt x="72084" y="21651"/>
                  </a:cubicBezTo>
                  <a:cubicBezTo>
                    <a:pt x="73274" y="19073"/>
                    <a:pt x="74322" y="16434"/>
                    <a:pt x="75227" y="13745"/>
                  </a:cubicBezTo>
                  <a:cubicBezTo>
                    <a:pt x="76713" y="10163"/>
                    <a:pt x="78923" y="6922"/>
                    <a:pt x="81704" y="4220"/>
                  </a:cubicBezTo>
                  <a:cubicBezTo>
                    <a:pt x="83514" y="2410"/>
                    <a:pt x="84942" y="2124"/>
                    <a:pt x="86752" y="4220"/>
                  </a:cubicBezTo>
                  <a:cubicBezTo>
                    <a:pt x="90124" y="7190"/>
                    <a:pt x="93305" y="10371"/>
                    <a:pt x="96277" y="13745"/>
                  </a:cubicBezTo>
                  <a:cubicBezTo>
                    <a:pt x="97696" y="15775"/>
                    <a:pt x="97696" y="18477"/>
                    <a:pt x="96277" y="20508"/>
                  </a:cubicBezTo>
                  <a:cubicBezTo>
                    <a:pt x="93867" y="23815"/>
                    <a:pt x="90562" y="26361"/>
                    <a:pt x="86752" y="27842"/>
                  </a:cubicBezTo>
                  <a:cubicBezTo>
                    <a:pt x="83647" y="28998"/>
                    <a:pt x="80466" y="29921"/>
                    <a:pt x="77227" y="30604"/>
                  </a:cubicBezTo>
                  <a:cubicBezTo>
                    <a:pt x="76237" y="30735"/>
                    <a:pt x="75294" y="31095"/>
                    <a:pt x="74465" y="31652"/>
                  </a:cubicBezTo>
                  <a:cubicBezTo>
                    <a:pt x="71512" y="34700"/>
                    <a:pt x="68655" y="37938"/>
                    <a:pt x="65702" y="41177"/>
                  </a:cubicBezTo>
                  <a:close/>
                  <a:moveTo>
                    <a:pt x="78275" y="54512"/>
                  </a:moveTo>
                  <a:lnTo>
                    <a:pt x="78275" y="54512"/>
                  </a:lnTo>
                  <a:cubicBezTo>
                    <a:pt x="78437" y="53150"/>
                    <a:pt x="77475" y="51921"/>
                    <a:pt x="76113" y="51750"/>
                  </a:cubicBezTo>
                  <a:cubicBezTo>
                    <a:pt x="76103" y="51750"/>
                    <a:pt x="76094" y="51750"/>
                    <a:pt x="76084" y="51750"/>
                  </a:cubicBezTo>
                  <a:lnTo>
                    <a:pt x="72750" y="51178"/>
                  </a:lnTo>
                  <a:cubicBezTo>
                    <a:pt x="70655" y="51178"/>
                    <a:pt x="69702" y="51178"/>
                    <a:pt x="69512" y="53369"/>
                  </a:cubicBezTo>
                  <a:cubicBezTo>
                    <a:pt x="69131" y="56531"/>
                    <a:pt x="68940" y="59712"/>
                    <a:pt x="68940" y="62894"/>
                  </a:cubicBezTo>
                  <a:cubicBezTo>
                    <a:pt x="68940" y="65085"/>
                    <a:pt x="69893" y="65656"/>
                    <a:pt x="71988" y="65180"/>
                  </a:cubicBezTo>
                  <a:cubicBezTo>
                    <a:pt x="73665" y="64827"/>
                    <a:pt x="75084" y="63694"/>
                    <a:pt x="75798" y="62132"/>
                  </a:cubicBezTo>
                  <a:cubicBezTo>
                    <a:pt x="76751" y="59655"/>
                    <a:pt x="77513" y="57083"/>
                    <a:pt x="78275" y="54512"/>
                  </a:cubicBezTo>
                  <a:close/>
                  <a:moveTo>
                    <a:pt x="35412" y="100327"/>
                  </a:moveTo>
                  <a:lnTo>
                    <a:pt x="35412" y="100327"/>
                  </a:lnTo>
                  <a:lnTo>
                    <a:pt x="35412" y="101089"/>
                  </a:lnTo>
                  <a:cubicBezTo>
                    <a:pt x="36346" y="100956"/>
                    <a:pt x="37270" y="100765"/>
                    <a:pt x="38175" y="100518"/>
                  </a:cubicBezTo>
                  <a:lnTo>
                    <a:pt x="46176" y="97851"/>
                  </a:lnTo>
                  <a:lnTo>
                    <a:pt x="53510" y="95088"/>
                  </a:lnTo>
                  <a:cubicBezTo>
                    <a:pt x="55234" y="94622"/>
                    <a:pt x="56339" y="92945"/>
                    <a:pt x="56082" y="91183"/>
                  </a:cubicBezTo>
                  <a:cubicBezTo>
                    <a:pt x="56043" y="90335"/>
                    <a:pt x="55710" y="89526"/>
                    <a:pt x="55129" y="88897"/>
                  </a:cubicBezTo>
                  <a:cubicBezTo>
                    <a:pt x="55129" y="88897"/>
                    <a:pt x="53700" y="88897"/>
                    <a:pt x="53034" y="88897"/>
                  </a:cubicBezTo>
                  <a:cubicBezTo>
                    <a:pt x="48271" y="91659"/>
                    <a:pt x="43509" y="94326"/>
                    <a:pt x="38651" y="97184"/>
                  </a:cubicBezTo>
                  <a:cubicBezTo>
                    <a:pt x="37346" y="97936"/>
                    <a:pt x="36136" y="98822"/>
                    <a:pt x="35031" y="99851"/>
                  </a:cubicBezTo>
                  <a:close/>
                  <a:moveTo>
                    <a:pt x="69417" y="72609"/>
                  </a:moveTo>
                  <a:lnTo>
                    <a:pt x="69417" y="72609"/>
                  </a:lnTo>
                  <a:cubicBezTo>
                    <a:pt x="71703" y="75276"/>
                    <a:pt x="72846" y="75372"/>
                    <a:pt x="75513" y="73848"/>
                  </a:cubicBezTo>
                  <a:cubicBezTo>
                    <a:pt x="78180" y="72324"/>
                    <a:pt x="82180" y="70133"/>
                    <a:pt x="85038" y="68133"/>
                  </a:cubicBezTo>
                  <a:cubicBezTo>
                    <a:pt x="86085" y="67561"/>
                    <a:pt x="87324" y="67180"/>
                    <a:pt x="87514" y="65085"/>
                  </a:cubicBezTo>
                  <a:cubicBezTo>
                    <a:pt x="82180" y="65085"/>
                    <a:pt x="77989" y="68895"/>
                    <a:pt x="73417" y="69752"/>
                  </a:cubicBezTo>
                  <a:cubicBezTo>
                    <a:pt x="71617" y="70047"/>
                    <a:pt x="70026" y="71085"/>
                    <a:pt x="69036" y="72609"/>
                  </a:cubicBezTo>
                  <a:close/>
                  <a:moveTo>
                    <a:pt x="80085" y="23270"/>
                  </a:moveTo>
                  <a:lnTo>
                    <a:pt x="80085" y="23270"/>
                  </a:lnTo>
                  <a:cubicBezTo>
                    <a:pt x="82837" y="24210"/>
                    <a:pt x="85857" y="22887"/>
                    <a:pt x="87038" y="20222"/>
                  </a:cubicBezTo>
                  <a:cubicBezTo>
                    <a:pt x="87533" y="18924"/>
                    <a:pt x="87190" y="17458"/>
                    <a:pt x="86181" y="16507"/>
                  </a:cubicBezTo>
                  <a:cubicBezTo>
                    <a:pt x="85228" y="15650"/>
                    <a:pt x="84180" y="15459"/>
                    <a:pt x="83514" y="16507"/>
                  </a:cubicBezTo>
                  <a:cubicBezTo>
                    <a:pt x="81771" y="18401"/>
                    <a:pt x="80580" y="20742"/>
                    <a:pt x="80085" y="23270"/>
                  </a:cubicBezTo>
                  <a:close/>
                  <a:moveTo>
                    <a:pt x="71036" y="80420"/>
                  </a:moveTo>
                  <a:lnTo>
                    <a:pt x="71036" y="80420"/>
                  </a:lnTo>
                  <a:cubicBezTo>
                    <a:pt x="70274" y="81087"/>
                    <a:pt x="69702" y="81372"/>
                    <a:pt x="69702" y="81658"/>
                  </a:cubicBezTo>
                  <a:cubicBezTo>
                    <a:pt x="69560" y="83525"/>
                    <a:pt x="69560" y="85411"/>
                    <a:pt x="69702" y="87278"/>
                  </a:cubicBezTo>
                  <a:cubicBezTo>
                    <a:pt x="69788" y="88383"/>
                    <a:pt x="70750" y="89202"/>
                    <a:pt x="71846" y="89116"/>
                  </a:cubicBezTo>
                  <a:cubicBezTo>
                    <a:pt x="72293" y="89087"/>
                    <a:pt x="72712" y="88907"/>
                    <a:pt x="73036" y="88611"/>
                  </a:cubicBezTo>
                  <a:cubicBezTo>
                    <a:pt x="73817" y="87964"/>
                    <a:pt x="74541" y="87259"/>
                    <a:pt x="75227" y="86516"/>
                  </a:cubicBezTo>
                  <a:cubicBezTo>
                    <a:pt x="73798" y="84801"/>
                    <a:pt x="72560" y="82896"/>
                    <a:pt x="71036" y="8070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8" name="任意多边形: 形状 487">
              <a:extLst>
                <a:ext uri="{FF2B5EF4-FFF2-40B4-BE49-F238E27FC236}">
                  <a16:creationId xmlns:a16="http://schemas.microsoft.com/office/drawing/2014/main" id="{3377A89E-5761-DEA3-791A-9011CB72AF7D}"/>
                </a:ext>
              </a:extLst>
            </p:cNvPr>
            <p:cNvSpPr/>
            <p:nvPr/>
          </p:nvSpPr>
          <p:spPr>
            <a:xfrm>
              <a:off x="6342729" y="6570938"/>
              <a:ext cx="150169" cy="138036"/>
            </a:xfrm>
            <a:custGeom>
              <a:avLst/>
              <a:gdLst>
                <a:gd name="connsiteX0" fmla="*/ 30302 w 118808"/>
                <a:gd name="connsiteY0" fmla="*/ 62806 h 109209"/>
                <a:gd name="connsiteX1" fmla="*/ 28492 w 118808"/>
                <a:gd name="connsiteY1" fmla="*/ 65473 h 109209"/>
                <a:gd name="connsiteX2" fmla="*/ 20110 w 118808"/>
                <a:gd name="connsiteY2" fmla="*/ 80618 h 109209"/>
                <a:gd name="connsiteX3" fmla="*/ 10585 w 118808"/>
                <a:gd name="connsiteY3" fmla="*/ 90143 h 109209"/>
                <a:gd name="connsiteX4" fmla="*/ 8681 w 118808"/>
                <a:gd name="connsiteY4" fmla="*/ 90143 h 109209"/>
                <a:gd name="connsiteX5" fmla="*/ 3537 w 118808"/>
                <a:gd name="connsiteY5" fmla="*/ 87857 h 109209"/>
                <a:gd name="connsiteX6" fmla="*/ 4394 w 118808"/>
                <a:gd name="connsiteY6" fmla="*/ 79760 h 109209"/>
                <a:gd name="connsiteX7" fmla="*/ 11538 w 118808"/>
                <a:gd name="connsiteY7" fmla="*/ 73760 h 109209"/>
                <a:gd name="connsiteX8" fmla="*/ 29540 w 118808"/>
                <a:gd name="connsiteY8" fmla="*/ 53376 h 109209"/>
                <a:gd name="connsiteX9" fmla="*/ 31826 w 118808"/>
                <a:gd name="connsiteY9" fmla="*/ 49280 h 109209"/>
                <a:gd name="connsiteX10" fmla="*/ 33636 w 118808"/>
                <a:gd name="connsiteY10" fmla="*/ 38041 h 109209"/>
                <a:gd name="connsiteX11" fmla="*/ 31350 w 118808"/>
                <a:gd name="connsiteY11" fmla="*/ 39565 h 109209"/>
                <a:gd name="connsiteX12" fmla="*/ 27178 w 118808"/>
                <a:gd name="connsiteY12" fmla="*/ 39679 h 109209"/>
                <a:gd name="connsiteX13" fmla="*/ 27064 w 118808"/>
                <a:gd name="connsiteY13" fmla="*/ 39565 h 109209"/>
                <a:gd name="connsiteX14" fmla="*/ 21063 w 118808"/>
                <a:gd name="connsiteY14" fmla="*/ 31659 h 109209"/>
                <a:gd name="connsiteX15" fmla="*/ 23349 w 118808"/>
                <a:gd name="connsiteY15" fmla="*/ 30326 h 109209"/>
                <a:gd name="connsiteX16" fmla="*/ 35255 w 118808"/>
                <a:gd name="connsiteY16" fmla="*/ 23468 h 109209"/>
                <a:gd name="connsiteX17" fmla="*/ 36589 w 118808"/>
                <a:gd name="connsiteY17" fmla="*/ 20896 h 109209"/>
                <a:gd name="connsiteX18" fmla="*/ 38398 w 118808"/>
                <a:gd name="connsiteY18" fmla="*/ 8132 h 109209"/>
                <a:gd name="connsiteX19" fmla="*/ 40399 w 118808"/>
                <a:gd name="connsiteY19" fmla="*/ 4894 h 109209"/>
                <a:gd name="connsiteX20" fmla="*/ 43256 w 118808"/>
                <a:gd name="connsiteY20" fmla="*/ 4894 h 109209"/>
                <a:gd name="connsiteX21" fmla="*/ 52210 w 118808"/>
                <a:gd name="connsiteY21" fmla="*/ 12609 h 109209"/>
                <a:gd name="connsiteX22" fmla="*/ 53353 w 118808"/>
                <a:gd name="connsiteY22" fmla="*/ 15943 h 109209"/>
                <a:gd name="connsiteX23" fmla="*/ 56020 w 118808"/>
                <a:gd name="connsiteY23" fmla="*/ 16419 h 109209"/>
                <a:gd name="connsiteX24" fmla="*/ 58306 w 118808"/>
                <a:gd name="connsiteY24" fmla="*/ 20039 h 109209"/>
                <a:gd name="connsiteX25" fmla="*/ 56972 w 118808"/>
                <a:gd name="connsiteY25" fmla="*/ 22515 h 109209"/>
                <a:gd name="connsiteX26" fmla="*/ 49257 w 118808"/>
                <a:gd name="connsiteY26" fmla="*/ 29183 h 109209"/>
                <a:gd name="connsiteX27" fmla="*/ 46114 w 118808"/>
                <a:gd name="connsiteY27" fmla="*/ 34612 h 109209"/>
                <a:gd name="connsiteX28" fmla="*/ 43066 w 118808"/>
                <a:gd name="connsiteY28" fmla="*/ 52709 h 109209"/>
                <a:gd name="connsiteX29" fmla="*/ 41351 w 118808"/>
                <a:gd name="connsiteY29" fmla="*/ 79475 h 109209"/>
                <a:gd name="connsiteX30" fmla="*/ 41351 w 118808"/>
                <a:gd name="connsiteY30" fmla="*/ 92714 h 109209"/>
                <a:gd name="connsiteX31" fmla="*/ 46114 w 118808"/>
                <a:gd name="connsiteY31" fmla="*/ 96429 h 109209"/>
                <a:gd name="connsiteX32" fmla="*/ 51543 w 118808"/>
                <a:gd name="connsiteY32" fmla="*/ 93762 h 109209"/>
                <a:gd name="connsiteX33" fmla="*/ 65354 w 118808"/>
                <a:gd name="connsiteY33" fmla="*/ 77760 h 109209"/>
                <a:gd name="connsiteX34" fmla="*/ 65354 w 118808"/>
                <a:gd name="connsiteY34" fmla="*/ 73093 h 109209"/>
                <a:gd name="connsiteX35" fmla="*/ 60020 w 118808"/>
                <a:gd name="connsiteY35" fmla="*/ 65187 h 109209"/>
                <a:gd name="connsiteX36" fmla="*/ 59163 w 118808"/>
                <a:gd name="connsiteY36" fmla="*/ 63758 h 109209"/>
                <a:gd name="connsiteX37" fmla="*/ 59163 w 118808"/>
                <a:gd name="connsiteY37" fmla="*/ 60615 h 109209"/>
                <a:gd name="connsiteX38" fmla="*/ 62497 w 118808"/>
                <a:gd name="connsiteY38" fmla="*/ 60615 h 109209"/>
                <a:gd name="connsiteX39" fmla="*/ 72022 w 118808"/>
                <a:gd name="connsiteY39" fmla="*/ 66044 h 109209"/>
                <a:gd name="connsiteX40" fmla="*/ 76022 w 118808"/>
                <a:gd name="connsiteY40" fmla="*/ 57853 h 109209"/>
                <a:gd name="connsiteX41" fmla="*/ 76022 w 118808"/>
                <a:gd name="connsiteY41" fmla="*/ 55091 h 109209"/>
                <a:gd name="connsiteX42" fmla="*/ 73260 w 118808"/>
                <a:gd name="connsiteY42" fmla="*/ 55853 h 109209"/>
                <a:gd name="connsiteX43" fmla="*/ 73260 w 118808"/>
                <a:gd name="connsiteY43" fmla="*/ 55853 h 109209"/>
                <a:gd name="connsiteX44" fmla="*/ 68879 w 118808"/>
                <a:gd name="connsiteY44" fmla="*/ 57091 h 109209"/>
                <a:gd name="connsiteX45" fmla="*/ 66497 w 118808"/>
                <a:gd name="connsiteY45" fmla="*/ 49852 h 109209"/>
                <a:gd name="connsiteX46" fmla="*/ 69450 w 118808"/>
                <a:gd name="connsiteY46" fmla="*/ 41565 h 109209"/>
                <a:gd name="connsiteX47" fmla="*/ 71355 w 118808"/>
                <a:gd name="connsiteY47" fmla="*/ 34707 h 109209"/>
                <a:gd name="connsiteX48" fmla="*/ 71355 w 118808"/>
                <a:gd name="connsiteY48" fmla="*/ 32802 h 109209"/>
                <a:gd name="connsiteX49" fmla="*/ 67640 w 118808"/>
                <a:gd name="connsiteY49" fmla="*/ 35564 h 109209"/>
                <a:gd name="connsiteX50" fmla="*/ 60592 w 118808"/>
                <a:gd name="connsiteY50" fmla="*/ 40708 h 109209"/>
                <a:gd name="connsiteX51" fmla="*/ 49638 w 118808"/>
                <a:gd name="connsiteY51" fmla="*/ 37374 h 109209"/>
                <a:gd name="connsiteX52" fmla="*/ 51067 w 118808"/>
                <a:gd name="connsiteY52" fmla="*/ 36136 h 109209"/>
                <a:gd name="connsiteX53" fmla="*/ 68974 w 118808"/>
                <a:gd name="connsiteY53" fmla="*/ 24420 h 109209"/>
                <a:gd name="connsiteX54" fmla="*/ 78499 w 118808"/>
                <a:gd name="connsiteY54" fmla="*/ 10037 h 109209"/>
                <a:gd name="connsiteX55" fmla="*/ 78975 w 118808"/>
                <a:gd name="connsiteY55" fmla="*/ 3941 h 109209"/>
                <a:gd name="connsiteX56" fmla="*/ 84118 w 118808"/>
                <a:gd name="connsiteY56" fmla="*/ 798 h 109209"/>
                <a:gd name="connsiteX57" fmla="*/ 93643 w 118808"/>
                <a:gd name="connsiteY57" fmla="*/ 9085 h 109209"/>
                <a:gd name="connsiteX58" fmla="*/ 94787 w 118808"/>
                <a:gd name="connsiteY58" fmla="*/ 10228 h 109209"/>
                <a:gd name="connsiteX59" fmla="*/ 96025 w 118808"/>
                <a:gd name="connsiteY59" fmla="*/ 10228 h 109209"/>
                <a:gd name="connsiteX60" fmla="*/ 96025 w 118808"/>
                <a:gd name="connsiteY60" fmla="*/ 18324 h 109209"/>
                <a:gd name="connsiteX61" fmla="*/ 93453 w 118808"/>
                <a:gd name="connsiteY61" fmla="*/ 20039 h 109209"/>
                <a:gd name="connsiteX62" fmla="*/ 84881 w 118808"/>
                <a:gd name="connsiteY62" fmla="*/ 29564 h 109209"/>
                <a:gd name="connsiteX63" fmla="*/ 80594 w 118808"/>
                <a:gd name="connsiteY63" fmla="*/ 38422 h 109209"/>
                <a:gd name="connsiteX64" fmla="*/ 79165 w 118808"/>
                <a:gd name="connsiteY64" fmla="*/ 46232 h 109209"/>
                <a:gd name="connsiteX65" fmla="*/ 86119 w 118808"/>
                <a:gd name="connsiteY65" fmla="*/ 47566 h 109209"/>
                <a:gd name="connsiteX66" fmla="*/ 88500 w 118808"/>
                <a:gd name="connsiteY66" fmla="*/ 48899 h 109209"/>
                <a:gd name="connsiteX67" fmla="*/ 89452 w 118808"/>
                <a:gd name="connsiteY67" fmla="*/ 57377 h 109209"/>
                <a:gd name="connsiteX68" fmla="*/ 81261 w 118808"/>
                <a:gd name="connsiteY68" fmla="*/ 71283 h 109209"/>
                <a:gd name="connsiteX69" fmla="*/ 98597 w 118808"/>
                <a:gd name="connsiteY69" fmla="*/ 83094 h 109209"/>
                <a:gd name="connsiteX70" fmla="*/ 112313 w 118808"/>
                <a:gd name="connsiteY70" fmla="*/ 84428 h 109209"/>
                <a:gd name="connsiteX71" fmla="*/ 118504 w 118808"/>
                <a:gd name="connsiteY71" fmla="*/ 83856 h 109209"/>
                <a:gd name="connsiteX72" fmla="*/ 117942 w 118808"/>
                <a:gd name="connsiteY72" fmla="*/ 86495 h 109209"/>
                <a:gd name="connsiteX73" fmla="*/ 117456 w 118808"/>
                <a:gd name="connsiteY73" fmla="*/ 86714 h 109209"/>
                <a:gd name="connsiteX74" fmla="*/ 92786 w 118808"/>
                <a:gd name="connsiteY74" fmla="*/ 97001 h 109209"/>
                <a:gd name="connsiteX75" fmla="*/ 83833 w 118808"/>
                <a:gd name="connsiteY75" fmla="*/ 93667 h 109209"/>
                <a:gd name="connsiteX76" fmla="*/ 76213 w 118808"/>
                <a:gd name="connsiteY76" fmla="*/ 84142 h 109209"/>
                <a:gd name="connsiteX77" fmla="*/ 73927 w 118808"/>
                <a:gd name="connsiteY77" fmla="*/ 82142 h 109209"/>
                <a:gd name="connsiteX78" fmla="*/ 71355 w 118808"/>
                <a:gd name="connsiteY78" fmla="*/ 85285 h 109209"/>
                <a:gd name="connsiteX79" fmla="*/ 51257 w 118808"/>
                <a:gd name="connsiteY79" fmla="*/ 102811 h 109209"/>
                <a:gd name="connsiteX80" fmla="*/ 44590 w 118808"/>
                <a:gd name="connsiteY80" fmla="*/ 101763 h 109209"/>
                <a:gd name="connsiteX81" fmla="*/ 43066 w 118808"/>
                <a:gd name="connsiteY81" fmla="*/ 100430 h 109209"/>
                <a:gd name="connsiteX82" fmla="*/ 43066 w 118808"/>
                <a:gd name="connsiteY82" fmla="*/ 100430 h 109209"/>
                <a:gd name="connsiteX83" fmla="*/ 39065 w 118808"/>
                <a:gd name="connsiteY83" fmla="*/ 106907 h 109209"/>
                <a:gd name="connsiteX84" fmla="*/ 36684 w 118808"/>
                <a:gd name="connsiteY84" fmla="*/ 108716 h 109209"/>
                <a:gd name="connsiteX85" fmla="*/ 33922 w 118808"/>
                <a:gd name="connsiteY85" fmla="*/ 108716 h 109209"/>
                <a:gd name="connsiteX86" fmla="*/ 21634 w 118808"/>
                <a:gd name="connsiteY86" fmla="*/ 101096 h 109209"/>
                <a:gd name="connsiteX87" fmla="*/ 15539 w 118808"/>
                <a:gd name="connsiteY87" fmla="*/ 98239 h 109209"/>
                <a:gd name="connsiteX88" fmla="*/ 20015 w 118808"/>
                <a:gd name="connsiteY88" fmla="*/ 95762 h 109209"/>
                <a:gd name="connsiteX89" fmla="*/ 26016 w 118808"/>
                <a:gd name="connsiteY89" fmla="*/ 96429 h 109209"/>
                <a:gd name="connsiteX90" fmla="*/ 30874 w 118808"/>
                <a:gd name="connsiteY90" fmla="*/ 91857 h 109209"/>
                <a:gd name="connsiteX91" fmla="*/ 30874 w 118808"/>
                <a:gd name="connsiteY91" fmla="*/ 78236 h 109209"/>
                <a:gd name="connsiteX92" fmla="*/ 31922 w 118808"/>
                <a:gd name="connsiteY92" fmla="*/ 64425 h 109209"/>
                <a:gd name="connsiteX93" fmla="*/ 31922 w 118808"/>
                <a:gd name="connsiteY93" fmla="*/ 61853 h 109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18808" h="109209">
                  <a:moveTo>
                    <a:pt x="30302" y="62806"/>
                  </a:moveTo>
                  <a:cubicBezTo>
                    <a:pt x="29616" y="63635"/>
                    <a:pt x="29007" y="64530"/>
                    <a:pt x="28492" y="65473"/>
                  </a:cubicBezTo>
                  <a:cubicBezTo>
                    <a:pt x="25730" y="70521"/>
                    <a:pt x="23063" y="75665"/>
                    <a:pt x="20110" y="80618"/>
                  </a:cubicBezTo>
                  <a:cubicBezTo>
                    <a:pt x="17577" y="84371"/>
                    <a:pt x="14338" y="87609"/>
                    <a:pt x="10585" y="90143"/>
                  </a:cubicBezTo>
                  <a:cubicBezTo>
                    <a:pt x="9985" y="90419"/>
                    <a:pt x="9281" y="90419"/>
                    <a:pt x="8681" y="90143"/>
                  </a:cubicBezTo>
                  <a:cubicBezTo>
                    <a:pt x="6823" y="89752"/>
                    <a:pt x="5071" y="88981"/>
                    <a:pt x="3537" y="87857"/>
                  </a:cubicBezTo>
                  <a:cubicBezTo>
                    <a:pt x="-1035" y="83761"/>
                    <a:pt x="-1607" y="83475"/>
                    <a:pt x="4394" y="79760"/>
                  </a:cubicBezTo>
                  <a:cubicBezTo>
                    <a:pt x="7080" y="78160"/>
                    <a:pt x="9490" y="76131"/>
                    <a:pt x="11538" y="73760"/>
                  </a:cubicBezTo>
                  <a:lnTo>
                    <a:pt x="29540" y="53376"/>
                  </a:lnTo>
                  <a:cubicBezTo>
                    <a:pt x="30636" y="52224"/>
                    <a:pt x="31417" y="50814"/>
                    <a:pt x="31826" y="49280"/>
                  </a:cubicBezTo>
                  <a:cubicBezTo>
                    <a:pt x="32588" y="45756"/>
                    <a:pt x="32969" y="42232"/>
                    <a:pt x="33636" y="38041"/>
                  </a:cubicBezTo>
                  <a:lnTo>
                    <a:pt x="31350" y="39565"/>
                  </a:lnTo>
                  <a:cubicBezTo>
                    <a:pt x="30226" y="40746"/>
                    <a:pt x="28359" y="40803"/>
                    <a:pt x="27178" y="39679"/>
                  </a:cubicBezTo>
                  <a:cubicBezTo>
                    <a:pt x="27140" y="39641"/>
                    <a:pt x="27102" y="39603"/>
                    <a:pt x="27064" y="39565"/>
                  </a:cubicBezTo>
                  <a:cubicBezTo>
                    <a:pt x="24397" y="37507"/>
                    <a:pt x="22330" y="34779"/>
                    <a:pt x="21063" y="31659"/>
                  </a:cubicBezTo>
                  <a:cubicBezTo>
                    <a:pt x="21758" y="31111"/>
                    <a:pt x="22530" y="30662"/>
                    <a:pt x="23349" y="30326"/>
                  </a:cubicBezTo>
                  <a:cubicBezTo>
                    <a:pt x="27731" y="28841"/>
                    <a:pt x="31769" y="26511"/>
                    <a:pt x="35255" y="23468"/>
                  </a:cubicBezTo>
                  <a:cubicBezTo>
                    <a:pt x="36017" y="23468"/>
                    <a:pt x="36398" y="21848"/>
                    <a:pt x="36589" y="20896"/>
                  </a:cubicBezTo>
                  <a:cubicBezTo>
                    <a:pt x="37256" y="16705"/>
                    <a:pt x="37922" y="12419"/>
                    <a:pt x="38398" y="8132"/>
                  </a:cubicBezTo>
                  <a:cubicBezTo>
                    <a:pt x="38475" y="6785"/>
                    <a:pt x="39227" y="5566"/>
                    <a:pt x="40399" y="4894"/>
                  </a:cubicBezTo>
                  <a:cubicBezTo>
                    <a:pt x="41256" y="4289"/>
                    <a:pt x="42399" y="4289"/>
                    <a:pt x="43256" y="4894"/>
                  </a:cubicBezTo>
                  <a:cubicBezTo>
                    <a:pt x="46781" y="6769"/>
                    <a:pt x="49838" y="9405"/>
                    <a:pt x="52210" y="12609"/>
                  </a:cubicBezTo>
                  <a:cubicBezTo>
                    <a:pt x="52762" y="13655"/>
                    <a:pt x="53143" y="14779"/>
                    <a:pt x="53353" y="15943"/>
                  </a:cubicBezTo>
                  <a:cubicBezTo>
                    <a:pt x="54115" y="15943"/>
                    <a:pt x="55448" y="15943"/>
                    <a:pt x="56020" y="16419"/>
                  </a:cubicBezTo>
                  <a:cubicBezTo>
                    <a:pt x="57096" y="17398"/>
                    <a:pt x="57887" y="18649"/>
                    <a:pt x="58306" y="20039"/>
                  </a:cubicBezTo>
                  <a:cubicBezTo>
                    <a:pt x="58306" y="20705"/>
                    <a:pt x="57639" y="21848"/>
                    <a:pt x="56972" y="22515"/>
                  </a:cubicBezTo>
                  <a:cubicBezTo>
                    <a:pt x="54496" y="24801"/>
                    <a:pt x="51924" y="26992"/>
                    <a:pt x="49257" y="29183"/>
                  </a:cubicBezTo>
                  <a:cubicBezTo>
                    <a:pt x="47571" y="30536"/>
                    <a:pt x="46447" y="32474"/>
                    <a:pt x="46114" y="34612"/>
                  </a:cubicBezTo>
                  <a:cubicBezTo>
                    <a:pt x="44971" y="40613"/>
                    <a:pt x="44018" y="46613"/>
                    <a:pt x="43066" y="52709"/>
                  </a:cubicBezTo>
                  <a:cubicBezTo>
                    <a:pt x="41923" y="61587"/>
                    <a:pt x="41351" y="70521"/>
                    <a:pt x="41351" y="79475"/>
                  </a:cubicBezTo>
                  <a:cubicBezTo>
                    <a:pt x="41351" y="83856"/>
                    <a:pt x="41351" y="88333"/>
                    <a:pt x="41351" y="92714"/>
                  </a:cubicBezTo>
                  <a:cubicBezTo>
                    <a:pt x="41351" y="97096"/>
                    <a:pt x="42875" y="97382"/>
                    <a:pt x="46114" y="96429"/>
                  </a:cubicBezTo>
                  <a:cubicBezTo>
                    <a:pt x="48009" y="95734"/>
                    <a:pt x="49829" y="94838"/>
                    <a:pt x="51543" y="93762"/>
                  </a:cubicBezTo>
                  <a:cubicBezTo>
                    <a:pt x="57334" y="89581"/>
                    <a:pt x="62068" y="84104"/>
                    <a:pt x="65354" y="77760"/>
                  </a:cubicBezTo>
                  <a:cubicBezTo>
                    <a:pt x="66383" y="76379"/>
                    <a:pt x="66383" y="74474"/>
                    <a:pt x="65354" y="73093"/>
                  </a:cubicBezTo>
                  <a:cubicBezTo>
                    <a:pt x="63449" y="70521"/>
                    <a:pt x="61735" y="67854"/>
                    <a:pt x="60020" y="65187"/>
                  </a:cubicBezTo>
                  <a:cubicBezTo>
                    <a:pt x="59668" y="64759"/>
                    <a:pt x="59382" y="64273"/>
                    <a:pt x="59163" y="63758"/>
                  </a:cubicBezTo>
                  <a:cubicBezTo>
                    <a:pt x="59163" y="62711"/>
                    <a:pt x="58306" y="61377"/>
                    <a:pt x="59163" y="60615"/>
                  </a:cubicBezTo>
                  <a:cubicBezTo>
                    <a:pt x="60020" y="59853"/>
                    <a:pt x="61354" y="59853"/>
                    <a:pt x="62497" y="60615"/>
                  </a:cubicBezTo>
                  <a:lnTo>
                    <a:pt x="72022" y="66044"/>
                  </a:lnTo>
                  <a:cubicBezTo>
                    <a:pt x="73355" y="63473"/>
                    <a:pt x="74784" y="60710"/>
                    <a:pt x="76022" y="57853"/>
                  </a:cubicBezTo>
                  <a:cubicBezTo>
                    <a:pt x="76022" y="57091"/>
                    <a:pt x="76022" y="56043"/>
                    <a:pt x="76022" y="55091"/>
                  </a:cubicBezTo>
                  <a:lnTo>
                    <a:pt x="73260" y="55853"/>
                  </a:lnTo>
                  <a:lnTo>
                    <a:pt x="73260" y="55853"/>
                  </a:lnTo>
                  <a:cubicBezTo>
                    <a:pt x="71926" y="56615"/>
                    <a:pt x="70879" y="58520"/>
                    <a:pt x="68879" y="57091"/>
                  </a:cubicBezTo>
                  <a:cubicBezTo>
                    <a:pt x="66545" y="55491"/>
                    <a:pt x="65573" y="52528"/>
                    <a:pt x="66497" y="49852"/>
                  </a:cubicBezTo>
                  <a:lnTo>
                    <a:pt x="69450" y="41565"/>
                  </a:lnTo>
                  <a:cubicBezTo>
                    <a:pt x="70117" y="39279"/>
                    <a:pt x="70783" y="36993"/>
                    <a:pt x="71355" y="34707"/>
                  </a:cubicBezTo>
                  <a:cubicBezTo>
                    <a:pt x="71441" y="34075"/>
                    <a:pt x="71441" y="33435"/>
                    <a:pt x="71355" y="32802"/>
                  </a:cubicBezTo>
                  <a:lnTo>
                    <a:pt x="67640" y="35564"/>
                  </a:lnTo>
                  <a:cubicBezTo>
                    <a:pt x="65440" y="37477"/>
                    <a:pt x="63087" y="39197"/>
                    <a:pt x="60592" y="40708"/>
                  </a:cubicBezTo>
                  <a:cubicBezTo>
                    <a:pt x="56610" y="42156"/>
                    <a:pt x="52143" y="40803"/>
                    <a:pt x="49638" y="37374"/>
                  </a:cubicBezTo>
                  <a:lnTo>
                    <a:pt x="51067" y="36136"/>
                  </a:lnTo>
                  <a:lnTo>
                    <a:pt x="68974" y="24420"/>
                  </a:lnTo>
                  <a:cubicBezTo>
                    <a:pt x="77927" y="18419"/>
                    <a:pt x="75927" y="20515"/>
                    <a:pt x="78499" y="10037"/>
                  </a:cubicBezTo>
                  <a:cubicBezTo>
                    <a:pt x="78851" y="8025"/>
                    <a:pt x="79004" y="5984"/>
                    <a:pt x="78975" y="3941"/>
                  </a:cubicBezTo>
                  <a:cubicBezTo>
                    <a:pt x="78975" y="131"/>
                    <a:pt x="80690" y="-916"/>
                    <a:pt x="84118" y="798"/>
                  </a:cubicBezTo>
                  <a:cubicBezTo>
                    <a:pt x="88243" y="2232"/>
                    <a:pt x="91653" y="5200"/>
                    <a:pt x="93643" y="9085"/>
                  </a:cubicBezTo>
                  <a:cubicBezTo>
                    <a:pt x="93643" y="9561"/>
                    <a:pt x="94406" y="9847"/>
                    <a:pt x="94787" y="10228"/>
                  </a:cubicBezTo>
                  <a:lnTo>
                    <a:pt x="96025" y="10228"/>
                  </a:lnTo>
                  <a:cubicBezTo>
                    <a:pt x="100025" y="12990"/>
                    <a:pt x="100121" y="15467"/>
                    <a:pt x="96025" y="18324"/>
                  </a:cubicBezTo>
                  <a:cubicBezTo>
                    <a:pt x="95225" y="18982"/>
                    <a:pt x="94367" y="19557"/>
                    <a:pt x="93453" y="20039"/>
                  </a:cubicBezTo>
                  <a:cubicBezTo>
                    <a:pt x="89433" y="21936"/>
                    <a:pt x="86347" y="25368"/>
                    <a:pt x="84881" y="29564"/>
                  </a:cubicBezTo>
                  <a:cubicBezTo>
                    <a:pt x="83604" y="32588"/>
                    <a:pt x="82175" y="35545"/>
                    <a:pt x="80594" y="38422"/>
                  </a:cubicBezTo>
                  <a:cubicBezTo>
                    <a:pt x="79470" y="40870"/>
                    <a:pt x="78984" y="43546"/>
                    <a:pt x="79165" y="46232"/>
                  </a:cubicBezTo>
                  <a:cubicBezTo>
                    <a:pt x="81547" y="46709"/>
                    <a:pt x="83833" y="46994"/>
                    <a:pt x="86119" y="47566"/>
                  </a:cubicBezTo>
                  <a:cubicBezTo>
                    <a:pt x="86995" y="47842"/>
                    <a:pt x="87805" y="48290"/>
                    <a:pt x="88500" y="48899"/>
                  </a:cubicBezTo>
                  <a:cubicBezTo>
                    <a:pt x="92119" y="51566"/>
                    <a:pt x="92310" y="53852"/>
                    <a:pt x="89452" y="57377"/>
                  </a:cubicBezTo>
                  <a:cubicBezTo>
                    <a:pt x="86223" y="61701"/>
                    <a:pt x="83480" y="66368"/>
                    <a:pt x="81261" y="71283"/>
                  </a:cubicBezTo>
                  <a:cubicBezTo>
                    <a:pt x="86290" y="76227"/>
                    <a:pt x="92158" y="80227"/>
                    <a:pt x="98597" y="83094"/>
                  </a:cubicBezTo>
                  <a:cubicBezTo>
                    <a:pt x="103006" y="84580"/>
                    <a:pt x="107702" y="85037"/>
                    <a:pt x="112313" y="84428"/>
                  </a:cubicBezTo>
                  <a:lnTo>
                    <a:pt x="118504" y="83856"/>
                  </a:lnTo>
                  <a:cubicBezTo>
                    <a:pt x="119075" y="84742"/>
                    <a:pt x="118818" y="85923"/>
                    <a:pt x="117942" y="86495"/>
                  </a:cubicBezTo>
                  <a:cubicBezTo>
                    <a:pt x="117789" y="86590"/>
                    <a:pt x="117627" y="86666"/>
                    <a:pt x="117456" y="86714"/>
                  </a:cubicBezTo>
                  <a:cubicBezTo>
                    <a:pt x="109674" y="91114"/>
                    <a:pt x="101387" y="94572"/>
                    <a:pt x="92786" y="97001"/>
                  </a:cubicBezTo>
                  <a:cubicBezTo>
                    <a:pt x="89395" y="98496"/>
                    <a:pt x="85424" y="97020"/>
                    <a:pt x="83833" y="93667"/>
                  </a:cubicBezTo>
                  <a:cubicBezTo>
                    <a:pt x="81451" y="90524"/>
                    <a:pt x="78784" y="87476"/>
                    <a:pt x="76213" y="84142"/>
                  </a:cubicBezTo>
                  <a:cubicBezTo>
                    <a:pt x="75508" y="83408"/>
                    <a:pt x="74746" y="82742"/>
                    <a:pt x="73927" y="82142"/>
                  </a:cubicBezTo>
                  <a:cubicBezTo>
                    <a:pt x="72974" y="83285"/>
                    <a:pt x="72117" y="84237"/>
                    <a:pt x="71355" y="85285"/>
                  </a:cubicBezTo>
                  <a:cubicBezTo>
                    <a:pt x="65649" y="92181"/>
                    <a:pt x="58868" y="98106"/>
                    <a:pt x="51257" y="102811"/>
                  </a:cubicBezTo>
                  <a:cubicBezTo>
                    <a:pt x="47828" y="104906"/>
                    <a:pt x="47447" y="104716"/>
                    <a:pt x="44590" y="101763"/>
                  </a:cubicBezTo>
                  <a:lnTo>
                    <a:pt x="43066" y="100430"/>
                  </a:lnTo>
                  <a:lnTo>
                    <a:pt x="43066" y="100430"/>
                  </a:lnTo>
                  <a:cubicBezTo>
                    <a:pt x="41732" y="102620"/>
                    <a:pt x="40494" y="104811"/>
                    <a:pt x="39065" y="106907"/>
                  </a:cubicBezTo>
                  <a:cubicBezTo>
                    <a:pt x="38398" y="107659"/>
                    <a:pt x="37589" y="108278"/>
                    <a:pt x="36684" y="108716"/>
                  </a:cubicBezTo>
                  <a:cubicBezTo>
                    <a:pt x="35884" y="109374"/>
                    <a:pt x="34731" y="109374"/>
                    <a:pt x="33922" y="108716"/>
                  </a:cubicBezTo>
                  <a:cubicBezTo>
                    <a:pt x="30312" y="105468"/>
                    <a:pt x="26149" y="102887"/>
                    <a:pt x="21634" y="101096"/>
                  </a:cubicBezTo>
                  <a:cubicBezTo>
                    <a:pt x="19634" y="100049"/>
                    <a:pt x="17539" y="99191"/>
                    <a:pt x="15539" y="98239"/>
                  </a:cubicBezTo>
                  <a:cubicBezTo>
                    <a:pt x="16967" y="95667"/>
                    <a:pt x="17443" y="95477"/>
                    <a:pt x="20015" y="95762"/>
                  </a:cubicBezTo>
                  <a:cubicBezTo>
                    <a:pt x="21996" y="96124"/>
                    <a:pt x="24006" y="96353"/>
                    <a:pt x="26016" y="96429"/>
                  </a:cubicBezTo>
                  <a:cubicBezTo>
                    <a:pt x="29635" y="96429"/>
                    <a:pt x="30683" y="95381"/>
                    <a:pt x="30874" y="91857"/>
                  </a:cubicBezTo>
                  <a:cubicBezTo>
                    <a:pt x="31064" y="88333"/>
                    <a:pt x="30874" y="82332"/>
                    <a:pt x="30874" y="78236"/>
                  </a:cubicBezTo>
                  <a:cubicBezTo>
                    <a:pt x="30874" y="74141"/>
                    <a:pt x="31540" y="68711"/>
                    <a:pt x="31922" y="64425"/>
                  </a:cubicBezTo>
                  <a:cubicBezTo>
                    <a:pt x="31922" y="63568"/>
                    <a:pt x="31922" y="62711"/>
                    <a:pt x="31922" y="61853"/>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9" name="任意多边形: 形状 488">
              <a:extLst>
                <a:ext uri="{FF2B5EF4-FFF2-40B4-BE49-F238E27FC236}">
                  <a16:creationId xmlns:a16="http://schemas.microsoft.com/office/drawing/2014/main" id="{106AA864-DED5-A98C-5F72-28D27710731A}"/>
                </a:ext>
              </a:extLst>
            </p:cNvPr>
            <p:cNvSpPr/>
            <p:nvPr/>
          </p:nvSpPr>
          <p:spPr>
            <a:xfrm>
              <a:off x="6046471" y="6576892"/>
              <a:ext cx="105270" cy="156251"/>
            </a:xfrm>
            <a:custGeom>
              <a:avLst/>
              <a:gdLst>
                <a:gd name="connsiteX0" fmla="*/ 19706 w 83286"/>
                <a:gd name="connsiteY0" fmla="*/ 52475 h 123620"/>
                <a:gd name="connsiteX1" fmla="*/ 21992 w 83286"/>
                <a:gd name="connsiteY1" fmla="*/ 50951 h 123620"/>
                <a:gd name="connsiteX2" fmla="*/ 32756 w 83286"/>
                <a:gd name="connsiteY2" fmla="*/ 41426 h 123620"/>
                <a:gd name="connsiteX3" fmla="*/ 34184 w 83286"/>
                <a:gd name="connsiteY3" fmla="*/ 37807 h 123620"/>
                <a:gd name="connsiteX4" fmla="*/ 32565 w 83286"/>
                <a:gd name="connsiteY4" fmla="*/ 20567 h 123620"/>
                <a:gd name="connsiteX5" fmla="*/ 31327 w 83286"/>
                <a:gd name="connsiteY5" fmla="*/ 17042 h 123620"/>
                <a:gd name="connsiteX6" fmla="*/ 28755 w 83286"/>
                <a:gd name="connsiteY6" fmla="*/ 11518 h 123620"/>
                <a:gd name="connsiteX7" fmla="*/ 29803 w 83286"/>
                <a:gd name="connsiteY7" fmla="*/ 4850 h 123620"/>
                <a:gd name="connsiteX8" fmla="*/ 42757 w 83286"/>
                <a:gd name="connsiteY8" fmla="*/ 2945 h 123620"/>
                <a:gd name="connsiteX9" fmla="*/ 46662 w 83286"/>
                <a:gd name="connsiteY9" fmla="*/ 5612 h 123620"/>
                <a:gd name="connsiteX10" fmla="*/ 48472 w 83286"/>
                <a:gd name="connsiteY10" fmla="*/ 10946 h 123620"/>
                <a:gd name="connsiteX11" fmla="*/ 46186 w 83286"/>
                <a:gd name="connsiteY11" fmla="*/ 25234 h 123620"/>
                <a:gd name="connsiteX12" fmla="*/ 47424 w 83286"/>
                <a:gd name="connsiteY12" fmla="*/ 29425 h 123620"/>
                <a:gd name="connsiteX13" fmla="*/ 50091 w 83286"/>
                <a:gd name="connsiteY13" fmla="*/ 27710 h 123620"/>
                <a:gd name="connsiteX14" fmla="*/ 64284 w 83286"/>
                <a:gd name="connsiteY14" fmla="*/ 18185 h 123620"/>
                <a:gd name="connsiteX15" fmla="*/ 77809 w 83286"/>
                <a:gd name="connsiteY15" fmla="*/ 15518 h 123620"/>
                <a:gd name="connsiteX16" fmla="*/ 83143 w 83286"/>
                <a:gd name="connsiteY16" fmla="*/ 19995 h 123620"/>
                <a:gd name="connsiteX17" fmla="*/ 80571 w 83286"/>
                <a:gd name="connsiteY17" fmla="*/ 26186 h 123620"/>
                <a:gd name="connsiteX18" fmla="*/ 75333 w 83286"/>
                <a:gd name="connsiteY18" fmla="*/ 29330 h 123620"/>
                <a:gd name="connsiteX19" fmla="*/ 63902 w 83286"/>
                <a:gd name="connsiteY19" fmla="*/ 38855 h 123620"/>
                <a:gd name="connsiteX20" fmla="*/ 62379 w 83286"/>
                <a:gd name="connsiteY20" fmla="*/ 41522 h 123620"/>
                <a:gd name="connsiteX21" fmla="*/ 63807 w 83286"/>
                <a:gd name="connsiteY21" fmla="*/ 46760 h 123620"/>
                <a:gd name="connsiteX22" fmla="*/ 64379 w 83286"/>
                <a:gd name="connsiteY22" fmla="*/ 46760 h 123620"/>
                <a:gd name="connsiteX23" fmla="*/ 63712 w 83286"/>
                <a:gd name="connsiteY23" fmla="*/ 55714 h 123620"/>
                <a:gd name="connsiteX24" fmla="*/ 51044 w 83286"/>
                <a:gd name="connsiteY24" fmla="*/ 61238 h 123620"/>
                <a:gd name="connsiteX25" fmla="*/ 47615 w 83286"/>
                <a:gd name="connsiteY25" fmla="*/ 61238 h 123620"/>
                <a:gd name="connsiteX26" fmla="*/ 44091 w 83286"/>
                <a:gd name="connsiteY26" fmla="*/ 64763 h 123620"/>
                <a:gd name="connsiteX27" fmla="*/ 44091 w 83286"/>
                <a:gd name="connsiteY27" fmla="*/ 68477 h 123620"/>
                <a:gd name="connsiteX28" fmla="*/ 44091 w 83286"/>
                <a:gd name="connsiteY28" fmla="*/ 79622 h 123620"/>
                <a:gd name="connsiteX29" fmla="*/ 44662 w 83286"/>
                <a:gd name="connsiteY29" fmla="*/ 89147 h 123620"/>
                <a:gd name="connsiteX30" fmla="*/ 45424 w 83286"/>
                <a:gd name="connsiteY30" fmla="*/ 113245 h 123620"/>
                <a:gd name="connsiteX31" fmla="*/ 43805 w 83286"/>
                <a:gd name="connsiteY31" fmla="*/ 120770 h 123620"/>
                <a:gd name="connsiteX32" fmla="*/ 38985 w 83286"/>
                <a:gd name="connsiteY32" fmla="*/ 123475 h 123620"/>
                <a:gd name="connsiteX33" fmla="*/ 36756 w 83286"/>
                <a:gd name="connsiteY33" fmla="*/ 121817 h 123620"/>
                <a:gd name="connsiteX34" fmla="*/ 30660 w 83286"/>
                <a:gd name="connsiteY34" fmla="*/ 103720 h 123620"/>
                <a:gd name="connsiteX35" fmla="*/ 32375 w 83286"/>
                <a:gd name="connsiteY35" fmla="*/ 90575 h 123620"/>
                <a:gd name="connsiteX36" fmla="*/ 32946 w 83286"/>
                <a:gd name="connsiteY36" fmla="*/ 86575 h 123620"/>
                <a:gd name="connsiteX37" fmla="*/ 33708 w 83286"/>
                <a:gd name="connsiteY37" fmla="*/ 53999 h 123620"/>
                <a:gd name="connsiteX38" fmla="*/ 32756 w 83286"/>
                <a:gd name="connsiteY38" fmla="*/ 50761 h 123620"/>
                <a:gd name="connsiteX39" fmla="*/ 29993 w 83286"/>
                <a:gd name="connsiteY39" fmla="*/ 52380 h 123620"/>
                <a:gd name="connsiteX40" fmla="*/ 17039 w 83286"/>
                <a:gd name="connsiteY40" fmla="*/ 68001 h 123620"/>
                <a:gd name="connsiteX41" fmla="*/ 9801 w 83286"/>
                <a:gd name="connsiteY41" fmla="*/ 69620 h 123620"/>
                <a:gd name="connsiteX42" fmla="*/ 2466 w 83286"/>
                <a:gd name="connsiteY42" fmla="*/ 64286 h 123620"/>
                <a:gd name="connsiteX43" fmla="*/ 180 w 83286"/>
                <a:gd name="connsiteY43" fmla="*/ 57524 h 123620"/>
                <a:gd name="connsiteX44" fmla="*/ 180 w 83286"/>
                <a:gd name="connsiteY44" fmla="*/ 55809 h 123620"/>
                <a:gd name="connsiteX45" fmla="*/ 5705 w 83286"/>
                <a:gd name="connsiteY45" fmla="*/ 37997 h 123620"/>
                <a:gd name="connsiteX46" fmla="*/ 7419 w 83286"/>
                <a:gd name="connsiteY46" fmla="*/ 34378 h 123620"/>
                <a:gd name="connsiteX47" fmla="*/ 9801 w 83286"/>
                <a:gd name="connsiteY47" fmla="*/ 32854 h 123620"/>
                <a:gd name="connsiteX48" fmla="*/ 11801 w 83286"/>
                <a:gd name="connsiteY48" fmla="*/ 34664 h 123620"/>
                <a:gd name="connsiteX49" fmla="*/ 17135 w 83286"/>
                <a:gd name="connsiteY49" fmla="*/ 47903 h 123620"/>
                <a:gd name="connsiteX50" fmla="*/ 19326 w 83286"/>
                <a:gd name="connsiteY50" fmla="*/ 51713 h 123620"/>
                <a:gd name="connsiteX51" fmla="*/ 57806 w 83286"/>
                <a:gd name="connsiteY51" fmla="*/ 31235 h 123620"/>
                <a:gd name="connsiteX52" fmla="*/ 57806 w 83286"/>
                <a:gd name="connsiteY52" fmla="*/ 31235 h 123620"/>
                <a:gd name="connsiteX53" fmla="*/ 56092 w 83286"/>
                <a:gd name="connsiteY53" fmla="*/ 31235 h 123620"/>
                <a:gd name="connsiteX54" fmla="*/ 45900 w 83286"/>
                <a:gd name="connsiteY54" fmla="*/ 39045 h 123620"/>
                <a:gd name="connsiteX55" fmla="*/ 44852 w 83286"/>
                <a:gd name="connsiteY55" fmla="*/ 41045 h 123620"/>
                <a:gd name="connsiteX56" fmla="*/ 44852 w 83286"/>
                <a:gd name="connsiteY56" fmla="*/ 50570 h 123620"/>
                <a:gd name="connsiteX57" fmla="*/ 47138 w 83286"/>
                <a:gd name="connsiteY57" fmla="*/ 52380 h 123620"/>
                <a:gd name="connsiteX58" fmla="*/ 55044 w 83286"/>
                <a:gd name="connsiteY58" fmla="*/ 45046 h 123620"/>
                <a:gd name="connsiteX59" fmla="*/ 57711 w 83286"/>
                <a:gd name="connsiteY59" fmla="*/ 34568 h 123620"/>
                <a:gd name="connsiteX60" fmla="*/ 57806 w 83286"/>
                <a:gd name="connsiteY60" fmla="*/ 31235 h 12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3286" h="123620">
                  <a:moveTo>
                    <a:pt x="19706" y="52475"/>
                  </a:moveTo>
                  <a:cubicBezTo>
                    <a:pt x="20497" y="52009"/>
                    <a:pt x="21259" y="51504"/>
                    <a:pt x="21992" y="50951"/>
                  </a:cubicBezTo>
                  <a:lnTo>
                    <a:pt x="32756" y="41426"/>
                  </a:lnTo>
                  <a:cubicBezTo>
                    <a:pt x="33794" y="40531"/>
                    <a:pt x="34327" y="39178"/>
                    <a:pt x="34184" y="37807"/>
                  </a:cubicBezTo>
                  <a:cubicBezTo>
                    <a:pt x="34184" y="32092"/>
                    <a:pt x="33232" y="26282"/>
                    <a:pt x="32565" y="20567"/>
                  </a:cubicBezTo>
                  <a:cubicBezTo>
                    <a:pt x="32337" y="19334"/>
                    <a:pt x="31918" y="18145"/>
                    <a:pt x="31327" y="17042"/>
                  </a:cubicBezTo>
                  <a:cubicBezTo>
                    <a:pt x="30565" y="15233"/>
                    <a:pt x="29708" y="13328"/>
                    <a:pt x="28755" y="11518"/>
                  </a:cubicBezTo>
                  <a:cubicBezTo>
                    <a:pt x="27479" y="9329"/>
                    <a:pt x="27917" y="6541"/>
                    <a:pt x="29803" y="4850"/>
                  </a:cubicBezTo>
                  <a:cubicBezTo>
                    <a:pt x="35613" y="-1150"/>
                    <a:pt x="35518" y="-1341"/>
                    <a:pt x="42757" y="2945"/>
                  </a:cubicBezTo>
                  <a:cubicBezTo>
                    <a:pt x="44091" y="3707"/>
                    <a:pt x="45329" y="4660"/>
                    <a:pt x="46662" y="5612"/>
                  </a:cubicBezTo>
                  <a:cubicBezTo>
                    <a:pt x="48510" y="6689"/>
                    <a:pt x="49282" y="8966"/>
                    <a:pt x="48472" y="10946"/>
                  </a:cubicBezTo>
                  <a:cubicBezTo>
                    <a:pt x="47243" y="15621"/>
                    <a:pt x="46472" y="20407"/>
                    <a:pt x="46186" y="25234"/>
                  </a:cubicBezTo>
                  <a:cubicBezTo>
                    <a:pt x="46186" y="26567"/>
                    <a:pt x="45424" y="28282"/>
                    <a:pt x="47424" y="29425"/>
                  </a:cubicBezTo>
                  <a:lnTo>
                    <a:pt x="50091" y="27710"/>
                  </a:lnTo>
                  <a:lnTo>
                    <a:pt x="64284" y="18185"/>
                  </a:lnTo>
                  <a:cubicBezTo>
                    <a:pt x="68322" y="15697"/>
                    <a:pt x="73123" y="14751"/>
                    <a:pt x="77809" y="15518"/>
                  </a:cubicBezTo>
                  <a:cubicBezTo>
                    <a:pt x="80381" y="15662"/>
                    <a:pt x="82552" y="17484"/>
                    <a:pt x="83143" y="19995"/>
                  </a:cubicBezTo>
                  <a:cubicBezTo>
                    <a:pt x="83686" y="22395"/>
                    <a:pt x="82657" y="24875"/>
                    <a:pt x="80571" y="26186"/>
                  </a:cubicBezTo>
                  <a:cubicBezTo>
                    <a:pt x="78981" y="27467"/>
                    <a:pt x="77209" y="28525"/>
                    <a:pt x="75333" y="29330"/>
                  </a:cubicBezTo>
                  <a:cubicBezTo>
                    <a:pt x="70856" y="31600"/>
                    <a:pt x="66941" y="34854"/>
                    <a:pt x="63902" y="38855"/>
                  </a:cubicBezTo>
                  <a:cubicBezTo>
                    <a:pt x="63283" y="39674"/>
                    <a:pt x="62769" y="40569"/>
                    <a:pt x="62379" y="41522"/>
                  </a:cubicBezTo>
                  <a:cubicBezTo>
                    <a:pt x="61331" y="43998"/>
                    <a:pt x="61617" y="45046"/>
                    <a:pt x="63807" y="46760"/>
                  </a:cubicBezTo>
                  <a:lnTo>
                    <a:pt x="64379" y="46760"/>
                  </a:lnTo>
                  <a:cubicBezTo>
                    <a:pt x="68951" y="50189"/>
                    <a:pt x="68951" y="52952"/>
                    <a:pt x="63712" y="55714"/>
                  </a:cubicBezTo>
                  <a:cubicBezTo>
                    <a:pt x="59607" y="57809"/>
                    <a:pt x="55378" y="59648"/>
                    <a:pt x="51044" y="61238"/>
                  </a:cubicBezTo>
                  <a:cubicBezTo>
                    <a:pt x="49910" y="61429"/>
                    <a:pt x="48748" y="61429"/>
                    <a:pt x="47615" y="61238"/>
                  </a:cubicBezTo>
                  <a:cubicBezTo>
                    <a:pt x="44662" y="61238"/>
                    <a:pt x="44091" y="61715"/>
                    <a:pt x="44091" y="64763"/>
                  </a:cubicBezTo>
                  <a:cubicBezTo>
                    <a:pt x="44091" y="66001"/>
                    <a:pt x="44091" y="67239"/>
                    <a:pt x="44091" y="68477"/>
                  </a:cubicBezTo>
                  <a:cubicBezTo>
                    <a:pt x="44091" y="72192"/>
                    <a:pt x="44091" y="75907"/>
                    <a:pt x="44091" y="79622"/>
                  </a:cubicBezTo>
                  <a:cubicBezTo>
                    <a:pt x="44091" y="83336"/>
                    <a:pt x="44567" y="86194"/>
                    <a:pt x="44662" y="89147"/>
                  </a:cubicBezTo>
                  <a:cubicBezTo>
                    <a:pt x="44662" y="97148"/>
                    <a:pt x="45424" y="105244"/>
                    <a:pt x="45424" y="113245"/>
                  </a:cubicBezTo>
                  <a:cubicBezTo>
                    <a:pt x="45405" y="115836"/>
                    <a:pt x="44852" y="118398"/>
                    <a:pt x="43805" y="120770"/>
                  </a:cubicBezTo>
                  <a:cubicBezTo>
                    <a:pt x="43224" y="122846"/>
                    <a:pt x="41062" y="124056"/>
                    <a:pt x="38985" y="123475"/>
                  </a:cubicBezTo>
                  <a:cubicBezTo>
                    <a:pt x="38071" y="123208"/>
                    <a:pt x="37271" y="122627"/>
                    <a:pt x="36756" y="121817"/>
                  </a:cubicBezTo>
                  <a:cubicBezTo>
                    <a:pt x="32175" y="116969"/>
                    <a:pt x="29946" y="110359"/>
                    <a:pt x="30660" y="103720"/>
                  </a:cubicBezTo>
                  <a:cubicBezTo>
                    <a:pt x="30660" y="99338"/>
                    <a:pt x="31803" y="94957"/>
                    <a:pt x="32375" y="90575"/>
                  </a:cubicBezTo>
                  <a:cubicBezTo>
                    <a:pt x="32375" y="89242"/>
                    <a:pt x="32375" y="87908"/>
                    <a:pt x="32946" y="86575"/>
                  </a:cubicBezTo>
                  <a:cubicBezTo>
                    <a:pt x="32946" y="75716"/>
                    <a:pt x="33518" y="64858"/>
                    <a:pt x="33708" y="53999"/>
                  </a:cubicBezTo>
                  <a:cubicBezTo>
                    <a:pt x="33708" y="52856"/>
                    <a:pt x="34280" y="51142"/>
                    <a:pt x="32756" y="50761"/>
                  </a:cubicBezTo>
                  <a:cubicBezTo>
                    <a:pt x="31232" y="50380"/>
                    <a:pt x="30660" y="51618"/>
                    <a:pt x="29993" y="52380"/>
                  </a:cubicBezTo>
                  <a:cubicBezTo>
                    <a:pt x="25612" y="57524"/>
                    <a:pt x="21326" y="62762"/>
                    <a:pt x="17039" y="68001"/>
                  </a:cubicBezTo>
                  <a:cubicBezTo>
                    <a:pt x="14754" y="70859"/>
                    <a:pt x="12944" y="71525"/>
                    <a:pt x="9801" y="69620"/>
                  </a:cubicBezTo>
                  <a:cubicBezTo>
                    <a:pt x="6657" y="67715"/>
                    <a:pt x="4847" y="66096"/>
                    <a:pt x="2466" y="64286"/>
                  </a:cubicBezTo>
                  <a:cubicBezTo>
                    <a:pt x="475" y="62648"/>
                    <a:pt x="-410" y="60029"/>
                    <a:pt x="180" y="57524"/>
                  </a:cubicBezTo>
                  <a:lnTo>
                    <a:pt x="180" y="55809"/>
                  </a:lnTo>
                  <a:cubicBezTo>
                    <a:pt x="1990" y="49904"/>
                    <a:pt x="3800" y="43998"/>
                    <a:pt x="5705" y="37997"/>
                  </a:cubicBezTo>
                  <a:cubicBezTo>
                    <a:pt x="6076" y="36711"/>
                    <a:pt x="6657" y="35483"/>
                    <a:pt x="7419" y="34378"/>
                  </a:cubicBezTo>
                  <a:cubicBezTo>
                    <a:pt x="7972" y="33568"/>
                    <a:pt x="8829" y="33018"/>
                    <a:pt x="9801" y="32854"/>
                  </a:cubicBezTo>
                  <a:cubicBezTo>
                    <a:pt x="10848" y="32854"/>
                    <a:pt x="11420" y="33616"/>
                    <a:pt x="11801" y="34664"/>
                  </a:cubicBezTo>
                  <a:cubicBezTo>
                    <a:pt x="13515" y="39140"/>
                    <a:pt x="15325" y="43522"/>
                    <a:pt x="17135" y="47903"/>
                  </a:cubicBezTo>
                  <a:cubicBezTo>
                    <a:pt x="17706" y="49142"/>
                    <a:pt x="18563" y="50285"/>
                    <a:pt x="19326" y="51713"/>
                  </a:cubicBezTo>
                  <a:close/>
                  <a:moveTo>
                    <a:pt x="57806" y="31235"/>
                  </a:moveTo>
                  <a:lnTo>
                    <a:pt x="57806" y="31235"/>
                  </a:lnTo>
                  <a:cubicBezTo>
                    <a:pt x="56949" y="31235"/>
                    <a:pt x="56378" y="31235"/>
                    <a:pt x="56092" y="31235"/>
                  </a:cubicBezTo>
                  <a:cubicBezTo>
                    <a:pt x="52663" y="33806"/>
                    <a:pt x="49234" y="36378"/>
                    <a:pt x="45900" y="39045"/>
                  </a:cubicBezTo>
                  <a:cubicBezTo>
                    <a:pt x="45281" y="39531"/>
                    <a:pt x="44900" y="40264"/>
                    <a:pt x="44852" y="41045"/>
                  </a:cubicBezTo>
                  <a:cubicBezTo>
                    <a:pt x="44852" y="44284"/>
                    <a:pt x="44852" y="47618"/>
                    <a:pt x="44852" y="50570"/>
                  </a:cubicBezTo>
                  <a:cubicBezTo>
                    <a:pt x="44852" y="51809"/>
                    <a:pt x="45805" y="52952"/>
                    <a:pt x="47138" y="52380"/>
                  </a:cubicBezTo>
                  <a:cubicBezTo>
                    <a:pt x="50472" y="50761"/>
                    <a:pt x="53997" y="49237"/>
                    <a:pt x="55044" y="45046"/>
                  </a:cubicBezTo>
                  <a:cubicBezTo>
                    <a:pt x="56092" y="40855"/>
                    <a:pt x="56854" y="38093"/>
                    <a:pt x="57711" y="34568"/>
                  </a:cubicBezTo>
                  <a:cubicBezTo>
                    <a:pt x="57825" y="33461"/>
                    <a:pt x="57854" y="32347"/>
                    <a:pt x="57806" y="3123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0" name="任意多边形: 形状 489">
              <a:extLst>
                <a:ext uri="{FF2B5EF4-FFF2-40B4-BE49-F238E27FC236}">
                  <a16:creationId xmlns:a16="http://schemas.microsoft.com/office/drawing/2014/main" id="{C9128FA6-0F50-1B9A-CF56-D6C8A90D55B0}"/>
                </a:ext>
              </a:extLst>
            </p:cNvPr>
            <p:cNvSpPr/>
            <p:nvPr/>
          </p:nvSpPr>
          <p:spPr>
            <a:xfrm>
              <a:off x="6520444" y="6580156"/>
              <a:ext cx="103713" cy="132253"/>
            </a:xfrm>
            <a:custGeom>
              <a:avLst/>
              <a:gdLst>
                <a:gd name="connsiteX0" fmla="*/ 190 w 82054"/>
                <a:gd name="connsiteY0" fmla="*/ 104091 h 104634"/>
                <a:gd name="connsiteX1" fmla="*/ 3619 w 82054"/>
                <a:gd name="connsiteY1" fmla="*/ 102281 h 104634"/>
                <a:gd name="connsiteX2" fmla="*/ 19621 w 82054"/>
                <a:gd name="connsiteY2" fmla="*/ 94089 h 104634"/>
                <a:gd name="connsiteX3" fmla="*/ 35909 w 82054"/>
                <a:gd name="connsiteY3" fmla="*/ 74468 h 104634"/>
                <a:gd name="connsiteX4" fmla="*/ 35909 w 82054"/>
                <a:gd name="connsiteY4" fmla="*/ 70182 h 104634"/>
                <a:gd name="connsiteX5" fmla="*/ 32766 w 82054"/>
                <a:gd name="connsiteY5" fmla="*/ 71801 h 104634"/>
                <a:gd name="connsiteX6" fmla="*/ 21336 w 82054"/>
                <a:gd name="connsiteY6" fmla="*/ 81326 h 104634"/>
                <a:gd name="connsiteX7" fmla="*/ 13049 w 82054"/>
                <a:gd name="connsiteY7" fmla="*/ 82374 h 104634"/>
                <a:gd name="connsiteX8" fmla="*/ 7144 w 82054"/>
                <a:gd name="connsiteY8" fmla="*/ 78373 h 104634"/>
                <a:gd name="connsiteX9" fmla="*/ 1619 w 82054"/>
                <a:gd name="connsiteY9" fmla="*/ 74468 h 104634"/>
                <a:gd name="connsiteX10" fmla="*/ 381 w 82054"/>
                <a:gd name="connsiteY10" fmla="*/ 71991 h 104634"/>
                <a:gd name="connsiteX11" fmla="*/ 2381 w 82054"/>
                <a:gd name="connsiteY11" fmla="*/ 70086 h 104634"/>
                <a:gd name="connsiteX12" fmla="*/ 7620 w 82054"/>
                <a:gd name="connsiteY12" fmla="*/ 68848 h 104634"/>
                <a:gd name="connsiteX13" fmla="*/ 22193 w 82054"/>
                <a:gd name="connsiteY13" fmla="*/ 63419 h 104634"/>
                <a:gd name="connsiteX14" fmla="*/ 37719 w 82054"/>
                <a:gd name="connsiteY14" fmla="*/ 53894 h 104634"/>
                <a:gd name="connsiteX15" fmla="*/ 40576 w 82054"/>
                <a:gd name="connsiteY15" fmla="*/ 49703 h 104634"/>
                <a:gd name="connsiteX16" fmla="*/ 42005 w 82054"/>
                <a:gd name="connsiteY16" fmla="*/ 12746 h 104634"/>
                <a:gd name="connsiteX17" fmla="*/ 40862 w 82054"/>
                <a:gd name="connsiteY17" fmla="*/ 5793 h 104634"/>
                <a:gd name="connsiteX18" fmla="*/ 40862 w 82054"/>
                <a:gd name="connsiteY18" fmla="*/ 2745 h 104634"/>
                <a:gd name="connsiteX19" fmla="*/ 45625 w 82054"/>
                <a:gd name="connsiteY19" fmla="*/ 840 h 104634"/>
                <a:gd name="connsiteX20" fmla="*/ 58007 w 82054"/>
                <a:gd name="connsiteY20" fmla="*/ 10365 h 104634"/>
                <a:gd name="connsiteX21" fmla="*/ 60007 w 82054"/>
                <a:gd name="connsiteY21" fmla="*/ 18651 h 104634"/>
                <a:gd name="connsiteX22" fmla="*/ 56292 w 82054"/>
                <a:gd name="connsiteY22" fmla="*/ 40368 h 104634"/>
                <a:gd name="connsiteX23" fmla="*/ 56959 w 82054"/>
                <a:gd name="connsiteY23" fmla="*/ 43607 h 104634"/>
                <a:gd name="connsiteX24" fmla="*/ 67151 w 82054"/>
                <a:gd name="connsiteY24" fmla="*/ 36273 h 104634"/>
                <a:gd name="connsiteX25" fmla="*/ 79562 w 82054"/>
                <a:gd name="connsiteY25" fmla="*/ 34596 h 104634"/>
                <a:gd name="connsiteX26" fmla="*/ 80772 w 82054"/>
                <a:gd name="connsiteY26" fmla="*/ 35701 h 104634"/>
                <a:gd name="connsiteX27" fmla="*/ 81296 w 82054"/>
                <a:gd name="connsiteY27" fmla="*/ 40521 h 104634"/>
                <a:gd name="connsiteX28" fmla="*/ 80010 w 82054"/>
                <a:gd name="connsiteY28" fmla="*/ 41511 h 104634"/>
                <a:gd name="connsiteX29" fmla="*/ 79343 w 82054"/>
                <a:gd name="connsiteY29" fmla="*/ 41511 h 104634"/>
                <a:gd name="connsiteX30" fmla="*/ 54007 w 82054"/>
                <a:gd name="connsiteY30" fmla="*/ 55704 h 104634"/>
                <a:gd name="connsiteX31" fmla="*/ 51340 w 82054"/>
                <a:gd name="connsiteY31" fmla="*/ 59895 h 104634"/>
                <a:gd name="connsiteX32" fmla="*/ 42291 w 82054"/>
                <a:gd name="connsiteY32" fmla="*/ 82850 h 104634"/>
                <a:gd name="connsiteX33" fmla="*/ 17621 w 82054"/>
                <a:gd name="connsiteY33" fmla="*/ 103614 h 104634"/>
                <a:gd name="connsiteX34" fmla="*/ 1429 w 82054"/>
                <a:gd name="connsiteY34" fmla="*/ 104281 h 104634"/>
                <a:gd name="connsiteX35" fmla="*/ 0 w 82054"/>
                <a:gd name="connsiteY35" fmla="*/ 103614 h 10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2054" h="104634">
                  <a:moveTo>
                    <a:pt x="190" y="104091"/>
                  </a:moveTo>
                  <a:lnTo>
                    <a:pt x="3619" y="102281"/>
                  </a:lnTo>
                  <a:cubicBezTo>
                    <a:pt x="9239" y="100147"/>
                    <a:pt x="14602" y="97404"/>
                    <a:pt x="19621" y="94089"/>
                  </a:cubicBezTo>
                  <a:cubicBezTo>
                    <a:pt x="26651" y="89060"/>
                    <a:pt x="32261" y="82297"/>
                    <a:pt x="35909" y="74468"/>
                  </a:cubicBezTo>
                  <a:cubicBezTo>
                    <a:pt x="36061" y="73039"/>
                    <a:pt x="36061" y="71610"/>
                    <a:pt x="35909" y="70182"/>
                  </a:cubicBezTo>
                  <a:cubicBezTo>
                    <a:pt x="34814" y="70620"/>
                    <a:pt x="33756" y="71163"/>
                    <a:pt x="32766" y="71801"/>
                  </a:cubicBezTo>
                  <a:cubicBezTo>
                    <a:pt x="28861" y="74944"/>
                    <a:pt x="25051" y="78183"/>
                    <a:pt x="21336" y="81326"/>
                  </a:cubicBezTo>
                  <a:cubicBezTo>
                    <a:pt x="19307" y="83860"/>
                    <a:pt x="15640" y="84317"/>
                    <a:pt x="13049" y="82374"/>
                  </a:cubicBezTo>
                  <a:cubicBezTo>
                    <a:pt x="11049" y="81231"/>
                    <a:pt x="9144" y="79802"/>
                    <a:pt x="7144" y="78373"/>
                  </a:cubicBezTo>
                  <a:cubicBezTo>
                    <a:pt x="5210" y="77211"/>
                    <a:pt x="3362" y="75906"/>
                    <a:pt x="1619" y="74468"/>
                  </a:cubicBezTo>
                  <a:cubicBezTo>
                    <a:pt x="952" y="73896"/>
                    <a:pt x="190" y="72753"/>
                    <a:pt x="381" y="71991"/>
                  </a:cubicBezTo>
                  <a:cubicBezTo>
                    <a:pt x="571" y="71229"/>
                    <a:pt x="1524" y="70372"/>
                    <a:pt x="2381" y="70086"/>
                  </a:cubicBezTo>
                  <a:cubicBezTo>
                    <a:pt x="4076" y="69486"/>
                    <a:pt x="5829" y="69067"/>
                    <a:pt x="7620" y="68848"/>
                  </a:cubicBezTo>
                  <a:cubicBezTo>
                    <a:pt x="12811" y="68105"/>
                    <a:pt x="17783" y="66248"/>
                    <a:pt x="22193" y="63419"/>
                  </a:cubicBezTo>
                  <a:cubicBezTo>
                    <a:pt x="27337" y="60466"/>
                    <a:pt x="32480" y="57323"/>
                    <a:pt x="37719" y="53894"/>
                  </a:cubicBezTo>
                  <a:cubicBezTo>
                    <a:pt x="39291" y="53046"/>
                    <a:pt x="40357" y="51484"/>
                    <a:pt x="40576" y="49703"/>
                  </a:cubicBezTo>
                  <a:cubicBezTo>
                    <a:pt x="42481" y="37482"/>
                    <a:pt x="42958" y="25079"/>
                    <a:pt x="42005" y="12746"/>
                  </a:cubicBezTo>
                  <a:cubicBezTo>
                    <a:pt x="42005" y="10460"/>
                    <a:pt x="41148" y="8079"/>
                    <a:pt x="40862" y="5793"/>
                  </a:cubicBezTo>
                  <a:cubicBezTo>
                    <a:pt x="40719" y="4781"/>
                    <a:pt x="40719" y="3756"/>
                    <a:pt x="40862" y="2745"/>
                  </a:cubicBezTo>
                  <a:cubicBezTo>
                    <a:pt x="41338" y="173"/>
                    <a:pt x="43529" y="-875"/>
                    <a:pt x="45625" y="840"/>
                  </a:cubicBezTo>
                  <a:cubicBezTo>
                    <a:pt x="49816" y="4078"/>
                    <a:pt x="54007" y="7412"/>
                    <a:pt x="58007" y="10365"/>
                  </a:cubicBezTo>
                  <a:cubicBezTo>
                    <a:pt x="60427" y="12383"/>
                    <a:pt x="61246" y="15750"/>
                    <a:pt x="60007" y="18651"/>
                  </a:cubicBezTo>
                  <a:cubicBezTo>
                    <a:pt x="57921" y="25719"/>
                    <a:pt x="56674" y="33006"/>
                    <a:pt x="56292" y="40368"/>
                  </a:cubicBezTo>
                  <a:cubicBezTo>
                    <a:pt x="56340" y="41473"/>
                    <a:pt x="56559" y="42569"/>
                    <a:pt x="56959" y="43607"/>
                  </a:cubicBezTo>
                  <a:cubicBezTo>
                    <a:pt x="60760" y="41778"/>
                    <a:pt x="64208" y="39302"/>
                    <a:pt x="67151" y="36273"/>
                  </a:cubicBezTo>
                  <a:cubicBezTo>
                    <a:pt x="70113" y="32377"/>
                    <a:pt x="75676" y="31628"/>
                    <a:pt x="79562" y="34596"/>
                  </a:cubicBezTo>
                  <a:cubicBezTo>
                    <a:pt x="80000" y="34920"/>
                    <a:pt x="80400" y="35292"/>
                    <a:pt x="80772" y="35701"/>
                  </a:cubicBezTo>
                  <a:cubicBezTo>
                    <a:pt x="82248" y="36892"/>
                    <a:pt x="82486" y="39044"/>
                    <a:pt x="81296" y="40521"/>
                  </a:cubicBezTo>
                  <a:cubicBezTo>
                    <a:pt x="80953" y="40949"/>
                    <a:pt x="80515" y="41292"/>
                    <a:pt x="80010" y="41511"/>
                  </a:cubicBezTo>
                  <a:lnTo>
                    <a:pt x="79343" y="41511"/>
                  </a:lnTo>
                  <a:cubicBezTo>
                    <a:pt x="70380" y="45255"/>
                    <a:pt x="61884" y="50017"/>
                    <a:pt x="54007" y="55704"/>
                  </a:cubicBezTo>
                  <a:cubicBezTo>
                    <a:pt x="52578" y="56675"/>
                    <a:pt x="51616" y="58190"/>
                    <a:pt x="51340" y="59895"/>
                  </a:cubicBezTo>
                  <a:cubicBezTo>
                    <a:pt x="49149" y="67848"/>
                    <a:pt x="46110" y="75544"/>
                    <a:pt x="42291" y="82850"/>
                  </a:cubicBezTo>
                  <a:cubicBezTo>
                    <a:pt x="37547" y="93080"/>
                    <a:pt x="28508" y="100681"/>
                    <a:pt x="17621" y="103614"/>
                  </a:cubicBezTo>
                  <a:cubicBezTo>
                    <a:pt x="12297" y="104691"/>
                    <a:pt x="6829" y="104919"/>
                    <a:pt x="1429" y="104281"/>
                  </a:cubicBezTo>
                  <a:cubicBezTo>
                    <a:pt x="914" y="104157"/>
                    <a:pt x="428" y="103929"/>
                    <a:pt x="0" y="103614"/>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1" name="任意多边形: 形状 490">
              <a:extLst>
                <a:ext uri="{FF2B5EF4-FFF2-40B4-BE49-F238E27FC236}">
                  <a16:creationId xmlns:a16="http://schemas.microsoft.com/office/drawing/2014/main" id="{8F4252A3-199B-85A3-E788-4F9614CD8ED6}"/>
                </a:ext>
              </a:extLst>
            </p:cNvPr>
            <p:cNvSpPr/>
            <p:nvPr/>
          </p:nvSpPr>
          <p:spPr>
            <a:xfrm>
              <a:off x="6246503" y="6575602"/>
              <a:ext cx="63659" cy="155953"/>
            </a:xfrm>
            <a:custGeom>
              <a:avLst/>
              <a:gdLst>
                <a:gd name="connsiteX0" fmla="*/ 36518 w 50365"/>
                <a:gd name="connsiteY0" fmla="*/ 46829 h 123384"/>
                <a:gd name="connsiteX1" fmla="*/ 43662 w 50365"/>
                <a:gd name="connsiteY1" fmla="*/ 31113 h 123384"/>
                <a:gd name="connsiteX2" fmla="*/ 45376 w 50365"/>
                <a:gd name="connsiteY2" fmla="*/ 32827 h 123384"/>
                <a:gd name="connsiteX3" fmla="*/ 47567 w 50365"/>
                <a:gd name="connsiteY3" fmla="*/ 39400 h 123384"/>
                <a:gd name="connsiteX4" fmla="*/ 49186 w 50365"/>
                <a:gd name="connsiteY4" fmla="*/ 41971 h 123384"/>
                <a:gd name="connsiteX5" fmla="*/ 48043 w 50365"/>
                <a:gd name="connsiteY5" fmla="*/ 49115 h 123384"/>
                <a:gd name="connsiteX6" fmla="*/ 38518 w 50365"/>
                <a:gd name="connsiteY6" fmla="*/ 57878 h 123384"/>
                <a:gd name="connsiteX7" fmla="*/ 35756 w 50365"/>
                <a:gd name="connsiteY7" fmla="*/ 63022 h 123384"/>
                <a:gd name="connsiteX8" fmla="*/ 35756 w 50365"/>
                <a:gd name="connsiteY8" fmla="*/ 89882 h 123384"/>
                <a:gd name="connsiteX9" fmla="*/ 35756 w 50365"/>
                <a:gd name="connsiteY9" fmla="*/ 96931 h 123384"/>
                <a:gd name="connsiteX10" fmla="*/ 33661 w 50365"/>
                <a:gd name="connsiteY10" fmla="*/ 115981 h 123384"/>
                <a:gd name="connsiteX11" fmla="*/ 29946 w 50365"/>
                <a:gd name="connsiteY11" fmla="*/ 122362 h 123384"/>
                <a:gd name="connsiteX12" fmla="*/ 26136 w 50365"/>
                <a:gd name="connsiteY12" fmla="*/ 123124 h 123384"/>
                <a:gd name="connsiteX13" fmla="*/ 24517 w 50365"/>
                <a:gd name="connsiteY13" fmla="*/ 120076 h 123384"/>
                <a:gd name="connsiteX14" fmla="*/ 24517 w 50365"/>
                <a:gd name="connsiteY14" fmla="*/ 110551 h 123384"/>
                <a:gd name="connsiteX15" fmla="*/ 24517 w 50365"/>
                <a:gd name="connsiteY15" fmla="*/ 72451 h 123384"/>
                <a:gd name="connsiteX16" fmla="*/ 24517 w 50365"/>
                <a:gd name="connsiteY16" fmla="*/ 69308 h 123384"/>
                <a:gd name="connsiteX17" fmla="*/ 22421 w 50365"/>
                <a:gd name="connsiteY17" fmla="*/ 70451 h 123384"/>
                <a:gd name="connsiteX18" fmla="*/ 15849 w 50365"/>
                <a:gd name="connsiteY18" fmla="*/ 75880 h 123384"/>
                <a:gd name="connsiteX19" fmla="*/ 9467 w 50365"/>
                <a:gd name="connsiteY19" fmla="*/ 77690 h 123384"/>
                <a:gd name="connsiteX20" fmla="*/ 6324 w 50365"/>
                <a:gd name="connsiteY20" fmla="*/ 72356 h 123384"/>
                <a:gd name="connsiteX21" fmla="*/ 8610 w 50365"/>
                <a:gd name="connsiteY21" fmla="*/ 67784 h 123384"/>
                <a:gd name="connsiteX22" fmla="*/ 10039 w 50365"/>
                <a:gd name="connsiteY22" fmla="*/ 56735 h 123384"/>
                <a:gd name="connsiteX23" fmla="*/ 7848 w 50365"/>
                <a:gd name="connsiteY23" fmla="*/ 47210 h 123384"/>
                <a:gd name="connsiteX24" fmla="*/ 7848 w 50365"/>
                <a:gd name="connsiteY24" fmla="*/ 42543 h 123384"/>
                <a:gd name="connsiteX25" fmla="*/ 8800 w 50365"/>
                <a:gd name="connsiteY25" fmla="*/ 39304 h 123384"/>
                <a:gd name="connsiteX26" fmla="*/ 7372 w 50365"/>
                <a:gd name="connsiteY26" fmla="*/ 32065 h 123384"/>
                <a:gd name="connsiteX27" fmla="*/ 1180 w 50365"/>
                <a:gd name="connsiteY27" fmla="*/ 22540 h 123384"/>
                <a:gd name="connsiteX28" fmla="*/ 37 w 50365"/>
                <a:gd name="connsiteY28" fmla="*/ 18254 h 123384"/>
                <a:gd name="connsiteX29" fmla="*/ 2304 w 50365"/>
                <a:gd name="connsiteY29" fmla="*/ 15074 h 123384"/>
                <a:gd name="connsiteX30" fmla="*/ 3943 w 50365"/>
                <a:gd name="connsiteY30" fmla="*/ 15301 h 123384"/>
                <a:gd name="connsiteX31" fmla="*/ 6991 w 50365"/>
                <a:gd name="connsiteY31" fmla="*/ 16921 h 123384"/>
                <a:gd name="connsiteX32" fmla="*/ 13658 w 50365"/>
                <a:gd name="connsiteY32" fmla="*/ 23112 h 123384"/>
                <a:gd name="connsiteX33" fmla="*/ 15563 w 50365"/>
                <a:gd name="connsiteY33" fmla="*/ 31684 h 123384"/>
                <a:gd name="connsiteX34" fmla="*/ 12896 w 50365"/>
                <a:gd name="connsiteY34" fmla="*/ 39685 h 123384"/>
                <a:gd name="connsiteX35" fmla="*/ 13468 w 50365"/>
                <a:gd name="connsiteY35" fmla="*/ 46734 h 123384"/>
                <a:gd name="connsiteX36" fmla="*/ 15468 w 50365"/>
                <a:gd name="connsiteY36" fmla="*/ 49877 h 123384"/>
                <a:gd name="connsiteX37" fmla="*/ 15468 w 50365"/>
                <a:gd name="connsiteY37" fmla="*/ 61688 h 123384"/>
                <a:gd name="connsiteX38" fmla="*/ 14706 w 50365"/>
                <a:gd name="connsiteY38" fmla="*/ 63879 h 123384"/>
                <a:gd name="connsiteX39" fmla="*/ 16801 w 50365"/>
                <a:gd name="connsiteY39" fmla="*/ 63879 h 123384"/>
                <a:gd name="connsiteX40" fmla="*/ 19945 w 50365"/>
                <a:gd name="connsiteY40" fmla="*/ 61879 h 123384"/>
                <a:gd name="connsiteX41" fmla="*/ 24517 w 50365"/>
                <a:gd name="connsiteY41" fmla="*/ 53306 h 123384"/>
                <a:gd name="connsiteX42" fmla="*/ 24517 w 50365"/>
                <a:gd name="connsiteY42" fmla="*/ 24731 h 123384"/>
                <a:gd name="connsiteX43" fmla="*/ 22897 w 50365"/>
                <a:gd name="connsiteY43" fmla="*/ 10920 h 123384"/>
                <a:gd name="connsiteX44" fmla="*/ 22897 w 50365"/>
                <a:gd name="connsiteY44" fmla="*/ 3871 h 123384"/>
                <a:gd name="connsiteX45" fmla="*/ 28612 w 50365"/>
                <a:gd name="connsiteY45" fmla="*/ 442 h 123384"/>
                <a:gd name="connsiteX46" fmla="*/ 38137 w 50365"/>
                <a:gd name="connsiteY46" fmla="*/ 7015 h 123384"/>
                <a:gd name="connsiteX47" fmla="*/ 39757 w 50365"/>
                <a:gd name="connsiteY47" fmla="*/ 15206 h 123384"/>
                <a:gd name="connsiteX48" fmla="*/ 35756 w 50365"/>
                <a:gd name="connsiteY48" fmla="*/ 41305 h 123384"/>
                <a:gd name="connsiteX49" fmla="*/ 36518 w 50365"/>
                <a:gd name="connsiteY49" fmla="*/ 46829 h 12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0365" h="123384">
                  <a:moveTo>
                    <a:pt x="36518" y="46829"/>
                  </a:moveTo>
                  <a:cubicBezTo>
                    <a:pt x="40995" y="42819"/>
                    <a:pt x="43586" y="37123"/>
                    <a:pt x="43662" y="31113"/>
                  </a:cubicBezTo>
                  <a:cubicBezTo>
                    <a:pt x="45186" y="31113"/>
                    <a:pt x="45472" y="31875"/>
                    <a:pt x="45376" y="32827"/>
                  </a:cubicBezTo>
                  <a:cubicBezTo>
                    <a:pt x="45157" y="35228"/>
                    <a:pt x="45957" y="37609"/>
                    <a:pt x="47567" y="39400"/>
                  </a:cubicBezTo>
                  <a:cubicBezTo>
                    <a:pt x="48158" y="40219"/>
                    <a:pt x="48701" y="41076"/>
                    <a:pt x="49186" y="41971"/>
                  </a:cubicBezTo>
                  <a:cubicBezTo>
                    <a:pt x="50996" y="45305"/>
                    <a:pt x="50806" y="46543"/>
                    <a:pt x="48043" y="49115"/>
                  </a:cubicBezTo>
                  <a:cubicBezTo>
                    <a:pt x="45281" y="51687"/>
                    <a:pt x="41566" y="55116"/>
                    <a:pt x="38518" y="57878"/>
                  </a:cubicBezTo>
                  <a:cubicBezTo>
                    <a:pt x="36842" y="59069"/>
                    <a:pt x="35823" y="60974"/>
                    <a:pt x="35756" y="63022"/>
                  </a:cubicBezTo>
                  <a:cubicBezTo>
                    <a:pt x="35756" y="71975"/>
                    <a:pt x="35756" y="80929"/>
                    <a:pt x="35756" y="89882"/>
                  </a:cubicBezTo>
                  <a:cubicBezTo>
                    <a:pt x="35613" y="92225"/>
                    <a:pt x="35613" y="94587"/>
                    <a:pt x="35756" y="96931"/>
                  </a:cubicBezTo>
                  <a:cubicBezTo>
                    <a:pt x="36118" y="103350"/>
                    <a:pt x="35413" y="109789"/>
                    <a:pt x="33661" y="115981"/>
                  </a:cubicBezTo>
                  <a:cubicBezTo>
                    <a:pt x="32975" y="118390"/>
                    <a:pt x="31698" y="120581"/>
                    <a:pt x="29946" y="122362"/>
                  </a:cubicBezTo>
                  <a:cubicBezTo>
                    <a:pt x="28946" y="123353"/>
                    <a:pt x="27441" y="123658"/>
                    <a:pt x="26136" y="123124"/>
                  </a:cubicBezTo>
                  <a:cubicBezTo>
                    <a:pt x="24612" y="123124"/>
                    <a:pt x="24517" y="121315"/>
                    <a:pt x="24517" y="120076"/>
                  </a:cubicBezTo>
                  <a:lnTo>
                    <a:pt x="24517" y="110551"/>
                  </a:lnTo>
                  <a:cubicBezTo>
                    <a:pt x="24517" y="97978"/>
                    <a:pt x="24517" y="85405"/>
                    <a:pt x="24517" y="72451"/>
                  </a:cubicBezTo>
                  <a:cubicBezTo>
                    <a:pt x="24517" y="71499"/>
                    <a:pt x="24517" y="70642"/>
                    <a:pt x="24517" y="69308"/>
                  </a:cubicBezTo>
                  <a:cubicBezTo>
                    <a:pt x="23783" y="69622"/>
                    <a:pt x="23078" y="70003"/>
                    <a:pt x="22421" y="70451"/>
                  </a:cubicBezTo>
                  <a:lnTo>
                    <a:pt x="15849" y="75880"/>
                  </a:lnTo>
                  <a:cubicBezTo>
                    <a:pt x="14058" y="77328"/>
                    <a:pt x="11753" y="77976"/>
                    <a:pt x="9467" y="77690"/>
                  </a:cubicBezTo>
                  <a:cubicBezTo>
                    <a:pt x="6229" y="77690"/>
                    <a:pt x="4895" y="75309"/>
                    <a:pt x="6324" y="72356"/>
                  </a:cubicBezTo>
                  <a:cubicBezTo>
                    <a:pt x="6991" y="70784"/>
                    <a:pt x="7753" y="69260"/>
                    <a:pt x="8610" y="67784"/>
                  </a:cubicBezTo>
                  <a:cubicBezTo>
                    <a:pt x="10591" y="64460"/>
                    <a:pt x="11115" y="60459"/>
                    <a:pt x="10039" y="56735"/>
                  </a:cubicBezTo>
                  <a:cubicBezTo>
                    <a:pt x="9181" y="53497"/>
                    <a:pt x="8419" y="50353"/>
                    <a:pt x="7848" y="47210"/>
                  </a:cubicBezTo>
                  <a:cubicBezTo>
                    <a:pt x="7562" y="45667"/>
                    <a:pt x="7562" y="44086"/>
                    <a:pt x="7848" y="42543"/>
                  </a:cubicBezTo>
                  <a:cubicBezTo>
                    <a:pt x="8077" y="41438"/>
                    <a:pt x="8400" y="40352"/>
                    <a:pt x="8800" y="39304"/>
                  </a:cubicBezTo>
                  <a:cubicBezTo>
                    <a:pt x="9658" y="36809"/>
                    <a:pt x="9115" y="34046"/>
                    <a:pt x="7372" y="32065"/>
                  </a:cubicBezTo>
                  <a:cubicBezTo>
                    <a:pt x="5095" y="29035"/>
                    <a:pt x="3028" y="25853"/>
                    <a:pt x="1180" y="22540"/>
                  </a:cubicBezTo>
                  <a:cubicBezTo>
                    <a:pt x="466" y="21221"/>
                    <a:pt x="75" y="19753"/>
                    <a:pt x="37" y="18254"/>
                  </a:cubicBezTo>
                  <a:cubicBezTo>
                    <a:pt x="-210" y="16749"/>
                    <a:pt x="799" y="15326"/>
                    <a:pt x="2304" y="15074"/>
                  </a:cubicBezTo>
                  <a:cubicBezTo>
                    <a:pt x="2866" y="14981"/>
                    <a:pt x="3438" y="15060"/>
                    <a:pt x="3943" y="15301"/>
                  </a:cubicBezTo>
                  <a:cubicBezTo>
                    <a:pt x="5048" y="15651"/>
                    <a:pt x="6086" y="16200"/>
                    <a:pt x="6991" y="16921"/>
                  </a:cubicBezTo>
                  <a:cubicBezTo>
                    <a:pt x="9353" y="18834"/>
                    <a:pt x="11572" y="20902"/>
                    <a:pt x="13658" y="23112"/>
                  </a:cubicBezTo>
                  <a:cubicBezTo>
                    <a:pt x="15839" y="25392"/>
                    <a:pt x="16573" y="28695"/>
                    <a:pt x="15563" y="31684"/>
                  </a:cubicBezTo>
                  <a:cubicBezTo>
                    <a:pt x="14858" y="34410"/>
                    <a:pt x="13972" y="37085"/>
                    <a:pt x="12896" y="39685"/>
                  </a:cubicBezTo>
                  <a:cubicBezTo>
                    <a:pt x="11791" y="41962"/>
                    <a:pt x="12010" y="44667"/>
                    <a:pt x="13468" y="46734"/>
                  </a:cubicBezTo>
                  <a:cubicBezTo>
                    <a:pt x="14230" y="47782"/>
                    <a:pt x="14801" y="48925"/>
                    <a:pt x="15468" y="49877"/>
                  </a:cubicBezTo>
                  <a:cubicBezTo>
                    <a:pt x="18040" y="53392"/>
                    <a:pt x="18040" y="58173"/>
                    <a:pt x="15468" y="61688"/>
                  </a:cubicBezTo>
                  <a:cubicBezTo>
                    <a:pt x="15163" y="62402"/>
                    <a:pt x="14915" y="63136"/>
                    <a:pt x="14706" y="63879"/>
                  </a:cubicBezTo>
                  <a:cubicBezTo>
                    <a:pt x="15401" y="63917"/>
                    <a:pt x="16106" y="63917"/>
                    <a:pt x="16801" y="63879"/>
                  </a:cubicBezTo>
                  <a:cubicBezTo>
                    <a:pt x="17792" y="63126"/>
                    <a:pt x="18840" y="62460"/>
                    <a:pt x="19945" y="61879"/>
                  </a:cubicBezTo>
                  <a:cubicBezTo>
                    <a:pt x="23250" y="60402"/>
                    <a:pt x="25136" y="56878"/>
                    <a:pt x="24517" y="53306"/>
                  </a:cubicBezTo>
                  <a:cubicBezTo>
                    <a:pt x="24517" y="43781"/>
                    <a:pt x="24517" y="34256"/>
                    <a:pt x="24517" y="24731"/>
                  </a:cubicBezTo>
                  <a:cubicBezTo>
                    <a:pt x="24498" y="20081"/>
                    <a:pt x="23955" y="15448"/>
                    <a:pt x="22897" y="10920"/>
                  </a:cubicBezTo>
                  <a:cubicBezTo>
                    <a:pt x="22564" y="8582"/>
                    <a:pt x="22564" y="6209"/>
                    <a:pt x="22897" y="3871"/>
                  </a:cubicBezTo>
                  <a:cubicBezTo>
                    <a:pt x="22897" y="347"/>
                    <a:pt x="25183" y="-701"/>
                    <a:pt x="28612" y="442"/>
                  </a:cubicBezTo>
                  <a:cubicBezTo>
                    <a:pt x="32517" y="1323"/>
                    <a:pt x="35927" y="3678"/>
                    <a:pt x="38137" y="7015"/>
                  </a:cubicBezTo>
                  <a:cubicBezTo>
                    <a:pt x="39623" y="9469"/>
                    <a:pt x="40195" y="12370"/>
                    <a:pt x="39757" y="15206"/>
                  </a:cubicBezTo>
                  <a:cubicBezTo>
                    <a:pt x="38328" y="23874"/>
                    <a:pt x="36994" y="32542"/>
                    <a:pt x="35756" y="41305"/>
                  </a:cubicBezTo>
                  <a:cubicBezTo>
                    <a:pt x="35070" y="43162"/>
                    <a:pt x="35356" y="45229"/>
                    <a:pt x="36518" y="4682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2" name="任意多边形: 形状 491">
              <a:extLst>
                <a:ext uri="{FF2B5EF4-FFF2-40B4-BE49-F238E27FC236}">
                  <a16:creationId xmlns:a16="http://schemas.microsoft.com/office/drawing/2014/main" id="{2AD6BCF7-DC82-0755-5056-FB24BDC6C0E1}"/>
                </a:ext>
              </a:extLst>
            </p:cNvPr>
            <p:cNvSpPr/>
            <p:nvPr/>
          </p:nvSpPr>
          <p:spPr>
            <a:xfrm>
              <a:off x="6177567" y="6605697"/>
              <a:ext cx="73306" cy="86212"/>
            </a:xfrm>
            <a:custGeom>
              <a:avLst/>
              <a:gdLst>
                <a:gd name="connsiteX0" fmla="*/ 31242 w 57997"/>
                <a:gd name="connsiteY0" fmla="*/ 58547 h 68208"/>
                <a:gd name="connsiteX1" fmla="*/ 28575 w 57997"/>
                <a:gd name="connsiteY1" fmla="*/ 60643 h 68208"/>
                <a:gd name="connsiteX2" fmla="*/ 21908 w 57997"/>
                <a:gd name="connsiteY2" fmla="*/ 67024 h 68208"/>
                <a:gd name="connsiteX3" fmla="*/ 17240 w 57997"/>
                <a:gd name="connsiteY3" fmla="*/ 65596 h 68208"/>
                <a:gd name="connsiteX4" fmla="*/ 16097 w 57997"/>
                <a:gd name="connsiteY4" fmla="*/ 59595 h 68208"/>
                <a:gd name="connsiteX5" fmla="*/ 17812 w 57997"/>
                <a:gd name="connsiteY5" fmla="*/ 53213 h 68208"/>
                <a:gd name="connsiteX6" fmla="*/ 24955 w 57997"/>
                <a:gd name="connsiteY6" fmla="*/ 44164 h 68208"/>
                <a:gd name="connsiteX7" fmla="*/ 28384 w 57997"/>
                <a:gd name="connsiteY7" fmla="*/ 44164 h 68208"/>
                <a:gd name="connsiteX8" fmla="*/ 29051 w 57997"/>
                <a:gd name="connsiteY8" fmla="*/ 49117 h 68208"/>
                <a:gd name="connsiteX9" fmla="*/ 32575 w 57997"/>
                <a:gd name="connsiteY9" fmla="*/ 45593 h 68208"/>
                <a:gd name="connsiteX10" fmla="*/ 32575 w 57997"/>
                <a:gd name="connsiteY10" fmla="*/ 40545 h 68208"/>
                <a:gd name="connsiteX11" fmla="*/ 33528 w 57997"/>
                <a:gd name="connsiteY11" fmla="*/ 26353 h 68208"/>
                <a:gd name="connsiteX12" fmla="*/ 33528 w 57997"/>
                <a:gd name="connsiteY12" fmla="*/ 22257 h 68208"/>
                <a:gd name="connsiteX13" fmla="*/ 30004 w 57997"/>
                <a:gd name="connsiteY13" fmla="*/ 24924 h 68208"/>
                <a:gd name="connsiteX14" fmla="*/ 18288 w 57997"/>
                <a:gd name="connsiteY14" fmla="*/ 36259 h 68208"/>
                <a:gd name="connsiteX15" fmla="*/ 18288 w 57997"/>
                <a:gd name="connsiteY15" fmla="*/ 36259 h 68208"/>
                <a:gd name="connsiteX16" fmla="*/ 933 w 57997"/>
                <a:gd name="connsiteY16" fmla="*/ 35421 h 68208"/>
                <a:gd name="connsiteX17" fmla="*/ 0 w 57997"/>
                <a:gd name="connsiteY17" fmla="*/ 34258 h 68208"/>
                <a:gd name="connsiteX18" fmla="*/ 2858 w 57997"/>
                <a:gd name="connsiteY18" fmla="*/ 32163 h 68208"/>
                <a:gd name="connsiteX19" fmla="*/ 20860 w 57997"/>
                <a:gd name="connsiteY19" fmla="*/ 21209 h 68208"/>
                <a:gd name="connsiteX20" fmla="*/ 32671 w 57997"/>
                <a:gd name="connsiteY20" fmla="*/ 11684 h 68208"/>
                <a:gd name="connsiteX21" fmla="*/ 36576 w 57997"/>
                <a:gd name="connsiteY21" fmla="*/ 5398 h 68208"/>
                <a:gd name="connsiteX22" fmla="*/ 46101 w 57997"/>
                <a:gd name="connsiteY22" fmla="*/ 2445 h 68208"/>
                <a:gd name="connsiteX23" fmla="*/ 51721 w 57997"/>
                <a:gd name="connsiteY23" fmla="*/ 9208 h 68208"/>
                <a:gd name="connsiteX24" fmla="*/ 51245 w 57997"/>
                <a:gd name="connsiteY24" fmla="*/ 13018 h 68208"/>
                <a:gd name="connsiteX25" fmla="*/ 46958 w 57997"/>
                <a:gd name="connsiteY25" fmla="*/ 21019 h 68208"/>
                <a:gd name="connsiteX26" fmla="*/ 43815 w 57997"/>
                <a:gd name="connsiteY26" fmla="*/ 32449 h 68208"/>
                <a:gd name="connsiteX27" fmla="*/ 43815 w 57997"/>
                <a:gd name="connsiteY27" fmla="*/ 35211 h 68208"/>
                <a:gd name="connsiteX28" fmla="*/ 57055 w 57997"/>
                <a:gd name="connsiteY28" fmla="*/ 21971 h 68208"/>
                <a:gd name="connsiteX29" fmla="*/ 57055 w 57997"/>
                <a:gd name="connsiteY29" fmla="*/ 26543 h 68208"/>
                <a:gd name="connsiteX30" fmla="*/ 49721 w 57997"/>
                <a:gd name="connsiteY30" fmla="*/ 37973 h 68208"/>
                <a:gd name="connsiteX31" fmla="*/ 45529 w 57997"/>
                <a:gd name="connsiteY31" fmla="*/ 43307 h 68208"/>
                <a:gd name="connsiteX32" fmla="*/ 42386 w 57997"/>
                <a:gd name="connsiteY32" fmla="*/ 54356 h 68208"/>
                <a:gd name="connsiteX33" fmla="*/ 42958 w 57997"/>
                <a:gd name="connsiteY33" fmla="*/ 63881 h 68208"/>
                <a:gd name="connsiteX34" fmla="*/ 36767 w 57997"/>
                <a:gd name="connsiteY34" fmla="*/ 67120 h 68208"/>
                <a:gd name="connsiteX35" fmla="*/ 32385 w 57997"/>
                <a:gd name="connsiteY35" fmla="*/ 61214 h 68208"/>
                <a:gd name="connsiteX36" fmla="*/ 32385 w 57997"/>
                <a:gd name="connsiteY36" fmla="*/ 58452 h 68208"/>
                <a:gd name="connsiteX37" fmla="*/ 31242 w 57997"/>
                <a:gd name="connsiteY37" fmla="*/ 58547 h 6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7997" h="68208">
                  <a:moveTo>
                    <a:pt x="31242" y="58547"/>
                  </a:moveTo>
                  <a:lnTo>
                    <a:pt x="28575" y="60643"/>
                  </a:lnTo>
                  <a:cubicBezTo>
                    <a:pt x="26289" y="62738"/>
                    <a:pt x="24193" y="65024"/>
                    <a:pt x="21908" y="67024"/>
                  </a:cubicBezTo>
                  <a:cubicBezTo>
                    <a:pt x="19621" y="69025"/>
                    <a:pt x="18002" y="68453"/>
                    <a:pt x="17240" y="65596"/>
                  </a:cubicBezTo>
                  <a:cubicBezTo>
                    <a:pt x="16726" y="63624"/>
                    <a:pt x="16335" y="61624"/>
                    <a:pt x="16097" y="59595"/>
                  </a:cubicBezTo>
                  <a:cubicBezTo>
                    <a:pt x="15745" y="57318"/>
                    <a:pt x="16373" y="55004"/>
                    <a:pt x="17812" y="53213"/>
                  </a:cubicBezTo>
                  <a:cubicBezTo>
                    <a:pt x="20193" y="50260"/>
                    <a:pt x="22479" y="47117"/>
                    <a:pt x="24955" y="44164"/>
                  </a:cubicBezTo>
                  <a:cubicBezTo>
                    <a:pt x="27432" y="41212"/>
                    <a:pt x="27718" y="42259"/>
                    <a:pt x="28384" y="44164"/>
                  </a:cubicBezTo>
                  <a:cubicBezTo>
                    <a:pt x="28756" y="45793"/>
                    <a:pt x="28985" y="47451"/>
                    <a:pt x="29051" y="49117"/>
                  </a:cubicBezTo>
                  <a:cubicBezTo>
                    <a:pt x="30671" y="49117"/>
                    <a:pt x="32290" y="48070"/>
                    <a:pt x="32575" y="45593"/>
                  </a:cubicBezTo>
                  <a:cubicBezTo>
                    <a:pt x="32861" y="43117"/>
                    <a:pt x="32575" y="42164"/>
                    <a:pt x="32575" y="40545"/>
                  </a:cubicBezTo>
                  <a:cubicBezTo>
                    <a:pt x="32575" y="35782"/>
                    <a:pt x="33242" y="31020"/>
                    <a:pt x="33528" y="26353"/>
                  </a:cubicBezTo>
                  <a:cubicBezTo>
                    <a:pt x="33528" y="25305"/>
                    <a:pt x="33528" y="24257"/>
                    <a:pt x="33528" y="22257"/>
                  </a:cubicBezTo>
                  <a:cubicBezTo>
                    <a:pt x="32309" y="23086"/>
                    <a:pt x="31128" y="23971"/>
                    <a:pt x="30004" y="24924"/>
                  </a:cubicBezTo>
                  <a:lnTo>
                    <a:pt x="18288" y="36259"/>
                  </a:lnTo>
                  <a:lnTo>
                    <a:pt x="18288" y="36259"/>
                  </a:lnTo>
                  <a:cubicBezTo>
                    <a:pt x="13259" y="40821"/>
                    <a:pt x="5496" y="40440"/>
                    <a:pt x="933" y="35421"/>
                  </a:cubicBezTo>
                  <a:cubicBezTo>
                    <a:pt x="600" y="35049"/>
                    <a:pt x="286" y="34668"/>
                    <a:pt x="0" y="34258"/>
                  </a:cubicBezTo>
                  <a:lnTo>
                    <a:pt x="2858" y="32163"/>
                  </a:lnTo>
                  <a:cubicBezTo>
                    <a:pt x="8858" y="28543"/>
                    <a:pt x="14954" y="25019"/>
                    <a:pt x="20860" y="21209"/>
                  </a:cubicBezTo>
                  <a:cubicBezTo>
                    <a:pt x="24955" y="18447"/>
                    <a:pt x="28766" y="15208"/>
                    <a:pt x="32671" y="11684"/>
                  </a:cubicBezTo>
                  <a:cubicBezTo>
                    <a:pt x="34585" y="10035"/>
                    <a:pt x="35947" y="7842"/>
                    <a:pt x="36576" y="5398"/>
                  </a:cubicBezTo>
                  <a:cubicBezTo>
                    <a:pt x="38481" y="-698"/>
                    <a:pt x="40767" y="-1556"/>
                    <a:pt x="46101" y="2445"/>
                  </a:cubicBezTo>
                  <a:cubicBezTo>
                    <a:pt x="48273" y="4432"/>
                    <a:pt x="50168" y="6707"/>
                    <a:pt x="51721" y="9208"/>
                  </a:cubicBezTo>
                  <a:cubicBezTo>
                    <a:pt x="52578" y="10446"/>
                    <a:pt x="51721" y="11779"/>
                    <a:pt x="51245" y="13018"/>
                  </a:cubicBezTo>
                  <a:cubicBezTo>
                    <a:pt x="49597" y="15561"/>
                    <a:pt x="48158" y="18237"/>
                    <a:pt x="46958" y="21019"/>
                  </a:cubicBezTo>
                  <a:cubicBezTo>
                    <a:pt x="45625" y="24733"/>
                    <a:pt x="44767" y="28639"/>
                    <a:pt x="43815" y="32449"/>
                  </a:cubicBezTo>
                  <a:cubicBezTo>
                    <a:pt x="43701" y="33363"/>
                    <a:pt x="43701" y="34297"/>
                    <a:pt x="43815" y="35211"/>
                  </a:cubicBezTo>
                  <a:cubicBezTo>
                    <a:pt x="48759" y="31363"/>
                    <a:pt x="53207" y="26915"/>
                    <a:pt x="57055" y="21971"/>
                  </a:cubicBezTo>
                  <a:cubicBezTo>
                    <a:pt x="58312" y="23238"/>
                    <a:pt x="58312" y="25276"/>
                    <a:pt x="57055" y="26543"/>
                  </a:cubicBezTo>
                  <a:cubicBezTo>
                    <a:pt x="54674" y="30353"/>
                    <a:pt x="52197" y="34163"/>
                    <a:pt x="49721" y="37973"/>
                  </a:cubicBezTo>
                  <a:cubicBezTo>
                    <a:pt x="48435" y="39831"/>
                    <a:pt x="47034" y="41612"/>
                    <a:pt x="45529" y="43307"/>
                  </a:cubicBezTo>
                  <a:cubicBezTo>
                    <a:pt x="42882" y="46336"/>
                    <a:pt x="41729" y="50384"/>
                    <a:pt x="42386" y="54356"/>
                  </a:cubicBezTo>
                  <a:cubicBezTo>
                    <a:pt x="42386" y="57528"/>
                    <a:pt x="42577" y="60709"/>
                    <a:pt x="42958" y="63881"/>
                  </a:cubicBezTo>
                  <a:cubicBezTo>
                    <a:pt x="42958" y="66262"/>
                    <a:pt x="39433" y="68167"/>
                    <a:pt x="36767" y="67120"/>
                  </a:cubicBezTo>
                  <a:cubicBezTo>
                    <a:pt x="34100" y="66072"/>
                    <a:pt x="32575" y="64929"/>
                    <a:pt x="32385" y="61214"/>
                  </a:cubicBezTo>
                  <a:cubicBezTo>
                    <a:pt x="32433" y="60290"/>
                    <a:pt x="32433" y="59376"/>
                    <a:pt x="32385" y="58452"/>
                  </a:cubicBezTo>
                  <a:cubicBezTo>
                    <a:pt x="32385" y="58452"/>
                    <a:pt x="32004" y="59404"/>
                    <a:pt x="31242" y="5854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3" name="任意多边形: 形状 492">
              <a:extLst>
                <a:ext uri="{FF2B5EF4-FFF2-40B4-BE49-F238E27FC236}">
                  <a16:creationId xmlns:a16="http://schemas.microsoft.com/office/drawing/2014/main" id="{0A44CE49-AF68-9939-9503-1AF4CE7516E0}"/>
                </a:ext>
              </a:extLst>
            </p:cNvPr>
            <p:cNvSpPr/>
            <p:nvPr/>
          </p:nvSpPr>
          <p:spPr>
            <a:xfrm>
              <a:off x="6589364" y="6659720"/>
              <a:ext cx="58453" cy="49641"/>
            </a:xfrm>
            <a:custGeom>
              <a:avLst/>
              <a:gdLst>
                <a:gd name="connsiteX0" fmla="*/ 46247 w 46246"/>
                <a:gd name="connsiteY0" fmla="*/ 28379 h 39274"/>
                <a:gd name="connsiteX1" fmla="*/ 40722 w 46246"/>
                <a:gd name="connsiteY1" fmla="*/ 31904 h 39274"/>
                <a:gd name="connsiteX2" fmla="*/ 23768 w 46246"/>
                <a:gd name="connsiteY2" fmla="*/ 38666 h 39274"/>
                <a:gd name="connsiteX3" fmla="*/ 14243 w 46246"/>
                <a:gd name="connsiteY3" fmla="*/ 34952 h 39274"/>
                <a:gd name="connsiteX4" fmla="*/ 431 w 46246"/>
                <a:gd name="connsiteY4" fmla="*/ 3995 h 39274"/>
                <a:gd name="connsiteX5" fmla="*/ 1193 w 46246"/>
                <a:gd name="connsiteY5" fmla="*/ 471 h 39274"/>
                <a:gd name="connsiteX6" fmla="*/ 4775 w 46246"/>
                <a:gd name="connsiteY6" fmla="*/ 1090 h 39274"/>
                <a:gd name="connsiteX7" fmla="*/ 4813 w 46246"/>
                <a:gd name="connsiteY7" fmla="*/ 1138 h 39274"/>
                <a:gd name="connsiteX8" fmla="*/ 7480 w 46246"/>
                <a:gd name="connsiteY8" fmla="*/ 4662 h 39274"/>
                <a:gd name="connsiteX9" fmla="*/ 21101 w 46246"/>
                <a:gd name="connsiteY9" fmla="*/ 19616 h 39274"/>
                <a:gd name="connsiteX10" fmla="*/ 39293 w 46246"/>
                <a:gd name="connsiteY10" fmla="*/ 26189 h 39274"/>
                <a:gd name="connsiteX11" fmla="*/ 46247 w 46246"/>
                <a:gd name="connsiteY11" fmla="*/ 28379 h 3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46" h="39274">
                  <a:moveTo>
                    <a:pt x="46247" y="28379"/>
                  </a:moveTo>
                  <a:cubicBezTo>
                    <a:pt x="44846" y="30132"/>
                    <a:pt x="42903" y="31380"/>
                    <a:pt x="40722" y="31904"/>
                  </a:cubicBezTo>
                  <a:lnTo>
                    <a:pt x="23768" y="38666"/>
                  </a:lnTo>
                  <a:cubicBezTo>
                    <a:pt x="20110" y="40266"/>
                    <a:pt x="15852" y="38600"/>
                    <a:pt x="14243" y="34952"/>
                  </a:cubicBezTo>
                  <a:cubicBezTo>
                    <a:pt x="9575" y="24665"/>
                    <a:pt x="4718" y="14378"/>
                    <a:pt x="431" y="3995"/>
                  </a:cubicBezTo>
                  <a:cubicBezTo>
                    <a:pt x="-235" y="2567"/>
                    <a:pt x="-235" y="1328"/>
                    <a:pt x="1193" y="471"/>
                  </a:cubicBezTo>
                  <a:cubicBezTo>
                    <a:pt x="2355" y="-348"/>
                    <a:pt x="3956" y="-72"/>
                    <a:pt x="4775" y="1090"/>
                  </a:cubicBezTo>
                  <a:cubicBezTo>
                    <a:pt x="4794" y="1100"/>
                    <a:pt x="4803" y="1119"/>
                    <a:pt x="4813" y="1138"/>
                  </a:cubicBezTo>
                  <a:cubicBezTo>
                    <a:pt x="5765" y="2281"/>
                    <a:pt x="6623" y="3424"/>
                    <a:pt x="7480" y="4662"/>
                  </a:cubicBezTo>
                  <a:cubicBezTo>
                    <a:pt x="11081" y="10425"/>
                    <a:pt x="15700" y="15492"/>
                    <a:pt x="21101" y="19616"/>
                  </a:cubicBezTo>
                  <a:cubicBezTo>
                    <a:pt x="26378" y="23560"/>
                    <a:pt x="32712" y="25846"/>
                    <a:pt x="39293" y="26189"/>
                  </a:cubicBezTo>
                  <a:cubicBezTo>
                    <a:pt x="41770" y="26189"/>
                    <a:pt x="44342" y="26189"/>
                    <a:pt x="46247" y="2837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4" name="任意多边形: 形状 493">
              <a:extLst>
                <a:ext uri="{FF2B5EF4-FFF2-40B4-BE49-F238E27FC236}">
                  <a16:creationId xmlns:a16="http://schemas.microsoft.com/office/drawing/2014/main" id="{D92EE253-0963-574E-23A2-55AE1AD40E31}"/>
                </a:ext>
              </a:extLst>
            </p:cNvPr>
            <p:cNvSpPr/>
            <p:nvPr/>
          </p:nvSpPr>
          <p:spPr>
            <a:xfrm>
              <a:off x="6195866" y="6569616"/>
              <a:ext cx="52308" cy="39773"/>
            </a:xfrm>
            <a:custGeom>
              <a:avLst/>
              <a:gdLst>
                <a:gd name="connsiteX0" fmla="*/ 0 w 41384"/>
                <a:gd name="connsiteY0" fmla="*/ 31467 h 31467"/>
                <a:gd name="connsiteX1" fmla="*/ 29623 w 41384"/>
                <a:gd name="connsiteY1" fmla="*/ 5750 h 31467"/>
                <a:gd name="connsiteX2" fmla="*/ 32956 w 41384"/>
                <a:gd name="connsiteY2" fmla="*/ 1749 h 31467"/>
                <a:gd name="connsiteX3" fmla="*/ 35547 w 41384"/>
                <a:gd name="connsiteY3" fmla="*/ 45 h 31467"/>
                <a:gd name="connsiteX4" fmla="*/ 36385 w 41384"/>
                <a:gd name="connsiteY4" fmla="*/ 416 h 31467"/>
                <a:gd name="connsiteX5" fmla="*/ 39624 w 41384"/>
                <a:gd name="connsiteY5" fmla="*/ 16037 h 31467"/>
                <a:gd name="connsiteX6" fmla="*/ 35814 w 41384"/>
                <a:gd name="connsiteY6" fmla="*/ 18609 h 31467"/>
                <a:gd name="connsiteX7" fmla="*/ 35147 w 41384"/>
                <a:gd name="connsiteY7" fmla="*/ 18609 h 31467"/>
                <a:gd name="connsiteX8" fmla="*/ 9144 w 41384"/>
                <a:gd name="connsiteY8" fmla="*/ 28800 h 31467"/>
                <a:gd name="connsiteX9" fmla="*/ 0 w 41384"/>
                <a:gd name="connsiteY9" fmla="*/ 31467 h 3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384" h="31467">
                  <a:moveTo>
                    <a:pt x="0" y="31467"/>
                  </a:moveTo>
                  <a:cubicBezTo>
                    <a:pt x="8687" y="21617"/>
                    <a:pt x="18650" y="12967"/>
                    <a:pt x="29623" y="5750"/>
                  </a:cubicBezTo>
                  <a:cubicBezTo>
                    <a:pt x="31290" y="5005"/>
                    <a:pt x="32528" y="3528"/>
                    <a:pt x="32956" y="1749"/>
                  </a:cubicBezTo>
                  <a:cubicBezTo>
                    <a:pt x="33204" y="564"/>
                    <a:pt x="34357" y="-198"/>
                    <a:pt x="35547" y="45"/>
                  </a:cubicBezTo>
                  <a:cubicBezTo>
                    <a:pt x="35852" y="108"/>
                    <a:pt x="36138" y="234"/>
                    <a:pt x="36385" y="416"/>
                  </a:cubicBezTo>
                  <a:cubicBezTo>
                    <a:pt x="41481" y="3913"/>
                    <a:pt x="42901" y="10804"/>
                    <a:pt x="39624" y="16037"/>
                  </a:cubicBezTo>
                  <a:cubicBezTo>
                    <a:pt x="38776" y="17398"/>
                    <a:pt x="37395" y="18333"/>
                    <a:pt x="35814" y="18609"/>
                  </a:cubicBezTo>
                  <a:lnTo>
                    <a:pt x="35147" y="18609"/>
                  </a:lnTo>
                  <a:cubicBezTo>
                    <a:pt x="25860" y="20132"/>
                    <a:pt x="16993" y="23605"/>
                    <a:pt x="9144" y="28800"/>
                  </a:cubicBezTo>
                  <a:cubicBezTo>
                    <a:pt x="6229" y="30102"/>
                    <a:pt x="3153" y="31000"/>
                    <a:pt x="0" y="3146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95" name="任意多边形: 形状 494">
              <a:extLst>
                <a:ext uri="{FF2B5EF4-FFF2-40B4-BE49-F238E27FC236}">
                  <a16:creationId xmlns:a16="http://schemas.microsoft.com/office/drawing/2014/main" id="{F2FF1130-4B10-E278-F34F-AF7D2086BCCF}"/>
                </a:ext>
              </a:extLst>
            </p:cNvPr>
            <p:cNvSpPr/>
            <p:nvPr/>
          </p:nvSpPr>
          <p:spPr>
            <a:xfrm>
              <a:off x="5905961" y="6768048"/>
              <a:ext cx="918112" cy="33389"/>
            </a:xfrm>
            <a:custGeom>
              <a:avLst/>
              <a:gdLst>
                <a:gd name="connsiteX0" fmla="*/ 0 w 726376"/>
                <a:gd name="connsiteY0" fmla="*/ 25351 h 26416"/>
                <a:gd name="connsiteX1" fmla="*/ 0 w 726376"/>
                <a:gd name="connsiteY1" fmla="*/ 1634 h 26416"/>
                <a:gd name="connsiteX2" fmla="*/ 3334 w 726376"/>
                <a:gd name="connsiteY2" fmla="*/ 1634 h 26416"/>
                <a:gd name="connsiteX3" fmla="*/ 3334 w 726376"/>
                <a:gd name="connsiteY3" fmla="*/ 11159 h 26416"/>
                <a:gd name="connsiteX4" fmla="*/ 12001 w 726376"/>
                <a:gd name="connsiteY4" fmla="*/ 11159 h 26416"/>
                <a:gd name="connsiteX5" fmla="*/ 12001 w 726376"/>
                <a:gd name="connsiteY5" fmla="*/ 1634 h 26416"/>
                <a:gd name="connsiteX6" fmla="*/ 15430 w 726376"/>
                <a:gd name="connsiteY6" fmla="*/ 1634 h 26416"/>
                <a:gd name="connsiteX7" fmla="*/ 15430 w 726376"/>
                <a:gd name="connsiteY7" fmla="*/ 25351 h 26416"/>
                <a:gd name="connsiteX8" fmla="*/ 12001 w 726376"/>
                <a:gd name="connsiteY8" fmla="*/ 25351 h 26416"/>
                <a:gd name="connsiteX9" fmla="*/ 12001 w 726376"/>
                <a:gd name="connsiteY9" fmla="*/ 14493 h 26416"/>
                <a:gd name="connsiteX10" fmla="*/ 3334 w 726376"/>
                <a:gd name="connsiteY10" fmla="*/ 14493 h 26416"/>
                <a:gd name="connsiteX11" fmla="*/ 3334 w 726376"/>
                <a:gd name="connsiteY11" fmla="*/ 25351 h 26416"/>
                <a:gd name="connsiteX12" fmla="*/ 34100 w 726376"/>
                <a:gd name="connsiteY12" fmla="*/ 1634 h 26416"/>
                <a:gd name="connsiteX13" fmla="*/ 34100 w 726376"/>
                <a:gd name="connsiteY13" fmla="*/ 18398 h 26416"/>
                <a:gd name="connsiteX14" fmla="*/ 33623 w 726376"/>
                <a:gd name="connsiteY14" fmla="*/ 21351 h 26416"/>
                <a:gd name="connsiteX15" fmla="*/ 32290 w 726376"/>
                <a:gd name="connsiteY15" fmla="*/ 23637 h 26416"/>
                <a:gd name="connsiteX16" fmla="*/ 30004 w 726376"/>
                <a:gd name="connsiteY16" fmla="*/ 25161 h 26416"/>
                <a:gd name="connsiteX17" fmla="*/ 26765 w 726376"/>
                <a:gd name="connsiteY17" fmla="*/ 25732 h 26416"/>
                <a:gd name="connsiteX18" fmla="*/ 23527 w 726376"/>
                <a:gd name="connsiteY18" fmla="*/ 25161 h 26416"/>
                <a:gd name="connsiteX19" fmla="*/ 21241 w 726376"/>
                <a:gd name="connsiteY19" fmla="*/ 23637 h 26416"/>
                <a:gd name="connsiteX20" fmla="*/ 19907 w 726376"/>
                <a:gd name="connsiteY20" fmla="*/ 21351 h 26416"/>
                <a:gd name="connsiteX21" fmla="*/ 19907 w 726376"/>
                <a:gd name="connsiteY21" fmla="*/ 18398 h 26416"/>
                <a:gd name="connsiteX22" fmla="*/ 19907 w 726376"/>
                <a:gd name="connsiteY22" fmla="*/ 1634 h 26416"/>
                <a:gd name="connsiteX23" fmla="*/ 23241 w 726376"/>
                <a:gd name="connsiteY23" fmla="*/ 1634 h 26416"/>
                <a:gd name="connsiteX24" fmla="*/ 23241 w 726376"/>
                <a:gd name="connsiteY24" fmla="*/ 18970 h 26416"/>
                <a:gd name="connsiteX25" fmla="*/ 24289 w 726376"/>
                <a:gd name="connsiteY25" fmla="*/ 21827 h 26416"/>
                <a:gd name="connsiteX26" fmla="*/ 30004 w 726376"/>
                <a:gd name="connsiteY26" fmla="*/ 21827 h 26416"/>
                <a:gd name="connsiteX27" fmla="*/ 31051 w 726376"/>
                <a:gd name="connsiteY27" fmla="*/ 18970 h 26416"/>
                <a:gd name="connsiteX28" fmla="*/ 31051 w 726376"/>
                <a:gd name="connsiteY28" fmla="*/ 1634 h 26416"/>
                <a:gd name="connsiteX29" fmla="*/ 41624 w 726376"/>
                <a:gd name="connsiteY29" fmla="*/ 15350 h 26416"/>
                <a:gd name="connsiteX30" fmla="*/ 46387 w 726376"/>
                <a:gd name="connsiteY30" fmla="*/ 15350 h 26416"/>
                <a:gd name="connsiteX31" fmla="*/ 44005 w 726376"/>
                <a:gd name="connsiteY31" fmla="*/ 6873 h 26416"/>
                <a:gd name="connsiteX32" fmla="*/ 44005 w 726376"/>
                <a:gd name="connsiteY32" fmla="*/ 6873 h 26416"/>
                <a:gd name="connsiteX33" fmla="*/ 41719 w 726376"/>
                <a:gd name="connsiteY33" fmla="*/ 15350 h 26416"/>
                <a:gd name="connsiteX34" fmla="*/ 35814 w 726376"/>
                <a:gd name="connsiteY34" fmla="*/ 24875 h 26416"/>
                <a:gd name="connsiteX35" fmla="*/ 42386 w 726376"/>
                <a:gd name="connsiteY35" fmla="*/ 1158 h 26416"/>
                <a:gd name="connsiteX36" fmla="*/ 45529 w 726376"/>
                <a:gd name="connsiteY36" fmla="*/ 1158 h 26416"/>
                <a:gd name="connsiteX37" fmla="*/ 52388 w 726376"/>
                <a:gd name="connsiteY37" fmla="*/ 24875 h 26416"/>
                <a:gd name="connsiteX38" fmla="*/ 49244 w 726376"/>
                <a:gd name="connsiteY38" fmla="*/ 24875 h 26416"/>
                <a:gd name="connsiteX39" fmla="*/ 47149 w 726376"/>
                <a:gd name="connsiteY39" fmla="*/ 17827 h 26416"/>
                <a:gd name="connsiteX40" fmla="*/ 40862 w 726376"/>
                <a:gd name="connsiteY40" fmla="*/ 17827 h 26416"/>
                <a:gd name="connsiteX41" fmla="*/ 38957 w 726376"/>
                <a:gd name="connsiteY41" fmla="*/ 24875 h 26416"/>
                <a:gd name="connsiteX42" fmla="*/ 62008 w 726376"/>
                <a:gd name="connsiteY42" fmla="*/ 4111 h 26416"/>
                <a:gd name="connsiteX43" fmla="*/ 53626 w 726376"/>
                <a:gd name="connsiteY43" fmla="*/ 4111 h 26416"/>
                <a:gd name="connsiteX44" fmla="*/ 53626 w 726376"/>
                <a:gd name="connsiteY44" fmla="*/ 1158 h 26416"/>
                <a:gd name="connsiteX45" fmla="*/ 66008 w 726376"/>
                <a:gd name="connsiteY45" fmla="*/ 1158 h 26416"/>
                <a:gd name="connsiteX46" fmla="*/ 66008 w 726376"/>
                <a:gd name="connsiteY46" fmla="*/ 4206 h 26416"/>
                <a:gd name="connsiteX47" fmla="*/ 56483 w 726376"/>
                <a:gd name="connsiteY47" fmla="*/ 21827 h 26416"/>
                <a:gd name="connsiteX48" fmla="*/ 66008 w 726376"/>
                <a:gd name="connsiteY48" fmla="*/ 21827 h 26416"/>
                <a:gd name="connsiteX49" fmla="*/ 66008 w 726376"/>
                <a:gd name="connsiteY49" fmla="*/ 24875 h 26416"/>
                <a:gd name="connsiteX50" fmla="*/ 52578 w 726376"/>
                <a:gd name="connsiteY50" fmla="*/ 24875 h 26416"/>
                <a:gd name="connsiteX51" fmla="*/ 52578 w 726376"/>
                <a:gd name="connsiteY51" fmla="*/ 22113 h 26416"/>
                <a:gd name="connsiteX52" fmla="*/ 62103 w 726376"/>
                <a:gd name="connsiteY52" fmla="*/ 4111 h 26416"/>
                <a:gd name="connsiteX53" fmla="*/ 69151 w 726376"/>
                <a:gd name="connsiteY53" fmla="*/ 24875 h 26416"/>
                <a:gd name="connsiteX54" fmla="*/ 69151 w 726376"/>
                <a:gd name="connsiteY54" fmla="*/ 1158 h 26416"/>
                <a:gd name="connsiteX55" fmla="*/ 72485 w 726376"/>
                <a:gd name="connsiteY55" fmla="*/ 1158 h 26416"/>
                <a:gd name="connsiteX56" fmla="*/ 72485 w 726376"/>
                <a:gd name="connsiteY56" fmla="*/ 10683 h 26416"/>
                <a:gd name="connsiteX57" fmla="*/ 81153 w 726376"/>
                <a:gd name="connsiteY57" fmla="*/ 10683 h 26416"/>
                <a:gd name="connsiteX58" fmla="*/ 81153 w 726376"/>
                <a:gd name="connsiteY58" fmla="*/ 1158 h 26416"/>
                <a:gd name="connsiteX59" fmla="*/ 84201 w 726376"/>
                <a:gd name="connsiteY59" fmla="*/ 1158 h 26416"/>
                <a:gd name="connsiteX60" fmla="*/ 84201 w 726376"/>
                <a:gd name="connsiteY60" fmla="*/ 24875 h 26416"/>
                <a:gd name="connsiteX61" fmla="*/ 80772 w 726376"/>
                <a:gd name="connsiteY61" fmla="*/ 24875 h 26416"/>
                <a:gd name="connsiteX62" fmla="*/ 80772 w 726376"/>
                <a:gd name="connsiteY62" fmla="*/ 14017 h 26416"/>
                <a:gd name="connsiteX63" fmla="*/ 72104 w 726376"/>
                <a:gd name="connsiteY63" fmla="*/ 14017 h 26416"/>
                <a:gd name="connsiteX64" fmla="*/ 72104 w 726376"/>
                <a:gd name="connsiteY64" fmla="*/ 24875 h 26416"/>
                <a:gd name="connsiteX65" fmla="*/ 96774 w 726376"/>
                <a:gd name="connsiteY65" fmla="*/ 3539 h 26416"/>
                <a:gd name="connsiteX66" fmla="*/ 94393 w 726376"/>
                <a:gd name="connsiteY66" fmla="*/ 4301 h 26416"/>
                <a:gd name="connsiteX67" fmla="*/ 92678 w 726376"/>
                <a:gd name="connsiteY67" fmla="*/ 6301 h 26416"/>
                <a:gd name="connsiteX68" fmla="*/ 91630 w 726376"/>
                <a:gd name="connsiteY68" fmla="*/ 9349 h 26416"/>
                <a:gd name="connsiteX69" fmla="*/ 91630 w 726376"/>
                <a:gd name="connsiteY69" fmla="*/ 12969 h 26416"/>
                <a:gd name="connsiteX70" fmla="*/ 91630 w 726376"/>
                <a:gd name="connsiteY70" fmla="*/ 16684 h 26416"/>
                <a:gd name="connsiteX71" fmla="*/ 92678 w 726376"/>
                <a:gd name="connsiteY71" fmla="*/ 19732 h 26416"/>
                <a:gd name="connsiteX72" fmla="*/ 94393 w 726376"/>
                <a:gd name="connsiteY72" fmla="*/ 21732 h 26416"/>
                <a:gd name="connsiteX73" fmla="*/ 96774 w 726376"/>
                <a:gd name="connsiteY73" fmla="*/ 22494 h 26416"/>
                <a:gd name="connsiteX74" fmla="*/ 99250 w 726376"/>
                <a:gd name="connsiteY74" fmla="*/ 21732 h 26416"/>
                <a:gd name="connsiteX75" fmla="*/ 100965 w 726376"/>
                <a:gd name="connsiteY75" fmla="*/ 19732 h 26416"/>
                <a:gd name="connsiteX76" fmla="*/ 102013 w 726376"/>
                <a:gd name="connsiteY76" fmla="*/ 16684 h 26416"/>
                <a:gd name="connsiteX77" fmla="*/ 102013 w 726376"/>
                <a:gd name="connsiteY77" fmla="*/ 12969 h 26416"/>
                <a:gd name="connsiteX78" fmla="*/ 102013 w 726376"/>
                <a:gd name="connsiteY78" fmla="*/ 9349 h 26416"/>
                <a:gd name="connsiteX79" fmla="*/ 100965 w 726376"/>
                <a:gd name="connsiteY79" fmla="*/ 6301 h 26416"/>
                <a:gd name="connsiteX80" fmla="*/ 99250 w 726376"/>
                <a:gd name="connsiteY80" fmla="*/ 4301 h 26416"/>
                <a:gd name="connsiteX81" fmla="*/ 96774 w 726376"/>
                <a:gd name="connsiteY81" fmla="*/ 3539 h 26416"/>
                <a:gd name="connsiteX82" fmla="*/ 96774 w 726376"/>
                <a:gd name="connsiteY82" fmla="*/ 777 h 26416"/>
                <a:gd name="connsiteX83" fmla="*/ 100584 w 726376"/>
                <a:gd name="connsiteY83" fmla="*/ 1634 h 26416"/>
                <a:gd name="connsiteX84" fmla="*/ 103346 w 726376"/>
                <a:gd name="connsiteY84" fmla="*/ 4111 h 26416"/>
                <a:gd name="connsiteX85" fmla="*/ 105061 w 726376"/>
                <a:gd name="connsiteY85" fmla="*/ 7921 h 26416"/>
                <a:gd name="connsiteX86" fmla="*/ 105632 w 726376"/>
                <a:gd name="connsiteY86" fmla="*/ 12969 h 26416"/>
                <a:gd name="connsiteX87" fmla="*/ 105061 w 726376"/>
                <a:gd name="connsiteY87" fmla="*/ 18017 h 26416"/>
                <a:gd name="connsiteX88" fmla="*/ 103346 w 726376"/>
                <a:gd name="connsiteY88" fmla="*/ 21922 h 26416"/>
                <a:gd name="connsiteX89" fmla="*/ 100584 w 726376"/>
                <a:gd name="connsiteY89" fmla="*/ 24399 h 26416"/>
                <a:gd name="connsiteX90" fmla="*/ 96774 w 726376"/>
                <a:gd name="connsiteY90" fmla="*/ 25256 h 26416"/>
                <a:gd name="connsiteX91" fmla="*/ 93059 w 726376"/>
                <a:gd name="connsiteY91" fmla="*/ 24399 h 26416"/>
                <a:gd name="connsiteX92" fmla="*/ 90297 w 726376"/>
                <a:gd name="connsiteY92" fmla="*/ 21922 h 26416"/>
                <a:gd name="connsiteX93" fmla="*/ 88583 w 726376"/>
                <a:gd name="connsiteY93" fmla="*/ 18017 h 26416"/>
                <a:gd name="connsiteX94" fmla="*/ 88011 w 726376"/>
                <a:gd name="connsiteY94" fmla="*/ 12969 h 26416"/>
                <a:gd name="connsiteX95" fmla="*/ 88583 w 726376"/>
                <a:gd name="connsiteY95" fmla="*/ 7921 h 26416"/>
                <a:gd name="connsiteX96" fmla="*/ 90297 w 726376"/>
                <a:gd name="connsiteY96" fmla="*/ 4111 h 26416"/>
                <a:gd name="connsiteX97" fmla="*/ 93059 w 726376"/>
                <a:gd name="connsiteY97" fmla="*/ 1634 h 26416"/>
                <a:gd name="connsiteX98" fmla="*/ 96774 w 726376"/>
                <a:gd name="connsiteY98" fmla="*/ 777 h 26416"/>
                <a:gd name="connsiteX99" fmla="*/ 109347 w 726376"/>
                <a:gd name="connsiteY99" fmla="*/ 24875 h 26416"/>
                <a:gd name="connsiteX100" fmla="*/ 109347 w 726376"/>
                <a:gd name="connsiteY100" fmla="*/ 1158 h 26416"/>
                <a:gd name="connsiteX101" fmla="*/ 112776 w 726376"/>
                <a:gd name="connsiteY101" fmla="*/ 1158 h 26416"/>
                <a:gd name="connsiteX102" fmla="*/ 121253 w 726376"/>
                <a:gd name="connsiteY102" fmla="*/ 18017 h 26416"/>
                <a:gd name="connsiteX103" fmla="*/ 121253 w 726376"/>
                <a:gd name="connsiteY103" fmla="*/ 18017 h 26416"/>
                <a:gd name="connsiteX104" fmla="*/ 121253 w 726376"/>
                <a:gd name="connsiteY104" fmla="*/ 1158 h 26416"/>
                <a:gd name="connsiteX105" fmla="*/ 124396 w 726376"/>
                <a:gd name="connsiteY105" fmla="*/ 1158 h 26416"/>
                <a:gd name="connsiteX106" fmla="*/ 124396 w 726376"/>
                <a:gd name="connsiteY106" fmla="*/ 24875 h 26416"/>
                <a:gd name="connsiteX107" fmla="*/ 121348 w 726376"/>
                <a:gd name="connsiteY107" fmla="*/ 24875 h 26416"/>
                <a:gd name="connsiteX108" fmla="*/ 112681 w 726376"/>
                <a:gd name="connsiteY108" fmla="*/ 7349 h 26416"/>
                <a:gd name="connsiteX109" fmla="*/ 112681 w 726376"/>
                <a:gd name="connsiteY109" fmla="*/ 7349 h 26416"/>
                <a:gd name="connsiteX110" fmla="*/ 112681 w 726376"/>
                <a:gd name="connsiteY110" fmla="*/ 24875 h 26416"/>
                <a:gd name="connsiteX111" fmla="*/ 141637 w 726376"/>
                <a:gd name="connsiteY111" fmla="*/ 9064 h 26416"/>
                <a:gd name="connsiteX112" fmla="*/ 141351 w 726376"/>
                <a:gd name="connsiteY112" fmla="*/ 7159 h 26416"/>
                <a:gd name="connsiteX113" fmla="*/ 140398 w 726376"/>
                <a:gd name="connsiteY113" fmla="*/ 5444 h 26416"/>
                <a:gd name="connsiteX114" fmla="*/ 139065 w 726376"/>
                <a:gd name="connsiteY114" fmla="*/ 4206 h 26416"/>
                <a:gd name="connsiteX115" fmla="*/ 137065 w 726376"/>
                <a:gd name="connsiteY115" fmla="*/ 4206 h 26416"/>
                <a:gd name="connsiteX116" fmla="*/ 134588 w 726376"/>
                <a:gd name="connsiteY116" fmla="*/ 4968 h 26416"/>
                <a:gd name="connsiteX117" fmla="*/ 132874 w 726376"/>
                <a:gd name="connsiteY117" fmla="*/ 6968 h 26416"/>
                <a:gd name="connsiteX118" fmla="*/ 131921 w 726376"/>
                <a:gd name="connsiteY118" fmla="*/ 10016 h 26416"/>
                <a:gd name="connsiteX119" fmla="*/ 131921 w 726376"/>
                <a:gd name="connsiteY119" fmla="*/ 13636 h 26416"/>
                <a:gd name="connsiteX120" fmla="*/ 131921 w 726376"/>
                <a:gd name="connsiteY120" fmla="*/ 17350 h 26416"/>
                <a:gd name="connsiteX121" fmla="*/ 132874 w 726376"/>
                <a:gd name="connsiteY121" fmla="*/ 20398 h 26416"/>
                <a:gd name="connsiteX122" fmla="*/ 134588 w 726376"/>
                <a:gd name="connsiteY122" fmla="*/ 22399 h 26416"/>
                <a:gd name="connsiteX123" fmla="*/ 137160 w 726376"/>
                <a:gd name="connsiteY123" fmla="*/ 23161 h 26416"/>
                <a:gd name="connsiteX124" fmla="*/ 139637 w 726376"/>
                <a:gd name="connsiteY124" fmla="*/ 23161 h 26416"/>
                <a:gd name="connsiteX125" fmla="*/ 141160 w 726376"/>
                <a:gd name="connsiteY125" fmla="*/ 21732 h 26416"/>
                <a:gd name="connsiteX126" fmla="*/ 141922 w 726376"/>
                <a:gd name="connsiteY126" fmla="*/ 19541 h 26416"/>
                <a:gd name="connsiteX127" fmla="*/ 141922 w 726376"/>
                <a:gd name="connsiteY127" fmla="*/ 16874 h 26416"/>
                <a:gd name="connsiteX128" fmla="*/ 135255 w 726376"/>
                <a:gd name="connsiteY128" fmla="*/ 16874 h 26416"/>
                <a:gd name="connsiteX129" fmla="*/ 135255 w 726376"/>
                <a:gd name="connsiteY129" fmla="*/ 13826 h 26416"/>
                <a:gd name="connsiteX130" fmla="*/ 144780 w 726376"/>
                <a:gd name="connsiteY130" fmla="*/ 13826 h 26416"/>
                <a:gd name="connsiteX131" fmla="*/ 144780 w 726376"/>
                <a:gd name="connsiteY131" fmla="*/ 16779 h 26416"/>
                <a:gd name="connsiteX132" fmla="*/ 142780 w 726376"/>
                <a:gd name="connsiteY132" fmla="*/ 23827 h 26416"/>
                <a:gd name="connsiteX133" fmla="*/ 136493 w 726376"/>
                <a:gd name="connsiteY133" fmla="*/ 26399 h 26416"/>
                <a:gd name="connsiteX134" fmla="*/ 132683 w 726376"/>
                <a:gd name="connsiteY134" fmla="*/ 25542 h 26416"/>
                <a:gd name="connsiteX135" fmla="*/ 129921 w 726376"/>
                <a:gd name="connsiteY135" fmla="*/ 23065 h 26416"/>
                <a:gd name="connsiteX136" fmla="*/ 128111 w 726376"/>
                <a:gd name="connsiteY136" fmla="*/ 19160 h 26416"/>
                <a:gd name="connsiteX137" fmla="*/ 127540 w 726376"/>
                <a:gd name="connsiteY137" fmla="*/ 14112 h 26416"/>
                <a:gd name="connsiteX138" fmla="*/ 128111 w 726376"/>
                <a:gd name="connsiteY138" fmla="*/ 9064 h 26416"/>
                <a:gd name="connsiteX139" fmla="*/ 129826 w 726376"/>
                <a:gd name="connsiteY139" fmla="*/ 5254 h 26416"/>
                <a:gd name="connsiteX140" fmla="*/ 132588 w 726376"/>
                <a:gd name="connsiteY140" fmla="*/ 2777 h 26416"/>
                <a:gd name="connsiteX141" fmla="*/ 136398 w 726376"/>
                <a:gd name="connsiteY141" fmla="*/ 1920 h 26416"/>
                <a:gd name="connsiteX142" fmla="*/ 139637 w 726376"/>
                <a:gd name="connsiteY142" fmla="*/ 2587 h 26416"/>
                <a:gd name="connsiteX143" fmla="*/ 142208 w 726376"/>
                <a:gd name="connsiteY143" fmla="*/ 4396 h 26416"/>
                <a:gd name="connsiteX144" fmla="*/ 143923 w 726376"/>
                <a:gd name="connsiteY144" fmla="*/ 6968 h 26416"/>
                <a:gd name="connsiteX145" fmla="*/ 144589 w 726376"/>
                <a:gd name="connsiteY145" fmla="*/ 10207 h 26416"/>
                <a:gd name="connsiteX146" fmla="*/ 172307 w 726376"/>
                <a:gd name="connsiteY146" fmla="*/ 1158 h 26416"/>
                <a:gd name="connsiteX147" fmla="*/ 172307 w 726376"/>
                <a:gd name="connsiteY147" fmla="*/ 17922 h 26416"/>
                <a:gd name="connsiteX148" fmla="*/ 172307 w 726376"/>
                <a:gd name="connsiteY148" fmla="*/ 20875 h 26416"/>
                <a:gd name="connsiteX149" fmla="*/ 170974 w 726376"/>
                <a:gd name="connsiteY149" fmla="*/ 23161 h 26416"/>
                <a:gd name="connsiteX150" fmla="*/ 168688 w 726376"/>
                <a:gd name="connsiteY150" fmla="*/ 24685 h 26416"/>
                <a:gd name="connsiteX151" fmla="*/ 165449 w 726376"/>
                <a:gd name="connsiteY151" fmla="*/ 25256 h 26416"/>
                <a:gd name="connsiteX152" fmla="*/ 162211 w 726376"/>
                <a:gd name="connsiteY152" fmla="*/ 24685 h 26416"/>
                <a:gd name="connsiteX153" fmla="*/ 159925 w 726376"/>
                <a:gd name="connsiteY153" fmla="*/ 23161 h 26416"/>
                <a:gd name="connsiteX154" fmla="*/ 158591 w 726376"/>
                <a:gd name="connsiteY154" fmla="*/ 20875 h 26416"/>
                <a:gd name="connsiteX155" fmla="*/ 158591 w 726376"/>
                <a:gd name="connsiteY155" fmla="*/ 17922 h 26416"/>
                <a:gd name="connsiteX156" fmla="*/ 158591 w 726376"/>
                <a:gd name="connsiteY156" fmla="*/ 1158 h 26416"/>
                <a:gd name="connsiteX157" fmla="*/ 161925 w 726376"/>
                <a:gd name="connsiteY157" fmla="*/ 1158 h 26416"/>
                <a:gd name="connsiteX158" fmla="*/ 161925 w 726376"/>
                <a:gd name="connsiteY158" fmla="*/ 18493 h 26416"/>
                <a:gd name="connsiteX159" fmla="*/ 162973 w 726376"/>
                <a:gd name="connsiteY159" fmla="*/ 21351 h 26416"/>
                <a:gd name="connsiteX160" fmla="*/ 168688 w 726376"/>
                <a:gd name="connsiteY160" fmla="*/ 21351 h 26416"/>
                <a:gd name="connsiteX161" fmla="*/ 169735 w 726376"/>
                <a:gd name="connsiteY161" fmla="*/ 18493 h 26416"/>
                <a:gd name="connsiteX162" fmla="*/ 169735 w 726376"/>
                <a:gd name="connsiteY162" fmla="*/ 1158 h 26416"/>
                <a:gd name="connsiteX163" fmla="*/ 176689 w 726376"/>
                <a:gd name="connsiteY163" fmla="*/ 24875 h 26416"/>
                <a:gd name="connsiteX164" fmla="*/ 176689 w 726376"/>
                <a:gd name="connsiteY164" fmla="*/ 1158 h 26416"/>
                <a:gd name="connsiteX165" fmla="*/ 180022 w 726376"/>
                <a:gd name="connsiteY165" fmla="*/ 1158 h 26416"/>
                <a:gd name="connsiteX166" fmla="*/ 188500 w 726376"/>
                <a:gd name="connsiteY166" fmla="*/ 18017 h 26416"/>
                <a:gd name="connsiteX167" fmla="*/ 188500 w 726376"/>
                <a:gd name="connsiteY167" fmla="*/ 18017 h 26416"/>
                <a:gd name="connsiteX168" fmla="*/ 188500 w 726376"/>
                <a:gd name="connsiteY168" fmla="*/ 1158 h 26416"/>
                <a:gd name="connsiteX169" fmla="*/ 191643 w 726376"/>
                <a:gd name="connsiteY169" fmla="*/ 1158 h 26416"/>
                <a:gd name="connsiteX170" fmla="*/ 191643 w 726376"/>
                <a:gd name="connsiteY170" fmla="*/ 24875 h 26416"/>
                <a:gd name="connsiteX171" fmla="*/ 188976 w 726376"/>
                <a:gd name="connsiteY171" fmla="*/ 24875 h 26416"/>
                <a:gd name="connsiteX172" fmla="*/ 180308 w 726376"/>
                <a:gd name="connsiteY172" fmla="*/ 7349 h 26416"/>
                <a:gd name="connsiteX173" fmla="*/ 180308 w 726376"/>
                <a:gd name="connsiteY173" fmla="*/ 7349 h 26416"/>
                <a:gd name="connsiteX174" fmla="*/ 180308 w 726376"/>
                <a:gd name="connsiteY174" fmla="*/ 24875 h 26416"/>
                <a:gd name="connsiteX175" fmla="*/ 195739 w 726376"/>
                <a:gd name="connsiteY175" fmla="*/ 24875 h 26416"/>
                <a:gd name="connsiteX176" fmla="*/ 195739 w 726376"/>
                <a:gd name="connsiteY176" fmla="*/ 1158 h 26416"/>
                <a:gd name="connsiteX177" fmla="*/ 199168 w 726376"/>
                <a:gd name="connsiteY177" fmla="*/ 1158 h 26416"/>
                <a:gd name="connsiteX178" fmla="*/ 199168 w 726376"/>
                <a:gd name="connsiteY178" fmla="*/ 24875 h 26416"/>
                <a:gd name="connsiteX179" fmla="*/ 214313 w 726376"/>
                <a:gd name="connsiteY179" fmla="*/ 1158 h 26416"/>
                <a:gd name="connsiteX180" fmla="*/ 217551 w 726376"/>
                <a:gd name="connsiteY180" fmla="*/ 1158 h 26416"/>
                <a:gd name="connsiteX181" fmla="*/ 210884 w 726376"/>
                <a:gd name="connsiteY181" fmla="*/ 24875 h 26416"/>
                <a:gd name="connsiteX182" fmla="*/ 208026 w 726376"/>
                <a:gd name="connsiteY182" fmla="*/ 24875 h 26416"/>
                <a:gd name="connsiteX183" fmla="*/ 201359 w 726376"/>
                <a:gd name="connsiteY183" fmla="*/ 1158 h 26416"/>
                <a:gd name="connsiteX184" fmla="*/ 204502 w 726376"/>
                <a:gd name="connsiteY184" fmla="*/ 1158 h 26416"/>
                <a:gd name="connsiteX185" fmla="*/ 209550 w 726376"/>
                <a:gd name="connsiteY185" fmla="*/ 20208 h 26416"/>
                <a:gd name="connsiteX186" fmla="*/ 209550 w 726376"/>
                <a:gd name="connsiteY186" fmla="*/ 20208 h 26416"/>
                <a:gd name="connsiteX187" fmla="*/ 214598 w 726376"/>
                <a:gd name="connsiteY187" fmla="*/ 1158 h 26416"/>
                <a:gd name="connsiteX188" fmla="*/ 219742 w 726376"/>
                <a:gd name="connsiteY188" fmla="*/ 24875 h 26416"/>
                <a:gd name="connsiteX189" fmla="*/ 219742 w 726376"/>
                <a:gd name="connsiteY189" fmla="*/ 1158 h 26416"/>
                <a:gd name="connsiteX190" fmla="*/ 231648 w 726376"/>
                <a:gd name="connsiteY190" fmla="*/ 1158 h 26416"/>
                <a:gd name="connsiteX191" fmla="*/ 231648 w 726376"/>
                <a:gd name="connsiteY191" fmla="*/ 4111 h 26416"/>
                <a:gd name="connsiteX192" fmla="*/ 223075 w 726376"/>
                <a:gd name="connsiteY192" fmla="*/ 4111 h 26416"/>
                <a:gd name="connsiteX193" fmla="*/ 223075 w 726376"/>
                <a:gd name="connsiteY193" fmla="*/ 10969 h 26416"/>
                <a:gd name="connsiteX194" fmla="*/ 231648 w 726376"/>
                <a:gd name="connsiteY194" fmla="*/ 10969 h 26416"/>
                <a:gd name="connsiteX195" fmla="*/ 231648 w 726376"/>
                <a:gd name="connsiteY195" fmla="*/ 14017 h 26416"/>
                <a:gd name="connsiteX196" fmla="*/ 223075 w 726376"/>
                <a:gd name="connsiteY196" fmla="*/ 14017 h 26416"/>
                <a:gd name="connsiteX197" fmla="*/ 223075 w 726376"/>
                <a:gd name="connsiteY197" fmla="*/ 21827 h 26416"/>
                <a:gd name="connsiteX198" fmla="*/ 231648 w 726376"/>
                <a:gd name="connsiteY198" fmla="*/ 21827 h 26416"/>
                <a:gd name="connsiteX199" fmla="*/ 231648 w 726376"/>
                <a:gd name="connsiteY199" fmla="*/ 24875 h 26416"/>
                <a:gd name="connsiteX200" fmla="*/ 236125 w 726376"/>
                <a:gd name="connsiteY200" fmla="*/ 24875 h 26416"/>
                <a:gd name="connsiteX201" fmla="*/ 236125 w 726376"/>
                <a:gd name="connsiteY201" fmla="*/ 1158 h 26416"/>
                <a:gd name="connsiteX202" fmla="*/ 242792 w 726376"/>
                <a:gd name="connsiteY202" fmla="*/ 1158 h 26416"/>
                <a:gd name="connsiteX203" fmla="*/ 245650 w 726376"/>
                <a:gd name="connsiteY203" fmla="*/ 1158 h 26416"/>
                <a:gd name="connsiteX204" fmla="*/ 248126 w 726376"/>
                <a:gd name="connsiteY204" fmla="*/ 2491 h 26416"/>
                <a:gd name="connsiteX205" fmla="*/ 249841 w 726376"/>
                <a:gd name="connsiteY205" fmla="*/ 4682 h 26416"/>
                <a:gd name="connsiteX206" fmla="*/ 250508 w 726376"/>
                <a:gd name="connsiteY206" fmla="*/ 7730 h 26416"/>
                <a:gd name="connsiteX207" fmla="*/ 250508 w 726376"/>
                <a:gd name="connsiteY207" fmla="*/ 10397 h 26416"/>
                <a:gd name="connsiteX208" fmla="*/ 249555 w 726376"/>
                <a:gd name="connsiteY208" fmla="*/ 12588 h 26416"/>
                <a:gd name="connsiteX209" fmla="*/ 247840 w 726376"/>
                <a:gd name="connsiteY209" fmla="*/ 14112 h 26416"/>
                <a:gd name="connsiteX210" fmla="*/ 245364 w 726376"/>
                <a:gd name="connsiteY210" fmla="*/ 14874 h 26416"/>
                <a:gd name="connsiteX211" fmla="*/ 252127 w 726376"/>
                <a:gd name="connsiteY211" fmla="*/ 24399 h 26416"/>
                <a:gd name="connsiteX212" fmla="*/ 248126 w 726376"/>
                <a:gd name="connsiteY212" fmla="*/ 24399 h 26416"/>
                <a:gd name="connsiteX213" fmla="*/ 240030 w 726376"/>
                <a:gd name="connsiteY213" fmla="*/ 12302 h 26416"/>
                <a:gd name="connsiteX214" fmla="*/ 242602 w 726376"/>
                <a:gd name="connsiteY214" fmla="*/ 12302 h 26416"/>
                <a:gd name="connsiteX215" fmla="*/ 244507 w 726376"/>
                <a:gd name="connsiteY215" fmla="*/ 12302 h 26416"/>
                <a:gd name="connsiteX216" fmla="*/ 246031 w 726376"/>
                <a:gd name="connsiteY216" fmla="*/ 11540 h 26416"/>
                <a:gd name="connsiteX217" fmla="*/ 247079 w 726376"/>
                <a:gd name="connsiteY217" fmla="*/ 10302 h 26416"/>
                <a:gd name="connsiteX218" fmla="*/ 247079 w 726376"/>
                <a:gd name="connsiteY218" fmla="*/ 8492 h 26416"/>
                <a:gd name="connsiteX219" fmla="*/ 245840 w 726376"/>
                <a:gd name="connsiteY219" fmla="*/ 5158 h 26416"/>
                <a:gd name="connsiteX220" fmla="*/ 242411 w 726376"/>
                <a:gd name="connsiteY220" fmla="*/ 3920 h 26416"/>
                <a:gd name="connsiteX221" fmla="*/ 239363 w 726376"/>
                <a:gd name="connsiteY221" fmla="*/ 3920 h 26416"/>
                <a:gd name="connsiteX222" fmla="*/ 239363 w 726376"/>
                <a:gd name="connsiteY222" fmla="*/ 24685 h 26416"/>
                <a:gd name="connsiteX223" fmla="*/ 256222 w 726376"/>
                <a:gd name="connsiteY223" fmla="*/ 17541 h 26416"/>
                <a:gd name="connsiteX224" fmla="*/ 256222 w 726376"/>
                <a:gd name="connsiteY224" fmla="*/ 19446 h 26416"/>
                <a:gd name="connsiteX225" fmla="*/ 256889 w 726376"/>
                <a:gd name="connsiteY225" fmla="*/ 21065 h 26416"/>
                <a:gd name="connsiteX226" fmla="*/ 258127 w 726376"/>
                <a:gd name="connsiteY226" fmla="*/ 22113 h 26416"/>
                <a:gd name="connsiteX227" fmla="*/ 260033 w 726376"/>
                <a:gd name="connsiteY227" fmla="*/ 22113 h 26416"/>
                <a:gd name="connsiteX228" fmla="*/ 263080 w 726376"/>
                <a:gd name="connsiteY228" fmla="*/ 21065 h 26416"/>
                <a:gd name="connsiteX229" fmla="*/ 264128 w 726376"/>
                <a:gd name="connsiteY229" fmla="*/ 18112 h 26416"/>
                <a:gd name="connsiteX230" fmla="*/ 264128 w 726376"/>
                <a:gd name="connsiteY230" fmla="*/ 16303 h 26416"/>
                <a:gd name="connsiteX231" fmla="*/ 262890 w 726376"/>
                <a:gd name="connsiteY231" fmla="*/ 15064 h 26416"/>
                <a:gd name="connsiteX232" fmla="*/ 261080 w 726376"/>
                <a:gd name="connsiteY232" fmla="*/ 14207 h 26416"/>
                <a:gd name="connsiteX233" fmla="*/ 259080 w 726376"/>
                <a:gd name="connsiteY233" fmla="*/ 13445 h 26416"/>
                <a:gd name="connsiteX234" fmla="*/ 256984 w 726376"/>
                <a:gd name="connsiteY234" fmla="*/ 12588 h 26416"/>
                <a:gd name="connsiteX235" fmla="*/ 255270 w 726376"/>
                <a:gd name="connsiteY235" fmla="*/ 11350 h 26416"/>
                <a:gd name="connsiteX236" fmla="*/ 254032 w 726376"/>
                <a:gd name="connsiteY236" fmla="*/ 9540 h 26416"/>
                <a:gd name="connsiteX237" fmla="*/ 253555 w 726376"/>
                <a:gd name="connsiteY237" fmla="*/ 6873 h 26416"/>
                <a:gd name="connsiteX238" fmla="*/ 254032 w 726376"/>
                <a:gd name="connsiteY238" fmla="*/ 4206 h 26416"/>
                <a:gd name="connsiteX239" fmla="*/ 255460 w 726376"/>
                <a:gd name="connsiteY239" fmla="*/ 2206 h 26416"/>
                <a:gd name="connsiteX240" fmla="*/ 257651 w 726376"/>
                <a:gd name="connsiteY240" fmla="*/ 872 h 26416"/>
                <a:gd name="connsiteX241" fmla="*/ 260318 w 726376"/>
                <a:gd name="connsiteY241" fmla="*/ 396 h 26416"/>
                <a:gd name="connsiteX242" fmla="*/ 265462 w 726376"/>
                <a:gd name="connsiteY242" fmla="*/ 2206 h 26416"/>
                <a:gd name="connsiteX243" fmla="*/ 267462 w 726376"/>
                <a:gd name="connsiteY243" fmla="*/ 7254 h 26416"/>
                <a:gd name="connsiteX244" fmla="*/ 264128 w 726376"/>
                <a:gd name="connsiteY244" fmla="*/ 7254 h 26416"/>
                <a:gd name="connsiteX245" fmla="*/ 264128 w 726376"/>
                <a:gd name="connsiteY245" fmla="*/ 5635 h 26416"/>
                <a:gd name="connsiteX246" fmla="*/ 263462 w 726376"/>
                <a:gd name="connsiteY246" fmla="*/ 4396 h 26416"/>
                <a:gd name="connsiteX247" fmla="*/ 262318 w 726376"/>
                <a:gd name="connsiteY247" fmla="*/ 3444 h 26416"/>
                <a:gd name="connsiteX248" fmla="*/ 260699 w 726376"/>
                <a:gd name="connsiteY248" fmla="*/ 3444 h 26416"/>
                <a:gd name="connsiteX249" fmla="*/ 258127 w 726376"/>
                <a:gd name="connsiteY249" fmla="*/ 4396 h 26416"/>
                <a:gd name="connsiteX250" fmla="*/ 257175 w 726376"/>
                <a:gd name="connsiteY250" fmla="*/ 6968 h 26416"/>
                <a:gd name="connsiteX251" fmla="*/ 258032 w 726376"/>
                <a:gd name="connsiteY251" fmla="*/ 9159 h 26416"/>
                <a:gd name="connsiteX252" fmla="*/ 260033 w 726376"/>
                <a:gd name="connsiteY252" fmla="*/ 10397 h 26416"/>
                <a:gd name="connsiteX253" fmla="*/ 262700 w 726376"/>
                <a:gd name="connsiteY253" fmla="*/ 11350 h 26416"/>
                <a:gd name="connsiteX254" fmla="*/ 265367 w 726376"/>
                <a:gd name="connsiteY254" fmla="*/ 12493 h 26416"/>
                <a:gd name="connsiteX255" fmla="*/ 267367 w 726376"/>
                <a:gd name="connsiteY255" fmla="*/ 14588 h 26416"/>
                <a:gd name="connsiteX256" fmla="*/ 268224 w 726376"/>
                <a:gd name="connsiteY256" fmla="*/ 18208 h 26416"/>
                <a:gd name="connsiteX257" fmla="*/ 267652 w 726376"/>
                <a:gd name="connsiteY257" fmla="*/ 21256 h 26416"/>
                <a:gd name="connsiteX258" fmla="*/ 266033 w 726376"/>
                <a:gd name="connsiteY258" fmla="*/ 23351 h 26416"/>
                <a:gd name="connsiteX259" fmla="*/ 263747 w 726376"/>
                <a:gd name="connsiteY259" fmla="*/ 24685 h 26416"/>
                <a:gd name="connsiteX260" fmla="*/ 260985 w 726376"/>
                <a:gd name="connsiteY260" fmla="*/ 24685 h 26416"/>
                <a:gd name="connsiteX261" fmla="*/ 257556 w 726376"/>
                <a:gd name="connsiteY261" fmla="*/ 24113 h 26416"/>
                <a:gd name="connsiteX262" fmla="*/ 255270 w 726376"/>
                <a:gd name="connsiteY262" fmla="*/ 22589 h 26416"/>
                <a:gd name="connsiteX263" fmla="*/ 253841 w 726376"/>
                <a:gd name="connsiteY263" fmla="*/ 20113 h 26416"/>
                <a:gd name="connsiteX264" fmla="*/ 253841 w 726376"/>
                <a:gd name="connsiteY264" fmla="*/ 16969 h 26416"/>
                <a:gd name="connsiteX265" fmla="*/ 270415 w 726376"/>
                <a:gd name="connsiteY265" fmla="*/ 24875 h 26416"/>
                <a:gd name="connsiteX266" fmla="*/ 270415 w 726376"/>
                <a:gd name="connsiteY266" fmla="*/ 1158 h 26416"/>
                <a:gd name="connsiteX267" fmla="*/ 273748 w 726376"/>
                <a:gd name="connsiteY267" fmla="*/ 1158 h 26416"/>
                <a:gd name="connsiteX268" fmla="*/ 273748 w 726376"/>
                <a:gd name="connsiteY268" fmla="*/ 24875 h 26416"/>
                <a:gd name="connsiteX269" fmla="*/ 289465 w 726376"/>
                <a:gd name="connsiteY269" fmla="*/ 1158 h 26416"/>
                <a:gd name="connsiteX270" fmla="*/ 289465 w 726376"/>
                <a:gd name="connsiteY270" fmla="*/ 4111 h 26416"/>
                <a:gd name="connsiteX271" fmla="*/ 284321 w 726376"/>
                <a:gd name="connsiteY271" fmla="*/ 4111 h 26416"/>
                <a:gd name="connsiteX272" fmla="*/ 284321 w 726376"/>
                <a:gd name="connsiteY272" fmla="*/ 24875 h 26416"/>
                <a:gd name="connsiteX273" fmla="*/ 280988 w 726376"/>
                <a:gd name="connsiteY273" fmla="*/ 24875 h 26416"/>
                <a:gd name="connsiteX274" fmla="*/ 280988 w 726376"/>
                <a:gd name="connsiteY274" fmla="*/ 4111 h 26416"/>
                <a:gd name="connsiteX275" fmla="*/ 275939 w 726376"/>
                <a:gd name="connsiteY275" fmla="*/ 4111 h 26416"/>
                <a:gd name="connsiteX276" fmla="*/ 275939 w 726376"/>
                <a:gd name="connsiteY276" fmla="*/ 1158 h 26416"/>
                <a:gd name="connsiteX277" fmla="*/ 302800 w 726376"/>
                <a:gd name="connsiteY277" fmla="*/ 1158 h 26416"/>
                <a:gd name="connsiteX278" fmla="*/ 306324 w 726376"/>
                <a:gd name="connsiteY278" fmla="*/ 1158 h 26416"/>
                <a:gd name="connsiteX279" fmla="*/ 299847 w 726376"/>
                <a:gd name="connsiteY279" fmla="*/ 15255 h 26416"/>
                <a:gd name="connsiteX280" fmla="*/ 299847 w 726376"/>
                <a:gd name="connsiteY280" fmla="*/ 24780 h 26416"/>
                <a:gd name="connsiteX281" fmla="*/ 296513 w 726376"/>
                <a:gd name="connsiteY281" fmla="*/ 24780 h 26416"/>
                <a:gd name="connsiteX282" fmla="*/ 296513 w 726376"/>
                <a:gd name="connsiteY282" fmla="*/ 15255 h 26416"/>
                <a:gd name="connsiteX283" fmla="*/ 289941 w 726376"/>
                <a:gd name="connsiteY283" fmla="*/ 1158 h 26416"/>
                <a:gd name="connsiteX284" fmla="*/ 293751 w 726376"/>
                <a:gd name="connsiteY284" fmla="*/ 1158 h 26416"/>
                <a:gd name="connsiteX285" fmla="*/ 298418 w 726376"/>
                <a:gd name="connsiteY285" fmla="*/ 11635 h 26416"/>
                <a:gd name="connsiteX286" fmla="*/ 303086 w 726376"/>
                <a:gd name="connsiteY286" fmla="*/ 1158 h 26416"/>
                <a:gd name="connsiteX287" fmla="*/ 325469 w 726376"/>
                <a:gd name="connsiteY287" fmla="*/ 3539 h 26416"/>
                <a:gd name="connsiteX288" fmla="*/ 322993 w 726376"/>
                <a:gd name="connsiteY288" fmla="*/ 4301 h 26416"/>
                <a:gd name="connsiteX289" fmla="*/ 321278 w 726376"/>
                <a:gd name="connsiteY289" fmla="*/ 6301 h 26416"/>
                <a:gd name="connsiteX290" fmla="*/ 320326 w 726376"/>
                <a:gd name="connsiteY290" fmla="*/ 9349 h 26416"/>
                <a:gd name="connsiteX291" fmla="*/ 320326 w 726376"/>
                <a:gd name="connsiteY291" fmla="*/ 12969 h 26416"/>
                <a:gd name="connsiteX292" fmla="*/ 320326 w 726376"/>
                <a:gd name="connsiteY292" fmla="*/ 16684 h 26416"/>
                <a:gd name="connsiteX293" fmla="*/ 321278 w 726376"/>
                <a:gd name="connsiteY293" fmla="*/ 19732 h 26416"/>
                <a:gd name="connsiteX294" fmla="*/ 322993 w 726376"/>
                <a:gd name="connsiteY294" fmla="*/ 21732 h 26416"/>
                <a:gd name="connsiteX295" fmla="*/ 325469 w 726376"/>
                <a:gd name="connsiteY295" fmla="*/ 22494 h 26416"/>
                <a:gd name="connsiteX296" fmla="*/ 327946 w 726376"/>
                <a:gd name="connsiteY296" fmla="*/ 21732 h 26416"/>
                <a:gd name="connsiteX297" fmla="*/ 329660 w 726376"/>
                <a:gd name="connsiteY297" fmla="*/ 19732 h 26416"/>
                <a:gd name="connsiteX298" fmla="*/ 330613 w 726376"/>
                <a:gd name="connsiteY298" fmla="*/ 16684 h 26416"/>
                <a:gd name="connsiteX299" fmla="*/ 330613 w 726376"/>
                <a:gd name="connsiteY299" fmla="*/ 12969 h 26416"/>
                <a:gd name="connsiteX300" fmla="*/ 330613 w 726376"/>
                <a:gd name="connsiteY300" fmla="*/ 9349 h 26416"/>
                <a:gd name="connsiteX301" fmla="*/ 329660 w 726376"/>
                <a:gd name="connsiteY301" fmla="*/ 6301 h 26416"/>
                <a:gd name="connsiteX302" fmla="*/ 327946 w 726376"/>
                <a:gd name="connsiteY302" fmla="*/ 4301 h 26416"/>
                <a:gd name="connsiteX303" fmla="*/ 325469 w 726376"/>
                <a:gd name="connsiteY303" fmla="*/ 3539 h 26416"/>
                <a:gd name="connsiteX304" fmla="*/ 325469 w 726376"/>
                <a:gd name="connsiteY304" fmla="*/ 777 h 26416"/>
                <a:gd name="connsiteX305" fmla="*/ 329184 w 726376"/>
                <a:gd name="connsiteY305" fmla="*/ 1634 h 26416"/>
                <a:gd name="connsiteX306" fmla="*/ 331946 w 726376"/>
                <a:gd name="connsiteY306" fmla="*/ 4111 h 26416"/>
                <a:gd name="connsiteX307" fmla="*/ 333661 w 726376"/>
                <a:gd name="connsiteY307" fmla="*/ 7921 h 26416"/>
                <a:gd name="connsiteX308" fmla="*/ 334232 w 726376"/>
                <a:gd name="connsiteY308" fmla="*/ 12969 h 26416"/>
                <a:gd name="connsiteX309" fmla="*/ 333661 w 726376"/>
                <a:gd name="connsiteY309" fmla="*/ 18017 h 26416"/>
                <a:gd name="connsiteX310" fmla="*/ 331946 w 726376"/>
                <a:gd name="connsiteY310" fmla="*/ 21922 h 26416"/>
                <a:gd name="connsiteX311" fmla="*/ 329184 w 726376"/>
                <a:gd name="connsiteY311" fmla="*/ 24399 h 26416"/>
                <a:gd name="connsiteX312" fmla="*/ 325469 w 726376"/>
                <a:gd name="connsiteY312" fmla="*/ 25256 h 26416"/>
                <a:gd name="connsiteX313" fmla="*/ 321755 w 726376"/>
                <a:gd name="connsiteY313" fmla="*/ 24399 h 26416"/>
                <a:gd name="connsiteX314" fmla="*/ 318897 w 726376"/>
                <a:gd name="connsiteY314" fmla="*/ 21922 h 26416"/>
                <a:gd name="connsiteX315" fmla="*/ 317182 w 726376"/>
                <a:gd name="connsiteY315" fmla="*/ 18017 h 26416"/>
                <a:gd name="connsiteX316" fmla="*/ 316611 w 726376"/>
                <a:gd name="connsiteY316" fmla="*/ 12969 h 26416"/>
                <a:gd name="connsiteX317" fmla="*/ 317182 w 726376"/>
                <a:gd name="connsiteY317" fmla="*/ 7921 h 26416"/>
                <a:gd name="connsiteX318" fmla="*/ 318897 w 726376"/>
                <a:gd name="connsiteY318" fmla="*/ 4111 h 26416"/>
                <a:gd name="connsiteX319" fmla="*/ 321755 w 726376"/>
                <a:gd name="connsiteY319" fmla="*/ 1634 h 26416"/>
                <a:gd name="connsiteX320" fmla="*/ 325469 w 726376"/>
                <a:gd name="connsiteY320" fmla="*/ 777 h 26416"/>
                <a:gd name="connsiteX321" fmla="*/ 348996 w 726376"/>
                <a:gd name="connsiteY321" fmla="*/ 777 h 26416"/>
                <a:gd name="connsiteX322" fmla="*/ 348996 w 726376"/>
                <a:gd name="connsiteY322" fmla="*/ 3730 h 26416"/>
                <a:gd name="connsiteX323" fmla="*/ 341376 w 726376"/>
                <a:gd name="connsiteY323" fmla="*/ 3730 h 26416"/>
                <a:gd name="connsiteX324" fmla="*/ 341376 w 726376"/>
                <a:gd name="connsiteY324" fmla="*/ 10588 h 26416"/>
                <a:gd name="connsiteX325" fmla="*/ 349282 w 726376"/>
                <a:gd name="connsiteY325" fmla="*/ 10588 h 26416"/>
                <a:gd name="connsiteX326" fmla="*/ 349282 w 726376"/>
                <a:gd name="connsiteY326" fmla="*/ 13636 h 26416"/>
                <a:gd name="connsiteX327" fmla="*/ 341376 w 726376"/>
                <a:gd name="connsiteY327" fmla="*/ 13636 h 26416"/>
                <a:gd name="connsiteX328" fmla="*/ 341376 w 726376"/>
                <a:gd name="connsiteY328" fmla="*/ 24494 h 26416"/>
                <a:gd name="connsiteX329" fmla="*/ 338042 w 726376"/>
                <a:gd name="connsiteY329" fmla="*/ 24494 h 26416"/>
                <a:gd name="connsiteX330" fmla="*/ 338042 w 726376"/>
                <a:gd name="connsiteY330" fmla="*/ 777 h 26416"/>
                <a:gd name="connsiteX331" fmla="*/ 363283 w 726376"/>
                <a:gd name="connsiteY331" fmla="*/ 17160 h 26416"/>
                <a:gd name="connsiteX332" fmla="*/ 363283 w 726376"/>
                <a:gd name="connsiteY332" fmla="*/ 19065 h 26416"/>
                <a:gd name="connsiteX333" fmla="*/ 363950 w 726376"/>
                <a:gd name="connsiteY333" fmla="*/ 20684 h 26416"/>
                <a:gd name="connsiteX334" fmla="*/ 365188 w 726376"/>
                <a:gd name="connsiteY334" fmla="*/ 21732 h 26416"/>
                <a:gd name="connsiteX335" fmla="*/ 367094 w 726376"/>
                <a:gd name="connsiteY335" fmla="*/ 21732 h 26416"/>
                <a:gd name="connsiteX336" fmla="*/ 370141 w 726376"/>
                <a:gd name="connsiteY336" fmla="*/ 20684 h 26416"/>
                <a:gd name="connsiteX337" fmla="*/ 371189 w 726376"/>
                <a:gd name="connsiteY337" fmla="*/ 17731 h 26416"/>
                <a:gd name="connsiteX338" fmla="*/ 370713 w 726376"/>
                <a:gd name="connsiteY338" fmla="*/ 15922 h 26416"/>
                <a:gd name="connsiteX339" fmla="*/ 369380 w 726376"/>
                <a:gd name="connsiteY339" fmla="*/ 14683 h 26416"/>
                <a:gd name="connsiteX340" fmla="*/ 367665 w 726376"/>
                <a:gd name="connsiteY340" fmla="*/ 13826 h 26416"/>
                <a:gd name="connsiteX341" fmla="*/ 365665 w 726376"/>
                <a:gd name="connsiteY341" fmla="*/ 13064 h 26416"/>
                <a:gd name="connsiteX342" fmla="*/ 363569 w 726376"/>
                <a:gd name="connsiteY342" fmla="*/ 12207 h 26416"/>
                <a:gd name="connsiteX343" fmla="*/ 361855 w 726376"/>
                <a:gd name="connsiteY343" fmla="*/ 10969 h 26416"/>
                <a:gd name="connsiteX344" fmla="*/ 360616 w 726376"/>
                <a:gd name="connsiteY344" fmla="*/ 9159 h 26416"/>
                <a:gd name="connsiteX345" fmla="*/ 360140 w 726376"/>
                <a:gd name="connsiteY345" fmla="*/ 6492 h 26416"/>
                <a:gd name="connsiteX346" fmla="*/ 360616 w 726376"/>
                <a:gd name="connsiteY346" fmla="*/ 3825 h 26416"/>
                <a:gd name="connsiteX347" fmla="*/ 362045 w 726376"/>
                <a:gd name="connsiteY347" fmla="*/ 1825 h 26416"/>
                <a:gd name="connsiteX348" fmla="*/ 364236 w 726376"/>
                <a:gd name="connsiteY348" fmla="*/ 491 h 26416"/>
                <a:gd name="connsiteX349" fmla="*/ 366903 w 726376"/>
                <a:gd name="connsiteY349" fmla="*/ 15 h 26416"/>
                <a:gd name="connsiteX350" fmla="*/ 372046 w 726376"/>
                <a:gd name="connsiteY350" fmla="*/ 1825 h 26416"/>
                <a:gd name="connsiteX351" fmla="*/ 374047 w 726376"/>
                <a:gd name="connsiteY351" fmla="*/ 6873 h 26416"/>
                <a:gd name="connsiteX352" fmla="*/ 370713 w 726376"/>
                <a:gd name="connsiteY352" fmla="*/ 6873 h 26416"/>
                <a:gd name="connsiteX353" fmla="*/ 370713 w 726376"/>
                <a:gd name="connsiteY353" fmla="*/ 5254 h 26416"/>
                <a:gd name="connsiteX354" fmla="*/ 370046 w 726376"/>
                <a:gd name="connsiteY354" fmla="*/ 4015 h 26416"/>
                <a:gd name="connsiteX355" fmla="*/ 368903 w 726376"/>
                <a:gd name="connsiteY355" fmla="*/ 3063 h 26416"/>
                <a:gd name="connsiteX356" fmla="*/ 367284 w 726376"/>
                <a:gd name="connsiteY356" fmla="*/ 3063 h 26416"/>
                <a:gd name="connsiteX357" fmla="*/ 363760 w 726376"/>
                <a:gd name="connsiteY357" fmla="*/ 5987 h 26416"/>
                <a:gd name="connsiteX358" fmla="*/ 363760 w 726376"/>
                <a:gd name="connsiteY358" fmla="*/ 6587 h 26416"/>
                <a:gd name="connsiteX359" fmla="*/ 364617 w 726376"/>
                <a:gd name="connsiteY359" fmla="*/ 8778 h 26416"/>
                <a:gd name="connsiteX360" fmla="*/ 366617 w 726376"/>
                <a:gd name="connsiteY360" fmla="*/ 10016 h 26416"/>
                <a:gd name="connsiteX361" fmla="*/ 369284 w 726376"/>
                <a:gd name="connsiteY361" fmla="*/ 10969 h 26416"/>
                <a:gd name="connsiteX362" fmla="*/ 371951 w 726376"/>
                <a:gd name="connsiteY362" fmla="*/ 12112 h 26416"/>
                <a:gd name="connsiteX363" fmla="*/ 373952 w 726376"/>
                <a:gd name="connsiteY363" fmla="*/ 14207 h 26416"/>
                <a:gd name="connsiteX364" fmla="*/ 374809 w 726376"/>
                <a:gd name="connsiteY364" fmla="*/ 17827 h 26416"/>
                <a:gd name="connsiteX365" fmla="*/ 374237 w 726376"/>
                <a:gd name="connsiteY365" fmla="*/ 20875 h 26416"/>
                <a:gd name="connsiteX366" fmla="*/ 372618 w 726376"/>
                <a:gd name="connsiteY366" fmla="*/ 22970 h 26416"/>
                <a:gd name="connsiteX367" fmla="*/ 370332 w 726376"/>
                <a:gd name="connsiteY367" fmla="*/ 24304 h 26416"/>
                <a:gd name="connsiteX368" fmla="*/ 367570 w 726376"/>
                <a:gd name="connsiteY368" fmla="*/ 24304 h 26416"/>
                <a:gd name="connsiteX369" fmla="*/ 364141 w 726376"/>
                <a:gd name="connsiteY369" fmla="*/ 23732 h 26416"/>
                <a:gd name="connsiteX370" fmla="*/ 361855 w 726376"/>
                <a:gd name="connsiteY370" fmla="*/ 22208 h 26416"/>
                <a:gd name="connsiteX371" fmla="*/ 360426 w 726376"/>
                <a:gd name="connsiteY371" fmla="*/ 19732 h 26416"/>
                <a:gd name="connsiteX372" fmla="*/ 359950 w 726376"/>
                <a:gd name="connsiteY372" fmla="*/ 16588 h 26416"/>
                <a:gd name="connsiteX373" fmla="*/ 389572 w 726376"/>
                <a:gd name="connsiteY373" fmla="*/ 9826 h 26416"/>
                <a:gd name="connsiteX374" fmla="*/ 389096 w 726376"/>
                <a:gd name="connsiteY374" fmla="*/ 7444 h 26416"/>
                <a:gd name="connsiteX375" fmla="*/ 388334 w 726376"/>
                <a:gd name="connsiteY375" fmla="*/ 5254 h 26416"/>
                <a:gd name="connsiteX376" fmla="*/ 386905 w 726376"/>
                <a:gd name="connsiteY376" fmla="*/ 3730 h 26416"/>
                <a:gd name="connsiteX377" fmla="*/ 384810 w 726376"/>
                <a:gd name="connsiteY377" fmla="*/ 3158 h 26416"/>
                <a:gd name="connsiteX378" fmla="*/ 382810 w 726376"/>
                <a:gd name="connsiteY378" fmla="*/ 3825 h 26416"/>
                <a:gd name="connsiteX379" fmla="*/ 381286 w 726376"/>
                <a:gd name="connsiteY379" fmla="*/ 5730 h 26416"/>
                <a:gd name="connsiteX380" fmla="*/ 380333 w 726376"/>
                <a:gd name="connsiteY380" fmla="*/ 8683 h 26416"/>
                <a:gd name="connsiteX381" fmla="*/ 380333 w 726376"/>
                <a:gd name="connsiteY381" fmla="*/ 12588 h 26416"/>
                <a:gd name="connsiteX382" fmla="*/ 380333 w 726376"/>
                <a:gd name="connsiteY382" fmla="*/ 16493 h 26416"/>
                <a:gd name="connsiteX383" fmla="*/ 381286 w 726376"/>
                <a:gd name="connsiteY383" fmla="*/ 19541 h 26416"/>
                <a:gd name="connsiteX384" fmla="*/ 382810 w 726376"/>
                <a:gd name="connsiteY384" fmla="*/ 21446 h 26416"/>
                <a:gd name="connsiteX385" fmla="*/ 384810 w 726376"/>
                <a:gd name="connsiteY385" fmla="*/ 22113 h 26416"/>
                <a:gd name="connsiteX386" fmla="*/ 388525 w 726376"/>
                <a:gd name="connsiteY386" fmla="*/ 20113 h 26416"/>
                <a:gd name="connsiteX387" fmla="*/ 389191 w 726376"/>
                <a:gd name="connsiteY387" fmla="*/ 17922 h 26416"/>
                <a:gd name="connsiteX388" fmla="*/ 389191 w 726376"/>
                <a:gd name="connsiteY388" fmla="*/ 15541 h 26416"/>
                <a:gd name="connsiteX389" fmla="*/ 392335 w 726376"/>
                <a:gd name="connsiteY389" fmla="*/ 15541 h 26416"/>
                <a:gd name="connsiteX390" fmla="*/ 392335 w 726376"/>
                <a:gd name="connsiteY390" fmla="*/ 19255 h 26416"/>
                <a:gd name="connsiteX391" fmla="*/ 390906 w 726376"/>
                <a:gd name="connsiteY391" fmla="*/ 22208 h 26416"/>
                <a:gd name="connsiteX392" fmla="*/ 388525 w 726376"/>
                <a:gd name="connsiteY392" fmla="*/ 24208 h 26416"/>
                <a:gd name="connsiteX393" fmla="*/ 384905 w 726376"/>
                <a:gd name="connsiteY393" fmla="*/ 24875 h 26416"/>
                <a:gd name="connsiteX394" fmla="*/ 381762 w 726376"/>
                <a:gd name="connsiteY394" fmla="*/ 24113 h 26416"/>
                <a:gd name="connsiteX395" fmla="*/ 379190 w 726376"/>
                <a:gd name="connsiteY395" fmla="*/ 21827 h 26416"/>
                <a:gd name="connsiteX396" fmla="*/ 377380 w 726376"/>
                <a:gd name="connsiteY396" fmla="*/ 18017 h 26416"/>
                <a:gd name="connsiteX397" fmla="*/ 376809 w 726376"/>
                <a:gd name="connsiteY397" fmla="*/ 12588 h 26416"/>
                <a:gd name="connsiteX398" fmla="*/ 377380 w 726376"/>
                <a:gd name="connsiteY398" fmla="*/ 7159 h 26416"/>
                <a:gd name="connsiteX399" fmla="*/ 379190 w 726376"/>
                <a:gd name="connsiteY399" fmla="*/ 3349 h 26416"/>
                <a:gd name="connsiteX400" fmla="*/ 381762 w 726376"/>
                <a:gd name="connsiteY400" fmla="*/ 1063 h 26416"/>
                <a:gd name="connsiteX401" fmla="*/ 384905 w 726376"/>
                <a:gd name="connsiteY401" fmla="*/ 396 h 26416"/>
                <a:gd name="connsiteX402" fmla="*/ 388430 w 726376"/>
                <a:gd name="connsiteY402" fmla="*/ 1063 h 26416"/>
                <a:gd name="connsiteX403" fmla="*/ 390811 w 726376"/>
                <a:gd name="connsiteY403" fmla="*/ 3158 h 26416"/>
                <a:gd name="connsiteX404" fmla="*/ 392144 w 726376"/>
                <a:gd name="connsiteY404" fmla="*/ 6111 h 26416"/>
                <a:gd name="connsiteX405" fmla="*/ 392811 w 726376"/>
                <a:gd name="connsiteY405" fmla="*/ 9826 h 26416"/>
                <a:gd name="connsiteX406" fmla="*/ 395669 w 726376"/>
                <a:gd name="connsiteY406" fmla="*/ 24494 h 26416"/>
                <a:gd name="connsiteX407" fmla="*/ 395669 w 726376"/>
                <a:gd name="connsiteY407" fmla="*/ 777 h 26416"/>
                <a:gd name="connsiteX408" fmla="*/ 399002 w 726376"/>
                <a:gd name="connsiteY408" fmla="*/ 777 h 26416"/>
                <a:gd name="connsiteX409" fmla="*/ 399002 w 726376"/>
                <a:gd name="connsiteY409" fmla="*/ 24494 h 26416"/>
                <a:gd name="connsiteX410" fmla="*/ 403288 w 726376"/>
                <a:gd name="connsiteY410" fmla="*/ 24494 h 26416"/>
                <a:gd name="connsiteX411" fmla="*/ 403288 w 726376"/>
                <a:gd name="connsiteY411" fmla="*/ 777 h 26416"/>
                <a:gd name="connsiteX412" fmla="*/ 415195 w 726376"/>
                <a:gd name="connsiteY412" fmla="*/ 777 h 26416"/>
                <a:gd name="connsiteX413" fmla="*/ 415195 w 726376"/>
                <a:gd name="connsiteY413" fmla="*/ 3730 h 26416"/>
                <a:gd name="connsiteX414" fmla="*/ 406622 w 726376"/>
                <a:gd name="connsiteY414" fmla="*/ 3730 h 26416"/>
                <a:gd name="connsiteX415" fmla="*/ 406622 w 726376"/>
                <a:gd name="connsiteY415" fmla="*/ 10588 h 26416"/>
                <a:gd name="connsiteX416" fmla="*/ 415195 w 726376"/>
                <a:gd name="connsiteY416" fmla="*/ 10588 h 26416"/>
                <a:gd name="connsiteX417" fmla="*/ 415195 w 726376"/>
                <a:gd name="connsiteY417" fmla="*/ 13636 h 26416"/>
                <a:gd name="connsiteX418" fmla="*/ 406622 w 726376"/>
                <a:gd name="connsiteY418" fmla="*/ 13636 h 26416"/>
                <a:gd name="connsiteX419" fmla="*/ 406622 w 726376"/>
                <a:gd name="connsiteY419" fmla="*/ 21446 h 26416"/>
                <a:gd name="connsiteX420" fmla="*/ 415195 w 726376"/>
                <a:gd name="connsiteY420" fmla="*/ 21446 h 26416"/>
                <a:gd name="connsiteX421" fmla="*/ 415195 w 726376"/>
                <a:gd name="connsiteY421" fmla="*/ 24494 h 26416"/>
                <a:gd name="connsiteX422" fmla="*/ 419862 w 726376"/>
                <a:gd name="connsiteY422" fmla="*/ 24494 h 26416"/>
                <a:gd name="connsiteX423" fmla="*/ 419862 w 726376"/>
                <a:gd name="connsiteY423" fmla="*/ 777 h 26416"/>
                <a:gd name="connsiteX424" fmla="*/ 423196 w 726376"/>
                <a:gd name="connsiteY424" fmla="*/ 777 h 26416"/>
                <a:gd name="connsiteX425" fmla="*/ 431673 w 726376"/>
                <a:gd name="connsiteY425" fmla="*/ 17636 h 26416"/>
                <a:gd name="connsiteX426" fmla="*/ 431673 w 726376"/>
                <a:gd name="connsiteY426" fmla="*/ 17636 h 26416"/>
                <a:gd name="connsiteX427" fmla="*/ 431673 w 726376"/>
                <a:gd name="connsiteY427" fmla="*/ 777 h 26416"/>
                <a:gd name="connsiteX428" fmla="*/ 434816 w 726376"/>
                <a:gd name="connsiteY428" fmla="*/ 777 h 26416"/>
                <a:gd name="connsiteX429" fmla="*/ 434816 w 726376"/>
                <a:gd name="connsiteY429" fmla="*/ 24494 h 26416"/>
                <a:gd name="connsiteX430" fmla="*/ 431768 w 726376"/>
                <a:gd name="connsiteY430" fmla="*/ 24494 h 26416"/>
                <a:gd name="connsiteX431" fmla="*/ 423100 w 726376"/>
                <a:gd name="connsiteY431" fmla="*/ 6968 h 26416"/>
                <a:gd name="connsiteX432" fmla="*/ 423100 w 726376"/>
                <a:gd name="connsiteY432" fmla="*/ 6968 h 26416"/>
                <a:gd name="connsiteX433" fmla="*/ 423100 w 726376"/>
                <a:gd name="connsiteY433" fmla="*/ 24494 h 26416"/>
                <a:gd name="connsiteX434" fmla="*/ 451390 w 726376"/>
                <a:gd name="connsiteY434" fmla="*/ 9826 h 26416"/>
                <a:gd name="connsiteX435" fmla="*/ 451390 w 726376"/>
                <a:gd name="connsiteY435" fmla="*/ 7444 h 26416"/>
                <a:gd name="connsiteX436" fmla="*/ 450532 w 726376"/>
                <a:gd name="connsiteY436" fmla="*/ 5254 h 26416"/>
                <a:gd name="connsiteX437" fmla="*/ 449199 w 726376"/>
                <a:gd name="connsiteY437" fmla="*/ 3730 h 26416"/>
                <a:gd name="connsiteX438" fmla="*/ 447104 w 726376"/>
                <a:gd name="connsiteY438" fmla="*/ 3158 h 26416"/>
                <a:gd name="connsiteX439" fmla="*/ 445008 w 726376"/>
                <a:gd name="connsiteY439" fmla="*/ 3825 h 26416"/>
                <a:gd name="connsiteX440" fmla="*/ 443484 w 726376"/>
                <a:gd name="connsiteY440" fmla="*/ 5730 h 26416"/>
                <a:gd name="connsiteX441" fmla="*/ 442627 w 726376"/>
                <a:gd name="connsiteY441" fmla="*/ 8683 h 26416"/>
                <a:gd name="connsiteX442" fmla="*/ 442627 w 726376"/>
                <a:gd name="connsiteY442" fmla="*/ 12588 h 26416"/>
                <a:gd name="connsiteX443" fmla="*/ 442627 w 726376"/>
                <a:gd name="connsiteY443" fmla="*/ 16493 h 26416"/>
                <a:gd name="connsiteX444" fmla="*/ 443484 w 726376"/>
                <a:gd name="connsiteY444" fmla="*/ 19541 h 26416"/>
                <a:gd name="connsiteX445" fmla="*/ 445008 w 726376"/>
                <a:gd name="connsiteY445" fmla="*/ 21446 h 26416"/>
                <a:gd name="connsiteX446" fmla="*/ 447104 w 726376"/>
                <a:gd name="connsiteY446" fmla="*/ 22113 h 26416"/>
                <a:gd name="connsiteX447" fmla="*/ 449389 w 726376"/>
                <a:gd name="connsiteY447" fmla="*/ 21541 h 26416"/>
                <a:gd name="connsiteX448" fmla="*/ 450723 w 726376"/>
                <a:gd name="connsiteY448" fmla="*/ 20113 h 26416"/>
                <a:gd name="connsiteX449" fmla="*/ 451485 w 726376"/>
                <a:gd name="connsiteY449" fmla="*/ 17922 h 26416"/>
                <a:gd name="connsiteX450" fmla="*/ 451485 w 726376"/>
                <a:gd name="connsiteY450" fmla="*/ 15541 h 26416"/>
                <a:gd name="connsiteX451" fmla="*/ 455676 w 726376"/>
                <a:gd name="connsiteY451" fmla="*/ 15541 h 26416"/>
                <a:gd name="connsiteX452" fmla="*/ 455676 w 726376"/>
                <a:gd name="connsiteY452" fmla="*/ 19255 h 26416"/>
                <a:gd name="connsiteX453" fmla="*/ 454247 w 726376"/>
                <a:gd name="connsiteY453" fmla="*/ 22208 h 26416"/>
                <a:gd name="connsiteX454" fmla="*/ 451771 w 726376"/>
                <a:gd name="connsiteY454" fmla="*/ 24208 h 26416"/>
                <a:gd name="connsiteX455" fmla="*/ 448246 w 726376"/>
                <a:gd name="connsiteY455" fmla="*/ 24875 h 26416"/>
                <a:gd name="connsiteX456" fmla="*/ 445103 w 726376"/>
                <a:gd name="connsiteY456" fmla="*/ 24113 h 26416"/>
                <a:gd name="connsiteX457" fmla="*/ 442436 w 726376"/>
                <a:gd name="connsiteY457" fmla="*/ 21827 h 26416"/>
                <a:gd name="connsiteX458" fmla="*/ 440722 w 726376"/>
                <a:gd name="connsiteY458" fmla="*/ 18017 h 26416"/>
                <a:gd name="connsiteX459" fmla="*/ 440055 w 726376"/>
                <a:gd name="connsiteY459" fmla="*/ 12588 h 26416"/>
                <a:gd name="connsiteX460" fmla="*/ 440722 w 726376"/>
                <a:gd name="connsiteY460" fmla="*/ 7159 h 26416"/>
                <a:gd name="connsiteX461" fmla="*/ 442436 w 726376"/>
                <a:gd name="connsiteY461" fmla="*/ 3349 h 26416"/>
                <a:gd name="connsiteX462" fmla="*/ 445103 w 726376"/>
                <a:gd name="connsiteY462" fmla="*/ 1063 h 26416"/>
                <a:gd name="connsiteX463" fmla="*/ 448246 w 726376"/>
                <a:gd name="connsiteY463" fmla="*/ 396 h 26416"/>
                <a:gd name="connsiteX464" fmla="*/ 451771 w 726376"/>
                <a:gd name="connsiteY464" fmla="*/ 1063 h 26416"/>
                <a:gd name="connsiteX465" fmla="*/ 454152 w 726376"/>
                <a:gd name="connsiteY465" fmla="*/ 3158 h 26416"/>
                <a:gd name="connsiteX466" fmla="*/ 455486 w 726376"/>
                <a:gd name="connsiteY466" fmla="*/ 6111 h 26416"/>
                <a:gd name="connsiteX467" fmla="*/ 456057 w 726376"/>
                <a:gd name="connsiteY467" fmla="*/ 9826 h 26416"/>
                <a:gd name="connsiteX468" fmla="*/ 457867 w 726376"/>
                <a:gd name="connsiteY468" fmla="*/ 24494 h 26416"/>
                <a:gd name="connsiteX469" fmla="*/ 457867 w 726376"/>
                <a:gd name="connsiteY469" fmla="*/ 777 h 26416"/>
                <a:gd name="connsiteX470" fmla="*/ 469773 w 726376"/>
                <a:gd name="connsiteY470" fmla="*/ 777 h 26416"/>
                <a:gd name="connsiteX471" fmla="*/ 469773 w 726376"/>
                <a:gd name="connsiteY471" fmla="*/ 3730 h 26416"/>
                <a:gd name="connsiteX472" fmla="*/ 461200 w 726376"/>
                <a:gd name="connsiteY472" fmla="*/ 3730 h 26416"/>
                <a:gd name="connsiteX473" fmla="*/ 461200 w 726376"/>
                <a:gd name="connsiteY473" fmla="*/ 10588 h 26416"/>
                <a:gd name="connsiteX474" fmla="*/ 469773 w 726376"/>
                <a:gd name="connsiteY474" fmla="*/ 10588 h 26416"/>
                <a:gd name="connsiteX475" fmla="*/ 469773 w 726376"/>
                <a:gd name="connsiteY475" fmla="*/ 13636 h 26416"/>
                <a:gd name="connsiteX476" fmla="*/ 461200 w 726376"/>
                <a:gd name="connsiteY476" fmla="*/ 13636 h 26416"/>
                <a:gd name="connsiteX477" fmla="*/ 461200 w 726376"/>
                <a:gd name="connsiteY477" fmla="*/ 21446 h 26416"/>
                <a:gd name="connsiteX478" fmla="*/ 469773 w 726376"/>
                <a:gd name="connsiteY478" fmla="*/ 21446 h 26416"/>
                <a:gd name="connsiteX479" fmla="*/ 469773 w 726376"/>
                <a:gd name="connsiteY479" fmla="*/ 24494 h 26416"/>
                <a:gd name="connsiteX480" fmla="*/ 486442 w 726376"/>
                <a:gd name="connsiteY480" fmla="*/ 14969 h 26416"/>
                <a:gd name="connsiteX481" fmla="*/ 491204 w 726376"/>
                <a:gd name="connsiteY481" fmla="*/ 14969 h 26416"/>
                <a:gd name="connsiteX482" fmla="*/ 488823 w 726376"/>
                <a:gd name="connsiteY482" fmla="*/ 6492 h 26416"/>
                <a:gd name="connsiteX483" fmla="*/ 488823 w 726376"/>
                <a:gd name="connsiteY483" fmla="*/ 6492 h 26416"/>
                <a:gd name="connsiteX484" fmla="*/ 486537 w 726376"/>
                <a:gd name="connsiteY484" fmla="*/ 14969 h 26416"/>
                <a:gd name="connsiteX485" fmla="*/ 480631 w 726376"/>
                <a:gd name="connsiteY485" fmla="*/ 24494 h 26416"/>
                <a:gd name="connsiteX486" fmla="*/ 487108 w 726376"/>
                <a:gd name="connsiteY486" fmla="*/ 777 h 26416"/>
                <a:gd name="connsiteX487" fmla="*/ 490347 w 726376"/>
                <a:gd name="connsiteY487" fmla="*/ 777 h 26416"/>
                <a:gd name="connsiteX488" fmla="*/ 497205 w 726376"/>
                <a:gd name="connsiteY488" fmla="*/ 24494 h 26416"/>
                <a:gd name="connsiteX489" fmla="*/ 494062 w 726376"/>
                <a:gd name="connsiteY489" fmla="*/ 24494 h 26416"/>
                <a:gd name="connsiteX490" fmla="*/ 491966 w 726376"/>
                <a:gd name="connsiteY490" fmla="*/ 17446 h 26416"/>
                <a:gd name="connsiteX491" fmla="*/ 485680 w 726376"/>
                <a:gd name="connsiteY491" fmla="*/ 17446 h 26416"/>
                <a:gd name="connsiteX492" fmla="*/ 483775 w 726376"/>
                <a:gd name="connsiteY492" fmla="*/ 24494 h 26416"/>
                <a:gd name="connsiteX493" fmla="*/ 499681 w 726376"/>
                <a:gd name="connsiteY493" fmla="*/ 24494 h 26416"/>
                <a:gd name="connsiteX494" fmla="*/ 499681 w 726376"/>
                <a:gd name="connsiteY494" fmla="*/ 777 h 26416"/>
                <a:gd name="connsiteX495" fmla="*/ 503015 w 726376"/>
                <a:gd name="connsiteY495" fmla="*/ 777 h 26416"/>
                <a:gd name="connsiteX496" fmla="*/ 511397 w 726376"/>
                <a:gd name="connsiteY496" fmla="*/ 17636 h 26416"/>
                <a:gd name="connsiteX497" fmla="*/ 511397 w 726376"/>
                <a:gd name="connsiteY497" fmla="*/ 17636 h 26416"/>
                <a:gd name="connsiteX498" fmla="*/ 511397 w 726376"/>
                <a:gd name="connsiteY498" fmla="*/ 777 h 26416"/>
                <a:gd name="connsiteX499" fmla="*/ 514540 w 726376"/>
                <a:gd name="connsiteY499" fmla="*/ 777 h 26416"/>
                <a:gd name="connsiteX500" fmla="*/ 514540 w 726376"/>
                <a:gd name="connsiteY500" fmla="*/ 24494 h 26416"/>
                <a:gd name="connsiteX501" fmla="*/ 512826 w 726376"/>
                <a:gd name="connsiteY501" fmla="*/ 24494 h 26416"/>
                <a:gd name="connsiteX502" fmla="*/ 504063 w 726376"/>
                <a:gd name="connsiteY502" fmla="*/ 6968 h 26416"/>
                <a:gd name="connsiteX503" fmla="*/ 504063 w 726376"/>
                <a:gd name="connsiteY503" fmla="*/ 6968 h 26416"/>
                <a:gd name="connsiteX504" fmla="*/ 504063 w 726376"/>
                <a:gd name="connsiteY504" fmla="*/ 24494 h 26416"/>
                <a:gd name="connsiteX505" fmla="*/ 522827 w 726376"/>
                <a:gd name="connsiteY505" fmla="*/ 21446 h 26416"/>
                <a:gd name="connsiteX506" fmla="*/ 525971 w 726376"/>
                <a:gd name="connsiteY506" fmla="*/ 21446 h 26416"/>
                <a:gd name="connsiteX507" fmla="*/ 529209 w 726376"/>
                <a:gd name="connsiteY507" fmla="*/ 20779 h 26416"/>
                <a:gd name="connsiteX508" fmla="*/ 531209 w 726376"/>
                <a:gd name="connsiteY508" fmla="*/ 18874 h 26416"/>
                <a:gd name="connsiteX509" fmla="*/ 532352 w 726376"/>
                <a:gd name="connsiteY509" fmla="*/ 16017 h 26416"/>
                <a:gd name="connsiteX510" fmla="*/ 532352 w 726376"/>
                <a:gd name="connsiteY510" fmla="*/ 12588 h 26416"/>
                <a:gd name="connsiteX511" fmla="*/ 532352 w 726376"/>
                <a:gd name="connsiteY511" fmla="*/ 9159 h 26416"/>
                <a:gd name="connsiteX512" fmla="*/ 531876 w 726376"/>
                <a:gd name="connsiteY512" fmla="*/ 7159 h 26416"/>
                <a:gd name="connsiteX513" fmla="*/ 529876 w 726376"/>
                <a:gd name="connsiteY513" fmla="*/ 5254 h 26416"/>
                <a:gd name="connsiteX514" fmla="*/ 526637 w 726376"/>
                <a:gd name="connsiteY514" fmla="*/ 4492 h 26416"/>
                <a:gd name="connsiteX515" fmla="*/ 523494 w 726376"/>
                <a:gd name="connsiteY515" fmla="*/ 4492 h 26416"/>
                <a:gd name="connsiteX516" fmla="*/ 523494 w 726376"/>
                <a:gd name="connsiteY516" fmla="*/ 22208 h 26416"/>
                <a:gd name="connsiteX517" fmla="*/ 519494 w 726376"/>
                <a:gd name="connsiteY517" fmla="*/ 777 h 26416"/>
                <a:gd name="connsiteX518" fmla="*/ 526542 w 726376"/>
                <a:gd name="connsiteY518" fmla="*/ 777 h 26416"/>
                <a:gd name="connsiteX519" fmla="*/ 530923 w 726376"/>
                <a:gd name="connsiteY519" fmla="*/ 1729 h 26416"/>
                <a:gd name="connsiteX520" fmla="*/ 533781 w 726376"/>
                <a:gd name="connsiteY520" fmla="*/ 4206 h 26416"/>
                <a:gd name="connsiteX521" fmla="*/ 535496 w 726376"/>
                <a:gd name="connsiteY521" fmla="*/ 8016 h 26416"/>
                <a:gd name="connsiteX522" fmla="*/ 535496 w 726376"/>
                <a:gd name="connsiteY522" fmla="*/ 17541 h 26416"/>
                <a:gd name="connsiteX523" fmla="*/ 533781 w 726376"/>
                <a:gd name="connsiteY523" fmla="*/ 21351 h 26416"/>
                <a:gd name="connsiteX524" fmla="*/ 530923 w 726376"/>
                <a:gd name="connsiteY524" fmla="*/ 23923 h 26416"/>
                <a:gd name="connsiteX525" fmla="*/ 526542 w 726376"/>
                <a:gd name="connsiteY525" fmla="*/ 24875 h 26416"/>
                <a:gd name="connsiteX526" fmla="*/ 519494 w 726376"/>
                <a:gd name="connsiteY526" fmla="*/ 24875 h 26416"/>
                <a:gd name="connsiteX527" fmla="*/ 519494 w 726376"/>
                <a:gd name="connsiteY527" fmla="*/ 1158 h 26416"/>
                <a:gd name="connsiteX528" fmla="*/ 560356 w 726376"/>
                <a:gd name="connsiteY528" fmla="*/ 777 h 26416"/>
                <a:gd name="connsiteX529" fmla="*/ 560356 w 726376"/>
                <a:gd name="connsiteY529" fmla="*/ 3730 h 26416"/>
                <a:gd name="connsiteX530" fmla="*/ 555212 w 726376"/>
                <a:gd name="connsiteY530" fmla="*/ 3730 h 26416"/>
                <a:gd name="connsiteX531" fmla="*/ 555212 w 726376"/>
                <a:gd name="connsiteY531" fmla="*/ 24494 h 26416"/>
                <a:gd name="connsiteX532" fmla="*/ 551879 w 726376"/>
                <a:gd name="connsiteY532" fmla="*/ 24494 h 26416"/>
                <a:gd name="connsiteX533" fmla="*/ 551879 w 726376"/>
                <a:gd name="connsiteY533" fmla="*/ 3730 h 26416"/>
                <a:gd name="connsiteX534" fmla="*/ 546830 w 726376"/>
                <a:gd name="connsiteY534" fmla="*/ 3730 h 26416"/>
                <a:gd name="connsiteX535" fmla="*/ 546830 w 726376"/>
                <a:gd name="connsiteY535" fmla="*/ 777 h 26416"/>
                <a:gd name="connsiteX536" fmla="*/ 563118 w 726376"/>
                <a:gd name="connsiteY536" fmla="*/ 24494 h 26416"/>
                <a:gd name="connsiteX537" fmla="*/ 563118 w 726376"/>
                <a:gd name="connsiteY537" fmla="*/ 777 h 26416"/>
                <a:gd name="connsiteX538" fmla="*/ 575024 w 726376"/>
                <a:gd name="connsiteY538" fmla="*/ 777 h 26416"/>
                <a:gd name="connsiteX539" fmla="*/ 575024 w 726376"/>
                <a:gd name="connsiteY539" fmla="*/ 3730 h 26416"/>
                <a:gd name="connsiteX540" fmla="*/ 566452 w 726376"/>
                <a:gd name="connsiteY540" fmla="*/ 3730 h 26416"/>
                <a:gd name="connsiteX541" fmla="*/ 566452 w 726376"/>
                <a:gd name="connsiteY541" fmla="*/ 10588 h 26416"/>
                <a:gd name="connsiteX542" fmla="*/ 575024 w 726376"/>
                <a:gd name="connsiteY542" fmla="*/ 10588 h 26416"/>
                <a:gd name="connsiteX543" fmla="*/ 575024 w 726376"/>
                <a:gd name="connsiteY543" fmla="*/ 13636 h 26416"/>
                <a:gd name="connsiteX544" fmla="*/ 566452 w 726376"/>
                <a:gd name="connsiteY544" fmla="*/ 13636 h 26416"/>
                <a:gd name="connsiteX545" fmla="*/ 566452 w 726376"/>
                <a:gd name="connsiteY545" fmla="*/ 21446 h 26416"/>
                <a:gd name="connsiteX546" fmla="*/ 575024 w 726376"/>
                <a:gd name="connsiteY546" fmla="*/ 21446 h 26416"/>
                <a:gd name="connsiteX547" fmla="*/ 575024 w 726376"/>
                <a:gd name="connsiteY547" fmla="*/ 24494 h 26416"/>
                <a:gd name="connsiteX548" fmla="*/ 591217 w 726376"/>
                <a:gd name="connsiteY548" fmla="*/ 9826 h 26416"/>
                <a:gd name="connsiteX549" fmla="*/ 591217 w 726376"/>
                <a:gd name="connsiteY549" fmla="*/ 7444 h 26416"/>
                <a:gd name="connsiteX550" fmla="*/ 590455 w 726376"/>
                <a:gd name="connsiteY550" fmla="*/ 5254 h 26416"/>
                <a:gd name="connsiteX551" fmla="*/ 589026 w 726376"/>
                <a:gd name="connsiteY551" fmla="*/ 3730 h 26416"/>
                <a:gd name="connsiteX552" fmla="*/ 586930 w 726376"/>
                <a:gd name="connsiteY552" fmla="*/ 3158 h 26416"/>
                <a:gd name="connsiteX553" fmla="*/ 584930 w 726376"/>
                <a:gd name="connsiteY553" fmla="*/ 3825 h 26416"/>
                <a:gd name="connsiteX554" fmla="*/ 583406 w 726376"/>
                <a:gd name="connsiteY554" fmla="*/ 5730 h 26416"/>
                <a:gd name="connsiteX555" fmla="*/ 582454 w 726376"/>
                <a:gd name="connsiteY555" fmla="*/ 8683 h 26416"/>
                <a:gd name="connsiteX556" fmla="*/ 582454 w 726376"/>
                <a:gd name="connsiteY556" fmla="*/ 12588 h 26416"/>
                <a:gd name="connsiteX557" fmla="*/ 582454 w 726376"/>
                <a:gd name="connsiteY557" fmla="*/ 16493 h 26416"/>
                <a:gd name="connsiteX558" fmla="*/ 583406 w 726376"/>
                <a:gd name="connsiteY558" fmla="*/ 19541 h 26416"/>
                <a:gd name="connsiteX559" fmla="*/ 584930 w 726376"/>
                <a:gd name="connsiteY559" fmla="*/ 21446 h 26416"/>
                <a:gd name="connsiteX560" fmla="*/ 586930 w 726376"/>
                <a:gd name="connsiteY560" fmla="*/ 22113 h 26416"/>
                <a:gd name="connsiteX561" fmla="*/ 589216 w 726376"/>
                <a:gd name="connsiteY561" fmla="*/ 21541 h 26416"/>
                <a:gd name="connsiteX562" fmla="*/ 590645 w 726376"/>
                <a:gd name="connsiteY562" fmla="*/ 20113 h 26416"/>
                <a:gd name="connsiteX563" fmla="*/ 591312 w 726376"/>
                <a:gd name="connsiteY563" fmla="*/ 17922 h 26416"/>
                <a:gd name="connsiteX564" fmla="*/ 591312 w 726376"/>
                <a:gd name="connsiteY564" fmla="*/ 15541 h 26416"/>
                <a:gd name="connsiteX565" fmla="*/ 594455 w 726376"/>
                <a:gd name="connsiteY565" fmla="*/ 15541 h 26416"/>
                <a:gd name="connsiteX566" fmla="*/ 594455 w 726376"/>
                <a:gd name="connsiteY566" fmla="*/ 19255 h 26416"/>
                <a:gd name="connsiteX567" fmla="*/ 593027 w 726376"/>
                <a:gd name="connsiteY567" fmla="*/ 22208 h 26416"/>
                <a:gd name="connsiteX568" fmla="*/ 590645 w 726376"/>
                <a:gd name="connsiteY568" fmla="*/ 24208 h 26416"/>
                <a:gd name="connsiteX569" fmla="*/ 587026 w 726376"/>
                <a:gd name="connsiteY569" fmla="*/ 24875 h 26416"/>
                <a:gd name="connsiteX570" fmla="*/ 583882 w 726376"/>
                <a:gd name="connsiteY570" fmla="*/ 24113 h 26416"/>
                <a:gd name="connsiteX571" fmla="*/ 581215 w 726376"/>
                <a:gd name="connsiteY571" fmla="*/ 21827 h 26416"/>
                <a:gd name="connsiteX572" fmla="*/ 579501 w 726376"/>
                <a:gd name="connsiteY572" fmla="*/ 18017 h 26416"/>
                <a:gd name="connsiteX573" fmla="*/ 578834 w 726376"/>
                <a:gd name="connsiteY573" fmla="*/ 12588 h 26416"/>
                <a:gd name="connsiteX574" fmla="*/ 579501 w 726376"/>
                <a:gd name="connsiteY574" fmla="*/ 7159 h 26416"/>
                <a:gd name="connsiteX575" fmla="*/ 581215 w 726376"/>
                <a:gd name="connsiteY575" fmla="*/ 3349 h 26416"/>
                <a:gd name="connsiteX576" fmla="*/ 583882 w 726376"/>
                <a:gd name="connsiteY576" fmla="*/ 1063 h 26416"/>
                <a:gd name="connsiteX577" fmla="*/ 587026 w 726376"/>
                <a:gd name="connsiteY577" fmla="*/ 396 h 26416"/>
                <a:gd name="connsiteX578" fmla="*/ 590550 w 726376"/>
                <a:gd name="connsiteY578" fmla="*/ 1063 h 26416"/>
                <a:gd name="connsiteX579" fmla="*/ 592931 w 726376"/>
                <a:gd name="connsiteY579" fmla="*/ 3158 h 26416"/>
                <a:gd name="connsiteX580" fmla="*/ 594265 w 726376"/>
                <a:gd name="connsiteY580" fmla="*/ 6111 h 26416"/>
                <a:gd name="connsiteX581" fmla="*/ 594931 w 726376"/>
                <a:gd name="connsiteY581" fmla="*/ 9826 h 26416"/>
                <a:gd name="connsiteX582" fmla="*/ 597694 w 726376"/>
                <a:gd name="connsiteY582" fmla="*/ 24494 h 26416"/>
                <a:gd name="connsiteX583" fmla="*/ 597694 w 726376"/>
                <a:gd name="connsiteY583" fmla="*/ 777 h 26416"/>
                <a:gd name="connsiteX584" fmla="*/ 601028 w 726376"/>
                <a:gd name="connsiteY584" fmla="*/ 777 h 26416"/>
                <a:gd name="connsiteX585" fmla="*/ 601028 w 726376"/>
                <a:gd name="connsiteY585" fmla="*/ 10302 h 26416"/>
                <a:gd name="connsiteX586" fmla="*/ 609790 w 726376"/>
                <a:gd name="connsiteY586" fmla="*/ 10302 h 26416"/>
                <a:gd name="connsiteX587" fmla="*/ 609790 w 726376"/>
                <a:gd name="connsiteY587" fmla="*/ 777 h 26416"/>
                <a:gd name="connsiteX588" fmla="*/ 613124 w 726376"/>
                <a:gd name="connsiteY588" fmla="*/ 777 h 26416"/>
                <a:gd name="connsiteX589" fmla="*/ 613124 w 726376"/>
                <a:gd name="connsiteY589" fmla="*/ 24494 h 26416"/>
                <a:gd name="connsiteX590" fmla="*/ 609790 w 726376"/>
                <a:gd name="connsiteY590" fmla="*/ 24494 h 26416"/>
                <a:gd name="connsiteX591" fmla="*/ 609790 w 726376"/>
                <a:gd name="connsiteY591" fmla="*/ 13636 h 26416"/>
                <a:gd name="connsiteX592" fmla="*/ 601028 w 726376"/>
                <a:gd name="connsiteY592" fmla="*/ 13636 h 26416"/>
                <a:gd name="connsiteX593" fmla="*/ 601028 w 726376"/>
                <a:gd name="connsiteY593" fmla="*/ 24494 h 26416"/>
                <a:gd name="connsiteX594" fmla="*/ 617887 w 726376"/>
                <a:gd name="connsiteY594" fmla="*/ 24494 h 26416"/>
                <a:gd name="connsiteX595" fmla="*/ 617887 w 726376"/>
                <a:gd name="connsiteY595" fmla="*/ 777 h 26416"/>
                <a:gd name="connsiteX596" fmla="*/ 621316 w 726376"/>
                <a:gd name="connsiteY596" fmla="*/ 777 h 26416"/>
                <a:gd name="connsiteX597" fmla="*/ 629698 w 726376"/>
                <a:gd name="connsiteY597" fmla="*/ 17636 h 26416"/>
                <a:gd name="connsiteX598" fmla="*/ 629698 w 726376"/>
                <a:gd name="connsiteY598" fmla="*/ 17636 h 26416"/>
                <a:gd name="connsiteX599" fmla="*/ 629698 w 726376"/>
                <a:gd name="connsiteY599" fmla="*/ 777 h 26416"/>
                <a:gd name="connsiteX600" fmla="*/ 632841 w 726376"/>
                <a:gd name="connsiteY600" fmla="*/ 777 h 26416"/>
                <a:gd name="connsiteX601" fmla="*/ 632841 w 726376"/>
                <a:gd name="connsiteY601" fmla="*/ 24494 h 26416"/>
                <a:gd name="connsiteX602" fmla="*/ 629793 w 726376"/>
                <a:gd name="connsiteY602" fmla="*/ 24494 h 26416"/>
                <a:gd name="connsiteX603" fmla="*/ 621030 w 726376"/>
                <a:gd name="connsiteY603" fmla="*/ 6968 h 26416"/>
                <a:gd name="connsiteX604" fmla="*/ 621030 w 726376"/>
                <a:gd name="connsiteY604" fmla="*/ 6968 h 26416"/>
                <a:gd name="connsiteX605" fmla="*/ 621030 w 726376"/>
                <a:gd name="connsiteY605" fmla="*/ 24494 h 26416"/>
                <a:gd name="connsiteX606" fmla="*/ 645414 w 726376"/>
                <a:gd name="connsiteY606" fmla="*/ 3158 h 26416"/>
                <a:gd name="connsiteX607" fmla="*/ 642938 w 726376"/>
                <a:gd name="connsiteY607" fmla="*/ 3920 h 26416"/>
                <a:gd name="connsiteX608" fmla="*/ 641223 w 726376"/>
                <a:gd name="connsiteY608" fmla="*/ 5920 h 26416"/>
                <a:gd name="connsiteX609" fmla="*/ 640271 w 726376"/>
                <a:gd name="connsiteY609" fmla="*/ 8968 h 26416"/>
                <a:gd name="connsiteX610" fmla="*/ 640271 w 726376"/>
                <a:gd name="connsiteY610" fmla="*/ 12588 h 26416"/>
                <a:gd name="connsiteX611" fmla="*/ 640271 w 726376"/>
                <a:gd name="connsiteY611" fmla="*/ 16303 h 26416"/>
                <a:gd name="connsiteX612" fmla="*/ 641223 w 726376"/>
                <a:gd name="connsiteY612" fmla="*/ 19351 h 26416"/>
                <a:gd name="connsiteX613" fmla="*/ 642938 w 726376"/>
                <a:gd name="connsiteY613" fmla="*/ 21351 h 26416"/>
                <a:gd name="connsiteX614" fmla="*/ 645414 w 726376"/>
                <a:gd name="connsiteY614" fmla="*/ 22113 h 26416"/>
                <a:gd name="connsiteX615" fmla="*/ 647890 w 726376"/>
                <a:gd name="connsiteY615" fmla="*/ 21351 h 26416"/>
                <a:gd name="connsiteX616" fmla="*/ 649605 w 726376"/>
                <a:gd name="connsiteY616" fmla="*/ 19351 h 26416"/>
                <a:gd name="connsiteX617" fmla="*/ 650557 w 726376"/>
                <a:gd name="connsiteY617" fmla="*/ 16303 h 26416"/>
                <a:gd name="connsiteX618" fmla="*/ 650557 w 726376"/>
                <a:gd name="connsiteY618" fmla="*/ 12588 h 26416"/>
                <a:gd name="connsiteX619" fmla="*/ 650557 w 726376"/>
                <a:gd name="connsiteY619" fmla="*/ 8968 h 26416"/>
                <a:gd name="connsiteX620" fmla="*/ 649605 w 726376"/>
                <a:gd name="connsiteY620" fmla="*/ 5920 h 26416"/>
                <a:gd name="connsiteX621" fmla="*/ 647890 w 726376"/>
                <a:gd name="connsiteY621" fmla="*/ 3920 h 26416"/>
                <a:gd name="connsiteX622" fmla="*/ 645414 w 726376"/>
                <a:gd name="connsiteY622" fmla="*/ 3158 h 26416"/>
                <a:gd name="connsiteX623" fmla="*/ 645414 w 726376"/>
                <a:gd name="connsiteY623" fmla="*/ 396 h 26416"/>
                <a:gd name="connsiteX624" fmla="*/ 649129 w 726376"/>
                <a:gd name="connsiteY624" fmla="*/ 1253 h 26416"/>
                <a:gd name="connsiteX625" fmla="*/ 651986 w 726376"/>
                <a:gd name="connsiteY625" fmla="*/ 3730 h 26416"/>
                <a:gd name="connsiteX626" fmla="*/ 653701 w 726376"/>
                <a:gd name="connsiteY626" fmla="*/ 7540 h 26416"/>
                <a:gd name="connsiteX627" fmla="*/ 654272 w 726376"/>
                <a:gd name="connsiteY627" fmla="*/ 12588 h 26416"/>
                <a:gd name="connsiteX628" fmla="*/ 653701 w 726376"/>
                <a:gd name="connsiteY628" fmla="*/ 17636 h 26416"/>
                <a:gd name="connsiteX629" fmla="*/ 651986 w 726376"/>
                <a:gd name="connsiteY629" fmla="*/ 21541 h 26416"/>
                <a:gd name="connsiteX630" fmla="*/ 649129 w 726376"/>
                <a:gd name="connsiteY630" fmla="*/ 24018 h 26416"/>
                <a:gd name="connsiteX631" fmla="*/ 645414 w 726376"/>
                <a:gd name="connsiteY631" fmla="*/ 24875 h 26416"/>
                <a:gd name="connsiteX632" fmla="*/ 641699 w 726376"/>
                <a:gd name="connsiteY632" fmla="*/ 24018 h 26416"/>
                <a:gd name="connsiteX633" fmla="*/ 638937 w 726376"/>
                <a:gd name="connsiteY633" fmla="*/ 21541 h 26416"/>
                <a:gd name="connsiteX634" fmla="*/ 637222 w 726376"/>
                <a:gd name="connsiteY634" fmla="*/ 17636 h 26416"/>
                <a:gd name="connsiteX635" fmla="*/ 636651 w 726376"/>
                <a:gd name="connsiteY635" fmla="*/ 12588 h 26416"/>
                <a:gd name="connsiteX636" fmla="*/ 637222 w 726376"/>
                <a:gd name="connsiteY636" fmla="*/ 7540 h 26416"/>
                <a:gd name="connsiteX637" fmla="*/ 638937 w 726376"/>
                <a:gd name="connsiteY637" fmla="*/ 3730 h 26416"/>
                <a:gd name="connsiteX638" fmla="*/ 641699 w 726376"/>
                <a:gd name="connsiteY638" fmla="*/ 1253 h 26416"/>
                <a:gd name="connsiteX639" fmla="*/ 645414 w 726376"/>
                <a:gd name="connsiteY639" fmla="*/ 396 h 26416"/>
                <a:gd name="connsiteX640" fmla="*/ 657797 w 726376"/>
                <a:gd name="connsiteY640" fmla="*/ 24494 h 26416"/>
                <a:gd name="connsiteX641" fmla="*/ 657797 w 726376"/>
                <a:gd name="connsiteY641" fmla="*/ 777 h 26416"/>
                <a:gd name="connsiteX642" fmla="*/ 661130 w 726376"/>
                <a:gd name="connsiteY642" fmla="*/ 777 h 26416"/>
                <a:gd name="connsiteX643" fmla="*/ 661130 w 726376"/>
                <a:gd name="connsiteY643" fmla="*/ 21446 h 26416"/>
                <a:gd name="connsiteX644" fmla="*/ 669512 w 726376"/>
                <a:gd name="connsiteY644" fmla="*/ 21446 h 26416"/>
                <a:gd name="connsiteX645" fmla="*/ 669512 w 726376"/>
                <a:gd name="connsiteY645" fmla="*/ 24494 h 26416"/>
                <a:gd name="connsiteX646" fmla="*/ 679990 w 726376"/>
                <a:gd name="connsiteY646" fmla="*/ 3158 h 26416"/>
                <a:gd name="connsiteX647" fmla="*/ 677513 w 726376"/>
                <a:gd name="connsiteY647" fmla="*/ 3920 h 26416"/>
                <a:gd name="connsiteX648" fmla="*/ 675799 w 726376"/>
                <a:gd name="connsiteY648" fmla="*/ 5920 h 26416"/>
                <a:gd name="connsiteX649" fmla="*/ 674846 w 726376"/>
                <a:gd name="connsiteY649" fmla="*/ 8968 h 26416"/>
                <a:gd name="connsiteX650" fmla="*/ 674846 w 726376"/>
                <a:gd name="connsiteY650" fmla="*/ 12588 h 26416"/>
                <a:gd name="connsiteX651" fmla="*/ 674846 w 726376"/>
                <a:gd name="connsiteY651" fmla="*/ 16303 h 26416"/>
                <a:gd name="connsiteX652" fmla="*/ 675799 w 726376"/>
                <a:gd name="connsiteY652" fmla="*/ 19351 h 26416"/>
                <a:gd name="connsiteX653" fmla="*/ 677513 w 726376"/>
                <a:gd name="connsiteY653" fmla="*/ 21351 h 26416"/>
                <a:gd name="connsiteX654" fmla="*/ 682466 w 726376"/>
                <a:gd name="connsiteY654" fmla="*/ 21351 h 26416"/>
                <a:gd name="connsiteX655" fmla="*/ 684181 w 726376"/>
                <a:gd name="connsiteY655" fmla="*/ 19351 h 26416"/>
                <a:gd name="connsiteX656" fmla="*/ 685133 w 726376"/>
                <a:gd name="connsiteY656" fmla="*/ 16303 h 26416"/>
                <a:gd name="connsiteX657" fmla="*/ 685133 w 726376"/>
                <a:gd name="connsiteY657" fmla="*/ 8968 h 26416"/>
                <a:gd name="connsiteX658" fmla="*/ 684181 w 726376"/>
                <a:gd name="connsiteY658" fmla="*/ 5920 h 26416"/>
                <a:gd name="connsiteX659" fmla="*/ 682466 w 726376"/>
                <a:gd name="connsiteY659" fmla="*/ 3920 h 26416"/>
                <a:gd name="connsiteX660" fmla="*/ 679990 w 726376"/>
                <a:gd name="connsiteY660" fmla="*/ 3158 h 26416"/>
                <a:gd name="connsiteX661" fmla="*/ 679990 w 726376"/>
                <a:gd name="connsiteY661" fmla="*/ 396 h 26416"/>
                <a:gd name="connsiteX662" fmla="*/ 686467 w 726376"/>
                <a:gd name="connsiteY662" fmla="*/ 3730 h 26416"/>
                <a:gd name="connsiteX663" fmla="*/ 688181 w 726376"/>
                <a:gd name="connsiteY663" fmla="*/ 7540 h 26416"/>
                <a:gd name="connsiteX664" fmla="*/ 688848 w 726376"/>
                <a:gd name="connsiteY664" fmla="*/ 12588 h 26416"/>
                <a:gd name="connsiteX665" fmla="*/ 688181 w 726376"/>
                <a:gd name="connsiteY665" fmla="*/ 17636 h 26416"/>
                <a:gd name="connsiteX666" fmla="*/ 686467 w 726376"/>
                <a:gd name="connsiteY666" fmla="*/ 21541 h 26416"/>
                <a:gd name="connsiteX667" fmla="*/ 675627 w 726376"/>
                <a:gd name="connsiteY667" fmla="*/ 23656 h 26416"/>
                <a:gd name="connsiteX668" fmla="*/ 673513 w 726376"/>
                <a:gd name="connsiteY668" fmla="*/ 21541 h 26416"/>
                <a:gd name="connsiteX669" fmla="*/ 671798 w 726376"/>
                <a:gd name="connsiteY669" fmla="*/ 17636 h 26416"/>
                <a:gd name="connsiteX670" fmla="*/ 671227 w 726376"/>
                <a:gd name="connsiteY670" fmla="*/ 12588 h 26416"/>
                <a:gd name="connsiteX671" fmla="*/ 671798 w 726376"/>
                <a:gd name="connsiteY671" fmla="*/ 7540 h 26416"/>
                <a:gd name="connsiteX672" fmla="*/ 673513 w 726376"/>
                <a:gd name="connsiteY672" fmla="*/ 3730 h 26416"/>
                <a:gd name="connsiteX673" fmla="*/ 679990 w 726376"/>
                <a:gd name="connsiteY673" fmla="*/ 396 h 26416"/>
                <a:gd name="connsiteX674" fmla="*/ 704755 w 726376"/>
                <a:gd name="connsiteY674" fmla="*/ 8683 h 26416"/>
                <a:gd name="connsiteX675" fmla="*/ 704279 w 726376"/>
                <a:gd name="connsiteY675" fmla="*/ 6492 h 26416"/>
                <a:gd name="connsiteX676" fmla="*/ 703421 w 726376"/>
                <a:gd name="connsiteY676" fmla="*/ 4777 h 26416"/>
                <a:gd name="connsiteX677" fmla="*/ 701992 w 726376"/>
                <a:gd name="connsiteY677" fmla="*/ 3539 h 26416"/>
                <a:gd name="connsiteX678" fmla="*/ 699992 w 726376"/>
                <a:gd name="connsiteY678" fmla="*/ 3539 h 26416"/>
                <a:gd name="connsiteX679" fmla="*/ 697516 w 726376"/>
                <a:gd name="connsiteY679" fmla="*/ 4301 h 26416"/>
                <a:gd name="connsiteX680" fmla="*/ 695801 w 726376"/>
                <a:gd name="connsiteY680" fmla="*/ 6301 h 26416"/>
                <a:gd name="connsiteX681" fmla="*/ 694849 w 726376"/>
                <a:gd name="connsiteY681" fmla="*/ 9349 h 26416"/>
                <a:gd name="connsiteX682" fmla="*/ 694849 w 726376"/>
                <a:gd name="connsiteY682" fmla="*/ 12969 h 26416"/>
                <a:gd name="connsiteX683" fmla="*/ 694849 w 726376"/>
                <a:gd name="connsiteY683" fmla="*/ 16684 h 26416"/>
                <a:gd name="connsiteX684" fmla="*/ 695897 w 726376"/>
                <a:gd name="connsiteY684" fmla="*/ 19732 h 26416"/>
                <a:gd name="connsiteX685" fmla="*/ 697611 w 726376"/>
                <a:gd name="connsiteY685" fmla="*/ 21732 h 26416"/>
                <a:gd name="connsiteX686" fmla="*/ 700183 w 726376"/>
                <a:gd name="connsiteY686" fmla="*/ 22494 h 26416"/>
                <a:gd name="connsiteX687" fmla="*/ 702659 w 726376"/>
                <a:gd name="connsiteY687" fmla="*/ 22494 h 26416"/>
                <a:gd name="connsiteX688" fmla="*/ 704183 w 726376"/>
                <a:gd name="connsiteY688" fmla="*/ 21065 h 26416"/>
                <a:gd name="connsiteX689" fmla="*/ 704945 w 726376"/>
                <a:gd name="connsiteY689" fmla="*/ 18874 h 26416"/>
                <a:gd name="connsiteX690" fmla="*/ 704945 w 726376"/>
                <a:gd name="connsiteY690" fmla="*/ 16207 h 26416"/>
                <a:gd name="connsiteX691" fmla="*/ 698182 w 726376"/>
                <a:gd name="connsiteY691" fmla="*/ 16207 h 26416"/>
                <a:gd name="connsiteX692" fmla="*/ 698182 w 726376"/>
                <a:gd name="connsiteY692" fmla="*/ 13159 h 26416"/>
                <a:gd name="connsiteX693" fmla="*/ 708279 w 726376"/>
                <a:gd name="connsiteY693" fmla="*/ 13159 h 26416"/>
                <a:gd name="connsiteX694" fmla="*/ 708279 w 726376"/>
                <a:gd name="connsiteY694" fmla="*/ 16112 h 26416"/>
                <a:gd name="connsiteX695" fmla="*/ 706183 w 726376"/>
                <a:gd name="connsiteY695" fmla="*/ 23161 h 26416"/>
                <a:gd name="connsiteX696" fmla="*/ 699992 w 726376"/>
                <a:gd name="connsiteY696" fmla="*/ 25732 h 26416"/>
                <a:gd name="connsiteX697" fmla="*/ 696182 w 726376"/>
                <a:gd name="connsiteY697" fmla="*/ 24875 h 26416"/>
                <a:gd name="connsiteX698" fmla="*/ 693325 w 726376"/>
                <a:gd name="connsiteY698" fmla="*/ 22399 h 26416"/>
                <a:gd name="connsiteX699" fmla="*/ 691610 w 726376"/>
                <a:gd name="connsiteY699" fmla="*/ 18493 h 26416"/>
                <a:gd name="connsiteX700" fmla="*/ 691039 w 726376"/>
                <a:gd name="connsiteY700" fmla="*/ 13445 h 26416"/>
                <a:gd name="connsiteX701" fmla="*/ 691610 w 726376"/>
                <a:gd name="connsiteY701" fmla="*/ 8397 h 26416"/>
                <a:gd name="connsiteX702" fmla="*/ 693325 w 726376"/>
                <a:gd name="connsiteY702" fmla="*/ 4587 h 26416"/>
                <a:gd name="connsiteX703" fmla="*/ 696087 w 726376"/>
                <a:gd name="connsiteY703" fmla="*/ 2110 h 26416"/>
                <a:gd name="connsiteX704" fmla="*/ 699802 w 726376"/>
                <a:gd name="connsiteY704" fmla="*/ 1253 h 26416"/>
                <a:gd name="connsiteX705" fmla="*/ 703136 w 726376"/>
                <a:gd name="connsiteY705" fmla="*/ 1920 h 26416"/>
                <a:gd name="connsiteX706" fmla="*/ 705707 w 726376"/>
                <a:gd name="connsiteY706" fmla="*/ 3730 h 26416"/>
                <a:gd name="connsiteX707" fmla="*/ 707327 w 726376"/>
                <a:gd name="connsiteY707" fmla="*/ 6301 h 26416"/>
                <a:gd name="connsiteX708" fmla="*/ 707993 w 726376"/>
                <a:gd name="connsiteY708" fmla="*/ 9540 h 26416"/>
                <a:gd name="connsiteX709" fmla="*/ 722852 w 726376"/>
                <a:gd name="connsiteY709" fmla="*/ 777 h 26416"/>
                <a:gd name="connsiteX710" fmla="*/ 726377 w 726376"/>
                <a:gd name="connsiteY710" fmla="*/ 777 h 26416"/>
                <a:gd name="connsiteX711" fmla="*/ 719899 w 726376"/>
                <a:gd name="connsiteY711" fmla="*/ 14874 h 26416"/>
                <a:gd name="connsiteX712" fmla="*/ 719899 w 726376"/>
                <a:gd name="connsiteY712" fmla="*/ 24399 h 26416"/>
                <a:gd name="connsiteX713" fmla="*/ 716566 w 726376"/>
                <a:gd name="connsiteY713" fmla="*/ 24399 h 26416"/>
                <a:gd name="connsiteX714" fmla="*/ 716566 w 726376"/>
                <a:gd name="connsiteY714" fmla="*/ 14874 h 26416"/>
                <a:gd name="connsiteX715" fmla="*/ 709994 w 726376"/>
                <a:gd name="connsiteY715" fmla="*/ 777 h 26416"/>
                <a:gd name="connsiteX716" fmla="*/ 713518 w 726376"/>
                <a:gd name="connsiteY716" fmla="*/ 777 h 26416"/>
                <a:gd name="connsiteX717" fmla="*/ 718185 w 726376"/>
                <a:gd name="connsiteY717" fmla="*/ 11254 h 26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Lst>
              <a:rect l="l" t="t" r="r" b="b"/>
              <a:pathLst>
                <a:path w="726376" h="26416">
                  <a:moveTo>
                    <a:pt x="0" y="25351"/>
                  </a:moveTo>
                  <a:lnTo>
                    <a:pt x="0" y="1634"/>
                  </a:lnTo>
                  <a:lnTo>
                    <a:pt x="3334" y="1634"/>
                  </a:lnTo>
                  <a:lnTo>
                    <a:pt x="3334" y="11159"/>
                  </a:lnTo>
                  <a:lnTo>
                    <a:pt x="12001" y="11159"/>
                  </a:lnTo>
                  <a:lnTo>
                    <a:pt x="12001" y="1634"/>
                  </a:lnTo>
                  <a:lnTo>
                    <a:pt x="15430" y="1634"/>
                  </a:lnTo>
                  <a:lnTo>
                    <a:pt x="15430" y="25351"/>
                  </a:lnTo>
                  <a:lnTo>
                    <a:pt x="12001" y="25351"/>
                  </a:lnTo>
                  <a:lnTo>
                    <a:pt x="12001" y="14493"/>
                  </a:lnTo>
                  <a:lnTo>
                    <a:pt x="3334" y="14493"/>
                  </a:lnTo>
                  <a:lnTo>
                    <a:pt x="3334" y="25351"/>
                  </a:lnTo>
                  <a:close/>
                  <a:moveTo>
                    <a:pt x="34100" y="1634"/>
                  </a:moveTo>
                  <a:lnTo>
                    <a:pt x="34100" y="18398"/>
                  </a:lnTo>
                  <a:cubicBezTo>
                    <a:pt x="34100" y="19398"/>
                    <a:pt x="33938" y="20398"/>
                    <a:pt x="33623" y="21351"/>
                  </a:cubicBezTo>
                  <a:cubicBezTo>
                    <a:pt x="33376" y="22208"/>
                    <a:pt x="32918" y="22999"/>
                    <a:pt x="32290" y="23637"/>
                  </a:cubicBezTo>
                  <a:cubicBezTo>
                    <a:pt x="31661" y="24323"/>
                    <a:pt x="30880" y="24847"/>
                    <a:pt x="30004" y="25161"/>
                  </a:cubicBezTo>
                  <a:cubicBezTo>
                    <a:pt x="28975" y="25570"/>
                    <a:pt x="27870" y="25761"/>
                    <a:pt x="26765" y="25732"/>
                  </a:cubicBezTo>
                  <a:cubicBezTo>
                    <a:pt x="25660" y="25751"/>
                    <a:pt x="24555" y="25561"/>
                    <a:pt x="23527" y="25161"/>
                  </a:cubicBezTo>
                  <a:cubicBezTo>
                    <a:pt x="22679" y="24799"/>
                    <a:pt x="21898" y="24284"/>
                    <a:pt x="21241" y="23637"/>
                  </a:cubicBezTo>
                  <a:cubicBezTo>
                    <a:pt x="20612" y="22999"/>
                    <a:pt x="20155" y="22208"/>
                    <a:pt x="19907" y="21351"/>
                  </a:cubicBezTo>
                  <a:cubicBezTo>
                    <a:pt x="19755" y="20370"/>
                    <a:pt x="19755" y="19379"/>
                    <a:pt x="19907" y="18398"/>
                  </a:cubicBezTo>
                  <a:lnTo>
                    <a:pt x="19907" y="1634"/>
                  </a:lnTo>
                  <a:lnTo>
                    <a:pt x="23241" y="1634"/>
                  </a:lnTo>
                  <a:lnTo>
                    <a:pt x="23241" y="18970"/>
                  </a:lnTo>
                  <a:cubicBezTo>
                    <a:pt x="23193" y="20027"/>
                    <a:pt x="23565" y="21056"/>
                    <a:pt x="24289" y="21827"/>
                  </a:cubicBezTo>
                  <a:cubicBezTo>
                    <a:pt x="26022" y="22960"/>
                    <a:pt x="28270" y="22960"/>
                    <a:pt x="30004" y="21827"/>
                  </a:cubicBezTo>
                  <a:cubicBezTo>
                    <a:pt x="30766" y="21084"/>
                    <a:pt x="31156" y="20027"/>
                    <a:pt x="31051" y="18970"/>
                  </a:cubicBezTo>
                  <a:lnTo>
                    <a:pt x="31051" y="1634"/>
                  </a:lnTo>
                  <a:close/>
                  <a:moveTo>
                    <a:pt x="41624" y="15350"/>
                  </a:moveTo>
                  <a:lnTo>
                    <a:pt x="46387" y="15350"/>
                  </a:lnTo>
                  <a:lnTo>
                    <a:pt x="44005" y="6873"/>
                  </a:lnTo>
                  <a:lnTo>
                    <a:pt x="44005" y="6873"/>
                  </a:lnTo>
                  <a:lnTo>
                    <a:pt x="41719" y="15350"/>
                  </a:lnTo>
                  <a:close/>
                  <a:moveTo>
                    <a:pt x="35814" y="24875"/>
                  </a:moveTo>
                  <a:lnTo>
                    <a:pt x="42386" y="1158"/>
                  </a:lnTo>
                  <a:lnTo>
                    <a:pt x="45529" y="1158"/>
                  </a:lnTo>
                  <a:lnTo>
                    <a:pt x="52388" y="24875"/>
                  </a:lnTo>
                  <a:lnTo>
                    <a:pt x="49244" y="24875"/>
                  </a:lnTo>
                  <a:lnTo>
                    <a:pt x="47149" y="17827"/>
                  </a:lnTo>
                  <a:lnTo>
                    <a:pt x="40862" y="17827"/>
                  </a:lnTo>
                  <a:lnTo>
                    <a:pt x="38957" y="24875"/>
                  </a:lnTo>
                  <a:close/>
                  <a:moveTo>
                    <a:pt x="62008" y="4111"/>
                  </a:moveTo>
                  <a:lnTo>
                    <a:pt x="53626" y="4111"/>
                  </a:lnTo>
                  <a:lnTo>
                    <a:pt x="53626" y="1158"/>
                  </a:lnTo>
                  <a:lnTo>
                    <a:pt x="66008" y="1158"/>
                  </a:lnTo>
                  <a:lnTo>
                    <a:pt x="66008" y="4206"/>
                  </a:lnTo>
                  <a:lnTo>
                    <a:pt x="56483" y="21827"/>
                  </a:lnTo>
                  <a:lnTo>
                    <a:pt x="66008" y="21827"/>
                  </a:lnTo>
                  <a:lnTo>
                    <a:pt x="66008" y="24875"/>
                  </a:lnTo>
                  <a:lnTo>
                    <a:pt x="52578" y="24875"/>
                  </a:lnTo>
                  <a:lnTo>
                    <a:pt x="52578" y="22113"/>
                  </a:lnTo>
                  <a:lnTo>
                    <a:pt x="62103" y="4111"/>
                  </a:lnTo>
                  <a:close/>
                  <a:moveTo>
                    <a:pt x="69151" y="24875"/>
                  </a:moveTo>
                  <a:lnTo>
                    <a:pt x="69151" y="1158"/>
                  </a:lnTo>
                  <a:lnTo>
                    <a:pt x="72485" y="1158"/>
                  </a:lnTo>
                  <a:lnTo>
                    <a:pt x="72485" y="10683"/>
                  </a:lnTo>
                  <a:lnTo>
                    <a:pt x="81153" y="10683"/>
                  </a:lnTo>
                  <a:lnTo>
                    <a:pt x="81153" y="1158"/>
                  </a:lnTo>
                  <a:lnTo>
                    <a:pt x="84201" y="1158"/>
                  </a:lnTo>
                  <a:lnTo>
                    <a:pt x="84201" y="24875"/>
                  </a:lnTo>
                  <a:lnTo>
                    <a:pt x="80772" y="24875"/>
                  </a:lnTo>
                  <a:lnTo>
                    <a:pt x="80772" y="14017"/>
                  </a:lnTo>
                  <a:lnTo>
                    <a:pt x="72104" y="14017"/>
                  </a:lnTo>
                  <a:lnTo>
                    <a:pt x="72104" y="24875"/>
                  </a:lnTo>
                  <a:close/>
                  <a:moveTo>
                    <a:pt x="96774" y="3539"/>
                  </a:moveTo>
                  <a:cubicBezTo>
                    <a:pt x="95917" y="3482"/>
                    <a:pt x="95059" y="3758"/>
                    <a:pt x="94393" y="4301"/>
                  </a:cubicBezTo>
                  <a:cubicBezTo>
                    <a:pt x="93631" y="4777"/>
                    <a:pt x="93031" y="5473"/>
                    <a:pt x="92678" y="6301"/>
                  </a:cubicBezTo>
                  <a:cubicBezTo>
                    <a:pt x="92154" y="7254"/>
                    <a:pt x="91802" y="8282"/>
                    <a:pt x="91630" y="9349"/>
                  </a:cubicBezTo>
                  <a:cubicBezTo>
                    <a:pt x="91535" y="10549"/>
                    <a:pt x="91535" y="11769"/>
                    <a:pt x="91630" y="12969"/>
                  </a:cubicBezTo>
                  <a:cubicBezTo>
                    <a:pt x="91526" y="14207"/>
                    <a:pt x="91526" y="15445"/>
                    <a:pt x="91630" y="16684"/>
                  </a:cubicBezTo>
                  <a:cubicBezTo>
                    <a:pt x="91802" y="17750"/>
                    <a:pt x="92154" y="18779"/>
                    <a:pt x="92678" y="19732"/>
                  </a:cubicBezTo>
                  <a:cubicBezTo>
                    <a:pt x="93031" y="20560"/>
                    <a:pt x="93631" y="21256"/>
                    <a:pt x="94393" y="21732"/>
                  </a:cubicBezTo>
                  <a:cubicBezTo>
                    <a:pt x="95079" y="22237"/>
                    <a:pt x="95917" y="22503"/>
                    <a:pt x="96774" y="22494"/>
                  </a:cubicBezTo>
                  <a:cubicBezTo>
                    <a:pt x="97660" y="22522"/>
                    <a:pt x="98536" y="22256"/>
                    <a:pt x="99250" y="21732"/>
                  </a:cubicBezTo>
                  <a:cubicBezTo>
                    <a:pt x="100013" y="21256"/>
                    <a:pt x="100613" y="20560"/>
                    <a:pt x="100965" y="19732"/>
                  </a:cubicBezTo>
                  <a:cubicBezTo>
                    <a:pt x="101441" y="18760"/>
                    <a:pt x="101794" y="17741"/>
                    <a:pt x="102013" y="16684"/>
                  </a:cubicBezTo>
                  <a:cubicBezTo>
                    <a:pt x="102117" y="15445"/>
                    <a:pt x="102117" y="14207"/>
                    <a:pt x="102013" y="12969"/>
                  </a:cubicBezTo>
                  <a:cubicBezTo>
                    <a:pt x="102108" y="11769"/>
                    <a:pt x="102108" y="10549"/>
                    <a:pt x="102013" y="9349"/>
                  </a:cubicBezTo>
                  <a:cubicBezTo>
                    <a:pt x="101794" y="8292"/>
                    <a:pt x="101441" y="7273"/>
                    <a:pt x="100965" y="6301"/>
                  </a:cubicBezTo>
                  <a:cubicBezTo>
                    <a:pt x="100613" y="5473"/>
                    <a:pt x="100013" y="4777"/>
                    <a:pt x="99250" y="4301"/>
                  </a:cubicBezTo>
                  <a:cubicBezTo>
                    <a:pt x="98555" y="3739"/>
                    <a:pt x="97669" y="3472"/>
                    <a:pt x="96774" y="3539"/>
                  </a:cubicBezTo>
                  <a:close/>
                  <a:moveTo>
                    <a:pt x="96774" y="777"/>
                  </a:moveTo>
                  <a:cubicBezTo>
                    <a:pt x="98098" y="758"/>
                    <a:pt x="99403" y="1053"/>
                    <a:pt x="100584" y="1634"/>
                  </a:cubicBezTo>
                  <a:cubicBezTo>
                    <a:pt x="101679" y="2244"/>
                    <a:pt x="102622" y="3091"/>
                    <a:pt x="103346" y="4111"/>
                  </a:cubicBezTo>
                  <a:cubicBezTo>
                    <a:pt x="104146" y="5263"/>
                    <a:pt x="104727" y="6558"/>
                    <a:pt x="105061" y="7921"/>
                  </a:cubicBezTo>
                  <a:cubicBezTo>
                    <a:pt x="105451" y="9578"/>
                    <a:pt x="105651" y="11273"/>
                    <a:pt x="105632" y="12969"/>
                  </a:cubicBezTo>
                  <a:cubicBezTo>
                    <a:pt x="105651" y="14664"/>
                    <a:pt x="105461" y="16369"/>
                    <a:pt x="105061" y="18017"/>
                  </a:cubicBezTo>
                  <a:cubicBezTo>
                    <a:pt x="104737" y="19417"/>
                    <a:pt x="104156" y="20741"/>
                    <a:pt x="103346" y="21922"/>
                  </a:cubicBezTo>
                  <a:cubicBezTo>
                    <a:pt x="102622" y="22941"/>
                    <a:pt x="101679" y="23789"/>
                    <a:pt x="100584" y="24399"/>
                  </a:cubicBezTo>
                  <a:cubicBezTo>
                    <a:pt x="99403" y="24980"/>
                    <a:pt x="98098" y="25275"/>
                    <a:pt x="96774" y="25256"/>
                  </a:cubicBezTo>
                  <a:cubicBezTo>
                    <a:pt x="95488" y="25266"/>
                    <a:pt x="94212" y="24970"/>
                    <a:pt x="93059" y="24399"/>
                  </a:cubicBezTo>
                  <a:cubicBezTo>
                    <a:pt x="91964" y="23789"/>
                    <a:pt x="91021" y="22941"/>
                    <a:pt x="90297" y="21922"/>
                  </a:cubicBezTo>
                  <a:cubicBezTo>
                    <a:pt x="89487" y="20741"/>
                    <a:pt x="88906" y="19417"/>
                    <a:pt x="88583" y="18017"/>
                  </a:cubicBezTo>
                  <a:cubicBezTo>
                    <a:pt x="88182" y="16369"/>
                    <a:pt x="87992" y="14664"/>
                    <a:pt x="88011" y="12969"/>
                  </a:cubicBezTo>
                  <a:cubicBezTo>
                    <a:pt x="87992" y="11273"/>
                    <a:pt x="88192" y="9578"/>
                    <a:pt x="88583" y="7921"/>
                  </a:cubicBezTo>
                  <a:cubicBezTo>
                    <a:pt x="88916" y="6558"/>
                    <a:pt x="89497" y="5263"/>
                    <a:pt x="90297" y="4111"/>
                  </a:cubicBezTo>
                  <a:cubicBezTo>
                    <a:pt x="91021" y="3091"/>
                    <a:pt x="91964" y="2244"/>
                    <a:pt x="93059" y="1634"/>
                  </a:cubicBezTo>
                  <a:cubicBezTo>
                    <a:pt x="94212" y="1063"/>
                    <a:pt x="95488" y="767"/>
                    <a:pt x="96774" y="777"/>
                  </a:cubicBezTo>
                  <a:close/>
                  <a:moveTo>
                    <a:pt x="109347" y="24875"/>
                  </a:moveTo>
                  <a:lnTo>
                    <a:pt x="109347" y="1158"/>
                  </a:lnTo>
                  <a:lnTo>
                    <a:pt x="112776" y="1158"/>
                  </a:lnTo>
                  <a:lnTo>
                    <a:pt x="121253" y="18017"/>
                  </a:lnTo>
                  <a:lnTo>
                    <a:pt x="121253" y="18017"/>
                  </a:lnTo>
                  <a:lnTo>
                    <a:pt x="121253" y="1158"/>
                  </a:lnTo>
                  <a:lnTo>
                    <a:pt x="124396" y="1158"/>
                  </a:lnTo>
                  <a:lnTo>
                    <a:pt x="124396" y="24875"/>
                  </a:lnTo>
                  <a:lnTo>
                    <a:pt x="121348" y="24875"/>
                  </a:lnTo>
                  <a:lnTo>
                    <a:pt x="112681" y="7349"/>
                  </a:lnTo>
                  <a:lnTo>
                    <a:pt x="112681" y="7349"/>
                  </a:lnTo>
                  <a:lnTo>
                    <a:pt x="112681" y="24875"/>
                  </a:lnTo>
                  <a:close/>
                  <a:moveTo>
                    <a:pt x="141637" y="9064"/>
                  </a:moveTo>
                  <a:cubicBezTo>
                    <a:pt x="141580" y="8425"/>
                    <a:pt x="141484" y="7787"/>
                    <a:pt x="141351" y="7159"/>
                  </a:cubicBezTo>
                  <a:cubicBezTo>
                    <a:pt x="141113" y="6549"/>
                    <a:pt x="140789" y="5968"/>
                    <a:pt x="140398" y="5444"/>
                  </a:cubicBezTo>
                  <a:cubicBezTo>
                    <a:pt x="140075" y="4920"/>
                    <a:pt x="139617" y="4492"/>
                    <a:pt x="139065" y="4206"/>
                  </a:cubicBezTo>
                  <a:cubicBezTo>
                    <a:pt x="138408" y="4053"/>
                    <a:pt x="137722" y="4053"/>
                    <a:pt x="137065" y="4206"/>
                  </a:cubicBezTo>
                  <a:cubicBezTo>
                    <a:pt x="136169" y="4149"/>
                    <a:pt x="135293" y="4415"/>
                    <a:pt x="134588" y="4968"/>
                  </a:cubicBezTo>
                  <a:cubicBezTo>
                    <a:pt x="133845" y="5473"/>
                    <a:pt x="133255" y="6158"/>
                    <a:pt x="132874" y="6968"/>
                  </a:cubicBezTo>
                  <a:cubicBezTo>
                    <a:pt x="132388" y="7921"/>
                    <a:pt x="132064" y="8949"/>
                    <a:pt x="131921" y="10016"/>
                  </a:cubicBezTo>
                  <a:cubicBezTo>
                    <a:pt x="131778" y="11216"/>
                    <a:pt x="131778" y="12435"/>
                    <a:pt x="131921" y="13636"/>
                  </a:cubicBezTo>
                  <a:cubicBezTo>
                    <a:pt x="131769" y="14874"/>
                    <a:pt x="131769" y="16112"/>
                    <a:pt x="131921" y="17350"/>
                  </a:cubicBezTo>
                  <a:cubicBezTo>
                    <a:pt x="132064" y="18417"/>
                    <a:pt x="132388" y="19446"/>
                    <a:pt x="132874" y="20398"/>
                  </a:cubicBezTo>
                  <a:cubicBezTo>
                    <a:pt x="133293" y="21179"/>
                    <a:pt x="133874" y="21865"/>
                    <a:pt x="134588" y="22399"/>
                  </a:cubicBezTo>
                  <a:cubicBezTo>
                    <a:pt x="135350" y="22894"/>
                    <a:pt x="136246" y="23161"/>
                    <a:pt x="137160" y="23161"/>
                  </a:cubicBezTo>
                  <a:cubicBezTo>
                    <a:pt x="137979" y="23332"/>
                    <a:pt x="138817" y="23332"/>
                    <a:pt x="139637" y="23161"/>
                  </a:cubicBezTo>
                  <a:cubicBezTo>
                    <a:pt x="140256" y="22818"/>
                    <a:pt x="140779" y="22322"/>
                    <a:pt x="141160" y="21732"/>
                  </a:cubicBezTo>
                  <a:cubicBezTo>
                    <a:pt x="141580" y="21075"/>
                    <a:pt x="141846" y="20322"/>
                    <a:pt x="141922" y="19541"/>
                  </a:cubicBezTo>
                  <a:cubicBezTo>
                    <a:pt x="142027" y="18655"/>
                    <a:pt x="142027" y="17760"/>
                    <a:pt x="141922" y="16874"/>
                  </a:cubicBezTo>
                  <a:lnTo>
                    <a:pt x="135255" y="16874"/>
                  </a:lnTo>
                  <a:lnTo>
                    <a:pt x="135255" y="13826"/>
                  </a:lnTo>
                  <a:lnTo>
                    <a:pt x="144780" y="13826"/>
                  </a:lnTo>
                  <a:lnTo>
                    <a:pt x="144780" y="16779"/>
                  </a:lnTo>
                  <a:cubicBezTo>
                    <a:pt x="144923" y="19284"/>
                    <a:pt x="144218" y="21770"/>
                    <a:pt x="142780" y="23827"/>
                  </a:cubicBezTo>
                  <a:cubicBezTo>
                    <a:pt x="141199" y="25608"/>
                    <a:pt x="138875" y="26561"/>
                    <a:pt x="136493" y="26399"/>
                  </a:cubicBezTo>
                  <a:cubicBezTo>
                    <a:pt x="135169" y="26418"/>
                    <a:pt x="133864" y="26123"/>
                    <a:pt x="132683" y="25542"/>
                  </a:cubicBezTo>
                  <a:cubicBezTo>
                    <a:pt x="131569" y="24961"/>
                    <a:pt x="130626" y="24104"/>
                    <a:pt x="129921" y="23065"/>
                  </a:cubicBezTo>
                  <a:cubicBezTo>
                    <a:pt x="129111" y="21865"/>
                    <a:pt x="128502" y="20551"/>
                    <a:pt x="128111" y="19160"/>
                  </a:cubicBezTo>
                  <a:cubicBezTo>
                    <a:pt x="127711" y="17512"/>
                    <a:pt x="127521" y="15807"/>
                    <a:pt x="127540" y="14112"/>
                  </a:cubicBezTo>
                  <a:cubicBezTo>
                    <a:pt x="127521" y="12416"/>
                    <a:pt x="127721" y="10721"/>
                    <a:pt x="128111" y="9064"/>
                  </a:cubicBezTo>
                  <a:cubicBezTo>
                    <a:pt x="128530" y="7730"/>
                    <a:pt x="129102" y="6454"/>
                    <a:pt x="129826" y="5254"/>
                  </a:cubicBezTo>
                  <a:cubicBezTo>
                    <a:pt x="130550" y="4234"/>
                    <a:pt x="131493" y="3387"/>
                    <a:pt x="132588" y="2777"/>
                  </a:cubicBezTo>
                  <a:cubicBezTo>
                    <a:pt x="133769" y="2196"/>
                    <a:pt x="135074" y="1901"/>
                    <a:pt x="136398" y="1920"/>
                  </a:cubicBezTo>
                  <a:cubicBezTo>
                    <a:pt x="137512" y="1882"/>
                    <a:pt x="138627" y="2110"/>
                    <a:pt x="139637" y="2587"/>
                  </a:cubicBezTo>
                  <a:cubicBezTo>
                    <a:pt x="140637" y="2958"/>
                    <a:pt x="141522" y="3587"/>
                    <a:pt x="142208" y="4396"/>
                  </a:cubicBezTo>
                  <a:cubicBezTo>
                    <a:pt x="142913" y="5158"/>
                    <a:pt x="143494" y="6025"/>
                    <a:pt x="143923" y="6968"/>
                  </a:cubicBezTo>
                  <a:cubicBezTo>
                    <a:pt x="144294" y="8016"/>
                    <a:pt x="144513" y="9102"/>
                    <a:pt x="144589" y="10207"/>
                  </a:cubicBezTo>
                  <a:close/>
                  <a:moveTo>
                    <a:pt x="172307" y="1158"/>
                  </a:moveTo>
                  <a:lnTo>
                    <a:pt x="172307" y="17922"/>
                  </a:lnTo>
                  <a:cubicBezTo>
                    <a:pt x="172460" y="18903"/>
                    <a:pt x="172460" y="19893"/>
                    <a:pt x="172307" y="20875"/>
                  </a:cubicBezTo>
                  <a:cubicBezTo>
                    <a:pt x="172060" y="21732"/>
                    <a:pt x="171602" y="22522"/>
                    <a:pt x="170974" y="23161"/>
                  </a:cubicBezTo>
                  <a:cubicBezTo>
                    <a:pt x="170345" y="23846"/>
                    <a:pt x="169564" y="24370"/>
                    <a:pt x="168688" y="24685"/>
                  </a:cubicBezTo>
                  <a:cubicBezTo>
                    <a:pt x="167659" y="25094"/>
                    <a:pt x="166554" y="25285"/>
                    <a:pt x="165449" y="25256"/>
                  </a:cubicBezTo>
                  <a:cubicBezTo>
                    <a:pt x="164344" y="25275"/>
                    <a:pt x="163239" y="25085"/>
                    <a:pt x="162211" y="24685"/>
                  </a:cubicBezTo>
                  <a:cubicBezTo>
                    <a:pt x="161334" y="24370"/>
                    <a:pt x="160553" y="23846"/>
                    <a:pt x="159925" y="23161"/>
                  </a:cubicBezTo>
                  <a:cubicBezTo>
                    <a:pt x="159296" y="22522"/>
                    <a:pt x="158839" y="21732"/>
                    <a:pt x="158591" y="20875"/>
                  </a:cubicBezTo>
                  <a:cubicBezTo>
                    <a:pt x="158439" y="19893"/>
                    <a:pt x="158439" y="18903"/>
                    <a:pt x="158591" y="17922"/>
                  </a:cubicBezTo>
                  <a:lnTo>
                    <a:pt x="158591" y="1158"/>
                  </a:lnTo>
                  <a:lnTo>
                    <a:pt x="161925" y="1158"/>
                  </a:lnTo>
                  <a:lnTo>
                    <a:pt x="161925" y="18493"/>
                  </a:lnTo>
                  <a:cubicBezTo>
                    <a:pt x="161877" y="19551"/>
                    <a:pt x="162249" y="20579"/>
                    <a:pt x="162973" y="21351"/>
                  </a:cubicBezTo>
                  <a:cubicBezTo>
                    <a:pt x="164706" y="22503"/>
                    <a:pt x="166954" y="22503"/>
                    <a:pt x="168688" y="21351"/>
                  </a:cubicBezTo>
                  <a:cubicBezTo>
                    <a:pt x="169450" y="20608"/>
                    <a:pt x="169840" y="19551"/>
                    <a:pt x="169735" y="18493"/>
                  </a:cubicBezTo>
                  <a:lnTo>
                    <a:pt x="169735" y="1158"/>
                  </a:lnTo>
                  <a:close/>
                  <a:moveTo>
                    <a:pt x="176689" y="24875"/>
                  </a:moveTo>
                  <a:lnTo>
                    <a:pt x="176689" y="1158"/>
                  </a:lnTo>
                  <a:lnTo>
                    <a:pt x="180022" y="1158"/>
                  </a:lnTo>
                  <a:lnTo>
                    <a:pt x="188500" y="18017"/>
                  </a:lnTo>
                  <a:lnTo>
                    <a:pt x="188500" y="18017"/>
                  </a:lnTo>
                  <a:lnTo>
                    <a:pt x="188500" y="1158"/>
                  </a:lnTo>
                  <a:lnTo>
                    <a:pt x="191643" y="1158"/>
                  </a:lnTo>
                  <a:lnTo>
                    <a:pt x="191643" y="24875"/>
                  </a:lnTo>
                  <a:lnTo>
                    <a:pt x="188976" y="24875"/>
                  </a:lnTo>
                  <a:lnTo>
                    <a:pt x="180308" y="7349"/>
                  </a:lnTo>
                  <a:lnTo>
                    <a:pt x="180308" y="7349"/>
                  </a:lnTo>
                  <a:lnTo>
                    <a:pt x="180308" y="24875"/>
                  </a:lnTo>
                  <a:close/>
                  <a:moveTo>
                    <a:pt x="195739" y="24875"/>
                  </a:moveTo>
                  <a:lnTo>
                    <a:pt x="195739" y="1158"/>
                  </a:lnTo>
                  <a:lnTo>
                    <a:pt x="199168" y="1158"/>
                  </a:lnTo>
                  <a:lnTo>
                    <a:pt x="199168" y="24875"/>
                  </a:lnTo>
                  <a:close/>
                  <a:moveTo>
                    <a:pt x="214313" y="1158"/>
                  </a:moveTo>
                  <a:lnTo>
                    <a:pt x="217551" y="1158"/>
                  </a:lnTo>
                  <a:lnTo>
                    <a:pt x="210884" y="24875"/>
                  </a:lnTo>
                  <a:lnTo>
                    <a:pt x="208026" y="24875"/>
                  </a:lnTo>
                  <a:lnTo>
                    <a:pt x="201359" y="1158"/>
                  </a:lnTo>
                  <a:lnTo>
                    <a:pt x="204502" y="1158"/>
                  </a:lnTo>
                  <a:lnTo>
                    <a:pt x="209550" y="20208"/>
                  </a:lnTo>
                  <a:lnTo>
                    <a:pt x="209550" y="20208"/>
                  </a:lnTo>
                  <a:lnTo>
                    <a:pt x="214598" y="1158"/>
                  </a:lnTo>
                  <a:close/>
                  <a:moveTo>
                    <a:pt x="219742" y="24875"/>
                  </a:moveTo>
                  <a:lnTo>
                    <a:pt x="219742" y="1158"/>
                  </a:lnTo>
                  <a:lnTo>
                    <a:pt x="231648" y="1158"/>
                  </a:lnTo>
                  <a:lnTo>
                    <a:pt x="231648" y="4111"/>
                  </a:lnTo>
                  <a:lnTo>
                    <a:pt x="223075" y="4111"/>
                  </a:lnTo>
                  <a:lnTo>
                    <a:pt x="223075" y="10969"/>
                  </a:lnTo>
                  <a:lnTo>
                    <a:pt x="231648" y="10969"/>
                  </a:lnTo>
                  <a:lnTo>
                    <a:pt x="231648" y="14017"/>
                  </a:lnTo>
                  <a:lnTo>
                    <a:pt x="223075" y="14017"/>
                  </a:lnTo>
                  <a:lnTo>
                    <a:pt x="223075" y="21827"/>
                  </a:lnTo>
                  <a:lnTo>
                    <a:pt x="231648" y="21827"/>
                  </a:lnTo>
                  <a:lnTo>
                    <a:pt x="231648" y="24875"/>
                  </a:lnTo>
                  <a:close/>
                  <a:moveTo>
                    <a:pt x="236125" y="24875"/>
                  </a:moveTo>
                  <a:lnTo>
                    <a:pt x="236125" y="1158"/>
                  </a:lnTo>
                  <a:lnTo>
                    <a:pt x="242792" y="1158"/>
                  </a:lnTo>
                  <a:cubicBezTo>
                    <a:pt x="243735" y="1015"/>
                    <a:pt x="244707" y="1015"/>
                    <a:pt x="245650" y="1158"/>
                  </a:cubicBezTo>
                  <a:cubicBezTo>
                    <a:pt x="246545" y="1472"/>
                    <a:pt x="247374" y="1920"/>
                    <a:pt x="248126" y="2491"/>
                  </a:cubicBezTo>
                  <a:cubicBezTo>
                    <a:pt x="248822" y="3120"/>
                    <a:pt x="249403" y="3853"/>
                    <a:pt x="249841" y="4682"/>
                  </a:cubicBezTo>
                  <a:cubicBezTo>
                    <a:pt x="250317" y="5625"/>
                    <a:pt x="250546" y="6673"/>
                    <a:pt x="250508" y="7730"/>
                  </a:cubicBezTo>
                  <a:cubicBezTo>
                    <a:pt x="250603" y="8616"/>
                    <a:pt x="250603" y="9511"/>
                    <a:pt x="250508" y="10397"/>
                  </a:cubicBezTo>
                  <a:cubicBezTo>
                    <a:pt x="250288" y="11169"/>
                    <a:pt x="249965" y="11902"/>
                    <a:pt x="249555" y="12588"/>
                  </a:cubicBezTo>
                  <a:cubicBezTo>
                    <a:pt x="249079" y="13188"/>
                    <a:pt x="248498" y="13712"/>
                    <a:pt x="247840" y="14112"/>
                  </a:cubicBezTo>
                  <a:cubicBezTo>
                    <a:pt x="247079" y="14531"/>
                    <a:pt x="246231" y="14798"/>
                    <a:pt x="245364" y="14874"/>
                  </a:cubicBezTo>
                  <a:lnTo>
                    <a:pt x="252127" y="24399"/>
                  </a:lnTo>
                  <a:lnTo>
                    <a:pt x="248126" y="24399"/>
                  </a:lnTo>
                  <a:lnTo>
                    <a:pt x="240030" y="12302"/>
                  </a:lnTo>
                  <a:lnTo>
                    <a:pt x="242602" y="12302"/>
                  </a:lnTo>
                  <a:cubicBezTo>
                    <a:pt x="243230" y="12397"/>
                    <a:pt x="243878" y="12397"/>
                    <a:pt x="244507" y="12302"/>
                  </a:cubicBezTo>
                  <a:cubicBezTo>
                    <a:pt x="245059" y="12150"/>
                    <a:pt x="245574" y="11883"/>
                    <a:pt x="246031" y="11540"/>
                  </a:cubicBezTo>
                  <a:cubicBezTo>
                    <a:pt x="246478" y="11216"/>
                    <a:pt x="246840" y="10797"/>
                    <a:pt x="247079" y="10302"/>
                  </a:cubicBezTo>
                  <a:cubicBezTo>
                    <a:pt x="247231" y="9711"/>
                    <a:pt x="247231" y="9083"/>
                    <a:pt x="247079" y="8492"/>
                  </a:cubicBezTo>
                  <a:cubicBezTo>
                    <a:pt x="247164" y="7254"/>
                    <a:pt x="246716" y="6035"/>
                    <a:pt x="245840" y="5158"/>
                  </a:cubicBezTo>
                  <a:cubicBezTo>
                    <a:pt x="244888" y="4330"/>
                    <a:pt x="243669" y="3891"/>
                    <a:pt x="242411" y="3920"/>
                  </a:cubicBezTo>
                  <a:lnTo>
                    <a:pt x="239363" y="3920"/>
                  </a:lnTo>
                  <a:lnTo>
                    <a:pt x="239363" y="24685"/>
                  </a:lnTo>
                  <a:close/>
                  <a:moveTo>
                    <a:pt x="256222" y="17541"/>
                  </a:moveTo>
                  <a:cubicBezTo>
                    <a:pt x="256127" y="18169"/>
                    <a:pt x="256127" y="18817"/>
                    <a:pt x="256222" y="19446"/>
                  </a:cubicBezTo>
                  <a:cubicBezTo>
                    <a:pt x="256289" y="20036"/>
                    <a:pt x="256518" y="20598"/>
                    <a:pt x="256889" y="21065"/>
                  </a:cubicBezTo>
                  <a:cubicBezTo>
                    <a:pt x="257213" y="21513"/>
                    <a:pt x="257632" y="21865"/>
                    <a:pt x="258127" y="22113"/>
                  </a:cubicBezTo>
                  <a:cubicBezTo>
                    <a:pt x="258756" y="22275"/>
                    <a:pt x="259404" y="22275"/>
                    <a:pt x="260033" y="22113"/>
                  </a:cubicBezTo>
                  <a:cubicBezTo>
                    <a:pt x="261147" y="22180"/>
                    <a:pt x="262242" y="21808"/>
                    <a:pt x="263080" y="21065"/>
                  </a:cubicBezTo>
                  <a:cubicBezTo>
                    <a:pt x="263785" y="20246"/>
                    <a:pt x="264166" y="19198"/>
                    <a:pt x="264128" y="18112"/>
                  </a:cubicBezTo>
                  <a:cubicBezTo>
                    <a:pt x="264290" y="17522"/>
                    <a:pt x="264290" y="16893"/>
                    <a:pt x="264128" y="16303"/>
                  </a:cubicBezTo>
                  <a:cubicBezTo>
                    <a:pt x="263814" y="15798"/>
                    <a:pt x="263395" y="15379"/>
                    <a:pt x="262890" y="15064"/>
                  </a:cubicBezTo>
                  <a:cubicBezTo>
                    <a:pt x="262337" y="14683"/>
                    <a:pt x="261728" y="14398"/>
                    <a:pt x="261080" y="14207"/>
                  </a:cubicBezTo>
                  <a:lnTo>
                    <a:pt x="259080" y="13445"/>
                  </a:lnTo>
                  <a:lnTo>
                    <a:pt x="256984" y="12588"/>
                  </a:lnTo>
                  <a:cubicBezTo>
                    <a:pt x="256356" y="12264"/>
                    <a:pt x="255775" y="11845"/>
                    <a:pt x="255270" y="11350"/>
                  </a:cubicBezTo>
                  <a:cubicBezTo>
                    <a:pt x="254727" y="10845"/>
                    <a:pt x="254308" y="10226"/>
                    <a:pt x="254032" y="9540"/>
                  </a:cubicBezTo>
                  <a:cubicBezTo>
                    <a:pt x="253708" y="8692"/>
                    <a:pt x="253546" y="7787"/>
                    <a:pt x="253555" y="6873"/>
                  </a:cubicBezTo>
                  <a:cubicBezTo>
                    <a:pt x="253565" y="5968"/>
                    <a:pt x="253727" y="5063"/>
                    <a:pt x="254032" y="4206"/>
                  </a:cubicBezTo>
                  <a:cubicBezTo>
                    <a:pt x="254394" y="3463"/>
                    <a:pt x="254880" y="2787"/>
                    <a:pt x="255460" y="2206"/>
                  </a:cubicBezTo>
                  <a:cubicBezTo>
                    <a:pt x="256099" y="1615"/>
                    <a:pt x="256842" y="1167"/>
                    <a:pt x="257651" y="872"/>
                  </a:cubicBezTo>
                  <a:cubicBezTo>
                    <a:pt x="258499" y="520"/>
                    <a:pt x="259404" y="358"/>
                    <a:pt x="260318" y="396"/>
                  </a:cubicBezTo>
                  <a:cubicBezTo>
                    <a:pt x="262204" y="272"/>
                    <a:pt x="264062" y="929"/>
                    <a:pt x="265462" y="2206"/>
                  </a:cubicBezTo>
                  <a:cubicBezTo>
                    <a:pt x="266776" y="3558"/>
                    <a:pt x="267500" y="5368"/>
                    <a:pt x="267462" y="7254"/>
                  </a:cubicBezTo>
                  <a:lnTo>
                    <a:pt x="264128" y="7254"/>
                  </a:lnTo>
                  <a:cubicBezTo>
                    <a:pt x="264223" y="6720"/>
                    <a:pt x="264223" y="6168"/>
                    <a:pt x="264128" y="5635"/>
                  </a:cubicBezTo>
                  <a:cubicBezTo>
                    <a:pt x="264004" y="5177"/>
                    <a:pt x="263776" y="4749"/>
                    <a:pt x="263462" y="4396"/>
                  </a:cubicBezTo>
                  <a:cubicBezTo>
                    <a:pt x="263204" y="3958"/>
                    <a:pt x="262795" y="3615"/>
                    <a:pt x="262318" y="3444"/>
                  </a:cubicBezTo>
                  <a:cubicBezTo>
                    <a:pt x="261785" y="3339"/>
                    <a:pt x="261233" y="3339"/>
                    <a:pt x="260699" y="3444"/>
                  </a:cubicBezTo>
                  <a:cubicBezTo>
                    <a:pt x="259747" y="3387"/>
                    <a:pt x="258813" y="3739"/>
                    <a:pt x="258127" y="4396"/>
                  </a:cubicBezTo>
                  <a:cubicBezTo>
                    <a:pt x="257508" y="5111"/>
                    <a:pt x="257175" y="6025"/>
                    <a:pt x="257175" y="6968"/>
                  </a:cubicBezTo>
                  <a:cubicBezTo>
                    <a:pt x="257137" y="7787"/>
                    <a:pt x="257442" y="8587"/>
                    <a:pt x="258032" y="9159"/>
                  </a:cubicBezTo>
                  <a:cubicBezTo>
                    <a:pt x="258632" y="9664"/>
                    <a:pt x="259309" y="10083"/>
                    <a:pt x="260033" y="10397"/>
                  </a:cubicBezTo>
                  <a:lnTo>
                    <a:pt x="262700" y="11350"/>
                  </a:lnTo>
                  <a:cubicBezTo>
                    <a:pt x="263623" y="11635"/>
                    <a:pt x="264519" y="12016"/>
                    <a:pt x="265367" y="12493"/>
                  </a:cubicBezTo>
                  <a:cubicBezTo>
                    <a:pt x="266148" y="13074"/>
                    <a:pt x="266824" y="13778"/>
                    <a:pt x="267367" y="14588"/>
                  </a:cubicBezTo>
                  <a:cubicBezTo>
                    <a:pt x="267995" y="15683"/>
                    <a:pt x="268291" y="16941"/>
                    <a:pt x="268224" y="18208"/>
                  </a:cubicBezTo>
                  <a:cubicBezTo>
                    <a:pt x="268233" y="19255"/>
                    <a:pt x="268043" y="20284"/>
                    <a:pt x="267652" y="21256"/>
                  </a:cubicBezTo>
                  <a:cubicBezTo>
                    <a:pt x="267281" y="22065"/>
                    <a:pt x="266729" y="22780"/>
                    <a:pt x="266033" y="23351"/>
                  </a:cubicBezTo>
                  <a:cubicBezTo>
                    <a:pt x="265395" y="23970"/>
                    <a:pt x="264605" y="24427"/>
                    <a:pt x="263747" y="24685"/>
                  </a:cubicBezTo>
                  <a:cubicBezTo>
                    <a:pt x="262833" y="24827"/>
                    <a:pt x="261899" y="24827"/>
                    <a:pt x="260985" y="24685"/>
                  </a:cubicBezTo>
                  <a:cubicBezTo>
                    <a:pt x="259813" y="24704"/>
                    <a:pt x="258651" y="24513"/>
                    <a:pt x="257556" y="24113"/>
                  </a:cubicBezTo>
                  <a:cubicBezTo>
                    <a:pt x="256680" y="23799"/>
                    <a:pt x="255899" y="23275"/>
                    <a:pt x="255270" y="22589"/>
                  </a:cubicBezTo>
                  <a:cubicBezTo>
                    <a:pt x="254594" y="21894"/>
                    <a:pt x="254108" y="21046"/>
                    <a:pt x="253841" y="20113"/>
                  </a:cubicBezTo>
                  <a:cubicBezTo>
                    <a:pt x="253689" y="19074"/>
                    <a:pt x="253689" y="18008"/>
                    <a:pt x="253841" y="16969"/>
                  </a:cubicBezTo>
                  <a:close/>
                  <a:moveTo>
                    <a:pt x="270415" y="24875"/>
                  </a:moveTo>
                  <a:lnTo>
                    <a:pt x="270415" y="1158"/>
                  </a:lnTo>
                  <a:lnTo>
                    <a:pt x="273748" y="1158"/>
                  </a:lnTo>
                  <a:lnTo>
                    <a:pt x="273748" y="24875"/>
                  </a:lnTo>
                  <a:close/>
                  <a:moveTo>
                    <a:pt x="289465" y="1158"/>
                  </a:moveTo>
                  <a:lnTo>
                    <a:pt x="289465" y="4111"/>
                  </a:lnTo>
                  <a:lnTo>
                    <a:pt x="284321" y="4111"/>
                  </a:lnTo>
                  <a:lnTo>
                    <a:pt x="284321" y="24875"/>
                  </a:lnTo>
                  <a:lnTo>
                    <a:pt x="280988" y="24875"/>
                  </a:lnTo>
                  <a:lnTo>
                    <a:pt x="280988" y="4111"/>
                  </a:lnTo>
                  <a:lnTo>
                    <a:pt x="275939" y="4111"/>
                  </a:lnTo>
                  <a:lnTo>
                    <a:pt x="275939" y="1158"/>
                  </a:lnTo>
                  <a:close/>
                  <a:moveTo>
                    <a:pt x="302800" y="1158"/>
                  </a:moveTo>
                  <a:lnTo>
                    <a:pt x="306324" y="1158"/>
                  </a:lnTo>
                  <a:lnTo>
                    <a:pt x="299847" y="15255"/>
                  </a:lnTo>
                  <a:lnTo>
                    <a:pt x="299847" y="24780"/>
                  </a:lnTo>
                  <a:lnTo>
                    <a:pt x="296513" y="24780"/>
                  </a:lnTo>
                  <a:lnTo>
                    <a:pt x="296513" y="15255"/>
                  </a:lnTo>
                  <a:lnTo>
                    <a:pt x="289941" y="1158"/>
                  </a:lnTo>
                  <a:lnTo>
                    <a:pt x="293751" y="1158"/>
                  </a:lnTo>
                  <a:lnTo>
                    <a:pt x="298418" y="11635"/>
                  </a:lnTo>
                  <a:lnTo>
                    <a:pt x="303086" y="1158"/>
                  </a:lnTo>
                  <a:close/>
                  <a:moveTo>
                    <a:pt x="325469" y="3539"/>
                  </a:moveTo>
                  <a:cubicBezTo>
                    <a:pt x="324574" y="3482"/>
                    <a:pt x="323698" y="3749"/>
                    <a:pt x="322993" y="4301"/>
                  </a:cubicBezTo>
                  <a:cubicBezTo>
                    <a:pt x="322278" y="4834"/>
                    <a:pt x="321697" y="5520"/>
                    <a:pt x="321278" y="6301"/>
                  </a:cubicBezTo>
                  <a:cubicBezTo>
                    <a:pt x="320792" y="7254"/>
                    <a:pt x="320469" y="8282"/>
                    <a:pt x="320326" y="9349"/>
                  </a:cubicBezTo>
                  <a:cubicBezTo>
                    <a:pt x="320183" y="10549"/>
                    <a:pt x="320183" y="11769"/>
                    <a:pt x="320326" y="12969"/>
                  </a:cubicBezTo>
                  <a:cubicBezTo>
                    <a:pt x="320173" y="14207"/>
                    <a:pt x="320173" y="15445"/>
                    <a:pt x="320326" y="16684"/>
                  </a:cubicBezTo>
                  <a:cubicBezTo>
                    <a:pt x="320469" y="17750"/>
                    <a:pt x="320792" y="18779"/>
                    <a:pt x="321278" y="19732"/>
                  </a:cubicBezTo>
                  <a:cubicBezTo>
                    <a:pt x="321697" y="20513"/>
                    <a:pt x="322278" y="21198"/>
                    <a:pt x="322993" y="21732"/>
                  </a:cubicBezTo>
                  <a:cubicBezTo>
                    <a:pt x="323717" y="22237"/>
                    <a:pt x="324583" y="22503"/>
                    <a:pt x="325469" y="22494"/>
                  </a:cubicBezTo>
                  <a:cubicBezTo>
                    <a:pt x="326355" y="22494"/>
                    <a:pt x="327212" y="22227"/>
                    <a:pt x="327946" y="21732"/>
                  </a:cubicBezTo>
                  <a:cubicBezTo>
                    <a:pt x="328660" y="21198"/>
                    <a:pt x="329241" y="20513"/>
                    <a:pt x="329660" y="19732"/>
                  </a:cubicBezTo>
                  <a:cubicBezTo>
                    <a:pt x="330108" y="18760"/>
                    <a:pt x="330422" y="17731"/>
                    <a:pt x="330613" y="16684"/>
                  </a:cubicBezTo>
                  <a:cubicBezTo>
                    <a:pt x="330718" y="15445"/>
                    <a:pt x="330718" y="14207"/>
                    <a:pt x="330613" y="12969"/>
                  </a:cubicBezTo>
                  <a:cubicBezTo>
                    <a:pt x="330708" y="11769"/>
                    <a:pt x="330708" y="10549"/>
                    <a:pt x="330613" y="9349"/>
                  </a:cubicBezTo>
                  <a:cubicBezTo>
                    <a:pt x="330422" y="8302"/>
                    <a:pt x="330108" y="7273"/>
                    <a:pt x="329660" y="6301"/>
                  </a:cubicBezTo>
                  <a:cubicBezTo>
                    <a:pt x="329241" y="5520"/>
                    <a:pt x="328660" y="4834"/>
                    <a:pt x="327946" y="4301"/>
                  </a:cubicBezTo>
                  <a:cubicBezTo>
                    <a:pt x="327231" y="3768"/>
                    <a:pt x="326355" y="3491"/>
                    <a:pt x="325469" y="3539"/>
                  </a:cubicBezTo>
                  <a:close/>
                  <a:moveTo>
                    <a:pt x="325469" y="777"/>
                  </a:moveTo>
                  <a:cubicBezTo>
                    <a:pt x="326755" y="767"/>
                    <a:pt x="328031" y="1063"/>
                    <a:pt x="329184" y="1634"/>
                  </a:cubicBezTo>
                  <a:cubicBezTo>
                    <a:pt x="330279" y="2244"/>
                    <a:pt x="331222" y="3091"/>
                    <a:pt x="331946" y="4111"/>
                  </a:cubicBezTo>
                  <a:cubicBezTo>
                    <a:pt x="332746" y="5263"/>
                    <a:pt x="333327" y="6558"/>
                    <a:pt x="333661" y="7921"/>
                  </a:cubicBezTo>
                  <a:cubicBezTo>
                    <a:pt x="334051" y="9578"/>
                    <a:pt x="334251" y="11273"/>
                    <a:pt x="334232" y="12969"/>
                  </a:cubicBezTo>
                  <a:cubicBezTo>
                    <a:pt x="334251" y="14664"/>
                    <a:pt x="334061" y="16369"/>
                    <a:pt x="333661" y="18017"/>
                  </a:cubicBezTo>
                  <a:cubicBezTo>
                    <a:pt x="333337" y="19417"/>
                    <a:pt x="332756" y="20741"/>
                    <a:pt x="331946" y="21922"/>
                  </a:cubicBezTo>
                  <a:cubicBezTo>
                    <a:pt x="331222" y="22941"/>
                    <a:pt x="330279" y="23789"/>
                    <a:pt x="329184" y="24399"/>
                  </a:cubicBezTo>
                  <a:cubicBezTo>
                    <a:pt x="328031" y="24970"/>
                    <a:pt x="326755" y="25266"/>
                    <a:pt x="325469" y="25256"/>
                  </a:cubicBezTo>
                  <a:cubicBezTo>
                    <a:pt x="324174" y="25294"/>
                    <a:pt x="322897" y="24999"/>
                    <a:pt x="321755" y="24399"/>
                  </a:cubicBezTo>
                  <a:cubicBezTo>
                    <a:pt x="320612" y="23818"/>
                    <a:pt x="319631" y="22970"/>
                    <a:pt x="318897" y="21922"/>
                  </a:cubicBezTo>
                  <a:cubicBezTo>
                    <a:pt x="318163" y="20703"/>
                    <a:pt x="317583" y="19389"/>
                    <a:pt x="317182" y="18017"/>
                  </a:cubicBezTo>
                  <a:cubicBezTo>
                    <a:pt x="316782" y="16369"/>
                    <a:pt x="316592" y="14664"/>
                    <a:pt x="316611" y="12969"/>
                  </a:cubicBezTo>
                  <a:cubicBezTo>
                    <a:pt x="316592" y="11273"/>
                    <a:pt x="316792" y="9578"/>
                    <a:pt x="317182" y="7921"/>
                  </a:cubicBezTo>
                  <a:cubicBezTo>
                    <a:pt x="317602" y="6587"/>
                    <a:pt x="318173" y="5311"/>
                    <a:pt x="318897" y="4111"/>
                  </a:cubicBezTo>
                  <a:cubicBezTo>
                    <a:pt x="319631" y="3063"/>
                    <a:pt x="320612" y="2215"/>
                    <a:pt x="321755" y="1634"/>
                  </a:cubicBezTo>
                  <a:cubicBezTo>
                    <a:pt x="322897" y="1034"/>
                    <a:pt x="324174" y="739"/>
                    <a:pt x="325469" y="777"/>
                  </a:cubicBezTo>
                  <a:close/>
                  <a:moveTo>
                    <a:pt x="348996" y="777"/>
                  </a:moveTo>
                  <a:lnTo>
                    <a:pt x="348996" y="3730"/>
                  </a:lnTo>
                  <a:lnTo>
                    <a:pt x="341376" y="3730"/>
                  </a:lnTo>
                  <a:lnTo>
                    <a:pt x="341376" y="10588"/>
                  </a:lnTo>
                  <a:lnTo>
                    <a:pt x="349282" y="10588"/>
                  </a:lnTo>
                  <a:lnTo>
                    <a:pt x="349282" y="13636"/>
                  </a:lnTo>
                  <a:lnTo>
                    <a:pt x="341376" y="13636"/>
                  </a:lnTo>
                  <a:lnTo>
                    <a:pt x="341376" y="24494"/>
                  </a:lnTo>
                  <a:lnTo>
                    <a:pt x="338042" y="24494"/>
                  </a:lnTo>
                  <a:lnTo>
                    <a:pt x="338042" y="777"/>
                  </a:lnTo>
                  <a:close/>
                  <a:moveTo>
                    <a:pt x="363283" y="17160"/>
                  </a:moveTo>
                  <a:cubicBezTo>
                    <a:pt x="363188" y="17788"/>
                    <a:pt x="363188" y="18436"/>
                    <a:pt x="363283" y="19065"/>
                  </a:cubicBezTo>
                  <a:cubicBezTo>
                    <a:pt x="363350" y="19655"/>
                    <a:pt x="363579" y="20217"/>
                    <a:pt x="363950" y="20684"/>
                  </a:cubicBezTo>
                  <a:cubicBezTo>
                    <a:pt x="364274" y="21132"/>
                    <a:pt x="364693" y="21484"/>
                    <a:pt x="365188" y="21732"/>
                  </a:cubicBezTo>
                  <a:cubicBezTo>
                    <a:pt x="365817" y="21894"/>
                    <a:pt x="366465" y="21894"/>
                    <a:pt x="367094" y="21732"/>
                  </a:cubicBezTo>
                  <a:cubicBezTo>
                    <a:pt x="368208" y="21799"/>
                    <a:pt x="369303" y="21427"/>
                    <a:pt x="370141" y="20684"/>
                  </a:cubicBezTo>
                  <a:cubicBezTo>
                    <a:pt x="370846" y="19865"/>
                    <a:pt x="371227" y="18817"/>
                    <a:pt x="371189" y="17731"/>
                  </a:cubicBezTo>
                  <a:cubicBezTo>
                    <a:pt x="371199" y="17093"/>
                    <a:pt x="371037" y="16464"/>
                    <a:pt x="370713" y="15922"/>
                  </a:cubicBezTo>
                  <a:cubicBezTo>
                    <a:pt x="370389" y="15398"/>
                    <a:pt x="369932" y="14969"/>
                    <a:pt x="369380" y="14683"/>
                  </a:cubicBezTo>
                  <a:cubicBezTo>
                    <a:pt x="368875" y="14283"/>
                    <a:pt x="368284" y="13998"/>
                    <a:pt x="367665" y="13826"/>
                  </a:cubicBezTo>
                  <a:lnTo>
                    <a:pt x="365665" y="13064"/>
                  </a:lnTo>
                  <a:lnTo>
                    <a:pt x="363569" y="12207"/>
                  </a:lnTo>
                  <a:cubicBezTo>
                    <a:pt x="362941" y="11883"/>
                    <a:pt x="362360" y="11464"/>
                    <a:pt x="361855" y="10969"/>
                  </a:cubicBezTo>
                  <a:cubicBezTo>
                    <a:pt x="361312" y="10464"/>
                    <a:pt x="360893" y="9845"/>
                    <a:pt x="360616" y="9159"/>
                  </a:cubicBezTo>
                  <a:cubicBezTo>
                    <a:pt x="360293" y="8311"/>
                    <a:pt x="360131" y="7406"/>
                    <a:pt x="360140" y="6492"/>
                  </a:cubicBezTo>
                  <a:cubicBezTo>
                    <a:pt x="360150" y="5587"/>
                    <a:pt x="360312" y="4682"/>
                    <a:pt x="360616" y="3825"/>
                  </a:cubicBezTo>
                  <a:cubicBezTo>
                    <a:pt x="360979" y="3082"/>
                    <a:pt x="361464" y="2406"/>
                    <a:pt x="362045" y="1825"/>
                  </a:cubicBezTo>
                  <a:cubicBezTo>
                    <a:pt x="362683" y="1234"/>
                    <a:pt x="363426" y="786"/>
                    <a:pt x="364236" y="491"/>
                  </a:cubicBezTo>
                  <a:cubicBezTo>
                    <a:pt x="365084" y="139"/>
                    <a:pt x="365989" y="-23"/>
                    <a:pt x="366903" y="15"/>
                  </a:cubicBezTo>
                  <a:cubicBezTo>
                    <a:pt x="368789" y="-109"/>
                    <a:pt x="370646" y="548"/>
                    <a:pt x="372046" y="1825"/>
                  </a:cubicBezTo>
                  <a:cubicBezTo>
                    <a:pt x="373361" y="3177"/>
                    <a:pt x="374085" y="4987"/>
                    <a:pt x="374047" y="6873"/>
                  </a:cubicBezTo>
                  <a:lnTo>
                    <a:pt x="370713" y="6873"/>
                  </a:lnTo>
                  <a:cubicBezTo>
                    <a:pt x="370808" y="6339"/>
                    <a:pt x="370808" y="5787"/>
                    <a:pt x="370713" y="5254"/>
                  </a:cubicBezTo>
                  <a:cubicBezTo>
                    <a:pt x="370589" y="4796"/>
                    <a:pt x="370361" y="4368"/>
                    <a:pt x="370046" y="4015"/>
                  </a:cubicBezTo>
                  <a:cubicBezTo>
                    <a:pt x="369789" y="3577"/>
                    <a:pt x="369380" y="3234"/>
                    <a:pt x="368903" y="3063"/>
                  </a:cubicBezTo>
                  <a:cubicBezTo>
                    <a:pt x="368370" y="2958"/>
                    <a:pt x="367817" y="2958"/>
                    <a:pt x="367284" y="3063"/>
                  </a:cubicBezTo>
                  <a:cubicBezTo>
                    <a:pt x="365503" y="2901"/>
                    <a:pt x="363922" y="4206"/>
                    <a:pt x="363760" y="5987"/>
                  </a:cubicBezTo>
                  <a:cubicBezTo>
                    <a:pt x="363741" y="6187"/>
                    <a:pt x="363741" y="6387"/>
                    <a:pt x="363760" y="6587"/>
                  </a:cubicBezTo>
                  <a:cubicBezTo>
                    <a:pt x="363722" y="7406"/>
                    <a:pt x="364026" y="8206"/>
                    <a:pt x="364617" y="8778"/>
                  </a:cubicBezTo>
                  <a:cubicBezTo>
                    <a:pt x="365208" y="9311"/>
                    <a:pt x="365884" y="9730"/>
                    <a:pt x="366617" y="10016"/>
                  </a:cubicBezTo>
                  <a:lnTo>
                    <a:pt x="369284" y="10969"/>
                  </a:lnTo>
                  <a:cubicBezTo>
                    <a:pt x="370208" y="11254"/>
                    <a:pt x="371104" y="11635"/>
                    <a:pt x="371951" y="12112"/>
                  </a:cubicBezTo>
                  <a:cubicBezTo>
                    <a:pt x="372732" y="12693"/>
                    <a:pt x="373409" y="13397"/>
                    <a:pt x="373952" y="14207"/>
                  </a:cubicBezTo>
                  <a:cubicBezTo>
                    <a:pt x="374580" y="15302"/>
                    <a:pt x="374875" y="16560"/>
                    <a:pt x="374809" y="17827"/>
                  </a:cubicBezTo>
                  <a:cubicBezTo>
                    <a:pt x="374818" y="18874"/>
                    <a:pt x="374628" y="19903"/>
                    <a:pt x="374237" y="20875"/>
                  </a:cubicBezTo>
                  <a:cubicBezTo>
                    <a:pt x="373866" y="21684"/>
                    <a:pt x="373313" y="22399"/>
                    <a:pt x="372618" y="22970"/>
                  </a:cubicBezTo>
                  <a:cubicBezTo>
                    <a:pt x="371970" y="23589"/>
                    <a:pt x="371189" y="24046"/>
                    <a:pt x="370332" y="24304"/>
                  </a:cubicBezTo>
                  <a:cubicBezTo>
                    <a:pt x="369418" y="24446"/>
                    <a:pt x="368484" y="24446"/>
                    <a:pt x="367570" y="24304"/>
                  </a:cubicBezTo>
                  <a:cubicBezTo>
                    <a:pt x="366398" y="24323"/>
                    <a:pt x="365236" y="24132"/>
                    <a:pt x="364141" y="23732"/>
                  </a:cubicBezTo>
                  <a:cubicBezTo>
                    <a:pt x="363264" y="23418"/>
                    <a:pt x="362483" y="22894"/>
                    <a:pt x="361855" y="22208"/>
                  </a:cubicBezTo>
                  <a:cubicBezTo>
                    <a:pt x="361179" y="21513"/>
                    <a:pt x="360693" y="20665"/>
                    <a:pt x="360426" y="19732"/>
                  </a:cubicBezTo>
                  <a:cubicBezTo>
                    <a:pt x="360112" y="18712"/>
                    <a:pt x="359950" y="17655"/>
                    <a:pt x="359950" y="16588"/>
                  </a:cubicBezTo>
                  <a:close/>
                  <a:moveTo>
                    <a:pt x="389572" y="9826"/>
                  </a:moveTo>
                  <a:cubicBezTo>
                    <a:pt x="389458" y="9025"/>
                    <a:pt x="389296" y="8225"/>
                    <a:pt x="389096" y="7444"/>
                  </a:cubicBezTo>
                  <a:cubicBezTo>
                    <a:pt x="388963" y="6682"/>
                    <a:pt x="388706" y="5939"/>
                    <a:pt x="388334" y="5254"/>
                  </a:cubicBezTo>
                  <a:cubicBezTo>
                    <a:pt x="387991" y="4634"/>
                    <a:pt x="387496" y="4111"/>
                    <a:pt x="386905" y="3730"/>
                  </a:cubicBezTo>
                  <a:cubicBezTo>
                    <a:pt x="386286" y="3320"/>
                    <a:pt x="385553" y="3120"/>
                    <a:pt x="384810" y="3158"/>
                  </a:cubicBezTo>
                  <a:cubicBezTo>
                    <a:pt x="384086" y="3130"/>
                    <a:pt x="383372" y="3368"/>
                    <a:pt x="382810" y="3825"/>
                  </a:cubicBezTo>
                  <a:cubicBezTo>
                    <a:pt x="382114" y="4282"/>
                    <a:pt x="381581" y="4949"/>
                    <a:pt x="381286" y="5730"/>
                  </a:cubicBezTo>
                  <a:cubicBezTo>
                    <a:pt x="380829" y="6663"/>
                    <a:pt x="380505" y="7654"/>
                    <a:pt x="380333" y="8683"/>
                  </a:cubicBezTo>
                  <a:cubicBezTo>
                    <a:pt x="380229" y="9978"/>
                    <a:pt x="380229" y="11292"/>
                    <a:pt x="380333" y="12588"/>
                  </a:cubicBezTo>
                  <a:cubicBezTo>
                    <a:pt x="380229" y="13883"/>
                    <a:pt x="380229" y="15198"/>
                    <a:pt x="380333" y="16493"/>
                  </a:cubicBezTo>
                  <a:cubicBezTo>
                    <a:pt x="380505" y="17550"/>
                    <a:pt x="380829" y="18569"/>
                    <a:pt x="381286" y="19541"/>
                  </a:cubicBezTo>
                  <a:cubicBezTo>
                    <a:pt x="381600" y="20303"/>
                    <a:pt x="382133" y="20970"/>
                    <a:pt x="382810" y="21446"/>
                  </a:cubicBezTo>
                  <a:cubicBezTo>
                    <a:pt x="383372" y="21903"/>
                    <a:pt x="384086" y="22141"/>
                    <a:pt x="384810" y="22113"/>
                  </a:cubicBezTo>
                  <a:cubicBezTo>
                    <a:pt x="386324" y="22180"/>
                    <a:pt x="387753" y="21417"/>
                    <a:pt x="388525" y="20113"/>
                  </a:cubicBezTo>
                  <a:cubicBezTo>
                    <a:pt x="388858" y="19417"/>
                    <a:pt x="389087" y="18684"/>
                    <a:pt x="389191" y="17922"/>
                  </a:cubicBezTo>
                  <a:lnTo>
                    <a:pt x="389191" y="15541"/>
                  </a:lnTo>
                  <a:lnTo>
                    <a:pt x="392335" y="15541"/>
                  </a:lnTo>
                  <a:cubicBezTo>
                    <a:pt x="392487" y="16779"/>
                    <a:pt x="392487" y="18017"/>
                    <a:pt x="392335" y="19255"/>
                  </a:cubicBezTo>
                  <a:cubicBezTo>
                    <a:pt x="392078" y="20332"/>
                    <a:pt x="391592" y="21341"/>
                    <a:pt x="390906" y="22208"/>
                  </a:cubicBezTo>
                  <a:cubicBezTo>
                    <a:pt x="390296" y="23065"/>
                    <a:pt x="389477" y="23761"/>
                    <a:pt x="388525" y="24208"/>
                  </a:cubicBezTo>
                  <a:cubicBezTo>
                    <a:pt x="387372" y="24646"/>
                    <a:pt x="386144" y="24875"/>
                    <a:pt x="384905" y="24875"/>
                  </a:cubicBezTo>
                  <a:cubicBezTo>
                    <a:pt x="383810" y="24875"/>
                    <a:pt x="382734" y="24608"/>
                    <a:pt x="381762" y="24113"/>
                  </a:cubicBezTo>
                  <a:cubicBezTo>
                    <a:pt x="380714" y="23599"/>
                    <a:pt x="379828" y="22808"/>
                    <a:pt x="379190" y="21827"/>
                  </a:cubicBezTo>
                  <a:cubicBezTo>
                    <a:pt x="378362" y="20675"/>
                    <a:pt x="377752" y="19389"/>
                    <a:pt x="377380" y="18017"/>
                  </a:cubicBezTo>
                  <a:cubicBezTo>
                    <a:pt x="376971" y="16236"/>
                    <a:pt x="376781" y="14417"/>
                    <a:pt x="376809" y="12588"/>
                  </a:cubicBezTo>
                  <a:cubicBezTo>
                    <a:pt x="376790" y="10759"/>
                    <a:pt x="376980" y="8940"/>
                    <a:pt x="377380" y="7159"/>
                  </a:cubicBezTo>
                  <a:cubicBezTo>
                    <a:pt x="377771" y="5797"/>
                    <a:pt x="378381" y="4511"/>
                    <a:pt x="379190" y="3349"/>
                  </a:cubicBezTo>
                  <a:cubicBezTo>
                    <a:pt x="379876" y="2415"/>
                    <a:pt x="380752" y="1634"/>
                    <a:pt x="381762" y="1063"/>
                  </a:cubicBezTo>
                  <a:cubicBezTo>
                    <a:pt x="382743" y="596"/>
                    <a:pt x="383819" y="367"/>
                    <a:pt x="384905" y="396"/>
                  </a:cubicBezTo>
                  <a:cubicBezTo>
                    <a:pt x="386115" y="339"/>
                    <a:pt x="387325" y="567"/>
                    <a:pt x="388430" y="1063"/>
                  </a:cubicBezTo>
                  <a:cubicBezTo>
                    <a:pt x="389372" y="1577"/>
                    <a:pt x="390182" y="2291"/>
                    <a:pt x="390811" y="3158"/>
                  </a:cubicBezTo>
                  <a:cubicBezTo>
                    <a:pt x="391458" y="4034"/>
                    <a:pt x="391916" y="5044"/>
                    <a:pt x="392144" y="6111"/>
                  </a:cubicBezTo>
                  <a:cubicBezTo>
                    <a:pt x="392478" y="7330"/>
                    <a:pt x="392697" y="8568"/>
                    <a:pt x="392811" y="9826"/>
                  </a:cubicBezTo>
                  <a:close/>
                  <a:moveTo>
                    <a:pt x="395669" y="24494"/>
                  </a:moveTo>
                  <a:lnTo>
                    <a:pt x="395669" y="777"/>
                  </a:lnTo>
                  <a:lnTo>
                    <a:pt x="399002" y="777"/>
                  </a:lnTo>
                  <a:lnTo>
                    <a:pt x="399002" y="24494"/>
                  </a:lnTo>
                  <a:close/>
                  <a:moveTo>
                    <a:pt x="403288" y="24494"/>
                  </a:moveTo>
                  <a:lnTo>
                    <a:pt x="403288" y="777"/>
                  </a:lnTo>
                  <a:lnTo>
                    <a:pt x="415195" y="777"/>
                  </a:lnTo>
                  <a:lnTo>
                    <a:pt x="415195" y="3730"/>
                  </a:lnTo>
                  <a:lnTo>
                    <a:pt x="406622" y="3730"/>
                  </a:lnTo>
                  <a:lnTo>
                    <a:pt x="406622" y="10588"/>
                  </a:lnTo>
                  <a:lnTo>
                    <a:pt x="415195" y="10588"/>
                  </a:lnTo>
                  <a:lnTo>
                    <a:pt x="415195" y="13636"/>
                  </a:lnTo>
                  <a:lnTo>
                    <a:pt x="406622" y="13636"/>
                  </a:lnTo>
                  <a:lnTo>
                    <a:pt x="406622" y="21446"/>
                  </a:lnTo>
                  <a:lnTo>
                    <a:pt x="415195" y="21446"/>
                  </a:lnTo>
                  <a:lnTo>
                    <a:pt x="415195" y="24494"/>
                  </a:lnTo>
                  <a:close/>
                  <a:moveTo>
                    <a:pt x="419862" y="24494"/>
                  </a:moveTo>
                  <a:lnTo>
                    <a:pt x="419862" y="777"/>
                  </a:lnTo>
                  <a:lnTo>
                    <a:pt x="423196" y="777"/>
                  </a:lnTo>
                  <a:lnTo>
                    <a:pt x="431673" y="17636"/>
                  </a:lnTo>
                  <a:lnTo>
                    <a:pt x="431673" y="17636"/>
                  </a:lnTo>
                  <a:lnTo>
                    <a:pt x="431673" y="777"/>
                  </a:lnTo>
                  <a:lnTo>
                    <a:pt x="434816" y="777"/>
                  </a:lnTo>
                  <a:lnTo>
                    <a:pt x="434816" y="24494"/>
                  </a:lnTo>
                  <a:lnTo>
                    <a:pt x="431768" y="24494"/>
                  </a:lnTo>
                  <a:lnTo>
                    <a:pt x="423100" y="6968"/>
                  </a:lnTo>
                  <a:lnTo>
                    <a:pt x="423100" y="6968"/>
                  </a:lnTo>
                  <a:lnTo>
                    <a:pt x="423100" y="24494"/>
                  </a:lnTo>
                  <a:close/>
                  <a:moveTo>
                    <a:pt x="451390" y="9826"/>
                  </a:moveTo>
                  <a:cubicBezTo>
                    <a:pt x="451437" y="9035"/>
                    <a:pt x="451437" y="8235"/>
                    <a:pt x="451390" y="7444"/>
                  </a:cubicBezTo>
                  <a:cubicBezTo>
                    <a:pt x="451218" y="6673"/>
                    <a:pt x="450933" y="5930"/>
                    <a:pt x="450532" y="5254"/>
                  </a:cubicBezTo>
                  <a:cubicBezTo>
                    <a:pt x="450256" y="4625"/>
                    <a:pt x="449789" y="4092"/>
                    <a:pt x="449199" y="3730"/>
                  </a:cubicBezTo>
                  <a:cubicBezTo>
                    <a:pt x="448580" y="3330"/>
                    <a:pt x="447847" y="3130"/>
                    <a:pt x="447104" y="3158"/>
                  </a:cubicBezTo>
                  <a:cubicBezTo>
                    <a:pt x="446351" y="3149"/>
                    <a:pt x="445618" y="3377"/>
                    <a:pt x="445008" y="3825"/>
                  </a:cubicBezTo>
                  <a:cubicBezTo>
                    <a:pt x="444360" y="4330"/>
                    <a:pt x="443836" y="4987"/>
                    <a:pt x="443484" y="5730"/>
                  </a:cubicBezTo>
                  <a:cubicBezTo>
                    <a:pt x="443055" y="6673"/>
                    <a:pt x="442770" y="7663"/>
                    <a:pt x="442627" y="8683"/>
                  </a:cubicBezTo>
                  <a:cubicBezTo>
                    <a:pt x="442474" y="9978"/>
                    <a:pt x="442474" y="11292"/>
                    <a:pt x="442627" y="12588"/>
                  </a:cubicBezTo>
                  <a:cubicBezTo>
                    <a:pt x="442474" y="13883"/>
                    <a:pt x="442474" y="15198"/>
                    <a:pt x="442627" y="16493"/>
                  </a:cubicBezTo>
                  <a:cubicBezTo>
                    <a:pt x="442770" y="17541"/>
                    <a:pt x="443065" y="18569"/>
                    <a:pt x="443484" y="19541"/>
                  </a:cubicBezTo>
                  <a:cubicBezTo>
                    <a:pt x="443865" y="20265"/>
                    <a:pt x="444379" y="20913"/>
                    <a:pt x="445008" y="21446"/>
                  </a:cubicBezTo>
                  <a:cubicBezTo>
                    <a:pt x="445618" y="21894"/>
                    <a:pt x="446351" y="22122"/>
                    <a:pt x="447104" y="22113"/>
                  </a:cubicBezTo>
                  <a:cubicBezTo>
                    <a:pt x="447903" y="22151"/>
                    <a:pt x="448704" y="21951"/>
                    <a:pt x="449389" y="21541"/>
                  </a:cubicBezTo>
                  <a:cubicBezTo>
                    <a:pt x="449951" y="21189"/>
                    <a:pt x="450409" y="20694"/>
                    <a:pt x="450723" y="20113"/>
                  </a:cubicBezTo>
                  <a:cubicBezTo>
                    <a:pt x="451095" y="19427"/>
                    <a:pt x="451352" y="18684"/>
                    <a:pt x="451485" y="17922"/>
                  </a:cubicBezTo>
                  <a:lnTo>
                    <a:pt x="451485" y="15541"/>
                  </a:lnTo>
                  <a:lnTo>
                    <a:pt x="455676" y="15541"/>
                  </a:lnTo>
                  <a:cubicBezTo>
                    <a:pt x="455781" y="16779"/>
                    <a:pt x="455781" y="18017"/>
                    <a:pt x="455676" y="19255"/>
                  </a:cubicBezTo>
                  <a:cubicBezTo>
                    <a:pt x="455419" y="20332"/>
                    <a:pt x="454933" y="21341"/>
                    <a:pt x="454247" y="22208"/>
                  </a:cubicBezTo>
                  <a:cubicBezTo>
                    <a:pt x="453600" y="23075"/>
                    <a:pt x="452752" y="23761"/>
                    <a:pt x="451771" y="24208"/>
                  </a:cubicBezTo>
                  <a:cubicBezTo>
                    <a:pt x="450647" y="24656"/>
                    <a:pt x="449456" y="24875"/>
                    <a:pt x="448246" y="24875"/>
                  </a:cubicBezTo>
                  <a:cubicBezTo>
                    <a:pt x="447151" y="24875"/>
                    <a:pt x="446075" y="24608"/>
                    <a:pt x="445103" y="24113"/>
                  </a:cubicBezTo>
                  <a:cubicBezTo>
                    <a:pt x="444027" y="23599"/>
                    <a:pt x="443113" y="22808"/>
                    <a:pt x="442436" y="21827"/>
                  </a:cubicBezTo>
                  <a:cubicBezTo>
                    <a:pt x="441646" y="20665"/>
                    <a:pt x="441065" y="19379"/>
                    <a:pt x="440722" y="18017"/>
                  </a:cubicBezTo>
                  <a:cubicBezTo>
                    <a:pt x="440226" y="16255"/>
                    <a:pt x="440007" y="14417"/>
                    <a:pt x="440055" y="12588"/>
                  </a:cubicBezTo>
                  <a:cubicBezTo>
                    <a:pt x="440017" y="10759"/>
                    <a:pt x="440236" y="8930"/>
                    <a:pt x="440722" y="7159"/>
                  </a:cubicBezTo>
                  <a:cubicBezTo>
                    <a:pt x="441084" y="5806"/>
                    <a:pt x="441655" y="4520"/>
                    <a:pt x="442436" y="3349"/>
                  </a:cubicBezTo>
                  <a:cubicBezTo>
                    <a:pt x="443160" y="2415"/>
                    <a:pt x="444065" y="1634"/>
                    <a:pt x="445103" y="1063"/>
                  </a:cubicBezTo>
                  <a:cubicBezTo>
                    <a:pt x="446084" y="596"/>
                    <a:pt x="447161" y="367"/>
                    <a:pt x="448246" y="396"/>
                  </a:cubicBezTo>
                  <a:cubicBezTo>
                    <a:pt x="449456" y="348"/>
                    <a:pt x="450666" y="577"/>
                    <a:pt x="451771" y="1063"/>
                  </a:cubicBezTo>
                  <a:cubicBezTo>
                    <a:pt x="452695" y="1605"/>
                    <a:pt x="453495" y="2310"/>
                    <a:pt x="454152" y="3158"/>
                  </a:cubicBezTo>
                  <a:cubicBezTo>
                    <a:pt x="454762" y="4063"/>
                    <a:pt x="455209" y="5054"/>
                    <a:pt x="455486" y="6111"/>
                  </a:cubicBezTo>
                  <a:cubicBezTo>
                    <a:pt x="455781" y="7330"/>
                    <a:pt x="455971" y="8568"/>
                    <a:pt x="456057" y="9826"/>
                  </a:cubicBezTo>
                  <a:close/>
                  <a:moveTo>
                    <a:pt x="457867" y="24494"/>
                  </a:moveTo>
                  <a:lnTo>
                    <a:pt x="457867" y="777"/>
                  </a:lnTo>
                  <a:lnTo>
                    <a:pt x="469773" y="777"/>
                  </a:lnTo>
                  <a:lnTo>
                    <a:pt x="469773" y="3730"/>
                  </a:lnTo>
                  <a:lnTo>
                    <a:pt x="461200" y="3730"/>
                  </a:lnTo>
                  <a:lnTo>
                    <a:pt x="461200" y="10588"/>
                  </a:lnTo>
                  <a:lnTo>
                    <a:pt x="469773" y="10588"/>
                  </a:lnTo>
                  <a:lnTo>
                    <a:pt x="469773" y="13636"/>
                  </a:lnTo>
                  <a:lnTo>
                    <a:pt x="461200" y="13636"/>
                  </a:lnTo>
                  <a:lnTo>
                    <a:pt x="461200" y="21446"/>
                  </a:lnTo>
                  <a:lnTo>
                    <a:pt x="469773" y="21446"/>
                  </a:lnTo>
                  <a:lnTo>
                    <a:pt x="469773" y="24494"/>
                  </a:lnTo>
                  <a:close/>
                  <a:moveTo>
                    <a:pt x="486442" y="14969"/>
                  </a:moveTo>
                  <a:lnTo>
                    <a:pt x="491204" y="14969"/>
                  </a:lnTo>
                  <a:lnTo>
                    <a:pt x="488823" y="6492"/>
                  </a:lnTo>
                  <a:lnTo>
                    <a:pt x="488823" y="6492"/>
                  </a:lnTo>
                  <a:lnTo>
                    <a:pt x="486537" y="14969"/>
                  </a:lnTo>
                  <a:close/>
                  <a:moveTo>
                    <a:pt x="480631" y="24494"/>
                  </a:moveTo>
                  <a:lnTo>
                    <a:pt x="487108" y="777"/>
                  </a:lnTo>
                  <a:lnTo>
                    <a:pt x="490347" y="777"/>
                  </a:lnTo>
                  <a:lnTo>
                    <a:pt x="497205" y="24494"/>
                  </a:lnTo>
                  <a:lnTo>
                    <a:pt x="494062" y="24494"/>
                  </a:lnTo>
                  <a:lnTo>
                    <a:pt x="491966" y="17446"/>
                  </a:lnTo>
                  <a:lnTo>
                    <a:pt x="485680" y="17446"/>
                  </a:lnTo>
                  <a:lnTo>
                    <a:pt x="483775" y="24494"/>
                  </a:lnTo>
                  <a:close/>
                  <a:moveTo>
                    <a:pt x="499681" y="24494"/>
                  </a:moveTo>
                  <a:lnTo>
                    <a:pt x="499681" y="777"/>
                  </a:lnTo>
                  <a:lnTo>
                    <a:pt x="503015" y="777"/>
                  </a:lnTo>
                  <a:lnTo>
                    <a:pt x="511397" y="17636"/>
                  </a:lnTo>
                  <a:lnTo>
                    <a:pt x="511397" y="17636"/>
                  </a:lnTo>
                  <a:lnTo>
                    <a:pt x="511397" y="777"/>
                  </a:lnTo>
                  <a:lnTo>
                    <a:pt x="514540" y="777"/>
                  </a:lnTo>
                  <a:lnTo>
                    <a:pt x="514540" y="24494"/>
                  </a:lnTo>
                  <a:lnTo>
                    <a:pt x="512826" y="24494"/>
                  </a:lnTo>
                  <a:lnTo>
                    <a:pt x="504063" y="6968"/>
                  </a:lnTo>
                  <a:lnTo>
                    <a:pt x="504063" y="6968"/>
                  </a:lnTo>
                  <a:lnTo>
                    <a:pt x="504063" y="24494"/>
                  </a:lnTo>
                  <a:close/>
                  <a:moveTo>
                    <a:pt x="522827" y="21446"/>
                  </a:moveTo>
                  <a:lnTo>
                    <a:pt x="525971" y="21446"/>
                  </a:lnTo>
                  <a:cubicBezTo>
                    <a:pt x="527085" y="21503"/>
                    <a:pt x="528209" y="21275"/>
                    <a:pt x="529209" y="20779"/>
                  </a:cubicBezTo>
                  <a:cubicBezTo>
                    <a:pt x="530047" y="20351"/>
                    <a:pt x="530743" y="19693"/>
                    <a:pt x="531209" y="18874"/>
                  </a:cubicBezTo>
                  <a:cubicBezTo>
                    <a:pt x="531781" y="18008"/>
                    <a:pt x="532162" y="17036"/>
                    <a:pt x="532352" y="16017"/>
                  </a:cubicBezTo>
                  <a:cubicBezTo>
                    <a:pt x="532457" y="14874"/>
                    <a:pt x="532457" y="13731"/>
                    <a:pt x="532352" y="12588"/>
                  </a:cubicBezTo>
                  <a:cubicBezTo>
                    <a:pt x="532447" y="11445"/>
                    <a:pt x="532447" y="10302"/>
                    <a:pt x="532352" y="9159"/>
                  </a:cubicBezTo>
                  <a:cubicBezTo>
                    <a:pt x="532276" y="8473"/>
                    <a:pt x="532124" y="7806"/>
                    <a:pt x="531876" y="7159"/>
                  </a:cubicBezTo>
                  <a:cubicBezTo>
                    <a:pt x="531409" y="6339"/>
                    <a:pt x="530714" y="5682"/>
                    <a:pt x="529876" y="5254"/>
                  </a:cubicBezTo>
                  <a:cubicBezTo>
                    <a:pt x="528885" y="4720"/>
                    <a:pt x="527761" y="4463"/>
                    <a:pt x="526637" y="4492"/>
                  </a:cubicBezTo>
                  <a:lnTo>
                    <a:pt x="523494" y="4492"/>
                  </a:lnTo>
                  <a:lnTo>
                    <a:pt x="523494" y="22208"/>
                  </a:lnTo>
                  <a:close/>
                  <a:moveTo>
                    <a:pt x="519494" y="777"/>
                  </a:moveTo>
                  <a:lnTo>
                    <a:pt x="526542" y="777"/>
                  </a:lnTo>
                  <a:cubicBezTo>
                    <a:pt x="528056" y="739"/>
                    <a:pt x="529561" y="1072"/>
                    <a:pt x="530923" y="1729"/>
                  </a:cubicBezTo>
                  <a:cubicBezTo>
                    <a:pt x="532076" y="2291"/>
                    <a:pt x="533067" y="3139"/>
                    <a:pt x="533781" y="4206"/>
                  </a:cubicBezTo>
                  <a:cubicBezTo>
                    <a:pt x="534562" y="5368"/>
                    <a:pt x="535143" y="6663"/>
                    <a:pt x="535496" y="8016"/>
                  </a:cubicBezTo>
                  <a:cubicBezTo>
                    <a:pt x="536181" y="11150"/>
                    <a:pt x="536181" y="14407"/>
                    <a:pt x="535496" y="17541"/>
                  </a:cubicBezTo>
                  <a:cubicBezTo>
                    <a:pt x="535181" y="18912"/>
                    <a:pt x="534600" y="20208"/>
                    <a:pt x="533781" y="21351"/>
                  </a:cubicBezTo>
                  <a:cubicBezTo>
                    <a:pt x="533067" y="22446"/>
                    <a:pt x="532086" y="23332"/>
                    <a:pt x="530923" y="23923"/>
                  </a:cubicBezTo>
                  <a:cubicBezTo>
                    <a:pt x="529561" y="24580"/>
                    <a:pt x="528056" y="24913"/>
                    <a:pt x="526542" y="24875"/>
                  </a:cubicBezTo>
                  <a:lnTo>
                    <a:pt x="519494" y="24875"/>
                  </a:lnTo>
                  <a:lnTo>
                    <a:pt x="519494" y="1158"/>
                  </a:lnTo>
                  <a:close/>
                  <a:moveTo>
                    <a:pt x="560356" y="777"/>
                  </a:moveTo>
                  <a:lnTo>
                    <a:pt x="560356" y="3730"/>
                  </a:lnTo>
                  <a:lnTo>
                    <a:pt x="555212" y="3730"/>
                  </a:lnTo>
                  <a:lnTo>
                    <a:pt x="555212" y="24494"/>
                  </a:lnTo>
                  <a:lnTo>
                    <a:pt x="551879" y="24494"/>
                  </a:lnTo>
                  <a:lnTo>
                    <a:pt x="551879" y="3730"/>
                  </a:lnTo>
                  <a:lnTo>
                    <a:pt x="546830" y="3730"/>
                  </a:lnTo>
                  <a:lnTo>
                    <a:pt x="546830" y="777"/>
                  </a:lnTo>
                  <a:close/>
                  <a:moveTo>
                    <a:pt x="563118" y="24494"/>
                  </a:moveTo>
                  <a:lnTo>
                    <a:pt x="563118" y="777"/>
                  </a:lnTo>
                  <a:lnTo>
                    <a:pt x="575024" y="777"/>
                  </a:lnTo>
                  <a:lnTo>
                    <a:pt x="575024" y="3730"/>
                  </a:lnTo>
                  <a:lnTo>
                    <a:pt x="566452" y="3730"/>
                  </a:lnTo>
                  <a:lnTo>
                    <a:pt x="566452" y="10588"/>
                  </a:lnTo>
                  <a:lnTo>
                    <a:pt x="575024" y="10588"/>
                  </a:lnTo>
                  <a:lnTo>
                    <a:pt x="575024" y="13636"/>
                  </a:lnTo>
                  <a:lnTo>
                    <a:pt x="566452" y="13636"/>
                  </a:lnTo>
                  <a:lnTo>
                    <a:pt x="566452" y="21446"/>
                  </a:lnTo>
                  <a:lnTo>
                    <a:pt x="575024" y="21446"/>
                  </a:lnTo>
                  <a:lnTo>
                    <a:pt x="575024" y="24494"/>
                  </a:lnTo>
                  <a:close/>
                  <a:moveTo>
                    <a:pt x="591217" y="9826"/>
                  </a:moveTo>
                  <a:cubicBezTo>
                    <a:pt x="591264" y="9035"/>
                    <a:pt x="591264" y="8235"/>
                    <a:pt x="591217" y="7444"/>
                  </a:cubicBezTo>
                  <a:cubicBezTo>
                    <a:pt x="591036" y="6692"/>
                    <a:pt x="590779" y="5958"/>
                    <a:pt x="590455" y="5254"/>
                  </a:cubicBezTo>
                  <a:cubicBezTo>
                    <a:pt x="590112" y="4634"/>
                    <a:pt x="589617" y="4111"/>
                    <a:pt x="589026" y="3730"/>
                  </a:cubicBezTo>
                  <a:cubicBezTo>
                    <a:pt x="588407" y="3330"/>
                    <a:pt x="587673" y="3130"/>
                    <a:pt x="586930" y="3158"/>
                  </a:cubicBezTo>
                  <a:cubicBezTo>
                    <a:pt x="586207" y="3130"/>
                    <a:pt x="585492" y="3368"/>
                    <a:pt x="584930" y="3825"/>
                  </a:cubicBezTo>
                  <a:cubicBezTo>
                    <a:pt x="584235" y="4282"/>
                    <a:pt x="583702" y="4949"/>
                    <a:pt x="583406" y="5730"/>
                  </a:cubicBezTo>
                  <a:cubicBezTo>
                    <a:pt x="582901" y="6644"/>
                    <a:pt x="582587" y="7644"/>
                    <a:pt x="582454" y="8683"/>
                  </a:cubicBezTo>
                  <a:cubicBezTo>
                    <a:pt x="582349" y="9978"/>
                    <a:pt x="582349" y="11292"/>
                    <a:pt x="582454" y="12588"/>
                  </a:cubicBezTo>
                  <a:cubicBezTo>
                    <a:pt x="582349" y="13883"/>
                    <a:pt x="582349" y="15198"/>
                    <a:pt x="582454" y="16493"/>
                  </a:cubicBezTo>
                  <a:cubicBezTo>
                    <a:pt x="582587" y="17560"/>
                    <a:pt x="582911" y="18589"/>
                    <a:pt x="583406" y="19541"/>
                  </a:cubicBezTo>
                  <a:cubicBezTo>
                    <a:pt x="583721" y="20303"/>
                    <a:pt x="584254" y="20970"/>
                    <a:pt x="584930" y="21446"/>
                  </a:cubicBezTo>
                  <a:cubicBezTo>
                    <a:pt x="585492" y="21903"/>
                    <a:pt x="586207" y="22141"/>
                    <a:pt x="586930" y="22113"/>
                  </a:cubicBezTo>
                  <a:cubicBezTo>
                    <a:pt x="587731" y="22151"/>
                    <a:pt x="588531" y="21951"/>
                    <a:pt x="589216" y="21541"/>
                  </a:cubicBezTo>
                  <a:cubicBezTo>
                    <a:pt x="589779" y="21160"/>
                    <a:pt x="590264" y="20675"/>
                    <a:pt x="590645" y="20113"/>
                  </a:cubicBezTo>
                  <a:cubicBezTo>
                    <a:pt x="590940" y="19408"/>
                    <a:pt x="591160" y="18674"/>
                    <a:pt x="591312" y="17922"/>
                  </a:cubicBezTo>
                  <a:lnTo>
                    <a:pt x="591312" y="15541"/>
                  </a:lnTo>
                  <a:lnTo>
                    <a:pt x="594455" y="15541"/>
                  </a:lnTo>
                  <a:cubicBezTo>
                    <a:pt x="594608" y="16779"/>
                    <a:pt x="594608" y="18017"/>
                    <a:pt x="594455" y="19255"/>
                  </a:cubicBezTo>
                  <a:cubicBezTo>
                    <a:pt x="594198" y="20332"/>
                    <a:pt x="593712" y="21341"/>
                    <a:pt x="593027" y="22208"/>
                  </a:cubicBezTo>
                  <a:cubicBezTo>
                    <a:pt x="592417" y="23065"/>
                    <a:pt x="591598" y="23761"/>
                    <a:pt x="590645" y="24208"/>
                  </a:cubicBezTo>
                  <a:cubicBezTo>
                    <a:pt x="589493" y="24646"/>
                    <a:pt x="588264" y="24875"/>
                    <a:pt x="587026" y="24875"/>
                  </a:cubicBezTo>
                  <a:cubicBezTo>
                    <a:pt x="585930" y="24875"/>
                    <a:pt x="584854" y="24608"/>
                    <a:pt x="583882" y="24113"/>
                  </a:cubicBezTo>
                  <a:cubicBezTo>
                    <a:pt x="582806" y="23599"/>
                    <a:pt x="581892" y="22808"/>
                    <a:pt x="581215" y="21827"/>
                  </a:cubicBezTo>
                  <a:cubicBezTo>
                    <a:pt x="580463" y="20646"/>
                    <a:pt x="579882" y="19360"/>
                    <a:pt x="579501" y="18017"/>
                  </a:cubicBezTo>
                  <a:cubicBezTo>
                    <a:pt x="579053" y="16245"/>
                    <a:pt x="578834" y="14417"/>
                    <a:pt x="578834" y="12588"/>
                  </a:cubicBezTo>
                  <a:cubicBezTo>
                    <a:pt x="578844" y="10759"/>
                    <a:pt x="579072" y="8940"/>
                    <a:pt x="579501" y="7159"/>
                  </a:cubicBezTo>
                  <a:cubicBezTo>
                    <a:pt x="579901" y="5816"/>
                    <a:pt x="580482" y="4539"/>
                    <a:pt x="581215" y="3349"/>
                  </a:cubicBezTo>
                  <a:cubicBezTo>
                    <a:pt x="581940" y="2415"/>
                    <a:pt x="582844" y="1634"/>
                    <a:pt x="583882" y="1063"/>
                  </a:cubicBezTo>
                  <a:cubicBezTo>
                    <a:pt x="584863" y="596"/>
                    <a:pt x="585940" y="367"/>
                    <a:pt x="587026" y="396"/>
                  </a:cubicBezTo>
                  <a:cubicBezTo>
                    <a:pt x="588235" y="339"/>
                    <a:pt x="589445" y="567"/>
                    <a:pt x="590550" y="1063"/>
                  </a:cubicBezTo>
                  <a:cubicBezTo>
                    <a:pt x="591474" y="1605"/>
                    <a:pt x="592274" y="2310"/>
                    <a:pt x="592931" y="3158"/>
                  </a:cubicBezTo>
                  <a:cubicBezTo>
                    <a:pt x="593541" y="4063"/>
                    <a:pt x="593988" y="5054"/>
                    <a:pt x="594265" y="6111"/>
                  </a:cubicBezTo>
                  <a:cubicBezTo>
                    <a:pt x="594550" y="7340"/>
                    <a:pt x="594770" y="8578"/>
                    <a:pt x="594931" y="9826"/>
                  </a:cubicBezTo>
                  <a:close/>
                  <a:moveTo>
                    <a:pt x="597694" y="24494"/>
                  </a:moveTo>
                  <a:lnTo>
                    <a:pt x="597694" y="777"/>
                  </a:lnTo>
                  <a:lnTo>
                    <a:pt x="601028" y="777"/>
                  </a:lnTo>
                  <a:lnTo>
                    <a:pt x="601028" y="10302"/>
                  </a:lnTo>
                  <a:lnTo>
                    <a:pt x="609790" y="10302"/>
                  </a:lnTo>
                  <a:lnTo>
                    <a:pt x="609790" y="777"/>
                  </a:lnTo>
                  <a:lnTo>
                    <a:pt x="613124" y="777"/>
                  </a:lnTo>
                  <a:lnTo>
                    <a:pt x="613124" y="24494"/>
                  </a:lnTo>
                  <a:lnTo>
                    <a:pt x="609790" y="24494"/>
                  </a:lnTo>
                  <a:lnTo>
                    <a:pt x="609790" y="13636"/>
                  </a:lnTo>
                  <a:lnTo>
                    <a:pt x="601028" y="13636"/>
                  </a:lnTo>
                  <a:lnTo>
                    <a:pt x="601028" y="24494"/>
                  </a:lnTo>
                  <a:close/>
                  <a:moveTo>
                    <a:pt x="617887" y="24494"/>
                  </a:moveTo>
                  <a:lnTo>
                    <a:pt x="617887" y="777"/>
                  </a:lnTo>
                  <a:lnTo>
                    <a:pt x="621316" y="777"/>
                  </a:lnTo>
                  <a:lnTo>
                    <a:pt x="629698" y="17636"/>
                  </a:lnTo>
                  <a:lnTo>
                    <a:pt x="629698" y="17636"/>
                  </a:lnTo>
                  <a:lnTo>
                    <a:pt x="629698" y="777"/>
                  </a:lnTo>
                  <a:lnTo>
                    <a:pt x="632841" y="777"/>
                  </a:lnTo>
                  <a:lnTo>
                    <a:pt x="632841" y="24494"/>
                  </a:lnTo>
                  <a:lnTo>
                    <a:pt x="629793" y="24494"/>
                  </a:lnTo>
                  <a:lnTo>
                    <a:pt x="621030" y="6968"/>
                  </a:lnTo>
                  <a:lnTo>
                    <a:pt x="621030" y="6968"/>
                  </a:lnTo>
                  <a:lnTo>
                    <a:pt x="621030" y="24494"/>
                  </a:lnTo>
                  <a:close/>
                  <a:moveTo>
                    <a:pt x="645414" y="3158"/>
                  </a:moveTo>
                  <a:cubicBezTo>
                    <a:pt x="644528" y="3110"/>
                    <a:pt x="643652" y="3387"/>
                    <a:pt x="642938" y="3920"/>
                  </a:cubicBezTo>
                  <a:cubicBezTo>
                    <a:pt x="642223" y="4453"/>
                    <a:pt x="641642" y="5139"/>
                    <a:pt x="641223" y="5920"/>
                  </a:cubicBezTo>
                  <a:cubicBezTo>
                    <a:pt x="640775" y="6892"/>
                    <a:pt x="640461" y="7921"/>
                    <a:pt x="640271" y="8968"/>
                  </a:cubicBezTo>
                  <a:cubicBezTo>
                    <a:pt x="640175" y="10168"/>
                    <a:pt x="640175" y="11388"/>
                    <a:pt x="640271" y="12588"/>
                  </a:cubicBezTo>
                  <a:cubicBezTo>
                    <a:pt x="640166" y="13826"/>
                    <a:pt x="640166" y="15064"/>
                    <a:pt x="640271" y="16303"/>
                  </a:cubicBezTo>
                  <a:cubicBezTo>
                    <a:pt x="640461" y="17350"/>
                    <a:pt x="640775" y="18379"/>
                    <a:pt x="641223" y="19351"/>
                  </a:cubicBezTo>
                  <a:cubicBezTo>
                    <a:pt x="641642" y="20132"/>
                    <a:pt x="642223" y="20817"/>
                    <a:pt x="642938" y="21351"/>
                  </a:cubicBezTo>
                  <a:cubicBezTo>
                    <a:pt x="643671" y="21846"/>
                    <a:pt x="644528" y="22113"/>
                    <a:pt x="645414" y="22113"/>
                  </a:cubicBezTo>
                  <a:cubicBezTo>
                    <a:pt x="646300" y="22122"/>
                    <a:pt x="647167" y="21856"/>
                    <a:pt x="647890" y="21351"/>
                  </a:cubicBezTo>
                  <a:cubicBezTo>
                    <a:pt x="648605" y="20817"/>
                    <a:pt x="649186" y="20132"/>
                    <a:pt x="649605" y="19351"/>
                  </a:cubicBezTo>
                  <a:cubicBezTo>
                    <a:pt x="650091" y="18398"/>
                    <a:pt x="650415" y="17369"/>
                    <a:pt x="650557" y="16303"/>
                  </a:cubicBezTo>
                  <a:cubicBezTo>
                    <a:pt x="650710" y="15064"/>
                    <a:pt x="650710" y="13826"/>
                    <a:pt x="650557" y="12588"/>
                  </a:cubicBezTo>
                  <a:cubicBezTo>
                    <a:pt x="650700" y="11388"/>
                    <a:pt x="650700" y="10168"/>
                    <a:pt x="650557" y="8968"/>
                  </a:cubicBezTo>
                  <a:cubicBezTo>
                    <a:pt x="650415" y="7902"/>
                    <a:pt x="650091" y="6873"/>
                    <a:pt x="649605" y="5920"/>
                  </a:cubicBezTo>
                  <a:cubicBezTo>
                    <a:pt x="649186" y="5139"/>
                    <a:pt x="648605" y="4453"/>
                    <a:pt x="647890" y="3920"/>
                  </a:cubicBezTo>
                  <a:cubicBezTo>
                    <a:pt x="647186" y="3368"/>
                    <a:pt x="646309" y="3101"/>
                    <a:pt x="645414" y="3158"/>
                  </a:cubicBezTo>
                  <a:close/>
                  <a:moveTo>
                    <a:pt x="645414" y="396"/>
                  </a:moveTo>
                  <a:cubicBezTo>
                    <a:pt x="646709" y="358"/>
                    <a:pt x="647986" y="653"/>
                    <a:pt x="649129" y="1253"/>
                  </a:cubicBezTo>
                  <a:cubicBezTo>
                    <a:pt x="650272" y="1834"/>
                    <a:pt x="651253" y="2682"/>
                    <a:pt x="651986" y="3730"/>
                  </a:cubicBezTo>
                  <a:cubicBezTo>
                    <a:pt x="652710" y="4930"/>
                    <a:pt x="653282" y="6206"/>
                    <a:pt x="653701" y="7540"/>
                  </a:cubicBezTo>
                  <a:cubicBezTo>
                    <a:pt x="654091" y="9197"/>
                    <a:pt x="654291" y="10892"/>
                    <a:pt x="654272" y="12588"/>
                  </a:cubicBezTo>
                  <a:cubicBezTo>
                    <a:pt x="654291" y="14283"/>
                    <a:pt x="654101" y="15988"/>
                    <a:pt x="653701" y="17636"/>
                  </a:cubicBezTo>
                  <a:cubicBezTo>
                    <a:pt x="653301" y="19008"/>
                    <a:pt x="652720" y="20322"/>
                    <a:pt x="651986" y="21541"/>
                  </a:cubicBezTo>
                  <a:cubicBezTo>
                    <a:pt x="651253" y="22589"/>
                    <a:pt x="650272" y="23437"/>
                    <a:pt x="649129" y="24018"/>
                  </a:cubicBezTo>
                  <a:cubicBezTo>
                    <a:pt x="647986" y="24618"/>
                    <a:pt x="646709" y="24913"/>
                    <a:pt x="645414" y="24875"/>
                  </a:cubicBezTo>
                  <a:cubicBezTo>
                    <a:pt x="644128" y="24885"/>
                    <a:pt x="642852" y="24589"/>
                    <a:pt x="641699" y="24018"/>
                  </a:cubicBezTo>
                  <a:cubicBezTo>
                    <a:pt x="640604" y="23408"/>
                    <a:pt x="639661" y="22560"/>
                    <a:pt x="638937" y="21541"/>
                  </a:cubicBezTo>
                  <a:cubicBezTo>
                    <a:pt x="638127" y="20360"/>
                    <a:pt x="637546" y="19036"/>
                    <a:pt x="637222" y="17636"/>
                  </a:cubicBezTo>
                  <a:cubicBezTo>
                    <a:pt x="636822" y="15988"/>
                    <a:pt x="636632" y="14283"/>
                    <a:pt x="636651" y="12588"/>
                  </a:cubicBezTo>
                  <a:cubicBezTo>
                    <a:pt x="636632" y="10892"/>
                    <a:pt x="636832" y="9197"/>
                    <a:pt x="637222" y="7540"/>
                  </a:cubicBezTo>
                  <a:cubicBezTo>
                    <a:pt x="637556" y="6178"/>
                    <a:pt x="638137" y="4882"/>
                    <a:pt x="638937" y="3730"/>
                  </a:cubicBezTo>
                  <a:cubicBezTo>
                    <a:pt x="639661" y="2710"/>
                    <a:pt x="640604" y="1863"/>
                    <a:pt x="641699" y="1253"/>
                  </a:cubicBezTo>
                  <a:cubicBezTo>
                    <a:pt x="642852" y="682"/>
                    <a:pt x="644128" y="386"/>
                    <a:pt x="645414" y="396"/>
                  </a:cubicBezTo>
                  <a:close/>
                  <a:moveTo>
                    <a:pt x="657797" y="24494"/>
                  </a:moveTo>
                  <a:lnTo>
                    <a:pt x="657797" y="777"/>
                  </a:lnTo>
                  <a:lnTo>
                    <a:pt x="661130" y="777"/>
                  </a:lnTo>
                  <a:lnTo>
                    <a:pt x="661130" y="21446"/>
                  </a:lnTo>
                  <a:lnTo>
                    <a:pt x="669512" y="21446"/>
                  </a:lnTo>
                  <a:lnTo>
                    <a:pt x="669512" y="24494"/>
                  </a:lnTo>
                  <a:close/>
                  <a:moveTo>
                    <a:pt x="679990" y="3158"/>
                  </a:moveTo>
                  <a:cubicBezTo>
                    <a:pt x="679094" y="3101"/>
                    <a:pt x="678218" y="3368"/>
                    <a:pt x="677513" y="3920"/>
                  </a:cubicBezTo>
                  <a:cubicBezTo>
                    <a:pt x="676799" y="4453"/>
                    <a:pt x="676218" y="5139"/>
                    <a:pt x="675799" y="5920"/>
                  </a:cubicBezTo>
                  <a:cubicBezTo>
                    <a:pt x="675351" y="6892"/>
                    <a:pt x="675037" y="7921"/>
                    <a:pt x="674846" y="8968"/>
                  </a:cubicBezTo>
                  <a:cubicBezTo>
                    <a:pt x="674751" y="10168"/>
                    <a:pt x="674751" y="11388"/>
                    <a:pt x="674846" y="12588"/>
                  </a:cubicBezTo>
                  <a:cubicBezTo>
                    <a:pt x="674741" y="13826"/>
                    <a:pt x="674741" y="15064"/>
                    <a:pt x="674846" y="16303"/>
                  </a:cubicBezTo>
                  <a:cubicBezTo>
                    <a:pt x="675037" y="17350"/>
                    <a:pt x="675351" y="18379"/>
                    <a:pt x="675799" y="19351"/>
                  </a:cubicBezTo>
                  <a:cubicBezTo>
                    <a:pt x="676218" y="20132"/>
                    <a:pt x="676799" y="20817"/>
                    <a:pt x="677513" y="21351"/>
                  </a:cubicBezTo>
                  <a:cubicBezTo>
                    <a:pt x="679009" y="22370"/>
                    <a:pt x="680971" y="22370"/>
                    <a:pt x="682466" y="21351"/>
                  </a:cubicBezTo>
                  <a:cubicBezTo>
                    <a:pt x="683181" y="20817"/>
                    <a:pt x="683762" y="20132"/>
                    <a:pt x="684181" y="19351"/>
                  </a:cubicBezTo>
                  <a:cubicBezTo>
                    <a:pt x="684666" y="18398"/>
                    <a:pt x="684990" y="17369"/>
                    <a:pt x="685133" y="16303"/>
                  </a:cubicBezTo>
                  <a:cubicBezTo>
                    <a:pt x="685638" y="13883"/>
                    <a:pt x="685638" y="11388"/>
                    <a:pt x="685133" y="8968"/>
                  </a:cubicBezTo>
                  <a:cubicBezTo>
                    <a:pt x="684990" y="7902"/>
                    <a:pt x="684666" y="6873"/>
                    <a:pt x="684181" y="5920"/>
                  </a:cubicBezTo>
                  <a:cubicBezTo>
                    <a:pt x="683762" y="5139"/>
                    <a:pt x="683181" y="4453"/>
                    <a:pt x="682466" y="3920"/>
                  </a:cubicBezTo>
                  <a:cubicBezTo>
                    <a:pt x="681761" y="3368"/>
                    <a:pt x="680885" y="3101"/>
                    <a:pt x="679990" y="3158"/>
                  </a:cubicBezTo>
                  <a:close/>
                  <a:moveTo>
                    <a:pt x="679990" y="396"/>
                  </a:moveTo>
                  <a:cubicBezTo>
                    <a:pt x="682580" y="320"/>
                    <a:pt x="685029" y="1577"/>
                    <a:pt x="686467" y="3730"/>
                  </a:cubicBezTo>
                  <a:cubicBezTo>
                    <a:pt x="687267" y="4882"/>
                    <a:pt x="687848" y="6178"/>
                    <a:pt x="688181" y="7540"/>
                  </a:cubicBezTo>
                  <a:cubicBezTo>
                    <a:pt x="688657" y="9178"/>
                    <a:pt x="688877" y="10883"/>
                    <a:pt x="688848" y="12588"/>
                  </a:cubicBezTo>
                  <a:cubicBezTo>
                    <a:pt x="688886" y="14293"/>
                    <a:pt x="688657" y="15998"/>
                    <a:pt x="688181" y="17636"/>
                  </a:cubicBezTo>
                  <a:cubicBezTo>
                    <a:pt x="687857" y="19036"/>
                    <a:pt x="687276" y="20360"/>
                    <a:pt x="686467" y="21541"/>
                  </a:cubicBezTo>
                  <a:cubicBezTo>
                    <a:pt x="684057" y="25123"/>
                    <a:pt x="679199" y="26066"/>
                    <a:pt x="675627" y="23656"/>
                  </a:cubicBezTo>
                  <a:cubicBezTo>
                    <a:pt x="674789" y="23094"/>
                    <a:pt x="674075" y="22370"/>
                    <a:pt x="673513" y="21541"/>
                  </a:cubicBezTo>
                  <a:cubicBezTo>
                    <a:pt x="672703" y="20360"/>
                    <a:pt x="672122" y="19036"/>
                    <a:pt x="671798" y="17636"/>
                  </a:cubicBezTo>
                  <a:cubicBezTo>
                    <a:pt x="671398" y="15988"/>
                    <a:pt x="671208" y="14283"/>
                    <a:pt x="671227" y="12588"/>
                  </a:cubicBezTo>
                  <a:cubicBezTo>
                    <a:pt x="671208" y="10892"/>
                    <a:pt x="671408" y="9197"/>
                    <a:pt x="671798" y="7540"/>
                  </a:cubicBezTo>
                  <a:cubicBezTo>
                    <a:pt x="672132" y="6178"/>
                    <a:pt x="672713" y="4882"/>
                    <a:pt x="673513" y="3730"/>
                  </a:cubicBezTo>
                  <a:cubicBezTo>
                    <a:pt x="674951" y="1577"/>
                    <a:pt x="677399" y="320"/>
                    <a:pt x="679990" y="396"/>
                  </a:cubicBezTo>
                  <a:close/>
                  <a:moveTo>
                    <a:pt x="704755" y="8683"/>
                  </a:moveTo>
                  <a:cubicBezTo>
                    <a:pt x="704698" y="7930"/>
                    <a:pt x="704536" y="7197"/>
                    <a:pt x="704279" y="6492"/>
                  </a:cubicBezTo>
                  <a:cubicBezTo>
                    <a:pt x="704107" y="5873"/>
                    <a:pt x="703821" y="5282"/>
                    <a:pt x="703421" y="4777"/>
                  </a:cubicBezTo>
                  <a:cubicBezTo>
                    <a:pt x="703040" y="4263"/>
                    <a:pt x="702555" y="3844"/>
                    <a:pt x="701992" y="3539"/>
                  </a:cubicBezTo>
                  <a:cubicBezTo>
                    <a:pt x="701335" y="3377"/>
                    <a:pt x="700649" y="3377"/>
                    <a:pt x="699992" y="3539"/>
                  </a:cubicBezTo>
                  <a:cubicBezTo>
                    <a:pt x="699097" y="3482"/>
                    <a:pt x="698220" y="3749"/>
                    <a:pt x="697516" y="4301"/>
                  </a:cubicBezTo>
                  <a:cubicBezTo>
                    <a:pt x="696801" y="4834"/>
                    <a:pt x="696220" y="5520"/>
                    <a:pt x="695801" y="6301"/>
                  </a:cubicBezTo>
                  <a:cubicBezTo>
                    <a:pt x="695354" y="7273"/>
                    <a:pt x="695039" y="8302"/>
                    <a:pt x="694849" y="9349"/>
                  </a:cubicBezTo>
                  <a:cubicBezTo>
                    <a:pt x="694754" y="10549"/>
                    <a:pt x="694754" y="11769"/>
                    <a:pt x="694849" y="12969"/>
                  </a:cubicBezTo>
                  <a:cubicBezTo>
                    <a:pt x="694744" y="14207"/>
                    <a:pt x="694744" y="15445"/>
                    <a:pt x="694849" y="16684"/>
                  </a:cubicBezTo>
                  <a:cubicBezTo>
                    <a:pt x="695020" y="17750"/>
                    <a:pt x="695373" y="18779"/>
                    <a:pt x="695897" y="19732"/>
                  </a:cubicBezTo>
                  <a:cubicBezTo>
                    <a:pt x="696249" y="20560"/>
                    <a:pt x="696849" y="21256"/>
                    <a:pt x="697611" y="21732"/>
                  </a:cubicBezTo>
                  <a:cubicBezTo>
                    <a:pt x="698364" y="22246"/>
                    <a:pt x="699268" y="22513"/>
                    <a:pt x="700183" y="22494"/>
                  </a:cubicBezTo>
                  <a:cubicBezTo>
                    <a:pt x="701002" y="22656"/>
                    <a:pt x="701840" y="22656"/>
                    <a:pt x="702659" y="22494"/>
                  </a:cubicBezTo>
                  <a:cubicBezTo>
                    <a:pt x="703259" y="22122"/>
                    <a:pt x="703774" y="21637"/>
                    <a:pt x="704183" y="21065"/>
                  </a:cubicBezTo>
                  <a:cubicBezTo>
                    <a:pt x="704526" y="20370"/>
                    <a:pt x="704783" y="19636"/>
                    <a:pt x="704945" y="18874"/>
                  </a:cubicBezTo>
                  <a:cubicBezTo>
                    <a:pt x="705002" y="17988"/>
                    <a:pt x="705002" y="17093"/>
                    <a:pt x="704945" y="16207"/>
                  </a:cubicBezTo>
                  <a:lnTo>
                    <a:pt x="698182" y="16207"/>
                  </a:lnTo>
                  <a:lnTo>
                    <a:pt x="698182" y="13159"/>
                  </a:lnTo>
                  <a:lnTo>
                    <a:pt x="708279" y="13159"/>
                  </a:lnTo>
                  <a:lnTo>
                    <a:pt x="708279" y="16112"/>
                  </a:lnTo>
                  <a:cubicBezTo>
                    <a:pt x="708431" y="18636"/>
                    <a:pt x="707689" y="21132"/>
                    <a:pt x="706183" y="23161"/>
                  </a:cubicBezTo>
                  <a:cubicBezTo>
                    <a:pt x="704650" y="24951"/>
                    <a:pt x="702345" y="25904"/>
                    <a:pt x="699992" y="25732"/>
                  </a:cubicBezTo>
                  <a:cubicBezTo>
                    <a:pt x="698668" y="25761"/>
                    <a:pt x="697363" y="25475"/>
                    <a:pt x="696182" y="24875"/>
                  </a:cubicBezTo>
                  <a:cubicBezTo>
                    <a:pt x="695039" y="24294"/>
                    <a:pt x="694058" y="23446"/>
                    <a:pt x="693325" y="22399"/>
                  </a:cubicBezTo>
                  <a:cubicBezTo>
                    <a:pt x="692515" y="21217"/>
                    <a:pt x="691934" y="19893"/>
                    <a:pt x="691610" y="18493"/>
                  </a:cubicBezTo>
                  <a:cubicBezTo>
                    <a:pt x="691210" y="16845"/>
                    <a:pt x="691020" y="15140"/>
                    <a:pt x="691039" y="13445"/>
                  </a:cubicBezTo>
                  <a:cubicBezTo>
                    <a:pt x="691020" y="11750"/>
                    <a:pt x="691220" y="10054"/>
                    <a:pt x="691610" y="8397"/>
                  </a:cubicBezTo>
                  <a:cubicBezTo>
                    <a:pt x="691944" y="7035"/>
                    <a:pt x="692525" y="5739"/>
                    <a:pt x="693325" y="4587"/>
                  </a:cubicBezTo>
                  <a:cubicBezTo>
                    <a:pt x="694049" y="3568"/>
                    <a:pt x="694992" y="2720"/>
                    <a:pt x="696087" y="2110"/>
                  </a:cubicBezTo>
                  <a:cubicBezTo>
                    <a:pt x="697239" y="1529"/>
                    <a:pt x="698516" y="1234"/>
                    <a:pt x="699802" y="1253"/>
                  </a:cubicBezTo>
                  <a:cubicBezTo>
                    <a:pt x="700954" y="1215"/>
                    <a:pt x="702088" y="1444"/>
                    <a:pt x="703136" y="1920"/>
                  </a:cubicBezTo>
                  <a:cubicBezTo>
                    <a:pt x="704107" y="2348"/>
                    <a:pt x="704983" y="2958"/>
                    <a:pt x="705707" y="3730"/>
                  </a:cubicBezTo>
                  <a:cubicBezTo>
                    <a:pt x="706384" y="4492"/>
                    <a:pt x="706926" y="5358"/>
                    <a:pt x="707327" y="6301"/>
                  </a:cubicBezTo>
                  <a:cubicBezTo>
                    <a:pt x="707736" y="7330"/>
                    <a:pt x="707965" y="8425"/>
                    <a:pt x="707993" y="9540"/>
                  </a:cubicBezTo>
                  <a:close/>
                  <a:moveTo>
                    <a:pt x="722852" y="777"/>
                  </a:moveTo>
                  <a:lnTo>
                    <a:pt x="726377" y="777"/>
                  </a:lnTo>
                  <a:lnTo>
                    <a:pt x="719899" y="14874"/>
                  </a:lnTo>
                  <a:lnTo>
                    <a:pt x="719899" y="24399"/>
                  </a:lnTo>
                  <a:lnTo>
                    <a:pt x="716566" y="24399"/>
                  </a:lnTo>
                  <a:lnTo>
                    <a:pt x="716566" y="14874"/>
                  </a:lnTo>
                  <a:lnTo>
                    <a:pt x="709994" y="777"/>
                  </a:lnTo>
                  <a:lnTo>
                    <a:pt x="713518" y="777"/>
                  </a:lnTo>
                  <a:lnTo>
                    <a:pt x="718185" y="11254"/>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pic>
        <p:nvPicPr>
          <p:cNvPr id="496" name="图片 495" descr="计算机学院logo-组合01">
            <a:extLst>
              <a:ext uri="{FF2B5EF4-FFF2-40B4-BE49-F238E27FC236}">
                <a16:creationId xmlns:a16="http://schemas.microsoft.com/office/drawing/2014/main" id="{D1CC5C53-2E90-1B8D-0E49-7FD35E635E55}"/>
              </a:ext>
            </a:extLst>
          </p:cNvPr>
          <p:cNvPicPr>
            <a:picLocks noChangeAspect="1"/>
          </p:cNvPicPr>
          <p:nvPr userDrawn="1"/>
        </p:nvPicPr>
        <p:blipFill>
          <a:blip r:embed="rId4" cstate="hqprint"/>
          <a:stretch>
            <a:fillRect/>
          </a:stretch>
        </p:blipFill>
        <p:spPr>
          <a:xfrm>
            <a:off x="10076238" y="341471"/>
            <a:ext cx="1854367" cy="449926"/>
          </a:xfrm>
          <a:prstGeom prst="rect">
            <a:avLst/>
          </a:prstGeom>
          <a:effectLst>
            <a:innerShdw blurRad="63500" dist="50800" dir="13500000">
              <a:prstClr val="black">
                <a:alpha val="50000"/>
              </a:prstClr>
            </a:innerShdw>
          </a:effectLst>
        </p:spPr>
      </p:pic>
    </p:spTree>
    <p:extLst>
      <p:ext uri="{BB962C8B-B14F-4D97-AF65-F5344CB8AC3E}">
        <p14:creationId xmlns:p14="http://schemas.microsoft.com/office/powerpoint/2010/main" val="545929037"/>
      </p:ext>
    </p:extLst>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4D63F7-4B94-4112-85BA-2E65FB986868}"/>
              </a:ext>
            </a:extLst>
          </p:cNvPr>
          <p:cNvSpPr>
            <a:spLocks noGrp="1"/>
          </p:cNvSpPr>
          <p:nvPr>
            <p:ph type="title"/>
          </p:nvPr>
        </p:nvSpPr>
        <p:spPr>
          <a:prstGeom prst="rect">
            <a:avLst/>
          </a:prstGeom>
        </p:spPr>
        <p:txBody>
          <a:bodyPr/>
          <a:lstStyle/>
          <a:p>
            <a:r>
              <a:rPr lang="zh-CN" altLang="en-US" dirty="0"/>
              <a:t>第一章 绪论</a:t>
            </a:r>
          </a:p>
        </p:txBody>
      </p:sp>
      <p:sp>
        <p:nvSpPr>
          <p:cNvPr id="3" name="副标题 2">
            <a:extLst>
              <a:ext uri="{FF2B5EF4-FFF2-40B4-BE49-F238E27FC236}">
                <a16:creationId xmlns:a16="http://schemas.microsoft.com/office/drawing/2014/main" id="{004F5528-8F00-4B6E-9B95-883E3812F0F6}"/>
              </a:ext>
            </a:extLst>
          </p:cNvPr>
          <p:cNvSpPr>
            <a:spLocks noGrp="1"/>
          </p:cNvSpPr>
          <p:nvPr>
            <p:ph sz="quarter" idx="10"/>
          </p:nvPr>
        </p:nvSpPr>
        <p:spPr>
          <a:xfrm>
            <a:off x="2123871" y="2025946"/>
            <a:ext cx="8110775" cy="1259562"/>
          </a:xfrm>
          <a:prstGeom prst="rect">
            <a:avLst/>
          </a:prstGeom>
        </p:spPr>
        <p:txBody>
          <a:bodyPr>
            <a:normAutofit/>
          </a:bodyPr>
          <a:lstStyle/>
          <a:p>
            <a:pPr marL="0" indent="0">
              <a:buNone/>
            </a:pPr>
            <a:r>
              <a:rPr lang="zh-CN" altLang="en-US" dirty="0"/>
              <a:t>操作系统原理</a:t>
            </a:r>
          </a:p>
        </p:txBody>
      </p:sp>
    </p:spTree>
    <p:extLst>
      <p:ext uri="{BB962C8B-B14F-4D97-AF65-F5344CB8AC3E}">
        <p14:creationId xmlns:p14="http://schemas.microsoft.com/office/powerpoint/2010/main" val="3313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F38EA-BDED-41DA-B58C-B1DDE7B53472}"/>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AA4E3ECA-0F0B-4793-A6EB-BE02F2F68A3A}"/>
              </a:ext>
            </a:extLst>
          </p:cNvPr>
          <p:cNvSpPr>
            <a:spLocks noGrp="1"/>
          </p:cNvSpPr>
          <p:nvPr>
            <p:ph idx="1"/>
          </p:nvPr>
        </p:nvSpPr>
        <p:spPr/>
        <p:txBody>
          <a:bodyPr/>
          <a:lstStyle/>
          <a:p>
            <a:r>
              <a:rPr lang="zh-CN" altLang="en-US" dirty="0">
                <a:solidFill>
                  <a:srgbClr val="FF0000"/>
                </a:solidFill>
              </a:rPr>
              <a:t>操作系统与计算机体系结构的关系</a:t>
            </a:r>
          </a:p>
          <a:p>
            <a:r>
              <a:rPr lang="zh-CN" altLang="en-US" dirty="0"/>
              <a:t>操作系统的形成与发展</a:t>
            </a:r>
          </a:p>
          <a:p>
            <a:r>
              <a:rPr lang="zh-CN" altLang="en-US" dirty="0"/>
              <a:t>操作系统的定义</a:t>
            </a:r>
          </a:p>
          <a:p>
            <a:r>
              <a:rPr lang="zh-CN" altLang="en-US" dirty="0"/>
              <a:t>操作系统的资源管理功能</a:t>
            </a:r>
          </a:p>
          <a:p>
            <a:pPr marL="0" indent="0">
              <a:buNone/>
            </a:pPr>
            <a:endParaRPr lang="zh-CN" altLang="en-US" dirty="0"/>
          </a:p>
        </p:txBody>
      </p:sp>
    </p:spTree>
    <p:extLst>
      <p:ext uri="{BB962C8B-B14F-4D97-AF65-F5344CB8AC3E}">
        <p14:creationId xmlns:p14="http://schemas.microsoft.com/office/powerpoint/2010/main" val="3961672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A00F2-DFB0-4A11-B860-674B6206074B}"/>
              </a:ext>
            </a:extLst>
          </p:cNvPr>
          <p:cNvSpPr>
            <a:spLocks noGrp="1"/>
          </p:cNvSpPr>
          <p:nvPr>
            <p:ph type="title"/>
          </p:nvPr>
        </p:nvSpPr>
        <p:spPr/>
        <p:txBody>
          <a:bodyPr/>
          <a:lstStyle/>
          <a:p>
            <a:r>
              <a:rPr lang="zh-CN" altLang="en-US" dirty="0"/>
              <a:t>操作系统在计算系统中的地位</a:t>
            </a:r>
          </a:p>
        </p:txBody>
      </p:sp>
      <p:sp>
        <p:nvSpPr>
          <p:cNvPr id="3" name="内容占位符 2">
            <a:extLst>
              <a:ext uri="{FF2B5EF4-FFF2-40B4-BE49-F238E27FC236}">
                <a16:creationId xmlns:a16="http://schemas.microsoft.com/office/drawing/2014/main" id="{D26D721E-8B53-4D98-AA76-CB59EA844022}"/>
              </a:ext>
            </a:extLst>
          </p:cNvPr>
          <p:cNvSpPr>
            <a:spLocks noGrp="1"/>
          </p:cNvSpPr>
          <p:nvPr>
            <p:ph idx="1"/>
          </p:nvPr>
        </p:nvSpPr>
        <p:spPr/>
        <p:txBody>
          <a:bodyPr/>
          <a:lstStyle/>
          <a:p>
            <a:pPr>
              <a:lnSpc>
                <a:spcPct val="100000"/>
              </a:lnSpc>
            </a:pPr>
            <a:r>
              <a:rPr lang="zh-CN" altLang="en-US" sz="2800" dirty="0"/>
              <a:t>与硬件的关系</a:t>
            </a:r>
          </a:p>
          <a:p>
            <a:pPr lvl="1">
              <a:lnSpc>
                <a:spcPct val="100000"/>
              </a:lnSpc>
            </a:pPr>
            <a:r>
              <a:rPr lang="zh-CN" altLang="en-US" sz="2400" dirty="0"/>
              <a:t>控制</a:t>
            </a:r>
            <a:r>
              <a:rPr lang="en-US" altLang="zh-CN" sz="2400" dirty="0"/>
              <a:t>CPU</a:t>
            </a:r>
            <a:r>
              <a:rPr lang="zh-CN" altLang="en-US" sz="2400" dirty="0"/>
              <a:t>的工作 </a:t>
            </a:r>
          </a:p>
          <a:p>
            <a:pPr lvl="1">
              <a:lnSpc>
                <a:spcPct val="100000"/>
              </a:lnSpc>
            </a:pPr>
            <a:r>
              <a:rPr lang="zh-CN" altLang="en-US" sz="2400" dirty="0"/>
              <a:t>访问存储器</a:t>
            </a:r>
          </a:p>
          <a:p>
            <a:pPr lvl="1">
              <a:lnSpc>
                <a:spcPct val="100000"/>
              </a:lnSpc>
            </a:pPr>
            <a:r>
              <a:rPr lang="zh-CN" altLang="en-US" sz="2400" dirty="0"/>
              <a:t>中断处理、设备驱动</a:t>
            </a:r>
            <a:endParaRPr lang="en-US" altLang="zh-CN" sz="2400" dirty="0"/>
          </a:p>
          <a:p>
            <a:pPr lvl="1">
              <a:lnSpc>
                <a:spcPct val="100000"/>
              </a:lnSpc>
            </a:pPr>
            <a:r>
              <a:rPr lang="zh-CN" altLang="en-US" sz="2400" dirty="0"/>
              <a:t>高效利用硬件资源</a:t>
            </a:r>
          </a:p>
          <a:p>
            <a:pPr>
              <a:lnSpc>
                <a:spcPct val="100000"/>
              </a:lnSpc>
            </a:pPr>
            <a:r>
              <a:rPr lang="zh-CN" altLang="en-US" sz="2800" dirty="0"/>
              <a:t>与用户及其他软件的关系</a:t>
            </a:r>
          </a:p>
          <a:p>
            <a:pPr lvl="1">
              <a:lnSpc>
                <a:spcPct val="100000"/>
              </a:lnSpc>
            </a:pPr>
            <a:r>
              <a:rPr lang="zh-CN" altLang="en-US" sz="2400" dirty="0"/>
              <a:t>控制、管理</a:t>
            </a:r>
          </a:p>
          <a:p>
            <a:pPr lvl="1">
              <a:lnSpc>
                <a:spcPct val="100000"/>
              </a:lnSpc>
            </a:pPr>
            <a:r>
              <a:rPr lang="zh-CN" altLang="en-US" sz="2400" dirty="0"/>
              <a:t>提供方便的用户界面</a:t>
            </a:r>
          </a:p>
          <a:p>
            <a:pPr lvl="1">
              <a:lnSpc>
                <a:spcPct val="100000"/>
              </a:lnSpc>
            </a:pPr>
            <a:r>
              <a:rPr lang="zh-CN" altLang="en-US" sz="2400" dirty="0"/>
              <a:t>提供优质的服务</a:t>
            </a:r>
          </a:p>
          <a:p>
            <a:pPr>
              <a:lnSpc>
                <a:spcPct val="100000"/>
              </a:lnSpc>
            </a:pPr>
            <a:endParaRPr lang="zh-CN" altLang="en-US" sz="2800" dirty="0"/>
          </a:p>
        </p:txBody>
      </p:sp>
      <p:grpSp>
        <p:nvGrpSpPr>
          <p:cNvPr id="4" name="Group 27">
            <a:extLst>
              <a:ext uri="{FF2B5EF4-FFF2-40B4-BE49-F238E27FC236}">
                <a16:creationId xmlns:a16="http://schemas.microsoft.com/office/drawing/2014/main" id="{90632B5F-0E39-4126-8506-79E50CD80C0D}"/>
              </a:ext>
            </a:extLst>
          </p:cNvPr>
          <p:cNvGrpSpPr>
            <a:grpSpLocks/>
          </p:cNvGrpSpPr>
          <p:nvPr/>
        </p:nvGrpSpPr>
        <p:grpSpPr bwMode="auto">
          <a:xfrm>
            <a:off x="6554073" y="1749013"/>
            <a:ext cx="3598863" cy="3598863"/>
            <a:chOff x="222" y="1160"/>
            <a:chExt cx="2267" cy="2267"/>
          </a:xfrm>
        </p:grpSpPr>
        <p:sp>
          <p:nvSpPr>
            <p:cNvPr id="5" name="Oval 8">
              <a:extLst>
                <a:ext uri="{FF2B5EF4-FFF2-40B4-BE49-F238E27FC236}">
                  <a16:creationId xmlns:a16="http://schemas.microsoft.com/office/drawing/2014/main" id="{BF8E7DFB-7E61-4EF0-99B6-6743EC030743}"/>
                </a:ext>
              </a:extLst>
            </p:cNvPr>
            <p:cNvSpPr>
              <a:spLocks noChangeArrowheads="1"/>
            </p:cNvSpPr>
            <p:nvPr/>
          </p:nvSpPr>
          <p:spPr bwMode="auto">
            <a:xfrm>
              <a:off x="222" y="1160"/>
              <a:ext cx="2267" cy="2267"/>
            </a:xfrm>
            <a:prstGeom prst="ellipse">
              <a:avLst/>
            </a:prstGeom>
            <a:solidFill>
              <a:srgbClr val="92D050"/>
            </a:solidFill>
            <a:ln w="9525">
              <a:solidFill>
                <a:srgbClr val="00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6" name="Oval 9">
              <a:extLst>
                <a:ext uri="{FF2B5EF4-FFF2-40B4-BE49-F238E27FC236}">
                  <a16:creationId xmlns:a16="http://schemas.microsoft.com/office/drawing/2014/main" id="{075097C7-1750-47D0-8771-B30261F2F449}"/>
                </a:ext>
              </a:extLst>
            </p:cNvPr>
            <p:cNvSpPr>
              <a:spLocks noChangeArrowheads="1"/>
            </p:cNvSpPr>
            <p:nvPr/>
          </p:nvSpPr>
          <p:spPr bwMode="auto">
            <a:xfrm>
              <a:off x="713" y="1627"/>
              <a:ext cx="1315" cy="1315"/>
            </a:xfrm>
            <a:prstGeom prst="ellipse">
              <a:avLst/>
            </a:prstGeom>
            <a:solidFill>
              <a:srgbClr val="FFC000"/>
            </a:solidFill>
            <a:ln w="38100">
              <a:solidFill>
                <a:srgbClr val="00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7" name="Oval 10">
              <a:extLst>
                <a:ext uri="{FF2B5EF4-FFF2-40B4-BE49-F238E27FC236}">
                  <a16:creationId xmlns:a16="http://schemas.microsoft.com/office/drawing/2014/main" id="{3394875B-3825-44CE-ADE3-07E26AA4651A}"/>
                </a:ext>
              </a:extLst>
            </p:cNvPr>
            <p:cNvSpPr>
              <a:spLocks noChangeArrowheads="1"/>
            </p:cNvSpPr>
            <p:nvPr/>
          </p:nvSpPr>
          <p:spPr bwMode="auto">
            <a:xfrm>
              <a:off x="1096" y="2002"/>
              <a:ext cx="567" cy="567"/>
            </a:xfrm>
            <a:prstGeom prst="ellipse">
              <a:avLst/>
            </a:prstGeom>
            <a:solidFill>
              <a:srgbClr val="00B0F0"/>
            </a:solidFill>
            <a:ln w="38100">
              <a:solidFill>
                <a:srgbClr val="00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8" name="Text Box 11">
              <a:extLst>
                <a:ext uri="{FF2B5EF4-FFF2-40B4-BE49-F238E27FC236}">
                  <a16:creationId xmlns:a16="http://schemas.microsoft.com/office/drawing/2014/main" id="{8912576B-E673-4BC0-A556-A04F1941636F}"/>
                </a:ext>
              </a:extLst>
            </p:cNvPr>
            <p:cNvSpPr txBox="1">
              <a:spLocks noChangeArrowheads="1"/>
            </p:cNvSpPr>
            <p:nvPr/>
          </p:nvSpPr>
          <p:spPr bwMode="auto">
            <a:xfrm>
              <a:off x="1215" y="2166"/>
              <a:ext cx="403"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dirty="0">
                  <a:solidFill>
                    <a:srgbClr val="000000"/>
                  </a:solidFill>
                  <a:latin typeface="Times New Roman" panose="02020603050405020304" pitchFamily="18" charset="0"/>
                </a:rPr>
                <a:t>硬件</a:t>
              </a:r>
            </a:p>
          </p:txBody>
        </p:sp>
        <p:sp>
          <p:nvSpPr>
            <p:cNvPr id="9" name="Text Box 12">
              <a:extLst>
                <a:ext uri="{FF2B5EF4-FFF2-40B4-BE49-F238E27FC236}">
                  <a16:creationId xmlns:a16="http://schemas.microsoft.com/office/drawing/2014/main" id="{5C831929-CB8A-4519-B2D3-4C3D82287ECE}"/>
                </a:ext>
              </a:extLst>
            </p:cNvPr>
            <p:cNvSpPr txBox="1">
              <a:spLocks noChangeArrowheads="1"/>
            </p:cNvSpPr>
            <p:nvPr/>
          </p:nvSpPr>
          <p:spPr bwMode="auto">
            <a:xfrm>
              <a:off x="1496" y="1799"/>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作</a:t>
              </a:r>
            </a:p>
          </p:txBody>
        </p:sp>
        <p:sp>
          <p:nvSpPr>
            <p:cNvPr id="10" name="Text Box 13">
              <a:extLst>
                <a:ext uri="{FF2B5EF4-FFF2-40B4-BE49-F238E27FC236}">
                  <a16:creationId xmlns:a16="http://schemas.microsoft.com/office/drawing/2014/main" id="{41781482-5320-473D-A4AB-B3DD60664412}"/>
                </a:ext>
              </a:extLst>
            </p:cNvPr>
            <p:cNvSpPr txBox="1">
              <a:spLocks noChangeArrowheads="1"/>
            </p:cNvSpPr>
            <p:nvPr/>
          </p:nvSpPr>
          <p:spPr bwMode="auto">
            <a:xfrm>
              <a:off x="1536" y="2544"/>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系</a:t>
              </a:r>
            </a:p>
          </p:txBody>
        </p:sp>
        <p:sp>
          <p:nvSpPr>
            <p:cNvPr id="11" name="Text Box 14">
              <a:extLst>
                <a:ext uri="{FF2B5EF4-FFF2-40B4-BE49-F238E27FC236}">
                  <a16:creationId xmlns:a16="http://schemas.microsoft.com/office/drawing/2014/main" id="{1A8C11F0-ACC9-40FD-8834-945A4AA6D3A8}"/>
                </a:ext>
              </a:extLst>
            </p:cNvPr>
            <p:cNvSpPr txBox="1">
              <a:spLocks noChangeArrowheads="1"/>
            </p:cNvSpPr>
            <p:nvPr/>
          </p:nvSpPr>
          <p:spPr bwMode="auto">
            <a:xfrm>
              <a:off x="1024" y="2553"/>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统</a:t>
              </a:r>
            </a:p>
          </p:txBody>
        </p:sp>
        <p:sp>
          <p:nvSpPr>
            <p:cNvPr id="12" name="Text Box 15">
              <a:extLst>
                <a:ext uri="{FF2B5EF4-FFF2-40B4-BE49-F238E27FC236}">
                  <a16:creationId xmlns:a16="http://schemas.microsoft.com/office/drawing/2014/main" id="{080B7A2F-7F9A-4012-8D70-D2F8446AB46D}"/>
                </a:ext>
              </a:extLst>
            </p:cNvPr>
            <p:cNvSpPr txBox="1">
              <a:spLocks noChangeArrowheads="1"/>
            </p:cNvSpPr>
            <p:nvPr/>
          </p:nvSpPr>
          <p:spPr bwMode="auto">
            <a:xfrm>
              <a:off x="573" y="1559"/>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应</a:t>
              </a:r>
            </a:p>
          </p:txBody>
        </p:sp>
        <p:sp>
          <p:nvSpPr>
            <p:cNvPr id="13" name="Text Box 16">
              <a:extLst>
                <a:ext uri="{FF2B5EF4-FFF2-40B4-BE49-F238E27FC236}">
                  <a16:creationId xmlns:a16="http://schemas.microsoft.com/office/drawing/2014/main" id="{D78B0CE3-96C7-4FA9-90EE-926BEECC2F40}"/>
                </a:ext>
              </a:extLst>
            </p:cNvPr>
            <p:cNvSpPr txBox="1">
              <a:spLocks noChangeArrowheads="1"/>
            </p:cNvSpPr>
            <p:nvPr/>
          </p:nvSpPr>
          <p:spPr bwMode="auto">
            <a:xfrm>
              <a:off x="1478" y="1323"/>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程</a:t>
              </a:r>
            </a:p>
          </p:txBody>
        </p:sp>
        <p:sp>
          <p:nvSpPr>
            <p:cNvPr id="14" name="Text Box 17">
              <a:extLst>
                <a:ext uri="{FF2B5EF4-FFF2-40B4-BE49-F238E27FC236}">
                  <a16:creationId xmlns:a16="http://schemas.microsoft.com/office/drawing/2014/main" id="{C2956037-F6D0-41E1-B7A2-B7FD4551416A}"/>
                </a:ext>
              </a:extLst>
            </p:cNvPr>
            <p:cNvSpPr txBox="1">
              <a:spLocks noChangeArrowheads="1"/>
            </p:cNvSpPr>
            <p:nvPr/>
          </p:nvSpPr>
          <p:spPr bwMode="auto">
            <a:xfrm>
              <a:off x="1897" y="1615"/>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序</a:t>
              </a:r>
            </a:p>
          </p:txBody>
        </p:sp>
        <p:sp>
          <p:nvSpPr>
            <p:cNvPr id="15" name="Text Box 18">
              <a:extLst>
                <a:ext uri="{FF2B5EF4-FFF2-40B4-BE49-F238E27FC236}">
                  <a16:creationId xmlns:a16="http://schemas.microsoft.com/office/drawing/2014/main" id="{88487CF7-751B-4B4E-9AF2-92F6EEC82C43}"/>
                </a:ext>
              </a:extLst>
            </p:cNvPr>
            <p:cNvSpPr txBox="1">
              <a:spLocks noChangeArrowheads="1"/>
            </p:cNvSpPr>
            <p:nvPr/>
          </p:nvSpPr>
          <p:spPr bwMode="auto">
            <a:xfrm>
              <a:off x="1013" y="1323"/>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用</a:t>
              </a:r>
            </a:p>
          </p:txBody>
        </p:sp>
        <p:sp>
          <p:nvSpPr>
            <p:cNvPr id="16" name="Text Box 19">
              <a:extLst>
                <a:ext uri="{FF2B5EF4-FFF2-40B4-BE49-F238E27FC236}">
                  <a16:creationId xmlns:a16="http://schemas.microsoft.com/office/drawing/2014/main" id="{40718E1C-FF70-4955-9846-DFD7B4907295}"/>
                </a:ext>
              </a:extLst>
            </p:cNvPr>
            <p:cNvSpPr txBox="1">
              <a:spLocks noChangeArrowheads="1"/>
            </p:cNvSpPr>
            <p:nvPr/>
          </p:nvSpPr>
          <p:spPr bwMode="auto">
            <a:xfrm>
              <a:off x="1934" y="2712"/>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序</a:t>
              </a:r>
            </a:p>
          </p:txBody>
        </p:sp>
        <p:sp>
          <p:nvSpPr>
            <p:cNvPr id="17" name="Text Box 20">
              <a:extLst>
                <a:ext uri="{FF2B5EF4-FFF2-40B4-BE49-F238E27FC236}">
                  <a16:creationId xmlns:a16="http://schemas.microsoft.com/office/drawing/2014/main" id="{34D95465-479C-4FC7-A708-F7EE8D00751E}"/>
                </a:ext>
              </a:extLst>
            </p:cNvPr>
            <p:cNvSpPr txBox="1">
              <a:spLocks noChangeArrowheads="1"/>
            </p:cNvSpPr>
            <p:nvPr/>
          </p:nvSpPr>
          <p:spPr bwMode="auto">
            <a:xfrm>
              <a:off x="1524" y="3004"/>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程</a:t>
              </a:r>
            </a:p>
          </p:txBody>
        </p:sp>
        <p:sp>
          <p:nvSpPr>
            <p:cNvPr id="18" name="Text Box 21">
              <a:extLst>
                <a:ext uri="{FF2B5EF4-FFF2-40B4-BE49-F238E27FC236}">
                  <a16:creationId xmlns:a16="http://schemas.microsoft.com/office/drawing/2014/main" id="{43489243-DAC0-464C-B77A-23067C28880F}"/>
                </a:ext>
              </a:extLst>
            </p:cNvPr>
            <p:cNvSpPr txBox="1">
              <a:spLocks noChangeArrowheads="1"/>
            </p:cNvSpPr>
            <p:nvPr/>
          </p:nvSpPr>
          <p:spPr bwMode="auto">
            <a:xfrm>
              <a:off x="620" y="2814"/>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用</a:t>
              </a:r>
            </a:p>
          </p:txBody>
        </p:sp>
        <p:sp>
          <p:nvSpPr>
            <p:cNvPr id="19" name="Text Box 22">
              <a:extLst>
                <a:ext uri="{FF2B5EF4-FFF2-40B4-BE49-F238E27FC236}">
                  <a16:creationId xmlns:a16="http://schemas.microsoft.com/office/drawing/2014/main" id="{415014DF-0619-4C1A-8F0B-FD34DD2DC48D}"/>
                </a:ext>
              </a:extLst>
            </p:cNvPr>
            <p:cNvSpPr txBox="1">
              <a:spLocks noChangeArrowheads="1"/>
            </p:cNvSpPr>
            <p:nvPr/>
          </p:nvSpPr>
          <p:spPr bwMode="auto">
            <a:xfrm>
              <a:off x="1032" y="2997"/>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户</a:t>
              </a:r>
            </a:p>
          </p:txBody>
        </p:sp>
        <p:sp>
          <p:nvSpPr>
            <p:cNvPr id="20" name="Text Box 23">
              <a:extLst>
                <a:ext uri="{FF2B5EF4-FFF2-40B4-BE49-F238E27FC236}">
                  <a16:creationId xmlns:a16="http://schemas.microsoft.com/office/drawing/2014/main" id="{A123E62B-19BB-48FC-94AE-A62C5DCC265D}"/>
                </a:ext>
              </a:extLst>
            </p:cNvPr>
            <p:cNvSpPr txBox="1">
              <a:spLocks noChangeArrowheads="1"/>
            </p:cNvSpPr>
            <p:nvPr/>
          </p:nvSpPr>
          <p:spPr bwMode="auto">
            <a:xfrm>
              <a:off x="1003" y="1818"/>
              <a:ext cx="20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a:solidFill>
                    <a:srgbClr val="000000"/>
                  </a:solidFill>
                  <a:latin typeface="Times New Roman" panose="02020603050405020304" pitchFamily="18" charset="0"/>
                </a:rPr>
                <a:t>操</a:t>
              </a:r>
            </a:p>
          </p:txBody>
        </p:sp>
      </p:grpSp>
      <p:sp>
        <p:nvSpPr>
          <p:cNvPr id="21" name="Line 28">
            <a:extLst>
              <a:ext uri="{FF2B5EF4-FFF2-40B4-BE49-F238E27FC236}">
                <a16:creationId xmlns:a16="http://schemas.microsoft.com/office/drawing/2014/main" id="{ED84B651-4EFE-4513-864A-E36E90CC1BDD}"/>
              </a:ext>
            </a:extLst>
          </p:cNvPr>
          <p:cNvSpPr>
            <a:spLocks noChangeShapeType="1"/>
          </p:cNvSpPr>
          <p:nvPr/>
        </p:nvSpPr>
        <p:spPr bwMode="auto">
          <a:xfrm flipV="1">
            <a:off x="9194086" y="2868201"/>
            <a:ext cx="333375" cy="173037"/>
          </a:xfrm>
          <a:prstGeom prst="line">
            <a:avLst/>
          </a:prstGeom>
          <a:noFill/>
          <a:ln w="25400">
            <a:solidFill>
              <a:srgbClr val="FF0000"/>
            </a:solidFill>
            <a:round/>
            <a:headEnd/>
            <a:tailEnd type="triangle" w="med" len="med"/>
          </a:ln>
          <a:effec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22" name="Line 29">
            <a:extLst>
              <a:ext uri="{FF2B5EF4-FFF2-40B4-BE49-F238E27FC236}">
                <a16:creationId xmlns:a16="http://schemas.microsoft.com/office/drawing/2014/main" id="{CB89E04B-6C0F-4FAD-8360-5642DA405D59}"/>
              </a:ext>
            </a:extLst>
          </p:cNvPr>
          <p:cNvSpPr>
            <a:spLocks noChangeShapeType="1"/>
          </p:cNvSpPr>
          <p:nvPr/>
        </p:nvSpPr>
        <p:spPr bwMode="auto">
          <a:xfrm flipH="1">
            <a:off x="8665448" y="3133313"/>
            <a:ext cx="346075" cy="174625"/>
          </a:xfrm>
          <a:prstGeom prst="line">
            <a:avLst/>
          </a:prstGeom>
          <a:noFill/>
          <a:ln w="25400">
            <a:solidFill>
              <a:srgbClr val="FF3300"/>
            </a:solidFill>
            <a:round/>
            <a:headEnd/>
            <a:tailEnd type="triangle" w="med" len="med"/>
          </a:ln>
          <a:effec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23" name="Rectangle 30">
            <a:extLst>
              <a:ext uri="{FF2B5EF4-FFF2-40B4-BE49-F238E27FC236}">
                <a16:creationId xmlns:a16="http://schemas.microsoft.com/office/drawing/2014/main" id="{99217992-06D2-4B58-9DAF-D82D98D8353A}"/>
              </a:ext>
            </a:extLst>
          </p:cNvPr>
          <p:cNvSpPr>
            <a:spLocks noChangeArrowheads="1"/>
          </p:cNvSpPr>
          <p:nvPr/>
        </p:nvSpPr>
        <p:spPr bwMode="auto">
          <a:xfrm>
            <a:off x="6698536" y="5449476"/>
            <a:ext cx="27860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lang="zh-CN" altLang="en-US" sz="1600" b="0">
                <a:solidFill>
                  <a:schemeClr val="tx1"/>
                </a:solidFill>
                <a:latin typeface="Times New Roman" panose="02020603050405020304" pitchFamily="18" charset="0"/>
              </a:rPr>
              <a:t>计算机系统的组成</a:t>
            </a:r>
          </a:p>
        </p:txBody>
      </p:sp>
    </p:spTree>
    <p:extLst>
      <p:ext uri="{BB962C8B-B14F-4D97-AF65-F5344CB8AC3E}">
        <p14:creationId xmlns:p14="http://schemas.microsoft.com/office/powerpoint/2010/main" val="1009446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FEBDB-0B1D-4C8E-AFB5-E6099AD8D971}"/>
              </a:ext>
            </a:extLst>
          </p:cNvPr>
          <p:cNvSpPr>
            <a:spLocks noGrp="1"/>
          </p:cNvSpPr>
          <p:nvPr>
            <p:ph type="title"/>
          </p:nvPr>
        </p:nvSpPr>
        <p:spPr/>
        <p:txBody>
          <a:bodyPr/>
          <a:lstStyle/>
          <a:p>
            <a:r>
              <a:rPr lang="zh-CN" altLang="en-US" dirty="0"/>
              <a:t>相互制约和限制</a:t>
            </a:r>
          </a:p>
        </p:txBody>
      </p:sp>
      <p:sp>
        <p:nvSpPr>
          <p:cNvPr id="3" name="内容占位符 2">
            <a:extLst>
              <a:ext uri="{FF2B5EF4-FFF2-40B4-BE49-F238E27FC236}">
                <a16:creationId xmlns:a16="http://schemas.microsoft.com/office/drawing/2014/main" id="{FA9FF663-E92B-40FE-9507-B61CF852FF8D}"/>
              </a:ext>
            </a:extLst>
          </p:cNvPr>
          <p:cNvSpPr>
            <a:spLocks noGrp="1"/>
          </p:cNvSpPr>
          <p:nvPr>
            <p:ph idx="1"/>
          </p:nvPr>
        </p:nvSpPr>
        <p:spPr/>
        <p:txBody>
          <a:bodyPr/>
          <a:lstStyle/>
          <a:p>
            <a:pPr>
              <a:lnSpc>
                <a:spcPct val="100000"/>
              </a:lnSpc>
            </a:pPr>
            <a:r>
              <a:rPr lang="zh-CN" altLang="en-US" sz="2800" dirty="0"/>
              <a:t>硬件环境对</a:t>
            </a:r>
            <a:r>
              <a:rPr lang="en-US" altLang="zh-CN" sz="2800" dirty="0"/>
              <a:t>OS</a:t>
            </a:r>
            <a:r>
              <a:rPr lang="zh-CN" altLang="en-US" sz="2800" dirty="0"/>
              <a:t>的限制</a:t>
            </a:r>
          </a:p>
          <a:p>
            <a:pPr lvl="1">
              <a:lnSpc>
                <a:spcPct val="100000"/>
              </a:lnSpc>
            </a:pPr>
            <a:r>
              <a:rPr lang="zh-CN" altLang="en-US" sz="2400" dirty="0"/>
              <a:t>提供</a:t>
            </a:r>
            <a:r>
              <a:rPr lang="en-US" altLang="zh-CN" sz="2400" dirty="0"/>
              <a:t>OS</a:t>
            </a:r>
            <a:r>
              <a:rPr lang="zh-CN" altLang="en-US" sz="2400" dirty="0"/>
              <a:t>运行环境</a:t>
            </a:r>
          </a:p>
          <a:p>
            <a:pPr lvl="1">
              <a:lnSpc>
                <a:spcPct val="100000"/>
              </a:lnSpc>
            </a:pPr>
            <a:r>
              <a:rPr lang="zh-CN" altLang="en-US" sz="2400" dirty="0"/>
              <a:t>限制了</a:t>
            </a:r>
            <a:r>
              <a:rPr lang="en-US" altLang="zh-CN" sz="2400" dirty="0"/>
              <a:t>OS</a:t>
            </a:r>
            <a:r>
              <a:rPr lang="zh-CN" altLang="en-US" sz="2400" dirty="0"/>
              <a:t>的功能实现</a:t>
            </a:r>
          </a:p>
          <a:p>
            <a:pPr>
              <a:lnSpc>
                <a:spcPct val="100000"/>
              </a:lnSpc>
            </a:pPr>
            <a:r>
              <a:rPr lang="zh-CN" altLang="en-US" sz="2800" dirty="0"/>
              <a:t>用户和上层软件的需求</a:t>
            </a:r>
          </a:p>
          <a:p>
            <a:pPr lvl="1">
              <a:lnSpc>
                <a:spcPct val="100000"/>
              </a:lnSpc>
            </a:pPr>
            <a:r>
              <a:rPr lang="zh-CN" altLang="en-US" sz="2400" dirty="0"/>
              <a:t>图形界面</a:t>
            </a:r>
            <a:r>
              <a:rPr lang="en-US" altLang="zh-CN" sz="2400" dirty="0"/>
              <a:t>/</a:t>
            </a:r>
            <a:r>
              <a:rPr lang="zh-CN" altLang="en-US" sz="2400" dirty="0"/>
              <a:t>文本界面</a:t>
            </a:r>
            <a:r>
              <a:rPr lang="en-US" altLang="zh-CN" sz="2400" dirty="0"/>
              <a:t>/</a:t>
            </a:r>
            <a:r>
              <a:rPr lang="zh-CN" altLang="en-US" sz="2400" dirty="0"/>
              <a:t>不需要交互手段</a:t>
            </a:r>
          </a:p>
          <a:p>
            <a:pPr lvl="1">
              <a:lnSpc>
                <a:spcPct val="100000"/>
              </a:lnSpc>
            </a:pPr>
            <a:r>
              <a:rPr lang="zh-CN" altLang="en-US" sz="2400" dirty="0"/>
              <a:t>单任务</a:t>
            </a:r>
            <a:r>
              <a:rPr lang="en-US" altLang="zh-CN" sz="2400" dirty="0"/>
              <a:t>/</a:t>
            </a:r>
            <a:r>
              <a:rPr lang="zh-CN" altLang="en-US" sz="2400" dirty="0"/>
              <a:t>多任务</a:t>
            </a:r>
          </a:p>
          <a:p>
            <a:pPr lvl="1">
              <a:lnSpc>
                <a:spcPct val="100000"/>
              </a:lnSpc>
            </a:pPr>
            <a:r>
              <a:rPr lang="zh-CN" altLang="en-US" sz="2400" dirty="0"/>
              <a:t>应用间的消息通讯与交互</a:t>
            </a:r>
            <a:endParaRPr lang="en-US" altLang="zh-CN" sz="2400" dirty="0"/>
          </a:p>
          <a:p>
            <a:pPr>
              <a:lnSpc>
                <a:spcPct val="100000"/>
              </a:lnSpc>
            </a:pPr>
            <a:r>
              <a:rPr lang="zh-CN" altLang="en-US" sz="2800" dirty="0"/>
              <a:t>思考：</a:t>
            </a:r>
            <a:r>
              <a:rPr lang="zh-CN" altLang="en-US" sz="2800" dirty="0">
                <a:solidFill>
                  <a:srgbClr val="FF0000"/>
                </a:solidFill>
              </a:rPr>
              <a:t>是硬件决定了软件，还是反过来？</a:t>
            </a:r>
            <a:r>
              <a:rPr lang="zh-CN" altLang="en-US" sz="2800" dirty="0"/>
              <a:t> </a:t>
            </a:r>
          </a:p>
        </p:txBody>
      </p:sp>
    </p:spTree>
    <p:extLst>
      <p:ext uri="{BB962C8B-B14F-4D97-AF65-F5344CB8AC3E}">
        <p14:creationId xmlns:p14="http://schemas.microsoft.com/office/powerpoint/2010/main" val="595186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5666CE-39B1-4721-9F69-C01368E1154D}"/>
              </a:ext>
            </a:extLst>
          </p:cNvPr>
          <p:cNvSpPr>
            <a:spLocks noGrp="1"/>
          </p:cNvSpPr>
          <p:nvPr>
            <p:ph type="title"/>
          </p:nvPr>
        </p:nvSpPr>
        <p:spPr/>
        <p:txBody>
          <a:bodyPr/>
          <a:lstStyle/>
          <a:p>
            <a:r>
              <a:rPr lang="zh-CN" altLang="en-US" dirty="0"/>
              <a:t>存储程序式计算机</a:t>
            </a:r>
          </a:p>
        </p:txBody>
      </p:sp>
      <p:sp>
        <p:nvSpPr>
          <p:cNvPr id="3" name="内容占位符 2">
            <a:extLst>
              <a:ext uri="{FF2B5EF4-FFF2-40B4-BE49-F238E27FC236}">
                <a16:creationId xmlns:a16="http://schemas.microsoft.com/office/drawing/2014/main" id="{45231071-98AB-4CB0-AF11-8BE00BFD090F}"/>
              </a:ext>
            </a:extLst>
          </p:cNvPr>
          <p:cNvSpPr>
            <a:spLocks noGrp="1"/>
          </p:cNvSpPr>
          <p:nvPr>
            <p:ph idx="1"/>
          </p:nvPr>
        </p:nvSpPr>
        <p:spPr/>
        <p:txBody>
          <a:bodyPr/>
          <a:lstStyle/>
          <a:p>
            <a:pPr>
              <a:lnSpc>
                <a:spcPct val="100000"/>
              </a:lnSpc>
            </a:pPr>
            <a:r>
              <a:rPr lang="zh-CN" altLang="en-US" sz="2800" dirty="0"/>
              <a:t>特点</a:t>
            </a:r>
            <a:endParaRPr lang="en-US" altLang="zh-CN" sz="2800" dirty="0"/>
          </a:p>
          <a:p>
            <a:pPr lvl="1">
              <a:lnSpc>
                <a:spcPct val="100000"/>
              </a:lnSpc>
            </a:pPr>
            <a:r>
              <a:rPr lang="zh-CN" altLang="en-US" sz="2400" dirty="0"/>
              <a:t>指令流驱动计算</a:t>
            </a:r>
            <a:endParaRPr lang="en-US" altLang="zh-CN" sz="2400" dirty="0"/>
          </a:p>
          <a:p>
            <a:pPr lvl="1">
              <a:lnSpc>
                <a:spcPct val="100000"/>
              </a:lnSpc>
            </a:pPr>
            <a:r>
              <a:rPr lang="zh-CN" altLang="en-US" sz="2400" dirty="0"/>
              <a:t>集中顺序过程控制</a:t>
            </a:r>
          </a:p>
          <a:p>
            <a:pPr lvl="2">
              <a:lnSpc>
                <a:spcPct val="100000"/>
              </a:lnSpc>
              <a:buFont typeface="Wingdings" panose="05000000000000000000" pitchFamily="2" charset="2"/>
              <a:buChar char="Ø"/>
            </a:pPr>
            <a:r>
              <a:rPr lang="zh-CN" altLang="en-US" sz="2400" dirty="0"/>
              <a:t>集中：由</a:t>
            </a:r>
            <a:r>
              <a:rPr lang="en-US" altLang="zh-CN" sz="2400" dirty="0"/>
              <a:t>CPU</a:t>
            </a:r>
            <a:r>
              <a:rPr lang="zh-CN" altLang="en-US" sz="2400" dirty="0"/>
              <a:t>集中管理</a:t>
            </a:r>
          </a:p>
          <a:p>
            <a:pPr lvl="2">
              <a:lnSpc>
                <a:spcPct val="100000"/>
              </a:lnSpc>
              <a:buFont typeface="Wingdings" panose="05000000000000000000" pitchFamily="2" charset="2"/>
              <a:buChar char="Ø"/>
            </a:pPr>
            <a:r>
              <a:rPr lang="zh-CN" altLang="en-US" sz="2400" dirty="0"/>
              <a:t>顺序：程序计数器控制</a:t>
            </a:r>
            <a:endParaRPr lang="en-US" altLang="zh-CN" sz="2400" dirty="0"/>
          </a:p>
          <a:p>
            <a:pPr lvl="2">
              <a:lnSpc>
                <a:spcPct val="100000"/>
              </a:lnSpc>
              <a:buFont typeface="Wingdings" panose="05000000000000000000" pitchFamily="2" charset="2"/>
              <a:buChar char="Ø"/>
            </a:pPr>
            <a:r>
              <a:rPr lang="zh-CN" altLang="en-US" sz="2400" dirty="0"/>
              <a:t>过程：模拟人们手工操作</a:t>
            </a:r>
            <a:endParaRPr lang="en-US" altLang="zh-CN" sz="2400" dirty="0"/>
          </a:p>
          <a:p>
            <a:pPr>
              <a:lnSpc>
                <a:spcPct val="100000"/>
              </a:lnSpc>
            </a:pPr>
            <a:endParaRPr lang="en-US" altLang="zh-CN" sz="2800" dirty="0">
              <a:solidFill>
                <a:srgbClr val="FF0000"/>
              </a:solidFill>
            </a:endParaRPr>
          </a:p>
          <a:p>
            <a:pPr>
              <a:lnSpc>
                <a:spcPct val="100000"/>
              </a:lnSpc>
            </a:pPr>
            <a:r>
              <a:rPr lang="zh-CN" altLang="en-US" sz="2800" dirty="0">
                <a:solidFill>
                  <a:srgbClr val="FF0000"/>
                </a:solidFill>
              </a:rPr>
              <a:t>矛盾</a:t>
            </a:r>
            <a:endParaRPr lang="en-US" altLang="zh-CN" sz="2800" dirty="0">
              <a:solidFill>
                <a:srgbClr val="FF0000"/>
              </a:solidFill>
            </a:endParaRPr>
          </a:p>
          <a:p>
            <a:pPr lvl="1">
              <a:lnSpc>
                <a:spcPct val="100000"/>
              </a:lnSpc>
            </a:pPr>
            <a:r>
              <a:rPr lang="zh-CN" altLang="en-US" sz="2400" dirty="0"/>
              <a:t>顺序计算模型 </a:t>
            </a:r>
            <a:r>
              <a:rPr lang="en-US" altLang="zh-CN" sz="2400" dirty="0"/>
              <a:t>vs. </a:t>
            </a:r>
            <a:r>
              <a:rPr lang="zh-CN" altLang="en-US" sz="2400" dirty="0"/>
              <a:t>（现实世界中问题的）高并发模型</a:t>
            </a:r>
          </a:p>
        </p:txBody>
      </p:sp>
      <p:pic>
        <p:nvPicPr>
          <p:cNvPr id="5" name="图片 4">
            <a:extLst>
              <a:ext uri="{FF2B5EF4-FFF2-40B4-BE49-F238E27FC236}">
                <a16:creationId xmlns:a16="http://schemas.microsoft.com/office/drawing/2014/main" id="{290266B1-D006-0E31-645A-64B2A0FBDA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4703" y="854682"/>
            <a:ext cx="5878739" cy="3633904"/>
          </a:xfrm>
          <a:prstGeom prst="rect">
            <a:avLst/>
          </a:prstGeom>
        </p:spPr>
      </p:pic>
    </p:spTree>
    <p:extLst>
      <p:ext uri="{BB962C8B-B14F-4D97-AF65-F5344CB8AC3E}">
        <p14:creationId xmlns:p14="http://schemas.microsoft.com/office/powerpoint/2010/main" val="2505446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F38EA-BDED-41DA-B58C-B1DDE7B53472}"/>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AA4E3ECA-0F0B-4793-A6EB-BE02F2F68A3A}"/>
              </a:ext>
            </a:extLst>
          </p:cNvPr>
          <p:cNvSpPr>
            <a:spLocks noGrp="1"/>
          </p:cNvSpPr>
          <p:nvPr>
            <p:ph idx="1"/>
          </p:nvPr>
        </p:nvSpPr>
        <p:spPr/>
        <p:txBody>
          <a:bodyPr/>
          <a:lstStyle/>
          <a:p>
            <a:r>
              <a:rPr lang="zh-CN" altLang="en-US" dirty="0"/>
              <a:t>操作系统与计算机体系结构的关系</a:t>
            </a:r>
          </a:p>
          <a:p>
            <a:r>
              <a:rPr lang="zh-CN" altLang="en-US" dirty="0">
                <a:solidFill>
                  <a:srgbClr val="FF0000"/>
                </a:solidFill>
              </a:rPr>
              <a:t>操作系统的形成与发展</a:t>
            </a:r>
          </a:p>
          <a:p>
            <a:r>
              <a:rPr lang="zh-CN" altLang="en-US" dirty="0"/>
              <a:t>操作系统的定义</a:t>
            </a:r>
          </a:p>
          <a:p>
            <a:r>
              <a:rPr lang="zh-CN" altLang="en-US" dirty="0"/>
              <a:t>操作系统的资源管理功能</a:t>
            </a:r>
          </a:p>
        </p:txBody>
      </p:sp>
    </p:spTree>
    <p:extLst>
      <p:ext uri="{BB962C8B-B14F-4D97-AF65-F5344CB8AC3E}">
        <p14:creationId xmlns:p14="http://schemas.microsoft.com/office/powerpoint/2010/main" val="1690237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4E1E05-2C44-4E73-9E2B-EB4006200675}"/>
              </a:ext>
            </a:extLst>
          </p:cNvPr>
          <p:cNvSpPr>
            <a:spLocks noGrp="1"/>
          </p:cNvSpPr>
          <p:nvPr>
            <p:ph type="title"/>
          </p:nvPr>
        </p:nvSpPr>
        <p:spPr/>
        <p:txBody>
          <a:bodyPr/>
          <a:lstStyle/>
          <a:p>
            <a:r>
              <a:rPr lang="en-US" altLang="zh-CN" dirty="0"/>
              <a:t>1.  </a:t>
            </a:r>
            <a:r>
              <a:rPr lang="zh-CN" altLang="en-US" dirty="0"/>
              <a:t>手工操作阶段</a:t>
            </a:r>
          </a:p>
        </p:txBody>
      </p:sp>
      <p:sp>
        <p:nvSpPr>
          <p:cNvPr id="3" name="内容占位符 2">
            <a:extLst>
              <a:ext uri="{FF2B5EF4-FFF2-40B4-BE49-F238E27FC236}">
                <a16:creationId xmlns:a16="http://schemas.microsoft.com/office/drawing/2014/main" id="{7A29A875-AC17-47B6-A5D8-3AE7DE8BD2B3}"/>
              </a:ext>
            </a:extLst>
          </p:cNvPr>
          <p:cNvSpPr>
            <a:spLocks noGrp="1"/>
          </p:cNvSpPr>
          <p:nvPr>
            <p:ph idx="1"/>
          </p:nvPr>
        </p:nvSpPr>
        <p:spPr/>
        <p:txBody>
          <a:bodyPr/>
          <a:lstStyle/>
          <a:p>
            <a:r>
              <a:rPr lang="zh-CN" altLang="en-US" dirty="0"/>
              <a:t>特点</a:t>
            </a:r>
            <a:endParaRPr lang="en-US" altLang="zh-CN" dirty="0"/>
          </a:p>
          <a:p>
            <a:pPr lvl="1"/>
            <a:r>
              <a:rPr lang="zh-CN" altLang="en-US" dirty="0"/>
              <a:t>人工操作（</a:t>
            </a:r>
            <a:r>
              <a:rPr lang="en-US" altLang="zh-CN" dirty="0"/>
              <a:t>1946~1960</a:t>
            </a:r>
            <a:r>
              <a:rPr lang="zh-CN" altLang="en-US" dirty="0"/>
              <a:t>）</a:t>
            </a:r>
            <a:endParaRPr lang="en-US" altLang="zh-CN" dirty="0"/>
          </a:p>
          <a:p>
            <a:pPr lvl="1"/>
            <a:r>
              <a:rPr lang="zh-CN" altLang="en-US" dirty="0"/>
              <a:t>作业独占计算机</a:t>
            </a:r>
            <a:endParaRPr lang="en-US" altLang="zh-CN" dirty="0"/>
          </a:p>
          <a:p>
            <a:pPr lvl="1"/>
            <a:r>
              <a:rPr lang="zh-CN" altLang="en-US" dirty="0"/>
              <a:t>作业串行执行</a:t>
            </a:r>
            <a:endParaRPr lang="en-US" altLang="zh-CN" dirty="0"/>
          </a:p>
          <a:p>
            <a:pPr lvl="1"/>
            <a:endParaRPr lang="en-US" altLang="zh-CN" dirty="0"/>
          </a:p>
          <a:p>
            <a:r>
              <a:rPr lang="zh-CN" altLang="en-US" dirty="0"/>
              <a:t>出现的问题</a:t>
            </a:r>
            <a:endParaRPr lang="en-US" altLang="zh-CN" dirty="0"/>
          </a:p>
          <a:p>
            <a:pPr lvl="1"/>
            <a:r>
              <a:rPr lang="zh-CN" altLang="en-US" dirty="0"/>
              <a:t>随着计算机性能的提高，人的速度 </a:t>
            </a:r>
            <a:r>
              <a:rPr lang="en-US" altLang="zh-CN" dirty="0"/>
              <a:t>vs. </a:t>
            </a:r>
            <a:r>
              <a:rPr lang="zh-CN" altLang="en-US" dirty="0"/>
              <a:t>计算机的速度</a:t>
            </a:r>
          </a:p>
        </p:txBody>
      </p:sp>
      <p:graphicFrame>
        <p:nvGraphicFramePr>
          <p:cNvPr id="24" name="表格 23">
            <a:extLst>
              <a:ext uri="{FF2B5EF4-FFF2-40B4-BE49-F238E27FC236}">
                <a16:creationId xmlns:a16="http://schemas.microsoft.com/office/drawing/2014/main" id="{B9CDE6EB-2629-4022-BE56-A7538BDA908C}"/>
              </a:ext>
            </a:extLst>
          </p:cNvPr>
          <p:cNvGraphicFramePr>
            <a:graphicFrameLocks noGrp="1"/>
          </p:cNvGraphicFramePr>
          <p:nvPr>
            <p:extLst>
              <p:ext uri="{D42A27DB-BD31-4B8C-83A1-F6EECF244321}">
                <p14:modId xmlns:p14="http://schemas.microsoft.com/office/powerpoint/2010/main" val="2503764994"/>
              </p:ext>
            </p:extLst>
          </p:nvPr>
        </p:nvGraphicFramePr>
        <p:xfrm>
          <a:off x="1445667" y="5049479"/>
          <a:ext cx="8926840" cy="1365647"/>
        </p:xfrm>
        <a:graphic>
          <a:graphicData uri="http://schemas.openxmlformats.org/drawingml/2006/table">
            <a:tbl>
              <a:tblPr firstRow="1" bandRow="1">
                <a:tableStyleId>{5C22544A-7EE6-4342-B048-85BDC9FD1C3A}</a:tableStyleId>
              </a:tblPr>
              <a:tblGrid>
                <a:gridCol w="1953667">
                  <a:extLst>
                    <a:ext uri="{9D8B030D-6E8A-4147-A177-3AD203B41FA5}">
                      <a16:colId xmlns:a16="http://schemas.microsoft.com/office/drawing/2014/main" val="469417353"/>
                    </a:ext>
                  </a:extLst>
                </a:gridCol>
                <a:gridCol w="2617558">
                  <a:extLst>
                    <a:ext uri="{9D8B030D-6E8A-4147-A177-3AD203B41FA5}">
                      <a16:colId xmlns:a16="http://schemas.microsoft.com/office/drawing/2014/main" val="2340099229"/>
                    </a:ext>
                  </a:extLst>
                </a:gridCol>
                <a:gridCol w="2123905">
                  <a:extLst>
                    <a:ext uri="{9D8B030D-6E8A-4147-A177-3AD203B41FA5}">
                      <a16:colId xmlns:a16="http://schemas.microsoft.com/office/drawing/2014/main" val="1720896026"/>
                    </a:ext>
                  </a:extLst>
                </a:gridCol>
                <a:gridCol w="2231710">
                  <a:extLst>
                    <a:ext uri="{9D8B030D-6E8A-4147-A177-3AD203B41FA5}">
                      <a16:colId xmlns:a16="http://schemas.microsoft.com/office/drawing/2014/main" val="1365241911"/>
                    </a:ext>
                  </a:extLst>
                </a:gridCol>
              </a:tblGrid>
              <a:tr h="629047">
                <a:tc>
                  <a:txBody>
                    <a:bodyPr/>
                    <a:lstStyle/>
                    <a:p>
                      <a:pPr algn="ctr"/>
                      <a:r>
                        <a:rPr lang="zh-CN" altLang="en-US" dirty="0"/>
                        <a:t>机器速度</a:t>
                      </a:r>
                    </a:p>
                  </a:txBody>
                  <a:tcPr/>
                </a:tc>
                <a:tc>
                  <a:txBody>
                    <a:bodyPr/>
                    <a:lstStyle/>
                    <a:p>
                      <a:pPr algn="ctr"/>
                      <a:r>
                        <a:rPr lang="zh-CN" altLang="en-US" dirty="0"/>
                        <a:t>程序执行（计算）时间</a:t>
                      </a:r>
                    </a:p>
                  </a:txBody>
                  <a:tcPr/>
                </a:tc>
                <a:tc>
                  <a:txBody>
                    <a:bodyPr/>
                    <a:lstStyle/>
                    <a:p>
                      <a:pPr algn="ctr"/>
                      <a:r>
                        <a:rPr lang="zh-CN" altLang="en-US" dirty="0"/>
                        <a:t>人工操作时间</a:t>
                      </a:r>
                    </a:p>
                  </a:txBody>
                  <a:tcPr/>
                </a:tc>
                <a:tc>
                  <a:txBody>
                    <a:bodyPr/>
                    <a:lstStyle/>
                    <a:p>
                      <a:pPr algn="ctr"/>
                      <a:r>
                        <a:rPr lang="zh-CN" altLang="en-US" dirty="0"/>
                        <a:t>人工时间</a:t>
                      </a:r>
                      <a:r>
                        <a:rPr lang="en-US" altLang="zh-CN" dirty="0"/>
                        <a:t>/</a:t>
                      </a:r>
                      <a:r>
                        <a:rPr lang="zh-CN" altLang="en-US" dirty="0"/>
                        <a:t>计算时间</a:t>
                      </a:r>
                    </a:p>
                  </a:txBody>
                  <a:tcPr/>
                </a:tc>
                <a:extLst>
                  <a:ext uri="{0D108BD9-81ED-4DB2-BD59-A6C34878D82A}">
                    <a16:rowId xmlns:a16="http://schemas.microsoft.com/office/drawing/2014/main" val="1203284880"/>
                  </a:ext>
                </a:extLst>
              </a:tr>
              <a:tr h="370840">
                <a:tc>
                  <a:txBody>
                    <a:bodyPr/>
                    <a:lstStyle/>
                    <a:p>
                      <a:pPr algn="ctr"/>
                      <a:r>
                        <a:rPr lang="en-US" altLang="zh-CN" dirty="0"/>
                        <a:t>1</a:t>
                      </a:r>
                      <a:r>
                        <a:rPr lang="zh-CN" altLang="en-US" dirty="0"/>
                        <a:t>万次</a:t>
                      </a:r>
                      <a:r>
                        <a:rPr lang="en-US" altLang="zh-CN" dirty="0"/>
                        <a:t>/</a:t>
                      </a:r>
                      <a:r>
                        <a:rPr lang="zh-CN" altLang="en-US" dirty="0"/>
                        <a:t>秒</a:t>
                      </a:r>
                    </a:p>
                  </a:txBody>
                  <a:tcPr/>
                </a:tc>
                <a:tc>
                  <a:txBody>
                    <a:bodyPr/>
                    <a:lstStyle/>
                    <a:p>
                      <a:pPr algn="ctr"/>
                      <a:r>
                        <a:rPr lang="en-US" altLang="zh-CN" dirty="0"/>
                        <a:t>1</a:t>
                      </a:r>
                      <a:r>
                        <a:rPr lang="zh-CN" altLang="en-US" dirty="0"/>
                        <a:t>小时</a:t>
                      </a:r>
                    </a:p>
                  </a:txBody>
                  <a:tcPr/>
                </a:tc>
                <a:tc>
                  <a:txBody>
                    <a:bodyPr/>
                    <a:lstStyle/>
                    <a:p>
                      <a:pPr algn="ctr"/>
                      <a:r>
                        <a:rPr lang="en-US" altLang="zh-CN" dirty="0"/>
                        <a:t>3</a:t>
                      </a:r>
                      <a:r>
                        <a:rPr lang="zh-CN" altLang="en-US" dirty="0"/>
                        <a:t>分钟</a:t>
                      </a:r>
                    </a:p>
                  </a:txBody>
                  <a:tcPr/>
                </a:tc>
                <a:tc>
                  <a:txBody>
                    <a:bodyPr/>
                    <a:lstStyle/>
                    <a:p>
                      <a:pPr algn="ctr"/>
                      <a:r>
                        <a:rPr lang="en-US" altLang="zh-CN" dirty="0"/>
                        <a:t>1</a:t>
                      </a:r>
                      <a:r>
                        <a:rPr lang="zh-CN" altLang="en-US" dirty="0"/>
                        <a:t>：</a:t>
                      </a:r>
                      <a:r>
                        <a:rPr lang="en-US" altLang="zh-CN" dirty="0"/>
                        <a:t>20</a:t>
                      </a:r>
                      <a:endParaRPr lang="zh-CN" altLang="en-US" dirty="0"/>
                    </a:p>
                  </a:txBody>
                  <a:tcPr/>
                </a:tc>
                <a:extLst>
                  <a:ext uri="{0D108BD9-81ED-4DB2-BD59-A6C34878D82A}">
                    <a16:rowId xmlns:a16="http://schemas.microsoft.com/office/drawing/2014/main" val="4003418501"/>
                  </a:ext>
                </a:extLst>
              </a:tr>
              <a:tr h="0">
                <a:tc>
                  <a:txBody>
                    <a:bodyPr/>
                    <a:lstStyle/>
                    <a:p>
                      <a:pPr algn="ctr"/>
                      <a:r>
                        <a:rPr lang="en-US" altLang="zh-CN" dirty="0"/>
                        <a:t>60</a:t>
                      </a:r>
                      <a:r>
                        <a:rPr lang="zh-CN" altLang="en-US" dirty="0"/>
                        <a:t>万次</a:t>
                      </a:r>
                      <a:r>
                        <a:rPr lang="en-US" altLang="zh-CN" dirty="0"/>
                        <a:t>/</a:t>
                      </a:r>
                      <a:r>
                        <a:rPr lang="zh-CN" altLang="en-US" dirty="0"/>
                        <a:t>秒</a:t>
                      </a:r>
                    </a:p>
                  </a:txBody>
                  <a:tcPr/>
                </a:tc>
                <a:tc>
                  <a:txBody>
                    <a:bodyPr/>
                    <a:lstStyle/>
                    <a:p>
                      <a:pPr algn="ctr"/>
                      <a:r>
                        <a:rPr lang="en-US" altLang="zh-CN" dirty="0"/>
                        <a:t>1</a:t>
                      </a:r>
                      <a:r>
                        <a:rPr lang="zh-CN" altLang="en-US" dirty="0"/>
                        <a:t>分钟</a:t>
                      </a:r>
                    </a:p>
                  </a:txBody>
                  <a:tcPr/>
                </a:tc>
                <a:tc>
                  <a:txBody>
                    <a:bodyPr/>
                    <a:lstStyle/>
                    <a:p>
                      <a:pPr algn="ctr"/>
                      <a:r>
                        <a:rPr lang="en-US" altLang="zh-CN" dirty="0"/>
                        <a:t>3</a:t>
                      </a:r>
                      <a:r>
                        <a:rPr lang="zh-CN" altLang="en-US" dirty="0"/>
                        <a:t>分钟</a:t>
                      </a:r>
                    </a:p>
                  </a:txBody>
                  <a:tcPr/>
                </a:tc>
                <a:tc>
                  <a:txBody>
                    <a:bodyPr/>
                    <a:lstStyle/>
                    <a:p>
                      <a:pPr algn="ctr"/>
                      <a:r>
                        <a:rPr lang="en-US" altLang="zh-CN" dirty="0"/>
                        <a:t>3</a:t>
                      </a:r>
                      <a:r>
                        <a:rPr lang="zh-CN" altLang="en-US" dirty="0"/>
                        <a:t>：</a:t>
                      </a:r>
                      <a:r>
                        <a:rPr lang="en-US" altLang="zh-CN" dirty="0"/>
                        <a:t>1</a:t>
                      </a:r>
                      <a:endParaRPr lang="zh-CN" altLang="en-US" dirty="0"/>
                    </a:p>
                  </a:txBody>
                  <a:tcPr/>
                </a:tc>
                <a:extLst>
                  <a:ext uri="{0D108BD9-81ED-4DB2-BD59-A6C34878D82A}">
                    <a16:rowId xmlns:a16="http://schemas.microsoft.com/office/drawing/2014/main" val="2392908449"/>
                  </a:ext>
                </a:extLst>
              </a:tr>
            </a:tbl>
          </a:graphicData>
        </a:graphic>
      </p:graphicFrame>
      <p:pic>
        <p:nvPicPr>
          <p:cNvPr id="25" name="Picture 23" descr="http://thecomputercoach.net/assets/images/WITCH_COMPUTER.jpg">
            <a:extLst>
              <a:ext uri="{FF2B5EF4-FFF2-40B4-BE49-F238E27FC236}">
                <a16:creationId xmlns:a16="http://schemas.microsoft.com/office/drawing/2014/main" id="{7A5FC934-2A37-417C-A68B-E4926C4F30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8875" y="1123157"/>
            <a:ext cx="5114925" cy="287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5766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9E06E3-1226-40C0-9FC6-D1EDC10523BC}"/>
              </a:ext>
            </a:extLst>
          </p:cNvPr>
          <p:cNvSpPr>
            <a:spLocks noGrp="1"/>
          </p:cNvSpPr>
          <p:nvPr>
            <p:ph type="title"/>
          </p:nvPr>
        </p:nvSpPr>
        <p:spPr/>
        <p:txBody>
          <a:bodyPr/>
          <a:lstStyle/>
          <a:p>
            <a:r>
              <a:rPr lang="en-US" altLang="zh-CN" dirty="0"/>
              <a:t>2. </a:t>
            </a:r>
            <a:r>
              <a:rPr lang="zh-CN" altLang="en-US" dirty="0"/>
              <a:t>批处理阶段</a:t>
            </a:r>
          </a:p>
        </p:txBody>
      </p:sp>
      <p:sp>
        <p:nvSpPr>
          <p:cNvPr id="3" name="内容占位符 2">
            <a:extLst>
              <a:ext uri="{FF2B5EF4-FFF2-40B4-BE49-F238E27FC236}">
                <a16:creationId xmlns:a16="http://schemas.microsoft.com/office/drawing/2014/main" id="{B6871271-A400-43B4-86CC-85781A765479}"/>
              </a:ext>
            </a:extLst>
          </p:cNvPr>
          <p:cNvSpPr>
            <a:spLocks noGrp="1"/>
          </p:cNvSpPr>
          <p:nvPr>
            <p:ph idx="1"/>
          </p:nvPr>
        </p:nvSpPr>
        <p:spPr/>
        <p:txBody>
          <a:bodyPr/>
          <a:lstStyle/>
          <a:p>
            <a:r>
              <a:rPr lang="zh-CN" altLang="en-US" dirty="0"/>
              <a:t>原理</a:t>
            </a:r>
            <a:endParaRPr lang="en-US" altLang="zh-CN" dirty="0"/>
          </a:p>
          <a:p>
            <a:pPr lvl="1"/>
            <a:r>
              <a:rPr lang="zh-CN" altLang="en-US" dirty="0"/>
              <a:t>将多个程序打包（</a:t>
            </a:r>
            <a:r>
              <a:rPr lang="en-US" altLang="zh-CN" dirty="0"/>
              <a:t>batch</a:t>
            </a:r>
            <a:r>
              <a:rPr lang="zh-CN" altLang="en-US" dirty="0"/>
              <a:t>）</a:t>
            </a:r>
            <a:endParaRPr lang="en-US" altLang="zh-CN" dirty="0"/>
          </a:p>
          <a:p>
            <a:pPr lvl="1"/>
            <a:r>
              <a:rPr lang="zh-CN" altLang="en-US" dirty="0"/>
              <a:t>将打好的程序包投入运行</a:t>
            </a:r>
            <a:endParaRPr lang="en-US" altLang="zh-CN" dirty="0"/>
          </a:p>
          <a:p>
            <a:r>
              <a:rPr lang="zh-CN" altLang="en-US" dirty="0"/>
              <a:t>特点</a:t>
            </a:r>
            <a:endParaRPr lang="en-US" altLang="zh-CN" dirty="0"/>
          </a:p>
          <a:p>
            <a:pPr lvl="1"/>
            <a:r>
              <a:rPr lang="zh-CN" altLang="en-US" dirty="0"/>
              <a:t>程序包中的上一个程序执行完毕后，下一个程序自动投入运行</a:t>
            </a:r>
            <a:endParaRPr lang="en-US" altLang="zh-CN" dirty="0"/>
          </a:p>
          <a:p>
            <a:pPr lvl="1"/>
            <a:r>
              <a:rPr lang="zh-CN" altLang="en-US" dirty="0"/>
              <a:t>程序包中的程序执行切换无需人工干预</a:t>
            </a:r>
            <a:endParaRPr lang="en-US" altLang="zh-CN" dirty="0"/>
          </a:p>
          <a:p>
            <a:r>
              <a:rPr lang="zh-CN" altLang="en-US" dirty="0"/>
              <a:t>出现的问题</a:t>
            </a:r>
            <a:endParaRPr lang="en-US" altLang="zh-CN" dirty="0"/>
          </a:p>
          <a:p>
            <a:pPr lvl="1"/>
            <a:r>
              <a:rPr lang="zh-CN" altLang="en-US" dirty="0"/>
              <a:t>（电子）</a:t>
            </a:r>
            <a:r>
              <a:rPr lang="en-US" altLang="zh-CN" dirty="0"/>
              <a:t>CPU</a:t>
            </a:r>
            <a:r>
              <a:rPr lang="zh-CN" altLang="en-US" dirty="0"/>
              <a:t>速度提高 </a:t>
            </a:r>
            <a:r>
              <a:rPr lang="en-US" altLang="zh-CN" dirty="0"/>
              <a:t>&gt;&gt; I/O</a:t>
            </a:r>
            <a:r>
              <a:rPr lang="zh-CN" altLang="en-US" dirty="0"/>
              <a:t>速度的提高</a:t>
            </a:r>
          </a:p>
        </p:txBody>
      </p:sp>
      <p:pic>
        <p:nvPicPr>
          <p:cNvPr id="6" name="图片 5"/>
          <p:cNvPicPr>
            <a:picLocks noChangeAspect="1"/>
          </p:cNvPicPr>
          <p:nvPr/>
        </p:nvPicPr>
        <p:blipFill>
          <a:blip r:embed="rId2"/>
          <a:stretch>
            <a:fillRect/>
          </a:stretch>
        </p:blipFill>
        <p:spPr>
          <a:xfrm>
            <a:off x="6096000" y="1634918"/>
            <a:ext cx="4446850" cy="1577328"/>
          </a:xfrm>
          <a:prstGeom prst="rect">
            <a:avLst/>
          </a:prstGeom>
        </p:spPr>
      </p:pic>
    </p:spTree>
    <p:extLst>
      <p:ext uri="{BB962C8B-B14F-4D97-AF65-F5344CB8AC3E}">
        <p14:creationId xmlns:p14="http://schemas.microsoft.com/office/powerpoint/2010/main" val="1833082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F5C405-7EA0-4C36-906A-BF4F5D87EFA2}"/>
              </a:ext>
            </a:extLst>
          </p:cNvPr>
          <p:cNvSpPr>
            <a:spLocks noGrp="1"/>
          </p:cNvSpPr>
          <p:nvPr>
            <p:ph type="title"/>
          </p:nvPr>
        </p:nvSpPr>
        <p:spPr/>
        <p:txBody>
          <a:bodyPr/>
          <a:lstStyle/>
          <a:p>
            <a:r>
              <a:rPr lang="zh-CN" altLang="en-US" b="1" dirty="0"/>
              <a:t>多道程序设计技术</a:t>
            </a:r>
          </a:p>
        </p:txBody>
      </p:sp>
      <p:sp>
        <p:nvSpPr>
          <p:cNvPr id="3" name="内容占位符 2">
            <a:extLst>
              <a:ext uri="{FF2B5EF4-FFF2-40B4-BE49-F238E27FC236}">
                <a16:creationId xmlns:a16="http://schemas.microsoft.com/office/drawing/2014/main" id="{CFED9C0C-B999-43BA-B4F0-BE370FD14ED8}"/>
              </a:ext>
            </a:extLst>
          </p:cNvPr>
          <p:cNvSpPr>
            <a:spLocks noGrp="1"/>
          </p:cNvSpPr>
          <p:nvPr>
            <p:ph idx="1"/>
          </p:nvPr>
        </p:nvSpPr>
        <p:spPr/>
        <p:txBody>
          <a:bodyPr/>
          <a:lstStyle/>
          <a:p>
            <a:r>
              <a:rPr lang="zh-CN" altLang="en-US" dirty="0"/>
              <a:t>单道程序程序的工作情况</a:t>
            </a:r>
          </a:p>
        </p:txBody>
      </p:sp>
      <p:grpSp>
        <p:nvGrpSpPr>
          <p:cNvPr id="4" name="Group 33">
            <a:extLst>
              <a:ext uri="{FF2B5EF4-FFF2-40B4-BE49-F238E27FC236}">
                <a16:creationId xmlns:a16="http://schemas.microsoft.com/office/drawing/2014/main" id="{6689DE1B-2F41-4940-B629-8C9F0CAD044F}"/>
              </a:ext>
            </a:extLst>
          </p:cNvPr>
          <p:cNvGrpSpPr>
            <a:grpSpLocks/>
          </p:cNvGrpSpPr>
          <p:nvPr/>
        </p:nvGrpSpPr>
        <p:grpSpPr bwMode="auto">
          <a:xfrm>
            <a:off x="1627915" y="2919408"/>
            <a:ext cx="8528207" cy="2404008"/>
            <a:chOff x="533" y="1767"/>
            <a:chExt cx="4169" cy="1383"/>
          </a:xfrm>
        </p:grpSpPr>
        <p:sp>
          <p:nvSpPr>
            <p:cNvPr id="5" name="Text Box 8">
              <a:extLst>
                <a:ext uri="{FF2B5EF4-FFF2-40B4-BE49-F238E27FC236}">
                  <a16:creationId xmlns:a16="http://schemas.microsoft.com/office/drawing/2014/main" id="{C3D607D3-E9C2-4CF6-A2AA-D00B0E9F80BF}"/>
                </a:ext>
              </a:extLst>
            </p:cNvPr>
            <p:cNvSpPr txBox="1">
              <a:spLocks noChangeArrowheads="1"/>
            </p:cNvSpPr>
            <p:nvPr/>
          </p:nvSpPr>
          <p:spPr bwMode="auto">
            <a:xfrm>
              <a:off x="538" y="1900"/>
              <a:ext cx="87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用户程序</a:t>
              </a:r>
            </a:p>
          </p:txBody>
        </p:sp>
        <p:sp>
          <p:nvSpPr>
            <p:cNvPr id="6" name="Text Box 9">
              <a:extLst>
                <a:ext uri="{FF2B5EF4-FFF2-40B4-BE49-F238E27FC236}">
                  <a16:creationId xmlns:a16="http://schemas.microsoft.com/office/drawing/2014/main" id="{FE78F0E0-4E5B-4C8C-A768-B02917A840BA}"/>
                </a:ext>
              </a:extLst>
            </p:cNvPr>
            <p:cNvSpPr txBox="1">
              <a:spLocks noChangeArrowheads="1"/>
            </p:cNvSpPr>
            <p:nvPr/>
          </p:nvSpPr>
          <p:spPr bwMode="auto">
            <a:xfrm>
              <a:off x="538" y="2338"/>
              <a:ext cx="1050"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dirty="0">
                  <a:solidFill>
                    <a:schemeClr val="tx1"/>
                  </a:solidFill>
                  <a:latin typeface="Times New Roman" panose="02020603050405020304" pitchFamily="18" charset="0"/>
                </a:rPr>
                <a:t>监督程序</a:t>
              </a:r>
            </a:p>
          </p:txBody>
        </p:sp>
        <p:sp>
          <p:nvSpPr>
            <p:cNvPr id="7" name="Text Box 10">
              <a:extLst>
                <a:ext uri="{FF2B5EF4-FFF2-40B4-BE49-F238E27FC236}">
                  <a16:creationId xmlns:a16="http://schemas.microsoft.com/office/drawing/2014/main" id="{15E2B7C4-27DC-422F-A516-24F5F9C3D53C}"/>
                </a:ext>
              </a:extLst>
            </p:cNvPr>
            <p:cNvSpPr txBox="1">
              <a:spLocks noChangeArrowheads="1"/>
            </p:cNvSpPr>
            <p:nvPr/>
          </p:nvSpPr>
          <p:spPr bwMode="auto">
            <a:xfrm>
              <a:off x="533" y="2775"/>
              <a:ext cx="98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400" b="0">
                  <a:solidFill>
                    <a:schemeClr val="tx1"/>
                  </a:solidFill>
                  <a:latin typeface="Times New Roman" panose="02020603050405020304" pitchFamily="18" charset="0"/>
                </a:rPr>
                <a:t> I/O</a:t>
              </a:r>
              <a:r>
                <a:rPr kumimoji="1" lang="zh-CN" altLang="en-US" sz="1400" b="0">
                  <a:solidFill>
                    <a:schemeClr val="tx1"/>
                  </a:solidFill>
                  <a:latin typeface="Times New Roman" panose="02020603050405020304" pitchFamily="18" charset="0"/>
                </a:rPr>
                <a:t>操作</a:t>
              </a:r>
            </a:p>
          </p:txBody>
        </p:sp>
        <p:sp>
          <p:nvSpPr>
            <p:cNvPr id="8" name="Line 11">
              <a:extLst>
                <a:ext uri="{FF2B5EF4-FFF2-40B4-BE49-F238E27FC236}">
                  <a16:creationId xmlns:a16="http://schemas.microsoft.com/office/drawing/2014/main" id="{F3B53916-FBD0-44AE-940E-4B9C96B69799}"/>
                </a:ext>
              </a:extLst>
            </p:cNvPr>
            <p:cNvSpPr>
              <a:spLocks noChangeShapeType="1"/>
            </p:cNvSpPr>
            <p:nvPr/>
          </p:nvSpPr>
          <p:spPr bwMode="auto">
            <a:xfrm>
              <a:off x="2289" y="2076"/>
              <a:ext cx="0" cy="484"/>
            </a:xfrm>
            <a:prstGeom prst="line">
              <a:avLst/>
            </a:prstGeom>
            <a:noFill/>
            <a:ln w="28575">
              <a:solidFill>
                <a:schemeClr val="tx1"/>
              </a:solidFill>
              <a:prstDash val="dash"/>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9" name="Line 12">
              <a:extLst>
                <a:ext uri="{FF2B5EF4-FFF2-40B4-BE49-F238E27FC236}">
                  <a16:creationId xmlns:a16="http://schemas.microsoft.com/office/drawing/2014/main" id="{D8CD33E2-A7D3-49C3-95FA-D9A85AE67CC8}"/>
                </a:ext>
              </a:extLst>
            </p:cNvPr>
            <p:cNvSpPr>
              <a:spLocks noChangeShapeType="1"/>
            </p:cNvSpPr>
            <p:nvPr/>
          </p:nvSpPr>
          <p:spPr bwMode="auto">
            <a:xfrm>
              <a:off x="2289" y="2525"/>
              <a:ext cx="369" cy="0"/>
            </a:xfrm>
            <a:prstGeom prst="line">
              <a:avLst/>
            </a:prstGeom>
            <a:noFill/>
            <a:ln w="76200">
              <a:solidFill>
                <a:srgbClr val="00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0" name="Line 13">
              <a:extLst>
                <a:ext uri="{FF2B5EF4-FFF2-40B4-BE49-F238E27FC236}">
                  <a16:creationId xmlns:a16="http://schemas.microsoft.com/office/drawing/2014/main" id="{465D95F2-072F-48E3-9BAC-18A10A7B3A60}"/>
                </a:ext>
              </a:extLst>
            </p:cNvPr>
            <p:cNvSpPr>
              <a:spLocks noChangeShapeType="1"/>
            </p:cNvSpPr>
            <p:nvPr/>
          </p:nvSpPr>
          <p:spPr bwMode="auto">
            <a:xfrm>
              <a:off x="2639" y="2525"/>
              <a:ext cx="0" cy="372"/>
            </a:xfrm>
            <a:prstGeom prst="line">
              <a:avLst/>
            </a:prstGeom>
            <a:noFill/>
            <a:ln w="28575">
              <a:solidFill>
                <a:srgbClr val="000000"/>
              </a:solidFill>
              <a:prstDash val="dash"/>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1" name="Line 14">
              <a:extLst>
                <a:ext uri="{FF2B5EF4-FFF2-40B4-BE49-F238E27FC236}">
                  <a16:creationId xmlns:a16="http://schemas.microsoft.com/office/drawing/2014/main" id="{C4A99180-5F86-4FFA-AAE4-7C6D1116990A}"/>
                </a:ext>
              </a:extLst>
            </p:cNvPr>
            <p:cNvSpPr>
              <a:spLocks noChangeShapeType="1"/>
            </p:cNvSpPr>
            <p:nvPr/>
          </p:nvSpPr>
          <p:spPr bwMode="auto">
            <a:xfrm>
              <a:off x="3689" y="2025"/>
              <a:ext cx="957" cy="0"/>
            </a:xfrm>
            <a:prstGeom prst="line">
              <a:avLst/>
            </a:prstGeom>
            <a:noFill/>
            <a:ln w="76200">
              <a:solidFill>
                <a:srgbClr val="00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2" name="Line 15">
              <a:extLst>
                <a:ext uri="{FF2B5EF4-FFF2-40B4-BE49-F238E27FC236}">
                  <a16:creationId xmlns:a16="http://schemas.microsoft.com/office/drawing/2014/main" id="{F9BF506A-FBD8-4692-AED0-FF5AC6FE3DFA}"/>
                </a:ext>
              </a:extLst>
            </p:cNvPr>
            <p:cNvSpPr>
              <a:spLocks noChangeShapeType="1"/>
            </p:cNvSpPr>
            <p:nvPr/>
          </p:nvSpPr>
          <p:spPr bwMode="auto">
            <a:xfrm>
              <a:off x="2630" y="2900"/>
              <a:ext cx="724" cy="0"/>
            </a:xfrm>
            <a:prstGeom prst="line">
              <a:avLst/>
            </a:prstGeom>
            <a:noFill/>
            <a:ln w="57150">
              <a:solidFill>
                <a:srgbClr val="FF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3" name="Text Box 16">
              <a:extLst>
                <a:ext uri="{FF2B5EF4-FFF2-40B4-BE49-F238E27FC236}">
                  <a16:creationId xmlns:a16="http://schemas.microsoft.com/office/drawing/2014/main" id="{E9753FA0-7AD8-4E7C-B5D2-402298039BEF}"/>
                </a:ext>
              </a:extLst>
            </p:cNvPr>
            <p:cNvSpPr txBox="1">
              <a:spLocks noChangeArrowheads="1"/>
            </p:cNvSpPr>
            <p:nvPr/>
          </p:nvSpPr>
          <p:spPr bwMode="auto">
            <a:xfrm>
              <a:off x="1647" y="1776"/>
              <a:ext cx="642"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计算</a:t>
              </a:r>
            </a:p>
          </p:txBody>
        </p:sp>
        <p:sp>
          <p:nvSpPr>
            <p:cNvPr id="14" name="Line 17">
              <a:extLst>
                <a:ext uri="{FF2B5EF4-FFF2-40B4-BE49-F238E27FC236}">
                  <a16:creationId xmlns:a16="http://schemas.microsoft.com/office/drawing/2014/main" id="{7ABC3A37-5169-4EFA-BA2B-795402C838FC}"/>
                </a:ext>
              </a:extLst>
            </p:cNvPr>
            <p:cNvSpPr>
              <a:spLocks noChangeShapeType="1"/>
            </p:cNvSpPr>
            <p:nvPr/>
          </p:nvSpPr>
          <p:spPr bwMode="auto">
            <a:xfrm>
              <a:off x="1472" y="2068"/>
              <a:ext cx="815" cy="0"/>
            </a:xfrm>
            <a:prstGeom prst="line">
              <a:avLst/>
            </a:prstGeom>
            <a:noFill/>
            <a:ln w="76200">
              <a:solidFill>
                <a:srgbClr val="00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5" name="Text Box 18">
              <a:extLst>
                <a:ext uri="{FF2B5EF4-FFF2-40B4-BE49-F238E27FC236}">
                  <a16:creationId xmlns:a16="http://schemas.microsoft.com/office/drawing/2014/main" id="{A21C903D-9D06-44F4-B95B-59FB7C90913B}"/>
                </a:ext>
              </a:extLst>
            </p:cNvPr>
            <p:cNvSpPr txBox="1">
              <a:spLocks noChangeArrowheads="1"/>
            </p:cNvSpPr>
            <p:nvPr/>
          </p:nvSpPr>
          <p:spPr bwMode="auto">
            <a:xfrm>
              <a:off x="2257" y="1910"/>
              <a:ext cx="87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请求输入</a:t>
              </a:r>
            </a:p>
          </p:txBody>
        </p:sp>
        <p:sp>
          <p:nvSpPr>
            <p:cNvPr id="16" name="Text Box 19">
              <a:extLst>
                <a:ext uri="{FF2B5EF4-FFF2-40B4-BE49-F238E27FC236}">
                  <a16:creationId xmlns:a16="http://schemas.microsoft.com/office/drawing/2014/main" id="{AB6AE64B-5EEE-4736-A277-CFFF693FDA8E}"/>
                </a:ext>
              </a:extLst>
            </p:cNvPr>
            <p:cNvSpPr txBox="1">
              <a:spLocks noChangeArrowheads="1"/>
            </p:cNvSpPr>
            <p:nvPr/>
          </p:nvSpPr>
          <p:spPr bwMode="auto">
            <a:xfrm>
              <a:off x="1791" y="2384"/>
              <a:ext cx="99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400" b="0">
                  <a:solidFill>
                    <a:schemeClr val="tx1"/>
                  </a:solidFill>
                  <a:latin typeface="Times New Roman" panose="02020603050405020304" pitchFamily="18" charset="0"/>
                </a:rPr>
                <a:t> </a:t>
              </a:r>
              <a:r>
                <a:rPr kumimoji="1" lang="zh-CN" altLang="en-US" sz="1400" b="0">
                  <a:solidFill>
                    <a:schemeClr val="tx1"/>
                  </a:solidFill>
                  <a:latin typeface="Times New Roman" panose="02020603050405020304" pitchFamily="18" charset="0"/>
                </a:rPr>
                <a:t>启动</a:t>
              </a:r>
              <a:r>
                <a:rPr kumimoji="1" lang="en-US" altLang="zh-CN" sz="1400" b="0">
                  <a:solidFill>
                    <a:schemeClr val="tx1"/>
                  </a:solidFill>
                  <a:latin typeface="Times New Roman" panose="02020603050405020304" pitchFamily="18" charset="0"/>
                </a:rPr>
                <a:t>I/O</a:t>
              </a:r>
            </a:p>
          </p:txBody>
        </p:sp>
        <p:sp>
          <p:nvSpPr>
            <p:cNvPr id="17" name="Text Box 20">
              <a:extLst>
                <a:ext uri="{FF2B5EF4-FFF2-40B4-BE49-F238E27FC236}">
                  <a16:creationId xmlns:a16="http://schemas.microsoft.com/office/drawing/2014/main" id="{17822EB3-6057-4A24-A8ED-CDE51502D849}"/>
                </a:ext>
              </a:extLst>
            </p:cNvPr>
            <p:cNvSpPr txBox="1">
              <a:spLocks noChangeArrowheads="1"/>
            </p:cNvSpPr>
            <p:nvPr/>
          </p:nvSpPr>
          <p:spPr bwMode="auto">
            <a:xfrm>
              <a:off x="3660" y="2338"/>
              <a:ext cx="9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400" b="0">
                  <a:solidFill>
                    <a:schemeClr val="tx1"/>
                  </a:solidFill>
                  <a:latin typeface="Times New Roman" panose="02020603050405020304" pitchFamily="18" charset="0"/>
                </a:rPr>
                <a:t> I/O</a:t>
              </a:r>
              <a:r>
                <a:rPr kumimoji="1" lang="zh-CN" altLang="en-US" sz="1400" b="0">
                  <a:solidFill>
                    <a:schemeClr val="tx1"/>
                  </a:solidFill>
                  <a:latin typeface="Times New Roman" panose="02020603050405020304" pitchFamily="18" charset="0"/>
                </a:rPr>
                <a:t>完成</a:t>
              </a:r>
            </a:p>
          </p:txBody>
        </p:sp>
        <p:sp>
          <p:nvSpPr>
            <p:cNvPr id="18" name="Text Box 21">
              <a:extLst>
                <a:ext uri="{FF2B5EF4-FFF2-40B4-BE49-F238E27FC236}">
                  <a16:creationId xmlns:a16="http://schemas.microsoft.com/office/drawing/2014/main" id="{75F030ED-5F11-4AED-9837-8A706A04372F}"/>
                </a:ext>
              </a:extLst>
            </p:cNvPr>
            <p:cNvSpPr txBox="1">
              <a:spLocks noChangeArrowheads="1"/>
            </p:cNvSpPr>
            <p:nvPr/>
          </p:nvSpPr>
          <p:spPr bwMode="auto">
            <a:xfrm>
              <a:off x="3907" y="1767"/>
              <a:ext cx="79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继续计算</a:t>
              </a:r>
            </a:p>
          </p:txBody>
        </p:sp>
        <p:sp>
          <p:nvSpPr>
            <p:cNvPr id="19" name="Text Box 22">
              <a:extLst>
                <a:ext uri="{FF2B5EF4-FFF2-40B4-BE49-F238E27FC236}">
                  <a16:creationId xmlns:a16="http://schemas.microsoft.com/office/drawing/2014/main" id="{525F4A4E-85FB-4505-8933-F7A6DAB84072}"/>
                </a:ext>
              </a:extLst>
            </p:cNvPr>
            <p:cNvSpPr txBox="1">
              <a:spLocks noChangeArrowheads="1"/>
            </p:cNvSpPr>
            <p:nvPr/>
          </p:nvSpPr>
          <p:spPr bwMode="auto">
            <a:xfrm>
              <a:off x="3339" y="2775"/>
              <a:ext cx="934"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400" b="0">
                  <a:solidFill>
                    <a:schemeClr val="tx1"/>
                  </a:solidFill>
                  <a:latin typeface="Times New Roman" panose="02020603050405020304" pitchFamily="18" charset="0"/>
                </a:rPr>
                <a:t> </a:t>
              </a:r>
              <a:r>
                <a:rPr kumimoji="1" lang="zh-CN" altLang="en-US" sz="1400" b="0">
                  <a:solidFill>
                    <a:schemeClr val="tx1"/>
                  </a:solidFill>
                  <a:latin typeface="Times New Roman" panose="02020603050405020304" pitchFamily="18" charset="0"/>
                </a:rPr>
                <a:t>结束中断</a:t>
              </a:r>
            </a:p>
          </p:txBody>
        </p:sp>
        <p:sp>
          <p:nvSpPr>
            <p:cNvPr id="20" name="Line 23">
              <a:extLst>
                <a:ext uri="{FF2B5EF4-FFF2-40B4-BE49-F238E27FC236}">
                  <a16:creationId xmlns:a16="http://schemas.microsoft.com/office/drawing/2014/main" id="{40BE5977-EA9C-48DD-AA05-2DDCC2CDFC1E}"/>
                </a:ext>
              </a:extLst>
            </p:cNvPr>
            <p:cNvSpPr>
              <a:spLocks noChangeShapeType="1"/>
            </p:cNvSpPr>
            <p:nvPr/>
          </p:nvSpPr>
          <p:spPr bwMode="auto">
            <a:xfrm>
              <a:off x="3339" y="2528"/>
              <a:ext cx="0" cy="372"/>
            </a:xfrm>
            <a:prstGeom prst="line">
              <a:avLst/>
            </a:prstGeom>
            <a:noFill/>
            <a:ln w="28575">
              <a:solidFill>
                <a:srgbClr val="000000"/>
              </a:solidFill>
              <a:prstDash val="dash"/>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21" name="Line 24">
              <a:extLst>
                <a:ext uri="{FF2B5EF4-FFF2-40B4-BE49-F238E27FC236}">
                  <a16:creationId xmlns:a16="http://schemas.microsoft.com/office/drawing/2014/main" id="{D9511620-C0A7-409E-BB3E-C55216A13D35}"/>
                </a:ext>
              </a:extLst>
            </p:cNvPr>
            <p:cNvSpPr>
              <a:spLocks noChangeShapeType="1"/>
            </p:cNvSpPr>
            <p:nvPr/>
          </p:nvSpPr>
          <p:spPr bwMode="auto">
            <a:xfrm>
              <a:off x="3339" y="2525"/>
              <a:ext cx="370" cy="0"/>
            </a:xfrm>
            <a:prstGeom prst="line">
              <a:avLst/>
            </a:prstGeom>
            <a:noFill/>
            <a:ln w="76200">
              <a:solidFill>
                <a:srgbClr val="00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22" name="Line 25">
              <a:extLst>
                <a:ext uri="{FF2B5EF4-FFF2-40B4-BE49-F238E27FC236}">
                  <a16:creationId xmlns:a16="http://schemas.microsoft.com/office/drawing/2014/main" id="{CAFE08CF-639B-46B9-9807-A439DB48B667}"/>
                </a:ext>
              </a:extLst>
            </p:cNvPr>
            <p:cNvSpPr>
              <a:spLocks noChangeShapeType="1"/>
            </p:cNvSpPr>
            <p:nvPr/>
          </p:nvSpPr>
          <p:spPr bwMode="auto">
            <a:xfrm>
              <a:off x="3689" y="2041"/>
              <a:ext cx="0" cy="484"/>
            </a:xfrm>
            <a:prstGeom prst="line">
              <a:avLst/>
            </a:prstGeom>
            <a:noFill/>
            <a:ln w="28575">
              <a:solidFill>
                <a:schemeClr val="tx1"/>
              </a:solidFill>
              <a:prstDash val="dash"/>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grpSp>
      <p:sp>
        <p:nvSpPr>
          <p:cNvPr id="23" name="Text Box 29">
            <a:extLst>
              <a:ext uri="{FF2B5EF4-FFF2-40B4-BE49-F238E27FC236}">
                <a16:creationId xmlns:a16="http://schemas.microsoft.com/office/drawing/2014/main" id="{5226B61D-9ED1-4231-B518-C1503FCC8F58}"/>
              </a:ext>
            </a:extLst>
          </p:cNvPr>
          <p:cNvSpPr txBox="1">
            <a:spLocks noChangeArrowheads="1"/>
          </p:cNvSpPr>
          <p:nvPr/>
        </p:nvSpPr>
        <p:spPr bwMode="auto">
          <a:xfrm>
            <a:off x="4383536" y="5644993"/>
            <a:ext cx="30463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50000"/>
              </a:spcBef>
              <a:buClrTx/>
              <a:buSzTx/>
              <a:buFontTx/>
              <a:buNone/>
            </a:pPr>
            <a:r>
              <a:rPr kumimoji="1" lang="zh-CN" altLang="en-US" sz="2400" b="0" dirty="0">
                <a:solidFill>
                  <a:schemeClr val="tx1"/>
                </a:solidFill>
                <a:latin typeface="Times New Roman" panose="02020603050405020304" pitchFamily="18" charset="0"/>
              </a:rPr>
              <a:t>单道程序工作</a:t>
            </a:r>
          </a:p>
        </p:txBody>
      </p:sp>
    </p:spTree>
    <p:extLst>
      <p:ext uri="{BB962C8B-B14F-4D97-AF65-F5344CB8AC3E}">
        <p14:creationId xmlns:p14="http://schemas.microsoft.com/office/powerpoint/2010/main" val="1320001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2EEDBE-D689-406A-82F2-62985D686053}"/>
              </a:ext>
            </a:extLst>
          </p:cNvPr>
          <p:cNvSpPr>
            <a:spLocks noGrp="1"/>
          </p:cNvSpPr>
          <p:nvPr>
            <p:ph type="title"/>
          </p:nvPr>
        </p:nvSpPr>
        <p:spPr/>
        <p:txBody>
          <a:bodyPr/>
          <a:lstStyle/>
          <a:p>
            <a:r>
              <a:rPr lang="zh-CN" altLang="en-US" b="1" dirty="0"/>
              <a:t>多道程序设计技术（续）</a:t>
            </a:r>
            <a:endParaRPr lang="zh-CN" altLang="en-US" dirty="0"/>
          </a:p>
        </p:txBody>
      </p:sp>
      <p:sp>
        <p:nvSpPr>
          <p:cNvPr id="3" name="内容占位符 2">
            <a:extLst>
              <a:ext uri="{FF2B5EF4-FFF2-40B4-BE49-F238E27FC236}">
                <a16:creationId xmlns:a16="http://schemas.microsoft.com/office/drawing/2014/main" id="{D34AE646-5490-4EE9-A3DC-BFA988BDC0A7}"/>
              </a:ext>
            </a:extLst>
          </p:cNvPr>
          <p:cNvSpPr>
            <a:spLocks noGrp="1"/>
          </p:cNvSpPr>
          <p:nvPr>
            <p:ph idx="1"/>
          </p:nvPr>
        </p:nvSpPr>
        <p:spPr/>
        <p:txBody>
          <a:bodyPr/>
          <a:lstStyle/>
          <a:p>
            <a:r>
              <a:rPr lang="zh-CN" altLang="en-US" dirty="0"/>
              <a:t>多道程序工作的情况</a:t>
            </a:r>
          </a:p>
        </p:txBody>
      </p:sp>
      <p:grpSp>
        <p:nvGrpSpPr>
          <p:cNvPr id="4" name="Group 46">
            <a:extLst>
              <a:ext uri="{FF2B5EF4-FFF2-40B4-BE49-F238E27FC236}">
                <a16:creationId xmlns:a16="http://schemas.microsoft.com/office/drawing/2014/main" id="{F2AAA8F4-3489-4023-95AA-14136A93D3B8}"/>
              </a:ext>
            </a:extLst>
          </p:cNvPr>
          <p:cNvGrpSpPr>
            <a:grpSpLocks/>
          </p:cNvGrpSpPr>
          <p:nvPr/>
        </p:nvGrpSpPr>
        <p:grpSpPr bwMode="auto">
          <a:xfrm>
            <a:off x="1990946" y="2696230"/>
            <a:ext cx="8223250" cy="3160713"/>
            <a:chOff x="300" y="1140"/>
            <a:chExt cx="5180" cy="1991"/>
          </a:xfrm>
        </p:grpSpPr>
        <p:sp>
          <p:nvSpPr>
            <p:cNvPr id="5" name="Text Box 8">
              <a:extLst>
                <a:ext uri="{FF2B5EF4-FFF2-40B4-BE49-F238E27FC236}">
                  <a16:creationId xmlns:a16="http://schemas.microsoft.com/office/drawing/2014/main" id="{D4B43773-C6A5-49BD-AFDD-6607E0266F7C}"/>
                </a:ext>
              </a:extLst>
            </p:cNvPr>
            <p:cNvSpPr txBox="1">
              <a:spLocks noChangeArrowheads="1"/>
            </p:cNvSpPr>
            <p:nvPr/>
          </p:nvSpPr>
          <p:spPr bwMode="auto">
            <a:xfrm>
              <a:off x="300" y="1319"/>
              <a:ext cx="897" cy="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中央处理机</a:t>
              </a:r>
            </a:p>
          </p:txBody>
        </p:sp>
        <p:sp>
          <p:nvSpPr>
            <p:cNvPr id="6" name="Text Box 9">
              <a:extLst>
                <a:ext uri="{FF2B5EF4-FFF2-40B4-BE49-F238E27FC236}">
                  <a16:creationId xmlns:a16="http://schemas.microsoft.com/office/drawing/2014/main" id="{9C55CC80-33BE-4420-9206-BC446E85A6A6}"/>
                </a:ext>
              </a:extLst>
            </p:cNvPr>
            <p:cNvSpPr txBox="1">
              <a:spLocks noChangeArrowheads="1"/>
            </p:cNvSpPr>
            <p:nvPr/>
          </p:nvSpPr>
          <p:spPr bwMode="auto">
            <a:xfrm>
              <a:off x="350" y="1977"/>
              <a:ext cx="75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外部设备</a:t>
              </a:r>
            </a:p>
          </p:txBody>
        </p:sp>
        <p:sp>
          <p:nvSpPr>
            <p:cNvPr id="7" name="Text Box 10">
              <a:extLst>
                <a:ext uri="{FF2B5EF4-FFF2-40B4-BE49-F238E27FC236}">
                  <a16:creationId xmlns:a16="http://schemas.microsoft.com/office/drawing/2014/main" id="{58A5AD90-1F5A-4C8D-848E-D713832FAD6F}"/>
                </a:ext>
              </a:extLst>
            </p:cNvPr>
            <p:cNvSpPr txBox="1">
              <a:spLocks noChangeArrowheads="1"/>
            </p:cNvSpPr>
            <p:nvPr/>
          </p:nvSpPr>
          <p:spPr bwMode="auto">
            <a:xfrm>
              <a:off x="2871" y="2036"/>
              <a:ext cx="473"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输入</a:t>
              </a:r>
            </a:p>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结束</a:t>
              </a:r>
            </a:p>
          </p:txBody>
        </p:sp>
        <p:sp>
          <p:nvSpPr>
            <p:cNvPr id="8" name="Line 11">
              <a:extLst>
                <a:ext uri="{FF2B5EF4-FFF2-40B4-BE49-F238E27FC236}">
                  <a16:creationId xmlns:a16="http://schemas.microsoft.com/office/drawing/2014/main" id="{374CDBD3-9ECA-4763-B2CC-C6E6AC26D4DA}"/>
                </a:ext>
              </a:extLst>
            </p:cNvPr>
            <p:cNvSpPr>
              <a:spLocks noChangeShapeType="1"/>
            </p:cNvSpPr>
            <p:nvPr/>
          </p:nvSpPr>
          <p:spPr bwMode="auto">
            <a:xfrm>
              <a:off x="3739" y="1439"/>
              <a:ext cx="514" cy="0"/>
            </a:xfrm>
            <a:prstGeom prst="line">
              <a:avLst/>
            </a:prstGeom>
            <a:noFill/>
            <a:ln w="76200">
              <a:solidFill>
                <a:srgbClr val="FF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9" name="Line 12">
              <a:extLst>
                <a:ext uri="{FF2B5EF4-FFF2-40B4-BE49-F238E27FC236}">
                  <a16:creationId xmlns:a16="http://schemas.microsoft.com/office/drawing/2014/main" id="{597DC765-C2DE-4E95-911B-E31A3AF2CDA1}"/>
                </a:ext>
              </a:extLst>
            </p:cNvPr>
            <p:cNvSpPr>
              <a:spLocks noChangeShapeType="1"/>
            </p:cNvSpPr>
            <p:nvPr/>
          </p:nvSpPr>
          <p:spPr bwMode="auto">
            <a:xfrm>
              <a:off x="3690" y="1439"/>
              <a:ext cx="0" cy="602"/>
            </a:xfrm>
            <a:prstGeom prst="line">
              <a:avLst/>
            </a:prstGeom>
            <a:noFill/>
            <a:ln w="9525">
              <a:solidFill>
                <a:srgbClr val="000000"/>
              </a:solidFill>
              <a:prstDash val="dash"/>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0" name="Line 13">
              <a:extLst>
                <a:ext uri="{FF2B5EF4-FFF2-40B4-BE49-F238E27FC236}">
                  <a16:creationId xmlns:a16="http://schemas.microsoft.com/office/drawing/2014/main" id="{1FD57B15-8E79-4BB1-BC52-5E3C00B19248}"/>
                </a:ext>
              </a:extLst>
            </p:cNvPr>
            <p:cNvSpPr>
              <a:spLocks noChangeShapeType="1"/>
            </p:cNvSpPr>
            <p:nvPr/>
          </p:nvSpPr>
          <p:spPr bwMode="auto">
            <a:xfrm>
              <a:off x="3691" y="2037"/>
              <a:ext cx="946" cy="0"/>
            </a:xfrm>
            <a:prstGeom prst="line">
              <a:avLst/>
            </a:prstGeom>
            <a:noFill/>
            <a:ln w="57150">
              <a:solidFill>
                <a:srgbClr val="00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1" name="Line 14">
              <a:extLst>
                <a:ext uri="{FF2B5EF4-FFF2-40B4-BE49-F238E27FC236}">
                  <a16:creationId xmlns:a16="http://schemas.microsoft.com/office/drawing/2014/main" id="{C464737A-751B-4BD1-A341-2A3542FC9BA9}"/>
                </a:ext>
              </a:extLst>
            </p:cNvPr>
            <p:cNvSpPr>
              <a:spLocks noChangeShapeType="1"/>
            </p:cNvSpPr>
            <p:nvPr/>
          </p:nvSpPr>
          <p:spPr bwMode="auto">
            <a:xfrm>
              <a:off x="4238" y="1439"/>
              <a:ext cx="0" cy="1300"/>
            </a:xfrm>
            <a:prstGeom prst="line">
              <a:avLst/>
            </a:prstGeom>
            <a:noFill/>
            <a:ln w="9525">
              <a:solidFill>
                <a:srgbClr val="000000"/>
              </a:solidFill>
              <a:prstDash val="dash"/>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2" name="Line 15">
              <a:extLst>
                <a:ext uri="{FF2B5EF4-FFF2-40B4-BE49-F238E27FC236}">
                  <a16:creationId xmlns:a16="http://schemas.microsoft.com/office/drawing/2014/main" id="{827A4BC2-197E-4E9F-A4A7-E0D012ABA0B7}"/>
                </a:ext>
              </a:extLst>
            </p:cNvPr>
            <p:cNvSpPr>
              <a:spLocks noChangeShapeType="1"/>
            </p:cNvSpPr>
            <p:nvPr/>
          </p:nvSpPr>
          <p:spPr bwMode="auto">
            <a:xfrm>
              <a:off x="4238" y="2755"/>
              <a:ext cx="374" cy="0"/>
            </a:xfrm>
            <a:prstGeom prst="line">
              <a:avLst/>
            </a:prstGeom>
            <a:noFill/>
            <a:ln w="57150">
              <a:solidFill>
                <a:srgbClr val="FF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3" name="Text Box 16">
              <a:extLst>
                <a:ext uri="{FF2B5EF4-FFF2-40B4-BE49-F238E27FC236}">
                  <a16:creationId xmlns:a16="http://schemas.microsoft.com/office/drawing/2014/main" id="{8F681EA2-CEE2-4F87-A50C-F986E876B8FA}"/>
                </a:ext>
              </a:extLst>
            </p:cNvPr>
            <p:cNvSpPr txBox="1">
              <a:spLocks noChangeArrowheads="1"/>
            </p:cNvSpPr>
            <p:nvPr/>
          </p:nvSpPr>
          <p:spPr bwMode="auto">
            <a:xfrm>
              <a:off x="3761" y="1147"/>
              <a:ext cx="59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程序</a:t>
              </a:r>
              <a:r>
                <a:rPr kumimoji="1" lang="en-US" altLang="zh-CN" sz="1400" b="0">
                  <a:solidFill>
                    <a:schemeClr val="tx1"/>
                  </a:solidFill>
                  <a:latin typeface="Times New Roman" panose="02020603050405020304" pitchFamily="18" charset="0"/>
                </a:rPr>
                <a:t>B</a:t>
              </a:r>
            </a:p>
          </p:txBody>
        </p:sp>
        <p:sp>
          <p:nvSpPr>
            <p:cNvPr id="14" name="Line 17">
              <a:extLst>
                <a:ext uri="{FF2B5EF4-FFF2-40B4-BE49-F238E27FC236}">
                  <a16:creationId xmlns:a16="http://schemas.microsoft.com/office/drawing/2014/main" id="{CFF9EA1F-36BC-4237-B839-FF22C9A51458}"/>
                </a:ext>
              </a:extLst>
            </p:cNvPr>
            <p:cNvSpPr>
              <a:spLocks noChangeShapeType="1"/>
            </p:cNvSpPr>
            <p:nvPr/>
          </p:nvSpPr>
          <p:spPr bwMode="auto">
            <a:xfrm>
              <a:off x="1746" y="2037"/>
              <a:ext cx="1347" cy="0"/>
            </a:xfrm>
            <a:prstGeom prst="line">
              <a:avLst/>
            </a:prstGeom>
            <a:noFill/>
            <a:ln w="57150">
              <a:solidFill>
                <a:srgbClr val="00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5" name="Text Box 18">
              <a:extLst>
                <a:ext uri="{FF2B5EF4-FFF2-40B4-BE49-F238E27FC236}">
                  <a16:creationId xmlns:a16="http://schemas.microsoft.com/office/drawing/2014/main" id="{C9B18E48-BF95-44AC-82BC-BD1AEEE96513}"/>
                </a:ext>
              </a:extLst>
            </p:cNvPr>
            <p:cNvSpPr txBox="1">
              <a:spLocks noChangeArrowheads="1"/>
            </p:cNvSpPr>
            <p:nvPr/>
          </p:nvSpPr>
          <p:spPr bwMode="auto">
            <a:xfrm>
              <a:off x="3390" y="1810"/>
              <a:ext cx="448" cy="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打印</a:t>
              </a:r>
            </a:p>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输出</a:t>
              </a:r>
            </a:p>
          </p:txBody>
        </p:sp>
        <p:sp>
          <p:nvSpPr>
            <p:cNvPr id="16" name="Line 19">
              <a:extLst>
                <a:ext uri="{FF2B5EF4-FFF2-40B4-BE49-F238E27FC236}">
                  <a16:creationId xmlns:a16="http://schemas.microsoft.com/office/drawing/2014/main" id="{5ED45808-3845-4D6D-97AF-E1E75973AABC}"/>
                </a:ext>
              </a:extLst>
            </p:cNvPr>
            <p:cNvSpPr>
              <a:spLocks noChangeShapeType="1"/>
            </p:cNvSpPr>
            <p:nvPr/>
          </p:nvSpPr>
          <p:spPr bwMode="auto">
            <a:xfrm>
              <a:off x="3091" y="1439"/>
              <a:ext cx="584" cy="0"/>
            </a:xfrm>
            <a:prstGeom prst="line">
              <a:avLst/>
            </a:prstGeom>
            <a:noFill/>
            <a:ln w="76200">
              <a:solidFill>
                <a:srgbClr val="00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7" name="Line 20">
              <a:extLst>
                <a:ext uri="{FF2B5EF4-FFF2-40B4-BE49-F238E27FC236}">
                  <a16:creationId xmlns:a16="http://schemas.microsoft.com/office/drawing/2014/main" id="{B790777B-B547-45CB-AF99-F1CF387F3EDE}"/>
                </a:ext>
              </a:extLst>
            </p:cNvPr>
            <p:cNvSpPr>
              <a:spLocks noChangeShapeType="1"/>
            </p:cNvSpPr>
            <p:nvPr/>
          </p:nvSpPr>
          <p:spPr bwMode="auto">
            <a:xfrm>
              <a:off x="2593" y="2755"/>
              <a:ext cx="862" cy="0"/>
            </a:xfrm>
            <a:prstGeom prst="line">
              <a:avLst/>
            </a:prstGeom>
            <a:noFill/>
            <a:ln w="57150">
              <a:solidFill>
                <a:srgbClr val="FF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8" name="Line 21">
              <a:extLst>
                <a:ext uri="{FF2B5EF4-FFF2-40B4-BE49-F238E27FC236}">
                  <a16:creationId xmlns:a16="http://schemas.microsoft.com/office/drawing/2014/main" id="{36367D05-B58B-429F-8A64-71B8F2C27CD0}"/>
                </a:ext>
              </a:extLst>
            </p:cNvPr>
            <p:cNvSpPr>
              <a:spLocks noChangeShapeType="1"/>
            </p:cNvSpPr>
            <p:nvPr/>
          </p:nvSpPr>
          <p:spPr bwMode="auto">
            <a:xfrm>
              <a:off x="3490" y="2755"/>
              <a:ext cx="240" cy="0"/>
            </a:xfrm>
            <a:prstGeom prst="line">
              <a:avLst/>
            </a:prstGeom>
            <a:noFill/>
            <a:ln w="38100">
              <a:solidFill>
                <a:srgbClr val="CC0000"/>
              </a:solidFill>
              <a:prstDash val="sysDot"/>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19" name="Text Box 22">
              <a:extLst>
                <a:ext uri="{FF2B5EF4-FFF2-40B4-BE49-F238E27FC236}">
                  <a16:creationId xmlns:a16="http://schemas.microsoft.com/office/drawing/2014/main" id="{0A2DEA90-E5B9-475E-A6C3-24127182D357}"/>
                </a:ext>
              </a:extLst>
            </p:cNvPr>
            <p:cNvSpPr txBox="1">
              <a:spLocks noChangeArrowheads="1"/>
            </p:cNvSpPr>
            <p:nvPr/>
          </p:nvSpPr>
          <p:spPr bwMode="auto">
            <a:xfrm>
              <a:off x="2274" y="2647"/>
              <a:ext cx="43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输入</a:t>
              </a:r>
            </a:p>
          </p:txBody>
        </p:sp>
        <p:sp>
          <p:nvSpPr>
            <p:cNvPr id="20" name="Text Box 23">
              <a:extLst>
                <a:ext uri="{FF2B5EF4-FFF2-40B4-BE49-F238E27FC236}">
                  <a16:creationId xmlns:a16="http://schemas.microsoft.com/office/drawing/2014/main" id="{4272DF6C-9383-4B13-B58F-0623DE875262}"/>
                </a:ext>
              </a:extLst>
            </p:cNvPr>
            <p:cNvSpPr txBox="1">
              <a:spLocks noChangeArrowheads="1"/>
            </p:cNvSpPr>
            <p:nvPr/>
          </p:nvSpPr>
          <p:spPr bwMode="auto">
            <a:xfrm>
              <a:off x="3864" y="2330"/>
              <a:ext cx="474"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绘图</a:t>
              </a:r>
            </a:p>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输出</a:t>
              </a:r>
            </a:p>
          </p:txBody>
        </p:sp>
        <p:sp>
          <p:nvSpPr>
            <p:cNvPr id="21" name="Text Box 24">
              <a:extLst>
                <a:ext uri="{FF2B5EF4-FFF2-40B4-BE49-F238E27FC236}">
                  <a16:creationId xmlns:a16="http://schemas.microsoft.com/office/drawing/2014/main" id="{85BF59D7-602C-4B19-9FFF-897D7990DD40}"/>
                </a:ext>
              </a:extLst>
            </p:cNvPr>
            <p:cNvSpPr txBox="1">
              <a:spLocks noChangeArrowheads="1"/>
            </p:cNvSpPr>
            <p:nvPr/>
          </p:nvSpPr>
          <p:spPr bwMode="auto">
            <a:xfrm>
              <a:off x="4699" y="1903"/>
              <a:ext cx="710"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输出结束</a:t>
              </a:r>
            </a:p>
          </p:txBody>
        </p:sp>
        <p:sp>
          <p:nvSpPr>
            <p:cNvPr id="22" name="Text Box 25">
              <a:extLst>
                <a:ext uri="{FF2B5EF4-FFF2-40B4-BE49-F238E27FC236}">
                  <a16:creationId xmlns:a16="http://schemas.microsoft.com/office/drawing/2014/main" id="{694C63AE-BF03-438C-9F56-729B4F8353BE}"/>
                </a:ext>
              </a:extLst>
            </p:cNvPr>
            <p:cNvSpPr txBox="1">
              <a:spLocks noChangeArrowheads="1"/>
            </p:cNvSpPr>
            <p:nvPr/>
          </p:nvSpPr>
          <p:spPr bwMode="auto">
            <a:xfrm>
              <a:off x="4687" y="2695"/>
              <a:ext cx="793"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输出结束</a:t>
              </a:r>
            </a:p>
          </p:txBody>
        </p:sp>
        <p:sp>
          <p:nvSpPr>
            <p:cNvPr id="23" name="Line 26">
              <a:extLst>
                <a:ext uri="{FF2B5EF4-FFF2-40B4-BE49-F238E27FC236}">
                  <a16:creationId xmlns:a16="http://schemas.microsoft.com/office/drawing/2014/main" id="{1D16E539-24CB-48C9-ADED-EB3F86DDB581}"/>
                </a:ext>
              </a:extLst>
            </p:cNvPr>
            <p:cNvSpPr>
              <a:spLocks noChangeShapeType="1"/>
            </p:cNvSpPr>
            <p:nvPr/>
          </p:nvSpPr>
          <p:spPr bwMode="auto">
            <a:xfrm>
              <a:off x="3739" y="1439"/>
              <a:ext cx="0" cy="1300"/>
            </a:xfrm>
            <a:prstGeom prst="line">
              <a:avLst/>
            </a:prstGeom>
            <a:noFill/>
            <a:ln w="9525">
              <a:solidFill>
                <a:srgbClr val="000000"/>
              </a:solidFill>
              <a:prstDash val="dash"/>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24" name="Text Box 27">
              <a:extLst>
                <a:ext uri="{FF2B5EF4-FFF2-40B4-BE49-F238E27FC236}">
                  <a16:creationId xmlns:a16="http://schemas.microsoft.com/office/drawing/2014/main" id="{764438F2-20C3-42FC-BA93-5C41C5804B82}"/>
                </a:ext>
              </a:extLst>
            </p:cNvPr>
            <p:cNvSpPr txBox="1">
              <a:spLocks noChangeArrowheads="1"/>
            </p:cNvSpPr>
            <p:nvPr/>
          </p:nvSpPr>
          <p:spPr bwMode="auto">
            <a:xfrm>
              <a:off x="3141" y="1140"/>
              <a:ext cx="59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程序</a:t>
              </a:r>
              <a:r>
                <a:rPr kumimoji="1" lang="en-US" altLang="zh-CN" sz="1400" b="0">
                  <a:solidFill>
                    <a:schemeClr val="tx1"/>
                  </a:solidFill>
                  <a:latin typeface="Times New Roman" panose="02020603050405020304" pitchFamily="18" charset="0"/>
                </a:rPr>
                <a:t>A</a:t>
              </a:r>
            </a:p>
          </p:txBody>
        </p:sp>
        <p:sp>
          <p:nvSpPr>
            <p:cNvPr id="25" name="Line 28">
              <a:extLst>
                <a:ext uri="{FF2B5EF4-FFF2-40B4-BE49-F238E27FC236}">
                  <a16:creationId xmlns:a16="http://schemas.microsoft.com/office/drawing/2014/main" id="{5EFC43E2-8E16-4701-8A57-93586995301F}"/>
                </a:ext>
              </a:extLst>
            </p:cNvPr>
            <p:cNvSpPr>
              <a:spLocks noChangeShapeType="1"/>
            </p:cNvSpPr>
            <p:nvPr/>
          </p:nvSpPr>
          <p:spPr bwMode="auto">
            <a:xfrm>
              <a:off x="3091" y="1439"/>
              <a:ext cx="0" cy="602"/>
            </a:xfrm>
            <a:prstGeom prst="line">
              <a:avLst/>
            </a:prstGeom>
            <a:noFill/>
            <a:ln w="9525">
              <a:solidFill>
                <a:srgbClr val="000000"/>
              </a:solidFill>
              <a:prstDash val="dash"/>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26" name="Text Box 29">
              <a:extLst>
                <a:ext uri="{FF2B5EF4-FFF2-40B4-BE49-F238E27FC236}">
                  <a16:creationId xmlns:a16="http://schemas.microsoft.com/office/drawing/2014/main" id="{5457CE6B-848C-498B-9FCE-1F33ED602BB3}"/>
                </a:ext>
              </a:extLst>
            </p:cNvPr>
            <p:cNvSpPr txBox="1">
              <a:spLocks noChangeArrowheads="1"/>
            </p:cNvSpPr>
            <p:nvPr/>
          </p:nvSpPr>
          <p:spPr bwMode="auto">
            <a:xfrm>
              <a:off x="3166" y="2815"/>
              <a:ext cx="773"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输入结束</a:t>
              </a:r>
            </a:p>
          </p:txBody>
        </p:sp>
        <p:sp>
          <p:nvSpPr>
            <p:cNvPr id="27" name="Line 30">
              <a:extLst>
                <a:ext uri="{FF2B5EF4-FFF2-40B4-BE49-F238E27FC236}">
                  <a16:creationId xmlns:a16="http://schemas.microsoft.com/office/drawing/2014/main" id="{4059B51B-5689-46E1-BF0F-E70CBC4791D7}"/>
                </a:ext>
              </a:extLst>
            </p:cNvPr>
            <p:cNvSpPr>
              <a:spLocks noChangeShapeType="1"/>
            </p:cNvSpPr>
            <p:nvPr/>
          </p:nvSpPr>
          <p:spPr bwMode="auto">
            <a:xfrm>
              <a:off x="2593" y="1439"/>
              <a:ext cx="0" cy="1300"/>
            </a:xfrm>
            <a:prstGeom prst="line">
              <a:avLst/>
            </a:prstGeom>
            <a:noFill/>
            <a:ln w="9525">
              <a:solidFill>
                <a:srgbClr val="000000"/>
              </a:solidFill>
              <a:prstDash val="dash"/>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28" name="Line 31">
              <a:extLst>
                <a:ext uri="{FF2B5EF4-FFF2-40B4-BE49-F238E27FC236}">
                  <a16:creationId xmlns:a16="http://schemas.microsoft.com/office/drawing/2014/main" id="{DBF3629D-2F94-46AC-9ADA-A5BB21145D74}"/>
                </a:ext>
              </a:extLst>
            </p:cNvPr>
            <p:cNvSpPr>
              <a:spLocks noChangeShapeType="1"/>
            </p:cNvSpPr>
            <p:nvPr/>
          </p:nvSpPr>
          <p:spPr bwMode="auto">
            <a:xfrm>
              <a:off x="1795" y="1439"/>
              <a:ext cx="796" cy="0"/>
            </a:xfrm>
            <a:prstGeom prst="line">
              <a:avLst/>
            </a:prstGeom>
            <a:noFill/>
            <a:ln w="76200">
              <a:solidFill>
                <a:srgbClr val="FF0000"/>
              </a:solidFill>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29" name="Text Box 32">
              <a:extLst>
                <a:ext uri="{FF2B5EF4-FFF2-40B4-BE49-F238E27FC236}">
                  <a16:creationId xmlns:a16="http://schemas.microsoft.com/office/drawing/2014/main" id="{86C36F31-C17D-4718-B349-7883C030BF25}"/>
                </a:ext>
              </a:extLst>
            </p:cNvPr>
            <p:cNvSpPr txBox="1">
              <a:spLocks noChangeArrowheads="1"/>
            </p:cNvSpPr>
            <p:nvPr/>
          </p:nvSpPr>
          <p:spPr bwMode="auto">
            <a:xfrm>
              <a:off x="1247" y="1162"/>
              <a:ext cx="59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程序</a:t>
              </a:r>
              <a:r>
                <a:rPr kumimoji="1" lang="en-US" altLang="zh-CN" sz="1400" b="0">
                  <a:solidFill>
                    <a:schemeClr val="tx1"/>
                  </a:solidFill>
                  <a:latin typeface="Times New Roman" panose="02020603050405020304" pitchFamily="18" charset="0"/>
                </a:rPr>
                <a:t>A</a:t>
              </a:r>
            </a:p>
          </p:txBody>
        </p:sp>
        <p:sp>
          <p:nvSpPr>
            <p:cNvPr id="30" name="Text Box 33">
              <a:extLst>
                <a:ext uri="{FF2B5EF4-FFF2-40B4-BE49-F238E27FC236}">
                  <a16:creationId xmlns:a16="http://schemas.microsoft.com/office/drawing/2014/main" id="{C47E1C4E-C2F8-4EC4-9BC4-7382CA246DBA}"/>
                </a:ext>
              </a:extLst>
            </p:cNvPr>
            <p:cNvSpPr txBox="1">
              <a:spLocks noChangeArrowheads="1"/>
            </p:cNvSpPr>
            <p:nvPr/>
          </p:nvSpPr>
          <p:spPr bwMode="auto">
            <a:xfrm>
              <a:off x="1995" y="1174"/>
              <a:ext cx="621"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程序</a:t>
              </a:r>
              <a:r>
                <a:rPr kumimoji="1" lang="en-US" altLang="zh-CN" sz="1400" b="0">
                  <a:solidFill>
                    <a:schemeClr val="tx1"/>
                  </a:solidFill>
                  <a:latin typeface="Times New Roman" panose="02020603050405020304" pitchFamily="18" charset="0"/>
                </a:rPr>
                <a:t>B</a:t>
              </a:r>
            </a:p>
          </p:txBody>
        </p:sp>
        <p:sp>
          <p:nvSpPr>
            <p:cNvPr id="31" name="Line 34">
              <a:extLst>
                <a:ext uri="{FF2B5EF4-FFF2-40B4-BE49-F238E27FC236}">
                  <a16:creationId xmlns:a16="http://schemas.microsoft.com/office/drawing/2014/main" id="{8D16A065-F93D-422B-B79C-275EA65F59C9}"/>
                </a:ext>
              </a:extLst>
            </p:cNvPr>
            <p:cNvSpPr>
              <a:spLocks noChangeShapeType="1"/>
            </p:cNvSpPr>
            <p:nvPr/>
          </p:nvSpPr>
          <p:spPr bwMode="auto">
            <a:xfrm>
              <a:off x="1746" y="1439"/>
              <a:ext cx="0" cy="602"/>
            </a:xfrm>
            <a:prstGeom prst="line">
              <a:avLst/>
            </a:prstGeom>
            <a:noFill/>
            <a:ln w="9525">
              <a:solidFill>
                <a:srgbClr val="000000"/>
              </a:solidFill>
              <a:prstDash val="dash"/>
              <a:round/>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32" name="Text Box 35">
              <a:extLst>
                <a:ext uri="{FF2B5EF4-FFF2-40B4-BE49-F238E27FC236}">
                  <a16:creationId xmlns:a16="http://schemas.microsoft.com/office/drawing/2014/main" id="{CB84FD2C-0D39-4BEF-B43D-A10AFD755EC8}"/>
                </a:ext>
              </a:extLst>
            </p:cNvPr>
            <p:cNvSpPr txBox="1">
              <a:spLocks noChangeArrowheads="1"/>
            </p:cNvSpPr>
            <p:nvPr/>
          </p:nvSpPr>
          <p:spPr bwMode="auto">
            <a:xfrm>
              <a:off x="1424" y="1932"/>
              <a:ext cx="4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输入</a:t>
              </a:r>
            </a:p>
          </p:txBody>
        </p:sp>
        <p:sp>
          <p:nvSpPr>
            <p:cNvPr id="33" name="Line 36">
              <a:extLst>
                <a:ext uri="{FF2B5EF4-FFF2-40B4-BE49-F238E27FC236}">
                  <a16:creationId xmlns:a16="http://schemas.microsoft.com/office/drawing/2014/main" id="{06ED337D-D9DE-4C4E-861A-4E06BE91F002}"/>
                </a:ext>
              </a:extLst>
            </p:cNvPr>
            <p:cNvSpPr>
              <a:spLocks noChangeShapeType="1"/>
            </p:cNvSpPr>
            <p:nvPr/>
          </p:nvSpPr>
          <p:spPr bwMode="auto">
            <a:xfrm>
              <a:off x="1247" y="1439"/>
              <a:ext cx="499" cy="0"/>
            </a:xfrm>
            <a:prstGeom prst="line">
              <a:avLst/>
            </a:prstGeom>
            <a:noFill/>
            <a:ln w="76200">
              <a:solidFill>
                <a:schemeClr val="tx1"/>
              </a:solidFill>
              <a:round/>
              <a:headEnd/>
              <a:tailEnd/>
            </a:ln>
            <a:effec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latin typeface="Arial" charset="0"/>
              </a:endParaRPr>
            </a:p>
          </p:txBody>
        </p:sp>
        <p:sp>
          <p:nvSpPr>
            <p:cNvPr id="34" name="Text Box 37">
              <a:extLst>
                <a:ext uri="{FF2B5EF4-FFF2-40B4-BE49-F238E27FC236}">
                  <a16:creationId xmlns:a16="http://schemas.microsoft.com/office/drawing/2014/main" id="{2B6EE833-E91C-47D2-8851-566CAF531EE8}"/>
                </a:ext>
              </a:extLst>
            </p:cNvPr>
            <p:cNvSpPr txBox="1">
              <a:spLocks noChangeArrowheads="1"/>
            </p:cNvSpPr>
            <p:nvPr/>
          </p:nvSpPr>
          <p:spPr bwMode="auto">
            <a:xfrm>
              <a:off x="400" y="2635"/>
              <a:ext cx="75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0">
                  <a:solidFill>
                    <a:schemeClr val="tx1"/>
                  </a:solidFill>
                  <a:latin typeface="Times New Roman" panose="02020603050405020304" pitchFamily="18" charset="0"/>
                </a:rPr>
                <a:t>外部设备</a:t>
              </a:r>
            </a:p>
          </p:txBody>
        </p:sp>
      </p:grpSp>
      <p:sp>
        <p:nvSpPr>
          <p:cNvPr id="35" name="Text Box 42">
            <a:extLst>
              <a:ext uri="{FF2B5EF4-FFF2-40B4-BE49-F238E27FC236}">
                <a16:creationId xmlns:a16="http://schemas.microsoft.com/office/drawing/2014/main" id="{9CF5C7AB-392D-463D-A9D4-C99521309651}"/>
              </a:ext>
            </a:extLst>
          </p:cNvPr>
          <p:cNvSpPr txBox="1">
            <a:spLocks noChangeArrowheads="1"/>
          </p:cNvSpPr>
          <p:nvPr/>
        </p:nvSpPr>
        <p:spPr bwMode="auto">
          <a:xfrm>
            <a:off x="4865044" y="5849304"/>
            <a:ext cx="27424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50000"/>
              </a:spcBef>
              <a:buClrTx/>
              <a:buSzTx/>
              <a:buFontTx/>
              <a:buNone/>
            </a:pPr>
            <a:r>
              <a:rPr kumimoji="1" lang="zh-CN" altLang="en-US" sz="2400" b="0" dirty="0">
                <a:solidFill>
                  <a:schemeClr val="tx1"/>
                </a:solidFill>
                <a:latin typeface="Times New Roman" panose="02020603050405020304" pitchFamily="18" charset="0"/>
              </a:rPr>
              <a:t>多道程序工作</a:t>
            </a:r>
          </a:p>
        </p:txBody>
      </p:sp>
    </p:spTree>
    <p:extLst>
      <p:ext uri="{BB962C8B-B14F-4D97-AF65-F5344CB8AC3E}">
        <p14:creationId xmlns:p14="http://schemas.microsoft.com/office/powerpoint/2010/main" val="13262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412A12-5605-40BA-B435-3B1363150B3B}"/>
              </a:ext>
            </a:extLst>
          </p:cNvPr>
          <p:cNvSpPr>
            <a:spLocks noGrp="1"/>
          </p:cNvSpPr>
          <p:nvPr>
            <p:ph type="title"/>
          </p:nvPr>
        </p:nvSpPr>
        <p:spPr/>
        <p:txBody>
          <a:bodyPr/>
          <a:lstStyle/>
          <a:p>
            <a:r>
              <a:rPr lang="zh-CN" altLang="en-US" b="1" dirty="0"/>
              <a:t>多道程序设计技术（续）</a:t>
            </a:r>
            <a:endParaRPr lang="zh-CN" altLang="en-US" dirty="0"/>
          </a:p>
        </p:txBody>
      </p:sp>
      <p:sp>
        <p:nvSpPr>
          <p:cNvPr id="3" name="内容占位符 2">
            <a:extLst>
              <a:ext uri="{FF2B5EF4-FFF2-40B4-BE49-F238E27FC236}">
                <a16:creationId xmlns:a16="http://schemas.microsoft.com/office/drawing/2014/main" id="{531FAA21-2B2F-4E4B-85F2-2115D66263CC}"/>
              </a:ext>
            </a:extLst>
          </p:cNvPr>
          <p:cNvSpPr>
            <a:spLocks noGrp="1"/>
          </p:cNvSpPr>
          <p:nvPr>
            <p:ph idx="1"/>
          </p:nvPr>
        </p:nvSpPr>
        <p:spPr/>
        <p:txBody>
          <a:bodyPr/>
          <a:lstStyle/>
          <a:p>
            <a:pPr>
              <a:lnSpc>
                <a:spcPct val="100000"/>
              </a:lnSpc>
            </a:pPr>
            <a:r>
              <a:rPr lang="zh-CN" altLang="en-US" sz="2800" dirty="0"/>
              <a:t>什么是</a:t>
            </a:r>
            <a:r>
              <a:rPr lang="zh-CN" altLang="en-US" sz="2800" b="1" dirty="0"/>
              <a:t>多道程序程序设计</a:t>
            </a:r>
            <a:r>
              <a:rPr lang="zh-CN" altLang="en-US" sz="2800" dirty="0"/>
              <a:t>（</a:t>
            </a:r>
            <a:r>
              <a:rPr lang="en-US" altLang="zh-CN" sz="2800" dirty="0"/>
              <a:t>multi-programming</a:t>
            </a:r>
            <a:r>
              <a:rPr lang="zh-CN" altLang="en-US" sz="2800" dirty="0"/>
              <a:t>）技术</a:t>
            </a:r>
            <a:endParaRPr lang="en-US" altLang="zh-CN" sz="2800" dirty="0"/>
          </a:p>
          <a:p>
            <a:pPr lvl="1">
              <a:lnSpc>
                <a:spcPct val="100000"/>
              </a:lnSpc>
            </a:pPr>
            <a:r>
              <a:rPr lang="zh-CN" altLang="en-US" sz="2400" dirty="0"/>
              <a:t>在计算机</a:t>
            </a:r>
            <a:r>
              <a:rPr lang="zh-CN" altLang="en-US" sz="2400" b="1" dirty="0"/>
              <a:t>主存</a:t>
            </a:r>
            <a:r>
              <a:rPr lang="zh-CN" altLang="en-US" sz="2400" dirty="0"/>
              <a:t>中</a:t>
            </a:r>
            <a:r>
              <a:rPr lang="zh-CN" altLang="en-US" sz="2400" b="1" dirty="0"/>
              <a:t>同时</a:t>
            </a:r>
            <a:r>
              <a:rPr lang="zh-CN" altLang="en-US" sz="2400" dirty="0"/>
              <a:t>存放</a:t>
            </a:r>
            <a:r>
              <a:rPr lang="zh-CN" altLang="en-US" sz="2400" b="1" dirty="0"/>
              <a:t>几道相互独立</a:t>
            </a:r>
            <a:r>
              <a:rPr lang="zh-CN" altLang="en-US" sz="2400" dirty="0"/>
              <a:t>的程序。这些程序在</a:t>
            </a:r>
            <a:r>
              <a:rPr lang="zh-CN" altLang="en-US" sz="2400" b="1" dirty="0"/>
              <a:t>执行系统</a:t>
            </a:r>
            <a:r>
              <a:rPr lang="zh-CN" altLang="en-US" sz="2400" dirty="0"/>
              <a:t>控制之下，</a:t>
            </a:r>
            <a:r>
              <a:rPr lang="zh-CN" altLang="en-US" sz="2400" b="1" dirty="0"/>
              <a:t>相互穿插地运行</a:t>
            </a:r>
            <a:r>
              <a:rPr lang="zh-CN" altLang="en-US" sz="2400" dirty="0"/>
              <a:t>。当某道程序因某种原因不能继续运行下去时</a:t>
            </a:r>
            <a:r>
              <a:rPr lang="en-US" altLang="zh-CN" sz="2400" dirty="0"/>
              <a:t>(</a:t>
            </a:r>
            <a:r>
              <a:rPr lang="zh-CN" altLang="en-US" sz="2400" dirty="0"/>
              <a:t>如等待外部设备传输数据</a:t>
            </a:r>
            <a:r>
              <a:rPr lang="en-US" altLang="zh-CN" sz="2400" dirty="0"/>
              <a:t>)</a:t>
            </a:r>
            <a:r>
              <a:rPr lang="zh-CN" altLang="en-US" sz="2400" dirty="0"/>
              <a:t>，管理程序便将另一道程序投入运行。</a:t>
            </a:r>
            <a:endParaRPr lang="en-US" altLang="zh-CN" sz="2400" dirty="0"/>
          </a:p>
          <a:p>
            <a:pPr>
              <a:lnSpc>
                <a:spcPct val="100000"/>
              </a:lnSpc>
            </a:pPr>
            <a:endParaRPr lang="en-US" altLang="zh-CN" sz="2800" dirty="0"/>
          </a:p>
          <a:p>
            <a:pPr>
              <a:lnSpc>
                <a:spcPct val="100000"/>
              </a:lnSpc>
            </a:pPr>
            <a:r>
              <a:rPr lang="zh-CN" altLang="en-US" sz="2800" dirty="0"/>
              <a:t>多道运行的特征</a:t>
            </a:r>
            <a:endParaRPr lang="en-US" altLang="zh-CN" sz="2800" dirty="0"/>
          </a:p>
          <a:p>
            <a:pPr lvl="1">
              <a:lnSpc>
                <a:spcPct val="100000"/>
              </a:lnSpc>
            </a:pPr>
            <a:r>
              <a:rPr lang="zh-CN" altLang="en-US" sz="2400" dirty="0"/>
              <a:t>多道 （内存中存放多个相互独立的程序）</a:t>
            </a:r>
          </a:p>
          <a:p>
            <a:pPr lvl="1">
              <a:lnSpc>
                <a:spcPct val="100000"/>
              </a:lnSpc>
            </a:pPr>
            <a:r>
              <a:rPr lang="zh-CN" altLang="en-US" sz="2400" dirty="0"/>
              <a:t>宏观上并行 （相互穿插运行）</a:t>
            </a:r>
          </a:p>
          <a:p>
            <a:pPr lvl="1">
              <a:lnSpc>
                <a:spcPct val="100000"/>
              </a:lnSpc>
            </a:pPr>
            <a:r>
              <a:rPr lang="zh-CN" altLang="en-US" sz="2400" dirty="0"/>
              <a:t>微观上串行 （</a:t>
            </a:r>
            <a:r>
              <a:rPr lang="en-US" altLang="zh-CN" sz="2400" dirty="0"/>
              <a:t>CPU</a:t>
            </a:r>
            <a:r>
              <a:rPr lang="zh-CN" altLang="en-US" sz="2400" dirty="0"/>
              <a:t>上永远只能执行单个程序）</a:t>
            </a:r>
            <a:endParaRPr lang="en-US" altLang="zh-CN" sz="2400" dirty="0"/>
          </a:p>
          <a:p>
            <a:pPr>
              <a:lnSpc>
                <a:spcPct val="100000"/>
              </a:lnSpc>
            </a:pPr>
            <a:endParaRPr lang="en-US" altLang="zh-CN" sz="2800" dirty="0"/>
          </a:p>
          <a:p>
            <a:pPr>
              <a:lnSpc>
                <a:spcPct val="100000"/>
              </a:lnSpc>
            </a:pPr>
            <a:r>
              <a:rPr lang="zh-CN" altLang="en-US" sz="2800" dirty="0"/>
              <a:t>物质基础：足够容量的主存</a:t>
            </a:r>
          </a:p>
        </p:txBody>
      </p:sp>
    </p:spTree>
    <p:extLst>
      <p:ext uri="{BB962C8B-B14F-4D97-AF65-F5344CB8AC3E}">
        <p14:creationId xmlns:p14="http://schemas.microsoft.com/office/powerpoint/2010/main" val="1298450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A88BE6-71D2-4653-828F-CA59734ED35C}"/>
              </a:ext>
            </a:extLst>
          </p:cNvPr>
          <p:cNvSpPr>
            <a:spLocks noGrp="1"/>
          </p:cNvSpPr>
          <p:nvPr>
            <p:ph type="title"/>
          </p:nvPr>
        </p:nvSpPr>
        <p:spPr/>
        <p:txBody>
          <a:bodyPr/>
          <a:lstStyle/>
          <a:p>
            <a:r>
              <a:rPr lang="zh-CN" altLang="en-US" dirty="0"/>
              <a:t>执行系统</a:t>
            </a:r>
          </a:p>
        </p:txBody>
      </p:sp>
      <p:sp>
        <p:nvSpPr>
          <p:cNvPr id="3" name="内容占位符 2">
            <a:extLst>
              <a:ext uri="{FF2B5EF4-FFF2-40B4-BE49-F238E27FC236}">
                <a16:creationId xmlns:a16="http://schemas.microsoft.com/office/drawing/2014/main" id="{B297915F-33B1-4135-A857-1961ABF90A01}"/>
              </a:ext>
            </a:extLst>
          </p:cNvPr>
          <p:cNvSpPr>
            <a:spLocks noGrp="1"/>
          </p:cNvSpPr>
          <p:nvPr>
            <p:ph idx="1"/>
          </p:nvPr>
        </p:nvSpPr>
        <p:spPr/>
        <p:txBody>
          <a:bodyPr/>
          <a:lstStyle/>
          <a:p>
            <a:r>
              <a:rPr lang="zh-CN" altLang="en-US" dirty="0"/>
              <a:t>什么是执行系统</a:t>
            </a:r>
            <a:endParaRPr lang="en-US" altLang="zh-CN" dirty="0"/>
          </a:p>
          <a:p>
            <a:pPr lvl="1"/>
            <a:r>
              <a:rPr lang="zh-CN" altLang="en-US" dirty="0"/>
              <a:t>借助于通道与中断技术，由主机控制</a:t>
            </a:r>
            <a:r>
              <a:rPr lang="en-US" altLang="zh-CN" dirty="0"/>
              <a:t>I/O</a:t>
            </a:r>
            <a:r>
              <a:rPr lang="zh-CN" altLang="en-US" dirty="0"/>
              <a:t>工作。原有的监督程序不仅要负责调度作业自动地运行，而且还要提供</a:t>
            </a:r>
            <a:r>
              <a:rPr lang="en-US" altLang="zh-CN" dirty="0"/>
              <a:t>I/O</a:t>
            </a:r>
            <a:r>
              <a:rPr lang="zh-CN" altLang="en-US" dirty="0"/>
              <a:t>控制功能。它常驻主存，称为执行系统。</a:t>
            </a:r>
            <a:endParaRPr lang="en-US" altLang="zh-CN" dirty="0"/>
          </a:p>
          <a:p>
            <a:r>
              <a:rPr lang="zh-CN" altLang="en-US" dirty="0"/>
              <a:t>特点</a:t>
            </a:r>
            <a:endParaRPr lang="en-US" altLang="zh-CN" dirty="0"/>
          </a:p>
          <a:p>
            <a:pPr lvl="1"/>
            <a:r>
              <a:rPr lang="zh-CN" altLang="en-US" dirty="0"/>
              <a:t>主机、外设并行操作；采用多道程序设计技术调度作业运行</a:t>
            </a:r>
            <a:endParaRPr lang="en-US" altLang="zh-CN" dirty="0"/>
          </a:p>
          <a:p>
            <a:r>
              <a:rPr lang="zh-CN" altLang="en-US" dirty="0"/>
              <a:t>基本功能</a:t>
            </a:r>
            <a:endParaRPr lang="en-US" altLang="zh-CN" dirty="0"/>
          </a:p>
          <a:p>
            <a:pPr lvl="1"/>
            <a:r>
              <a:rPr lang="en-US" altLang="zh-CN" dirty="0"/>
              <a:t>I/O</a:t>
            </a:r>
            <a:r>
              <a:rPr lang="zh-CN" altLang="en-US" dirty="0"/>
              <a:t>控制功能</a:t>
            </a:r>
            <a:endParaRPr lang="en-US" altLang="zh-CN" dirty="0"/>
          </a:p>
          <a:p>
            <a:pPr lvl="1"/>
            <a:r>
              <a:rPr lang="zh-CN" altLang="en-US" dirty="0"/>
              <a:t>调度</a:t>
            </a:r>
            <a:endParaRPr lang="en-US" altLang="zh-CN" dirty="0"/>
          </a:p>
          <a:p>
            <a:r>
              <a:rPr lang="zh-CN" altLang="en-US" dirty="0"/>
              <a:t>问题</a:t>
            </a:r>
            <a:endParaRPr lang="en-US" altLang="zh-CN" dirty="0"/>
          </a:p>
          <a:p>
            <a:pPr lvl="1"/>
            <a:r>
              <a:rPr lang="zh-CN" altLang="en-US" dirty="0"/>
              <a:t>主机与外设的并行是有限度的，还依赖于程序运行的特征。</a:t>
            </a:r>
          </a:p>
        </p:txBody>
      </p:sp>
      <p:pic>
        <p:nvPicPr>
          <p:cNvPr id="4" name="Picture 14" descr="http://www.technologyuk.net/computing/operating-systems/images/operating_system_monitor.gif">
            <a:extLst>
              <a:ext uri="{FF2B5EF4-FFF2-40B4-BE49-F238E27FC236}">
                <a16:creationId xmlns:a16="http://schemas.microsoft.com/office/drawing/2014/main" id="{6164A380-8C2A-4441-BC8B-7AD5AA006A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2010" y="2429117"/>
            <a:ext cx="2487612" cy="302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2764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E4DB0A-A704-413A-A3E2-52AE4B776B32}"/>
              </a:ext>
            </a:extLst>
          </p:cNvPr>
          <p:cNvSpPr>
            <a:spLocks noGrp="1"/>
          </p:cNvSpPr>
          <p:nvPr>
            <p:ph type="title"/>
          </p:nvPr>
        </p:nvSpPr>
        <p:spPr/>
        <p:txBody>
          <a:bodyPr/>
          <a:lstStyle/>
          <a:p>
            <a:r>
              <a:rPr lang="zh-CN" altLang="en-US" dirty="0"/>
              <a:t>联机批处理</a:t>
            </a:r>
          </a:p>
        </p:txBody>
      </p:sp>
      <p:sp>
        <p:nvSpPr>
          <p:cNvPr id="3" name="内容占位符 2">
            <a:extLst>
              <a:ext uri="{FF2B5EF4-FFF2-40B4-BE49-F238E27FC236}">
                <a16:creationId xmlns:a16="http://schemas.microsoft.com/office/drawing/2014/main" id="{85E74CAD-789E-4B23-AD50-7EEBD19D41AA}"/>
              </a:ext>
            </a:extLst>
          </p:cNvPr>
          <p:cNvSpPr>
            <a:spLocks noGrp="1"/>
          </p:cNvSpPr>
          <p:nvPr>
            <p:ph idx="1"/>
          </p:nvPr>
        </p:nvSpPr>
        <p:spPr/>
        <p:txBody>
          <a:bodyPr/>
          <a:lstStyle/>
          <a:p>
            <a:r>
              <a:rPr lang="zh-CN" altLang="en-US" dirty="0"/>
              <a:t>作业的输入</a:t>
            </a:r>
            <a:r>
              <a:rPr lang="en-US" altLang="zh-CN" dirty="0"/>
              <a:t>/</a:t>
            </a:r>
            <a:r>
              <a:rPr lang="zh-CN" altLang="en-US" dirty="0"/>
              <a:t>输出由主</a:t>
            </a:r>
            <a:r>
              <a:rPr lang="en-US" altLang="zh-CN" dirty="0"/>
              <a:t>CPU</a:t>
            </a:r>
            <a:r>
              <a:rPr lang="zh-CN" altLang="en-US" dirty="0"/>
              <a:t>来处理</a:t>
            </a:r>
            <a:endParaRPr lang="en-US" altLang="zh-CN" dirty="0"/>
          </a:p>
          <a:p>
            <a:endParaRPr lang="en-US" altLang="zh-CN" dirty="0"/>
          </a:p>
          <a:p>
            <a:endParaRPr lang="en-US" altLang="zh-CN" dirty="0"/>
          </a:p>
          <a:p>
            <a:endParaRPr lang="en-US" altLang="zh-CN" dirty="0"/>
          </a:p>
          <a:p>
            <a:endParaRPr lang="en-US" altLang="zh-CN" dirty="0"/>
          </a:p>
          <a:p>
            <a:r>
              <a:rPr lang="zh-CN" altLang="en-US" dirty="0"/>
              <a:t>问题</a:t>
            </a:r>
            <a:endParaRPr lang="en-US" altLang="zh-CN" dirty="0"/>
          </a:p>
          <a:p>
            <a:pPr lvl="1"/>
            <a:r>
              <a:rPr lang="zh-CN" altLang="en-US" dirty="0">
                <a:solidFill>
                  <a:srgbClr val="FF0000"/>
                </a:solidFill>
              </a:rPr>
              <a:t>慢速</a:t>
            </a:r>
            <a:r>
              <a:rPr lang="en-US" altLang="zh-CN" dirty="0">
                <a:solidFill>
                  <a:srgbClr val="FF0000"/>
                </a:solidFill>
              </a:rPr>
              <a:t>I/O</a:t>
            </a:r>
            <a:r>
              <a:rPr lang="zh-CN" altLang="en-US" dirty="0">
                <a:solidFill>
                  <a:srgbClr val="FF0000"/>
                </a:solidFill>
              </a:rPr>
              <a:t>设备严重浪费宝贵的主处理器时间</a:t>
            </a:r>
          </a:p>
        </p:txBody>
      </p:sp>
      <p:pic>
        <p:nvPicPr>
          <p:cNvPr id="4" name="图片 3"/>
          <p:cNvPicPr>
            <a:picLocks noChangeAspect="1"/>
          </p:cNvPicPr>
          <p:nvPr/>
        </p:nvPicPr>
        <p:blipFill>
          <a:blip r:embed="rId2"/>
          <a:stretch>
            <a:fillRect/>
          </a:stretch>
        </p:blipFill>
        <p:spPr>
          <a:xfrm>
            <a:off x="3619823" y="2669085"/>
            <a:ext cx="4676423" cy="1594078"/>
          </a:xfrm>
          <a:prstGeom prst="rect">
            <a:avLst/>
          </a:prstGeom>
        </p:spPr>
      </p:pic>
    </p:spTree>
    <p:extLst>
      <p:ext uri="{BB962C8B-B14F-4D97-AF65-F5344CB8AC3E}">
        <p14:creationId xmlns:p14="http://schemas.microsoft.com/office/powerpoint/2010/main" val="3689680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602AF-975E-4152-A417-1B5245AEA823}"/>
              </a:ext>
            </a:extLst>
          </p:cNvPr>
          <p:cNvSpPr>
            <a:spLocks noGrp="1"/>
          </p:cNvSpPr>
          <p:nvPr>
            <p:ph type="title"/>
          </p:nvPr>
        </p:nvSpPr>
        <p:spPr/>
        <p:txBody>
          <a:bodyPr/>
          <a:lstStyle/>
          <a:p>
            <a:r>
              <a:rPr lang="zh-CN" altLang="en-US" dirty="0"/>
              <a:t>脱机批处理</a:t>
            </a:r>
          </a:p>
        </p:txBody>
      </p:sp>
      <p:sp>
        <p:nvSpPr>
          <p:cNvPr id="3" name="内容占位符 2">
            <a:extLst>
              <a:ext uri="{FF2B5EF4-FFF2-40B4-BE49-F238E27FC236}">
                <a16:creationId xmlns:a16="http://schemas.microsoft.com/office/drawing/2014/main" id="{BADAA769-4F94-48DF-9D9E-6EBF718CBE0F}"/>
              </a:ext>
            </a:extLst>
          </p:cNvPr>
          <p:cNvSpPr>
            <a:spLocks noGrp="1"/>
          </p:cNvSpPr>
          <p:nvPr>
            <p:ph idx="1"/>
          </p:nvPr>
        </p:nvSpPr>
        <p:spPr/>
        <p:txBody>
          <a:bodyPr/>
          <a:lstStyle/>
          <a:p>
            <a:r>
              <a:rPr lang="zh-CN" altLang="en-US" dirty="0"/>
              <a:t>作业的输入</a:t>
            </a:r>
            <a:r>
              <a:rPr lang="en-US" altLang="zh-CN" dirty="0"/>
              <a:t>/</a:t>
            </a:r>
            <a:r>
              <a:rPr lang="zh-CN" altLang="en-US" dirty="0"/>
              <a:t>输出由卫星机来处理</a:t>
            </a:r>
            <a:endParaRPr lang="en-US" altLang="zh-CN" dirty="0"/>
          </a:p>
          <a:p>
            <a:endParaRPr lang="en-US" altLang="zh-CN" dirty="0"/>
          </a:p>
          <a:p>
            <a:endParaRPr lang="en-US" altLang="zh-CN" dirty="0"/>
          </a:p>
          <a:p>
            <a:endParaRPr lang="en-US" altLang="zh-CN" dirty="0"/>
          </a:p>
          <a:p>
            <a:endParaRPr lang="en-US" altLang="zh-CN" dirty="0"/>
          </a:p>
          <a:p>
            <a:r>
              <a:rPr lang="zh-CN" altLang="en-US" dirty="0"/>
              <a:t>特点</a:t>
            </a:r>
            <a:endParaRPr lang="en-US" altLang="zh-CN" dirty="0"/>
          </a:p>
          <a:p>
            <a:pPr lvl="1"/>
            <a:r>
              <a:rPr lang="zh-CN" altLang="en-US" dirty="0"/>
              <a:t>引入卫星机（采用廉价处理器，如</a:t>
            </a:r>
            <a:r>
              <a:rPr lang="en-US" altLang="zh-CN" dirty="0"/>
              <a:t>MCU</a:t>
            </a:r>
            <a:r>
              <a:rPr lang="zh-CN" altLang="en-US" dirty="0"/>
              <a:t>）来负责</a:t>
            </a:r>
            <a:r>
              <a:rPr lang="en-US" altLang="zh-CN" dirty="0"/>
              <a:t>I/O</a:t>
            </a:r>
            <a:r>
              <a:rPr lang="zh-CN" altLang="en-US" dirty="0"/>
              <a:t>，主处理器只与高速存储设备交互</a:t>
            </a:r>
            <a:endParaRPr lang="en-US" altLang="zh-CN" dirty="0"/>
          </a:p>
          <a:p>
            <a:pPr lvl="1"/>
            <a:r>
              <a:rPr lang="zh-CN" altLang="en-US" dirty="0"/>
              <a:t>今天广泛使用的</a:t>
            </a:r>
            <a:r>
              <a:rPr lang="en-US" altLang="zh-CN" dirty="0"/>
              <a:t>DMA</a:t>
            </a:r>
            <a:r>
              <a:rPr lang="zh-CN" altLang="en-US" dirty="0"/>
              <a:t>（</a:t>
            </a:r>
            <a:r>
              <a:rPr lang="en-US" altLang="zh-CN" dirty="0"/>
              <a:t>Direct Memory Access</a:t>
            </a:r>
            <a:r>
              <a:rPr lang="zh-CN" altLang="en-US" dirty="0"/>
              <a:t>）技术原型</a:t>
            </a:r>
          </a:p>
        </p:txBody>
      </p:sp>
      <p:pic>
        <p:nvPicPr>
          <p:cNvPr id="4" name="图片 3"/>
          <p:cNvPicPr>
            <a:picLocks noChangeAspect="1"/>
          </p:cNvPicPr>
          <p:nvPr/>
        </p:nvPicPr>
        <p:blipFill>
          <a:blip r:embed="rId2"/>
          <a:stretch>
            <a:fillRect/>
          </a:stretch>
        </p:blipFill>
        <p:spPr>
          <a:xfrm>
            <a:off x="2496977" y="2566137"/>
            <a:ext cx="7137647" cy="1466911"/>
          </a:xfrm>
          <a:prstGeom prst="rect">
            <a:avLst/>
          </a:prstGeom>
        </p:spPr>
      </p:pic>
    </p:spTree>
    <p:extLst>
      <p:ext uri="{BB962C8B-B14F-4D97-AF65-F5344CB8AC3E}">
        <p14:creationId xmlns:p14="http://schemas.microsoft.com/office/powerpoint/2010/main" val="3855648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C4537F-4D36-28CE-2001-DE718EEF2543}"/>
              </a:ext>
            </a:extLst>
          </p:cNvPr>
          <p:cNvSpPr>
            <a:spLocks noGrp="1"/>
          </p:cNvSpPr>
          <p:nvPr>
            <p:ph type="title"/>
          </p:nvPr>
        </p:nvSpPr>
        <p:spPr/>
        <p:txBody>
          <a:bodyPr/>
          <a:lstStyle/>
          <a:p>
            <a:r>
              <a:rPr lang="zh-CN" altLang="en-US" dirty="0"/>
              <a:t>主</a:t>
            </a:r>
            <a:r>
              <a:rPr lang="en-US" altLang="zh-CN" dirty="0"/>
              <a:t>CPU vs. </a:t>
            </a:r>
            <a:r>
              <a:rPr lang="zh-CN" altLang="en-US" dirty="0"/>
              <a:t>卫星机</a:t>
            </a:r>
            <a:r>
              <a:rPr lang="en-US" altLang="zh-CN" dirty="0"/>
              <a:t>MCU</a:t>
            </a:r>
            <a:endParaRPr lang="zh-CN" altLang="en-US" dirty="0"/>
          </a:p>
        </p:txBody>
      </p:sp>
      <p:pic>
        <p:nvPicPr>
          <p:cNvPr id="5" name="内容占位符 4">
            <a:extLst>
              <a:ext uri="{FF2B5EF4-FFF2-40B4-BE49-F238E27FC236}">
                <a16:creationId xmlns:a16="http://schemas.microsoft.com/office/drawing/2014/main" id="{592AFD1F-6E9A-E48F-FFDE-5A14B8979B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22783" y="2184395"/>
            <a:ext cx="2547660" cy="1868715"/>
          </a:xfrm>
        </p:spPr>
      </p:pic>
      <p:pic>
        <p:nvPicPr>
          <p:cNvPr id="7" name="图片 6">
            <a:extLst>
              <a:ext uri="{FF2B5EF4-FFF2-40B4-BE49-F238E27FC236}">
                <a16:creationId xmlns:a16="http://schemas.microsoft.com/office/drawing/2014/main" id="{87F88509-12DF-5C20-9ABC-C51DCD114A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822" y="2381146"/>
            <a:ext cx="1528630" cy="1730830"/>
          </a:xfrm>
          <a:prstGeom prst="rect">
            <a:avLst/>
          </a:prstGeom>
        </p:spPr>
      </p:pic>
      <p:sp>
        <p:nvSpPr>
          <p:cNvPr id="8" name="文本框 7">
            <a:extLst>
              <a:ext uri="{FF2B5EF4-FFF2-40B4-BE49-F238E27FC236}">
                <a16:creationId xmlns:a16="http://schemas.microsoft.com/office/drawing/2014/main" id="{0CA3C7AD-481B-A50D-4C4C-A42F1A89BA9D}"/>
              </a:ext>
            </a:extLst>
          </p:cNvPr>
          <p:cNvSpPr txBox="1"/>
          <p:nvPr/>
        </p:nvSpPr>
        <p:spPr>
          <a:xfrm>
            <a:off x="254001" y="4476854"/>
            <a:ext cx="5457371" cy="1569660"/>
          </a:xfrm>
          <a:prstGeom prst="rect">
            <a:avLst/>
          </a:prstGeom>
          <a:noFill/>
        </p:spPr>
        <p:txBody>
          <a:bodyPr wrap="square" rtlCol="0">
            <a:spAutoFit/>
          </a:bodyPr>
          <a:lstStyle/>
          <a:p>
            <a:pPr algn="ctr"/>
            <a:r>
              <a:rPr lang="en-US" altLang="zh-CN" sz="2400" dirty="0"/>
              <a:t>CPU</a:t>
            </a:r>
          </a:p>
          <a:p>
            <a:r>
              <a:rPr lang="zh-CN" altLang="en-US" sz="2400" dirty="0"/>
              <a:t>应用范围：服务器、个人电脑</a:t>
            </a:r>
            <a:endParaRPr lang="en-US" altLang="zh-CN" sz="2400" dirty="0"/>
          </a:p>
          <a:p>
            <a:r>
              <a:rPr lang="zh-CN" altLang="en-US" sz="2400" dirty="0"/>
              <a:t>性能：几千分</a:t>
            </a:r>
            <a:r>
              <a:rPr lang="en-US" altLang="zh-CN" sz="2400" dirty="0"/>
              <a:t>~</a:t>
            </a:r>
            <a:r>
              <a:rPr lang="zh-CN" altLang="en-US" sz="2400" dirty="0"/>
              <a:t>几万分（</a:t>
            </a:r>
            <a:r>
              <a:rPr lang="en-US" altLang="zh-CN" sz="2400" dirty="0"/>
              <a:t>Coremark</a:t>
            </a:r>
            <a:r>
              <a:rPr lang="zh-CN" altLang="en-US" sz="2400" dirty="0"/>
              <a:t>）</a:t>
            </a:r>
            <a:endParaRPr lang="en-US" altLang="zh-CN" sz="2400" dirty="0"/>
          </a:p>
          <a:p>
            <a:r>
              <a:rPr lang="zh-CN" altLang="en-US" sz="2400" dirty="0"/>
              <a:t>价格：几百块</a:t>
            </a:r>
            <a:r>
              <a:rPr lang="en-US" altLang="zh-CN" sz="2400" dirty="0"/>
              <a:t>~</a:t>
            </a:r>
            <a:r>
              <a:rPr lang="zh-CN" altLang="en-US" sz="2400" dirty="0"/>
              <a:t>几千块（</a:t>
            </a:r>
            <a:r>
              <a:rPr lang="en-US" altLang="zh-CN" sz="2400" dirty="0"/>
              <a:t>RMB</a:t>
            </a:r>
            <a:r>
              <a:rPr lang="zh-CN" altLang="en-US" sz="2400" dirty="0"/>
              <a:t>）</a:t>
            </a:r>
          </a:p>
        </p:txBody>
      </p:sp>
      <p:pic>
        <p:nvPicPr>
          <p:cNvPr id="10" name="图片 9">
            <a:extLst>
              <a:ext uri="{FF2B5EF4-FFF2-40B4-BE49-F238E27FC236}">
                <a16:creationId xmlns:a16="http://schemas.microsoft.com/office/drawing/2014/main" id="{6D674E78-B85A-BEB7-E059-D151212AF7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1737" y="1645162"/>
            <a:ext cx="2785139" cy="2605571"/>
          </a:xfrm>
          <a:prstGeom prst="rect">
            <a:avLst/>
          </a:prstGeom>
        </p:spPr>
      </p:pic>
      <p:pic>
        <p:nvPicPr>
          <p:cNvPr id="12" name="图片 11">
            <a:extLst>
              <a:ext uri="{FF2B5EF4-FFF2-40B4-BE49-F238E27FC236}">
                <a16:creationId xmlns:a16="http://schemas.microsoft.com/office/drawing/2014/main" id="{D3F4BDA8-2E1B-CE09-621A-C4BA1BFD25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04579" y="1748972"/>
            <a:ext cx="2987421" cy="2501761"/>
          </a:xfrm>
          <a:prstGeom prst="rect">
            <a:avLst/>
          </a:prstGeom>
        </p:spPr>
      </p:pic>
      <p:sp>
        <p:nvSpPr>
          <p:cNvPr id="13" name="文本框 12">
            <a:extLst>
              <a:ext uri="{FF2B5EF4-FFF2-40B4-BE49-F238E27FC236}">
                <a16:creationId xmlns:a16="http://schemas.microsoft.com/office/drawing/2014/main" id="{1F75965D-1172-1F73-0CCA-893A22F5CAF2}"/>
              </a:ext>
            </a:extLst>
          </p:cNvPr>
          <p:cNvSpPr txBox="1"/>
          <p:nvPr/>
        </p:nvSpPr>
        <p:spPr>
          <a:xfrm>
            <a:off x="6480630" y="4476854"/>
            <a:ext cx="5072743" cy="1569660"/>
          </a:xfrm>
          <a:prstGeom prst="rect">
            <a:avLst/>
          </a:prstGeom>
          <a:noFill/>
        </p:spPr>
        <p:txBody>
          <a:bodyPr wrap="square" rtlCol="0">
            <a:spAutoFit/>
          </a:bodyPr>
          <a:lstStyle>
            <a:defPPr>
              <a:defRPr lang="zh-CN"/>
            </a:defPPr>
            <a:lvl1pPr algn="ctr">
              <a:defRPr sz="2400"/>
            </a:lvl1pPr>
          </a:lstStyle>
          <a:p>
            <a:r>
              <a:rPr lang="en-US" altLang="zh-CN" dirty="0"/>
              <a:t>MCU</a:t>
            </a:r>
          </a:p>
          <a:p>
            <a:pPr algn="l"/>
            <a:r>
              <a:rPr lang="zh-CN" altLang="en-US" dirty="0"/>
              <a:t>应用范围：嵌入式设备</a:t>
            </a:r>
            <a:endParaRPr lang="en-US" altLang="zh-CN" dirty="0"/>
          </a:p>
          <a:p>
            <a:pPr algn="l"/>
            <a:r>
              <a:rPr lang="zh-CN" altLang="en-US" dirty="0"/>
              <a:t>性能：</a:t>
            </a:r>
            <a:r>
              <a:rPr lang="en-US" altLang="zh-CN" dirty="0"/>
              <a:t>100~2000</a:t>
            </a:r>
            <a:r>
              <a:rPr lang="zh-CN" altLang="en-US" dirty="0"/>
              <a:t>分（</a:t>
            </a:r>
            <a:r>
              <a:rPr lang="en-US" altLang="zh-CN" dirty="0"/>
              <a:t>Coremark</a:t>
            </a:r>
            <a:r>
              <a:rPr lang="zh-CN" altLang="en-US" dirty="0"/>
              <a:t>）</a:t>
            </a:r>
            <a:endParaRPr lang="en-US" altLang="zh-CN" dirty="0"/>
          </a:p>
          <a:p>
            <a:pPr algn="l"/>
            <a:r>
              <a:rPr lang="zh-CN" altLang="en-US" dirty="0"/>
              <a:t>价格：几块</a:t>
            </a:r>
            <a:r>
              <a:rPr lang="en-US" altLang="zh-CN" dirty="0"/>
              <a:t>~</a:t>
            </a:r>
            <a:r>
              <a:rPr lang="zh-CN" altLang="en-US" dirty="0"/>
              <a:t>几十块（</a:t>
            </a:r>
            <a:r>
              <a:rPr lang="en-US" altLang="zh-CN" dirty="0"/>
              <a:t>RMB</a:t>
            </a:r>
            <a:r>
              <a:rPr lang="zh-CN" altLang="en-US" dirty="0"/>
              <a:t>）</a:t>
            </a:r>
          </a:p>
        </p:txBody>
      </p:sp>
    </p:spTree>
    <p:extLst>
      <p:ext uri="{BB962C8B-B14F-4D97-AF65-F5344CB8AC3E}">
        <p14:creationId xmlns:p14="http://schemas.microsoft.com/office/powerpoint/2010/main" val="1793792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E6F181-CD15-440A-9BF2-5B95AC3816F0}"/>
              </a:ext>
            </a:extLst>
          </p:cNvPr>
          <p:cNvSpPr>
            <a:spLocks noGrp="1"/>
          </p:cNvSpPr>
          <p:nvPr>
            <p:ph type="title"/>
          </p:nvPr>
        </p:nvSpPr>
        <p:spPr/>
        <p:txBody>
          <a:bodyPr/>
          <a:lstStyle/>
          <a:p>
            <a:r>
              <a:rPr lang="en-US" altLang="zh-CN" dirty="0"/>
              <a:t>3. </a:t>
            </a:r>
            <a:r>
              <a:rPr lang="zh-CN" altLang="en-US" dirty="0"/>
              <a:t>分时系统阶段</a:t>
            </a:r>
          </a:p>
        </p:txBody>
      </p:sp>
      <p:sp>
        <p:nvSpPr>
          <p:cNvPr id="3" name="内容占位符 2">
            <a:extLst>
              <a:ext uri="{FF2B5EF4-FFF2-40B4-BE49-F238E27FC236}">
                <a16:creationId xmlns:a16="http://schemas.microsoft.com/office/drawing/2014/main" id="{9AE70D9C-E560-4FDB-BEB7-7DCC6BDA9002}"/>
              </a:ext>
            </a:extLst>
          </p:cNvPr>
          <p:cNvSpPr>
            <a:spLocks noGrp="1"/>
          </p:cNvSpPr>
          <p:nvPr>
            <p:ph idx="1"/>
          </p:nvPr>
        </p:nvSpPr>
        <p:spPr/>
        <p:txBody>
          <a:bodyPr/>
          <a:lstStyle/>
          <a:p>
            <a:r>
              <a:rPr lang="zh-CN" altLang="en-US" dirty="0"/>
              <a:t>出现的时代背景</a:t>
            </a:r>
            <a:endParaRPr lang="en-US" altLang="zh-CN" dirty="0"/>
          </a:p>
          <a:p>
            <a:pPr lvl="1"/>
            <a:r>
              <a:rPr lang="zh-CN" altLang="en-US" dirty="0"/>
              <a:t>计算机非常昂贵（</a:t>
            </a:r>
            <a:r>
              <a:rPr lang="en-US" altLang="zh-CN" dirty="0"/>
              <a:t>1960~1970</a:t>
            </a:r>
            <a:r>
              <a:rPr lang="zh-CN" altLang="en-US" dirty="0"/>
              <a:t>）</a:t>
            </a:r>
            <a:endParaRPr lang="en-US" altLang="zh-CN" dirty="0"/>
          </a:p>
          <a:p>
            <a:pPr lvl="1"/>
            <a:r>
              <a:rPr lang="zh-CN" altLang="en-US" dirty="0"/>
              <a:t>多个用户需要共享单个计算机资源</a:t>
            </a:r>
          </a:p>
        </p:txBody>
      </p:sp>
      <p:pic>
        <p:nvPicPr>
          <p:cNvPr id="4" name="图片 3"/>
          <p:cNvPicPr>
            <a:picLocks noChangeAspect="1"/>
          </p:cNvPicPr>
          <p:nvPr/>
        </p:nvPicPr>
        <p:blipFill>
          <a:blip r:embed="rId2"/>
          <a:stretch>
            <a:fillRect/>
          </a:stretch>
        </p:blipFill>
        <p:spPr>
          <a:xfrm>
            <a:off x="2829202" y="3721824"/>
            <a:ext cx="4776667" cy="2594672"/>
          </a:xfrm>
          <a:prstGeom prst="rect">
            <a:avLst/>
          </a:prstGeom>
        </p:spPr>
      </p:pic>
    </p:spTree>
    <p:extLst>
      <p:ext uri="{BB962C8B-B14F-4D97-AF65-F5344CB8AC3E}">
        <p14:creationId xmlns:p14="http://schemas.microsoft.com/office/powerpoint/2010/main" val="1459500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E57C2E-054F-44B5-9225-EA66D4929C2B}"/>
              </a:ext>
            </a:extLst>
          </p:cNvPr>
          <p:cNvSpPr>
            <a:spLocks noGrp="1"/>
          </p:cNvSpPr>
          <p:nvPr>
            <p:ph type="title"/>
          </p:nvPr>
        </p:nvSpPr>
        <p:spPr/>
        <p:txBody>
          <a:bodyPr/>
          <a:lstStyle/>
          <a:p>
            <a:r>
              <a:rPr lang="zh-CN" altLang="en-US" b="1" dirty="0"/>
              <a:t>分时技术</a:t>
            </a:r>
          </a:p>
        </p:txBody>
      </p:sp>
      <p:sp>
        <p:nvSpPr>
          <p:cNvPr id="3" name="内容占位符 2">
            <a:extLst>
              <a:ext uri="{FF2B5EF4-FFF2-40B4-BE49-F238E27FC236}">
                <a16:creationId xmlns:a16="http://schemas.microsoft.com/office/drawing/2014/main" id="{626F907D-22EF-443F-9E47-DACFAE3E6F1F}"/>
              </a:ext>
            </a:extLst>
          </p:cNvPr>
          <p:cNvSpPr>
            <a:spLocks noGrp="1"/>
          </p:cNvSpPr>
          <p:nvPr>
            <p:ph idx="1"/>
          </p:nvPr>
        </p:nvSpPr>
        <p:spPr/>
        <p:txBody>
          <a:bodyPr/>
          <a:lstStyle/>
          <a:p>
            <a:pPr>
              <a:lnSpc>
                <a:spcPct val="100000"/>
              </a:lnSpc>
            </a:pPr>
            <a:r>
              <a:rPr lang="zh-CN" altLang="en-US" sz="2400" dirty="0"/>
              <a:t>什么是分时（</a:t>
            </a:r>
            <a:r>
              <a:rPr lang="en-US" altLang="zh-CN" sz="2400" dirty="0"/>
              <a:t>time-sharing</a:t>
            </a:r>
            <a:r>
              <a:rPr lang="zh-CN" altLang="en-US" sz="2400" dirty="0"/>
              <a:t>）技术？</a:t>
            </a:r>
            <a:endParaRPr lang="en-US" altLang="zh-CN" sz="2400" dirty="0"/>
          </a:p>
          <a:p>
            <a:pPr lvl="1">
              <a:lnSpc>
                <a:spcPct val="100000"/>
              </a:lnSpc>
            </a:pPr>
            <a:r>
              <a:rPr lang="zh-CN" altLang="en-US" dirty="0"/>
              <a:t>所谓分时技术，是把处理机时间划分成</a:t>
            </a:r>
            <a:r>
              <a:rPr lang="zh-CN" altLang="en-US" b="1" dirty="0"/>
              <a:t>很短的时间片</a:t>
            </a:r>
            <a:r>
              <a:rPr lang="en-US" altLang="zh-CN" dirty="0"/>
              <a:t>(</a:t>
            </a:r>
            <a:r>
              <a:rPr lang="zh-CN" altLang="en-US" dirty="0"/>
              <a:t>如几百毫秒</a:t>
            </a:r>
            <a:r>
              <a:rPr lang="en-US" altLang="zh-CN" dirty="0"/>
              <a:t>)</a:t>
            </a:r>
            <a:r>
              <a:rPr lang="zh-CN" altLang="en-US" b="1" dirty="0"/>
              <a:t>轮流</a:t>
            </a:r>
            <a:r>
              <a:rPr lang="zh-CN" altLang="en-US" dirty="0"/>
              <a:t>地分配给各个应用程序使用，如果某个程序在分配的时间片用完之前计算还未完成，该程序就</a:t>
            </a:r>
            <a:r>
              <a:rPr lang="zh-CN" altLang="en-US" b="1" dirty="0"/>
              <a:t>暂停执行</a:t>
            </a:r>
            <a:r>
              <a:rPr lang="zh-CN" altLang="en-US" dirty="0"/>
              <a:t>，等待下一次获得时间片后再</a:t>
            </a:r>
            <a:r>
              <a:rPr lang="zh-CN" altLang="en-US" b="1" dirty="0"/>
              <a:t>继续</a:t>
            </a:r>
            <a:r>
              <a:rPr lang="zh-CN" altLang="en-US" dirty="0"/>
              <a:t>计算。</a:t>
            </a:r>
          </a:p>
          <a:p>
            <a:pPr lvl="1">
              <a:lnSpc>
                <a:spcPct val="100000"/>
              </a:lnSpc>
            </a:pPr>
            <a:endParaRPr lang="zh-CN" altLang="en-US" dirty="0"/>
          </a:p>
        </p:txBody>
      </p:sp>
      <p:pic>
        <p:nvPicPr>
          <p:cNvPr id="4" name="图片 3"/>
          <p:cNvPicPr>
            <a:picLocks noChangeAspect="1"/>
          </p:cNvPicPr>
          <p:nvPr/>
        </p:nvPicPr>
        <p:blipFill>
          <a:blip r:embed="rId2"/>
          <a:stretch>
            <a:fillRect/>
          </a:stretch>
        </p:blipFill>
        <p:spPr>
          <a:xfrm>
            <a:off x="3693900" y="3015363"/>
            <a:ext cx="4883922" cy="2317537"/>
          </a:xfrm>
          <a:prstGeom prst="rect">
            <a:avLst/>
          </a:prstGeom>
        </p:spPr>
      </p:pic>
    </p:spTree>
    <p:extLst>
      <p:ext uri="{BB962C8B-B14F-4D97-AF65-F5344CB8AC3E}">
        <p14:creationId xmlns:p14="http://schemas.microsoft.com/office/powerpoint/2010/main" val="2817662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33688F-0D95-4F84-AFB4-67A65CFE56C2}"/>
              </a:ext>
            </a:extLst>
          </p:cNvPr>
          <p:cNvSpPr>
            <a:spLocks noGrp="1"/>
          </p:cNvSpPr>
          <p:nvPr>
            <p:ph type="title"/>
          </p:nvPr>
        </p:nvSpPr>
        <p:spPr/>
        <p:txBody>
          <a:bodyPr/>
          <a:lstStyle/>
          <a:p>
            <a:r>
              <a:rPr lang="en-US" altLang="zh-CN" dirty="0"/>
              <a:t>4. </a:t>
            </a:r>
            <a:r>
              <a:rPr lang="zh-CN" altLang="en-US" dirty="0"/>
              <a:t>实时系统</a:t>
            </a:r>
          </a:p>
        </p:txBody>
      </p:sp>
      <p:sp>
        <p:nvSpPr>
          <p:cNvPr id="3" name="内容占位符 2">
            <a:extLst>
              <a:ext uri="{FF2B5EF4-FFF2-40B4-BE49-F238E27FC236}">
                <a16:creationId xmlns:a16="http://schemas.microsoft.com/office/drawing/2014/main" id="{BD8945E6-500B-4ED0-A62E-31D01C278B43}"/>
              </a:ext>
            </a:extLst>
          </p:cNvPr>
          <p:cNvSpPr>
            <a:spLocks noGrp="1"/>
          </p:cNvSpPr>
          <p:nvPr>
            <p:ph idx="1"/>
          </p:nvPr>
        </p:nvSpPr>
        <p:spPr/>
        <p:txBody>
          <a:bodyPr/>
          <a:lstStyle/>
          <a:p>
            <a:r>
              <a:rPr lang="zh-CN" altLang="en-US" dirty="0"/>
              <a:t>实时（</a:t>
            </a:r>
            <a:r>
              <a:rPr lang="en-US" altLang="zh-CN" dirty="0"/>
              <a:t>real-time</a:t>
            </a:r>
            <a:r>
              <a:rPr lang="zh-CN" altLang="en-US" dirty="0"/>
              <a:t>）系统</a:t>
            </a:r>
            <a:endParaRPr lang="en-US" altLang="zh-CN" dirty="0"/>
          </a:p>
          <a:p>
            <a:pPr lvl="1"/>
            <a:r>
              <a:rPr lang="zh-CN" altLang="en-US" dirty="0"/>
              <a:t>实时系统是指系统能及时响应外部事件的请求，在规定的时间（</a:t>
            </a:r>
            <a:r>
              <a:rPr lang="en-US" altLang="zh-CN" dirty="0"/>
              <a:t>deadline</a:t>
            </a:r>
            <a:r>
              <a:rPr lang="zh-CN" altLang="en-US" dirty="0"/>
              <a:t>）范围内完成对该事件的处理，并控制实时任务协调一致地运行。</a:t>
            </a:r>
            <a:endParaRPr lang="en-US" altLang="zh-CN" dirty="0"/>
          </a:p>
          <a:p>
            <a:endParaRPr lang="zh-CN" altLang="en-US" dirty="0"/>
          </a:p>
          <a:p>
            <a:r>
              <a:rPr lang="zh-CN" altLang="en-US" dirty="0"/>
              <a:t>硬实时（</a:t>
            </a:r>
            <a:r>
              <a:rPr lang="en-US" altLang="zh-CN" dirty="0"/>
              <a:t>hard real-time</a:t>
            </a:r>
            <a:r>
              <a:rPr lang="zh-CN" altLang="en-US" dirty="0"/>
              <a:t>）系统</a:t>
            </a:r>
            <a:endParaRPr lang="en-US" altLang="zh-CN" dirty="0"/>
          </a:p>
          <a:p>
            <a:pPr lvl="1"/>
            <a:r>
              <a:rPr lang="zh-CN" altLang="en-US" dirty="0"/>
              <a:t>若实时约束不被满足，则会导致灾难性后果</a:t>
            </a:r>
            <a:endParaRPr lang="en-US" altLang="zh-CN" dirty="0"/>
          </a:p>
          <a:p>
            <a:pPr lvl="1"/>
            <a:endParaRPr lang="en-US" altLang="zh-CN" dirty="0"/>
          </a:p>
          <a:p>
            <a:r>
              <a:rPr lang="zh-CN" altLang="en-US" dirty="0"/>
              <a:t>软实时（</a:t>
            </a:r>
            <a:r>
              <a:rPr lang="en-US" altLang="zh-CN" dirty="0"/>
              <a:t>soft real-time</a:t>
            </a:r>
            <a:r>
              <a:rPr lang="zh-CN" altLang="en-US" dirty="0"/>
              <a:t>）系统</a:t>
            </a:r>
            <a:endParaRPr lang="en-US" altLang="zh-CN" dirty="0"/>
          </a:p>
          <a:p>
            <a:pPr lvl="1"/>
            <a:r>
              <a:rPr lang="zh-CN" altLang="en-US" dirty="0"/>
              <a:t>若实时约束不被满足，则会导致服务质量的降级</a:t>
            </a:r>
          </a:p>
        </p:txBody>
      </p:sp>
    </p:spTree>
    <p:extLst>
      <p:ext uri="{BB962C8B-B14F-4D97-AF65-F5344CB8AC3E}">
        <p14:creationId xmlns:p14="http://schemas.microsoft.com/office/powerpoint/2010/main" val="4128016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689981-BB12-4A97-9359-7685C5D167C6}"/>
              </a:ext>
            </a:extLst>
          </p:cNvPr>
          <p:cNvSpPr>
            <a:spLocks noGrp="1"/>
          </p:cNvSpPr>
          <p:nvPr>
            <p:ph type="title"/>
          </p:nvPr>
        </p:nvSpPr>
        <p:spPr/>
        <p:txBody>
          <a:bodyPr/>
          <a:lstStyle/>
          <a:p>
            <a:r>
              <a:rPr lang="en-US" altLang="zh-CN" dirty="0"/>
              <a:t>5.</a:t>
            </a:r>
            <a:r>
              <a:rPr lang="zh-CN" altLang="en-US" dirty="0"/>
              <a:t> 衍生和多样化阶段</a:t>
            </a:r>
          </a:p>
        </p:txBody>
      </p:sp>
      <p:sp>
        <p:nvSpPr>
          <p:cNvPr id="3" name="内容占位符 2">
            <a:extLst>
              <a:ext uri="{FF2B5EF4-FFF2-40B4-BE49-F238E27FC236}">
                <a16:creationId xmlns:a16="http://schemas.microsoft.com/office/drawing/2014/main" id="{65EB005B-7F44-45D1-92C8-B46EDF69EB09}"/>
              </a:ext>
            </a:extLst>
          </p:cNvPr>
          <p:cNvSpPr>
            <a:spLocks noGrp="1"/>
          </p:cNvSpPr>
          <p:nvPr>
            <p:ph idx="1"/>
          </p:nvPr>
        </p:nvSpPr>
        <p:spPr/>
        <p:txBody>
          <a:bodyPr/>
          <a:lstStyle/>
          <a:p>
            <a:pPr>
              <a:lnSpc>
                <a:spcPct val="100000"/>
              </a:lnSpc>
            </a:pPr>
            <a:r>
              <a:rPr lang="zh-CN" altLang="en-US" sz="2800" dirty="0"/>
              <a:t>嵌入式操作系统</a:t>
            </a:r>
          </a:p>
          <a:p>
            <a:pPr>
              <a:lnSpc>
                <a:spcPct val="100000"/>
              </a:lnSpc>
            </a:pPr>
            <a:r>
              <a:rPr lang="zh-CN" altLang="en-US" sz="2800" dirty="0"/>
              <a:t>个人计算机操作系统</a:t>
            </a:r>
          </a:p>
          <a:p>
            <a:pPr>
              <a:lnSpc>
                <a:spcPct val="100000"/>
              </a:lnSpc>
            </a:pPr>
            <a:r>
              <a:rPr lang="zh-CN" altLang="en-US" sz="2800" dirty="0"/>
              <a:t>网络操作系统</a:t>
            </a:r>
          </a:p>
          <a:p>
            <a:pPr>
              <a:lnSpc>
                <a:spcPct val="100000"/>
              </a:lnSpc>
            </a:pPr>
            <a:r>
              <a:rPr lang="zh-CN" altLang="en-US" sz="2800" dirty="0"/>
              <a:t>分布式操作系统 </a:t>
            </a:r>
          </a:p>
        </p:txBody>
      </p:sp>
    </p:spTree>
    <p:extLst>
      <p:ext uri="{BB962C8B-B14F-4D97-AF65-F5344CB8AC3E}">
        <p14:creationId xmlns:p14="http://schemas.microsoft.com/office/powerpoint/2010/main" val="1935217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DAD1DB-DD68-4356-B77B-E6C9A797D4A9}"/>
              </a:ext>
            </a:extLst>
          </p:cNvPr>
          <p:cNvSpPr>
            <a:spLocks noGrp="1"/>
          </p:cNvSpPr>
          <p:nvPr>
            <p:ph type="title"/>
          </p:nvPr>
        </p:nvSpPr>
        <p:spPr/>
        <p:txBody>
          <a:bodyPr/>
          <a:lstStyle/>
          <a:p>
            <a:r>
              <a:rPr lang="zh-CN" altLang="en-US" dirty="0"/>
              <a:t>嵌入式操作系统</a:t>
            </a:r>
          </a:p>
        </p:txBody>
      </p:sp>
      <p:sp>
        <p:nvSpPr>
          <p:cNvPr id="3" name="内容占位符 2">
            <a:extLst>
              <a:ext uri="{FF2B5EF4-FFF2-40B4-BE49-F238E27FC236}">
                <a16:creationId xmlns:a16="http://schemas.microsoft.com/office/drawing/2014/main" id="{2889829F-9246-403E-ABB8-88602FA6DAE0}"/>
              </a:ext>
            </a:extLst>
          </p:cNvPr>
          <p:cNvSpPr>
            <a:spLocks noGrp="1"/>
          </p:cNvSpPr>
          <p:nvPr>
            <p:ph idx="1"/>
          </p:nvPr>
        </p:nvSpPr>
        <p:spPr/>
        <p:txBody>
          <a:bodyPr/>
          <a:lstStyle/>
          <a:p>
            <a:pPr>
              <a:lnSpc>
                <a:spcPct val="100000"/>
              </a:lnSpc>
            </a:pPr>
            <a:r>
              <a:rPr lang="zh-CN" altLang="en-US" sz="2800" dirty="0"/>
              <a:t>资源受限环境下工作的操作系统</a:t>
            </a:r>
            <a:endParaRPr lang="en-US" altLang="zh-CN" sz="2800" dirty="0"/>
          </a:p>
          <a:p>
            <a:pPr lvl="1">
              <a:lnSpc>
                <a:spcPct val="100000"/>
              </a:lnSpc>
            </a:pPr>
            <a:r>
              <a:rPr lang="zh-CN" altLang="en-US" sz="2400" dirty="0"/>
              <a:t>计算能力受限</a:t>
            </a:r>
            <a:endParaRPr lang="en-US" altLang="zh-CN" sz="2400" dirty="0"/>
          </a:p>
          <a:p>
            <a:pPr lvl="1">
              <a:lnSpc>
                <a:spcPct val="100000"/>
              </a:lnSpc>
            </a:pPr>
            <a:r>
              <a:rPr lang="zh-CN" altLang="en-US" sz="2400" dirty="0"/>
              <a:t>能耗受限</a:t>
            </a:r>
            <a:endParaRPr lang="en-US" altLang="zh-CN" sz="2400" dirty="0"/>
          </a:p>
          <a:p>
            <a:pPr lvl="1">
              <a:lnSpc>
                <a:spcPct val="100000"/>
              </a:lnSpc>
            </a:pPr>
            <a:r>
              <a:rPr lang="zh-CN" altLang="en-US" sz="2400" dirty="0"/>
              <a:t>网络连接情况受限等</a:t>
            </a:r>
            <a:endParaRPr lang="en-US" altLang="zh-CN" sz="2400" dirty="0"/>
          </a:p>
          <a:p>
            <a:pPr lvl="1">
              <a:lnSpc>
                <a:spcPct val="100000"/>
              </a:lnSpc>
            </a:pPr>
            <a:endParaRPr lang="en-US" altLang="zh-CN" sz="2400" dirty="0"/>
          </a:p>
          <a:p>
            <a:pPr>
              <a:lnSpc>
                <a:spcPct val="100000"/>
              </a:lnSpc>
            </a:pPr>
            <a:r>
              <a:rPr lang="zh-CN" altLang="en-US" sz="2800" dirty="0"/>
              <a:t>典型应用场景</a:t>
            </a:r>
            <a:endParaRPr lang="en-US" altLang="zh-CN" sz="2800" dirty="0"/>
          </a:p>
          <a:p>
            <a:pPr lvl="1">
              <a:lnSpc>
                <a:spcPct val="100000"/>
              </a:lnSpc>
            </a:pPr>
            <a:r>
              <a:rPr lang="zh-CN" altLang="en-US" sz="2400" dirty="0"/>
              <a:t>各类（小）电器设备，如掌上</a:t>
            </a:r>
            <a:r>
              <a:rPr lang="en-US" altLang="zh-CN" sz="2400" dirty="0"/>
              <a:t>PDA</a:t>
            </a:r>
            <a:r>
              <a:rPr lang="zh-CN" altLang="en-US" sz="2400" dirty="0"/>
              <a:t>、手机、微波炉、数字相机、自动售货机、工业自动化仪表与医疗仪器等。</a:t>
            </a:r>
          </a:p>
        </p:txBody>
      </p:sp>
    </p:spTree>
    <p:extLst>
      <p:ext uri="{BB962C8B-B14F-4D97-AF65-F5344CB8AC3E}">
        <p14:creationId xmlns:p14="http://schemas.microsoft.com/office/powerpoint/2010/main" val="3279017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365A6-0992-4256-9BDA-4DB1FB58D303}"/>
              </a:ext>
            </a:extLst>
          </p:cNvPr>
          <p:cNvSpPr>
            <a:spLocks noGrp="1"/>
          </p:cNvSpPr>
          <p:nvPr>
            <p:ph type="title"/>
          </p:nvPr>
        </p:nvSpPr>
        <p:spPr/>
        <p:txBody>
          <a:bodyPr/>
          <a:lstStyle/>
          <a:p>
            <a:r>
              <a:rPr lang="zh-CN" altLang="en-US" dirty="0"/>
              <a:t>个人计算机操作系统</a:t>
            </a:r>
          </a:p>
        </p:txBody>
      </p:sp>
      <p:sp>
        <p:nvSpPr>
          <p:cNvPr id="3" name="内容占位符 2">
            <a:extLst>
              <a:ext uri="{FF2B5EF4-FFF2-40B4-BE49-F238E27FC236}">
                <a16:creationId xmlns:a16="http://schemas.microsoft.com/office/drawing/2014/main" id="{56958DA0-C3C9-4372-9270-49CF686878A0}"/>
              </a:ext>
            </a:extLst>
          </p:cNvPr>
          <p:cNvSpPr>
            <a:spLocks noGrp="1"/>
          </p:cNvSpPr>
          <p:nvPr>
            <p:ph idx="1"/>
          </p:nvPr>
        </p:nvSpPr>
        <p:spPr/>
        <p:txBody>
          <a:bodyPr/>
          <a:lstStyle/>
          <a:p>
            <a:pPr>
              <a:lnSpc>
                <a:spcPct val="100000"/>
              </a:lnSpc>
            </a:pPr>
            <a:r>
              <a:rPr lang="zh-CN" altLang="en-US" sz="2800" dirty="0"/>
              <a:t>面向个人电脑（</a:t>
            </a:r>
            <a:r>
              <a:rPr lang="en-US" altLang="zh-CN" sz="2800" dirty="0"/>
              <a:t>PC</a:t>
            </a:r>
            <a:r>
              <a:rPr lang="zh-CN" altLang="en-US" sz="2800" dirty="0"/>
              <a:t>）设计的操作系统</a:t>
            </a:r>
            <a:endParaRPr lang="en-US" altLang="zh-CN" sz="2800" dirty="0"/>
          </a:p>
          <a:p>
            <a:pPr lvl="1">
              <a:lnSpc>
                <a:spcPct val="100000"/>
              </a:lnSpc>
            </a:pPr>
            <a:r>
              <a:rPr lang="zh-CN" altLang="en-US" sz="2400" dirty="0"/>
              <a:t>算力一般</a:t>
            </a:r>
            <a:endParaRPr lang="en-US" altLang="zh-CN" sz="2400" dirty="0"/>
          </a:p>
          <a:p>
            <a:pPr lvl="1">
              <a:lnSpc>
                <a:spcPct val="100000"/>
              </a:lnSpc>
            </a:pPr>
            <a:r>
              <a:rPr lang="zh-CN" altLang="en-US" sz="2400" dirty="0"/>
              <a:t>外设丰富</a:t>
            </a:r>
            <a:endParaRPr lang="en-US" altLang="zh-CN" sz="2400" dirty="0"/>
          </a:p>
          <a:p>
            <a:pPr lvl="1">
              <a:lnSpc>
                <a:spcPct val="100000"/>
              </a:lnSpc>
            </a:pPr>
            <a:r>
              <a:rPr lang="zh-CN" altLang="en-US" sz="2400" dirty="0"/>
              <a:t>与人直接交互</a:t>
            </a:r>
            <a:endParaRPr lang="en-US" altLang="zh-CN" sz="2400" dirty="0"/>
          </a:p>
          <a:p>
            <a:pPr lvl="1">
              <a:lnSpc>
                <a:spcPct val="100000"/>
              </a:lnSpc>
            </a:pPr>
            <a:endParaRPr lang="en-US" altLang="zh-CN" sz="2400" dirty="0"/>
          </a:p>
          <a:p>
            <a:pPr>
              <a:lnSpc>
                <a:spcPct val="100000"/>
              </a:lnSpc>
            </a:pPr>
            <a:r>
              <a:rPr lang="zh-CN" altLang="en-US" sz="2800" dirty="0"/>
              <a:t>主要特点</a:t>
            </a:r>
            <a:endParaRPr lang="en-US" altLang="zh-CN" sz="2800" dirty="0"/>
          </a:p>
          <a:p>
            <a:pPr lvl="1">
              <a:lnSpc>
                <a:spcPct val="100000"/>
              </a:lnSpc>
            </a:pPr>
            <a:r>
              <a:rPr lang="zh-CN" altLang="en-US" sz="2400" dirty="0"/>
              <a:t>单用户多任务环境</a:t>
            </a:r>
            <a:endParaRPr lang="en-US" altLang="zh-CN" sz="2400" dirty="0"/>
          </a:p>
          <a:p>
            <a:pPr lvl="1">
              <a:lnSpc>
                <a:spcPct val="100000"/>
              </a:lnSpc>
            </a:pPr>
            <a:r>
              <a:rPr lang="zh-CN" altLang="en-US" sz="2400" dirty="0"/>
              <a:t>界面友好</a:t>
            </a:r>
            <a:endParaRPr lang="en-US" altLang="zh-CN" sz="2400" dirty="0"/>
          </a:p>
        </p:txBody>
      </p:sp>
    </p:spTree>
    <p:extLst>
      <p:ext uri="{BB962C8B-B14F-4D97-AF65-F5344CB8AC3E}">
        <p14:creationId xmlns:p14="http://schemas.microsoft.com/office/powerpoint/2010/main" val="455146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CF0B55-7EFE-4D1C-8557-35376A3BAF0C}"/>
              </a:ext>
            </a:extLst>
          </p:cNvPr>
          <p:cNvSpPr>
            <a:spLocks noGrp="1"/>
          </p:cNvSpPr>
          <p:nvPr>
            <p:ph type="title"/>
          </p:nvPr>
        </p:nvSpPr>
        <p:spPr/>
        <p:txBody>
          <a:bodyPr/>
          <a:lstStyle/>
          <a:p>
            <a:r>
              <a:rPr lang="zh-CN" altLang="en-US" dirty="0"/>
              <a:t>网络操作系统</a:t>
            </a:r>
          </a:p>
        </p:txBody>
      </p:sp>
      <p:sp>
        <p:nvSpPr>
          <p:cNvPr id="3" name="内容占位符 2">
            <a:extLst>
              <a:ext uri="{FF2B5EF4-FFF2-40B4-BE49-F238E27FC236}">
                <a16:creationId xmlns:a16="http://schemas.microsoft.com/office/drawing/2014/main" id="{58EE29B3-8FF1-41DD-B496-63CA93317851}"/>
              </a:ext>
            </a:extLst>
          </p:cNvPr>
          <p:cNvSpPr>
            <a:spLocks noGrp="1"/>
          </p:cNvSpPr>
          <p:nvPr>
            <p:ph idx="1"/>
          </p:nvPr>
        </p:nvSpPr>
        <p:spPr/>
        <p:txBody>
          <a:bodyPr/>
          <a:lstStyle/>
          <a:p>
            <a:pPr>
              <a:lnSpc>
                <a:spcPct val="100000"/>
              </a:lnSpc>
            </a:pPr>
            <a:r>
              <a:rPr lang="zh-CN" altLang="en-US" sz="2800" dirty="0"/>
              <a:t>支持网络通讯的操作系统</a:t>
            </a:r>
            <a:endParaRPr lang="en-US" altLang="zh-CN" sz="2800" dirty="0"/>
          </a:p>
          <a:p>
            <a:pPr lvl="1">
              <a:lnSpc>
                <a:spcPct val="100000"/>
              </a:lnSpc>
            </a:pPr>
            <a:r>
              <a:rPr lang="zh-CN" altLang="en-US" sz="2400" dirty="0"/>
              <a:t>支持网络通讯协议</a:t>
            </a:r>
            <a:endParaRPr lang="en-US" altLang="zh-CN" sz="2400" dirty="0"/>
          </a:p>
          <a:p>
            <a:pPr lvl="1">
              <a:lnSpc>
                <a:spcPct val="100000"/>
              </a:lnSpc>
            </a:pPr>
            <a:r>
              <a:rPr lang="zh-CN" altLang="en-US" sz="2400" dirty="0"/>
              <a:t>通过网络实现资源的远程访问</a:t>
            </a:r>
            <a:endParaRPr lang="en-US" altLang="zh-CN" sz="2400" dirty="0"/>
          </a:p>
          <a:p>
            <a:pPr lvl="1">
              <a:lnSpc>
                <a:spcPct val="100000"/>
              </a:lnSpc>
            </a:pPr>
            <a:endParaRPr lang="en-US" altLang="zh-CN" sz="2400" dirty="0"/>
          </a:p>
          <a:p>
            <a:pPr>
              <a:lnSpc>
                <a:spcPct val="100000"/>
              </a:lnSpc>
            </a:pPr>
            <a:r>
              <a:rPr lang="zh-CN" altLang="en-US" sz="2800" dirty="0"/>
              <a:t>主要特点</a:t>
            </a:r>
            <a:endParaRPr lang="en-US" altLang="zh-CN" sz="2800" dirty="0"/>
          </a:p>
          <a:p>
            <a:pPr lvl="1">
              <a:lnSpc>
                <a:spcPct val="100000"/>
              </a:lnSpc>
            </a:pPr>
            <a:r>
              <a:rPr lang="zh-CN" altLang="en-US" sz="2400" dirty="0"/>
              <a:t>支撑各类网络应用（如</a:t>
            </a:r>
            <a:r>
              <a:rPr lang="en-US" altLang="zh-CN" sz="2400" dirty="0"/>
              <a:t>Web</a:t>
            </a:r>
            <a:r>
              <a:rPr lang="zh-CN" altLang="en-US" sz="2400" dirty="0"/>
              <a:t>、</a:t>
            </a:r>
            <a:r>
              <a:rPr lang="en-US" altLang="zh-CN" sz="2400" dirty="0"/>
              <a:t>FTP</a:t>
            </a:r>
            <a:r>
              <a:rPr lang="zh-CN" altLang="en-US" sz="2400" dirty="0"/>
              <a:t>等）</a:t>
            </a:r>
            <a:endParaRPr lang="en-US" altLang="zh-CN" sz="2400" dirty="0"/>
          </a:p>
          <a:p>
            <a:pPr lvl="1">
              <a:lnSpc>
                <a:spcPct val="100000"/>
              </a:lnSpc>
            </a:pPr>
            <a:r>
              <a:rPr lang="zh-CN" altLang="en-US" sz="2400" dirty="0"/>
              <a:t>安全性得到加强</a:t>
            </a:r>
          </a:p>
        </p:txBody>
      </p:sp>
    </p:spTree>
    <p:extLst>
      <p:ext uri="{BB962C8B-B14F-4D97-AF65-F5344CB8AC3E}">
        <p14:creationId xmlns:p14="http://schemas.microsoft.com/office/powerpoint/2010/main" val="2214101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8ACFF8-F34C-442D-A244-12117540E282}"/>
              </a:ext>
            </a:extLst>
          </p:cNvPr>
          <p:cNvSpPr>
            <a:spLocks noGrp="1"/>
          </p:cNvSpPr>
          <p:nvPr>
            <p:ph type="title"/>
          </p:nvPr>
        </p:nvSpPr>
        <p:spPr/>
        <p:txBody>
          <a:bodyPr/>
          <a:lstStyle/>
          <a:p>
            <a:r>
              <a:rPr lang="zh-CN" altLang="en-US" dirty="0"/>
              <a:t>分布式操作系统</a:t>
            </a:r>
          </a:p>
        </p:txBody>
      </p:sp>
      <p:sp>
        <p:nvSpPr>
          <p:cNvPr id="3" name="内容占位符 2">
            <a:extLst>
              <a:ext uri="{FF2B5EF4-FFF2-40B4-BE49-F238E27FC236}">
                <a16:creationId xmlns:a16="http://schemas.microsoft.com/office/drawing/2014/main" id="{8352E347-61DA-4E01-80A9-EFA70AA6B518}"/>
              </a:ext>
            </a:extLst>
          </p:cNvPr>
          <p:cNvSpPr>
            <a:spLocks noGrp="1"/>
          </p:cNvSpPr>
          <p:nvPr>
            <p:ph idx="1"/>
          </p:nvPr>
        </p:nvSpPr>
        <p:spPr/>
        <p:txBody>
          <a:bodyPr/>
          <a:lstStyle/>
          <a:p>
            <a:pPr>
              <a:lnSpc>
                <a:spcPct val="100000"/>
              </a:lnSpc>
            </a:pPr>
            <a:r>
              <a:rPr lang="zh-CN" altLang="en-US" sz="2800" dirty="0"/>
              <a:t>分布式系统</a:t>
            </a:r>
            <a:endParaRPr lang="en-US" altLang="zh-CN" sz="2800" dirty="0"/>
          </a:p>
          <a:p>
            <a:pPr lvl="1">
              <a:lnSpc>
                <a:spcPct val="100000"/>
              </a:lnSpc>
            </a:pPr>
            <a:r>
              <a:rPr lang="zh-CN" altLang="en-US" sz="2400" dirty="0"/>
              <a:t>分布式系统是指多个分散的处理单元经互连网络连接而形成的系统，其中每个处理单元既具有高度自治性又相互协同，能在系统范围内实现资源管理、任务动态分配，并能并行地运行分布式程序。</a:t>
            </a:r>
            <a:endParaRPr lang="en-US" altLang="zh-CN" sz="2400" dirty="0"/>
          </a:p>
          <a:p>
            <a:pPr lvl="1">
              <a:lnSpc>
                <a:spcPct val="100000"/>
              </a:lnSpc>
            </a:pPr>
            <a:endParaRPr lang="zh-CN" altLang="en-US" sz="2400" dirty="0"/>
          </a:p>
          <a:p>
            <a:pPr>
              <a:lnSpc>
                <a:spcPct val="100000"/>
              </a:lnSpc>
            </a:pPr>
            <a:r>
              <a:rPr lang="zh-CN" altLang="en-US" sz="2800" dirty="0"/>
              <a:t>分布式操作系统的特点</a:t>
            </a:r>
            <a:endParaRPr lang="en-US" altLang="zh-CN" sz="2800" dirty="0"/>
          </a:p>
          <a:p>
            <a:pPr lvl="1">
              <a:lnSpc>
                <a:spcPct val="100000"/>
              </a:lnSpc>
            </a:pPr>
            <a:r>
              <a:rPr lang="zh-CN" altLang="en-US" sz="2400" dirty="0"/>
              <a:t>资源协调和调度</a:t>
            </a:r>
            <a:endParaRPr lang="en-US" altLang="zh-CN" sz="2400" dirty="0"/>
          </a:p>
          <a:p>
            <a:pPr lvl="1">
              <a:lnSpc>
                <a:spcPct val="100000"/>
              </a:lnSpc>
            </a:pPr>
            <a:r>
              <a:rPr lang="zh-CN" altLang="en-US" sz="2400" dirty="0"/>
              <a:t>单一系统镜像（</a:t>
            </a:r>
            <a:r>
              <a:rPr lang="en-US" altLang="zh-CN" sz="2400" dirty="0"/>
              <a:t>SSI</a:t>
            </a:r>
            <a:r>
              <a:rPr lang="zh-CN" altLang="en-US" sz="2400" dirty="0"/>
              <a:t>）</a:t>
            </a:r>
            <a:endParaRPr lang="en-US" altLang="zh-CN" sz="2400" dirty="0"/>
          </a:p>
          <a:p>
            <a:pPr lvl="1">
              <a:lnSpc>
                <a:spcPct val="100000"/>
              </a:lnSpc>
            </a:pPr>
            <a:r>
              <a:rPr lang="zh-CN" altLang="en-US" sz="2400" dirty="0"/>
              <a:t>其他</a:t>
            </a:r>
          </a:p>
        </p:txBody>
      </p:sp>
    </p:spTree>
    <p:extLst>
      <p:ext uri="{BB962C8B-B14F-4D97-AF65-F5344CB8AC3E}">
        <p14:creationId xmlns:p14="http://schemas.microsoft.com/office/powerpoint/2010/main" val="39581728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F38EA-BDED-41DA-B58C-B1DDE7B53472}"/>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AA4E3ECA-0F0B-4793-A6EB-BE02F2F68A3A}"/>
              </a:ext>
            </a:extLst>
          </p:cNvPr>
          <p:cNvSpPr>
            <a:spLocks noGrp="1"/>
          </p:cNvSpPr>
          <p:nvPr>
            <p:ph idx="1"/>
          </p:nvPr>
        </p:nvSpPr>
        <p:spPr/>
        <p:txBody>
          <a:bodyPr/>
          <a:lstStyle/>
          <a:p>
            <a:r>
              <a:rPr lang="zh-CN" altLang="en-US" dirty="0"/>
              <a:t>操作系统与计算机体系结构的关系</a:t>
            </a:r>
          </a:p>
          <a:p>
            <a:r>
              <a:rPr lang="zh-CN" altLang="en-US" dirty="0"/>
              <a:t>操作系统的形成与发展</a:t>
            </a:r>
          </a:p>
          <a:p>
            <a:r>
              <a:rPr lang="zh-CN" altLang="en-US" dirty="0">
                <a:solidFill>
                  <a:srgbClr val="FF0000"/>
                </a:solidFill>
              </a:rPr>
              <a:t>操作系统的定义</a:t>
            </a:r>
          </a:p>
          <a:p>
            <a:r>
              <a:rPr lang="zh-CN" altLang="en-US" dirty="0"/>
              <a:t>操作系统的资源管理功能</a:t>
            </a:r>
          </a:p>
          <a:p>
            <a:pPr marL="0" indent="0">
              <a:buNone/>
            </a:pPr>
            <a:endParaRPr lang="zh-CN" altLang="en-US" dirty="0"/>
          </a:p>
        </p:txBody>
      </p:sp>
    </p:spTree>
    <p:extLst>
      <p:ext uri="{BB962C8B-B14F-4D97-AF65-F5344CB8AC3E}">
        <p14:creationId xmlns:p14="http://schemas.microsoft.com/office/powerpoint/2010/main" val="948110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CA5AF4-FC18-4661-94F8-478B361C67FF}"/>
              </a:ext>
            </a:extLst>
          </p:cNvPr>
          <p:cNvSpPr>
            <a:spLocks noGrp="1"/>
          </p:cNvSpPr>
          <p:nvPr>
            <p:ph type="title"/>
          </p:nvPr>
        </p:nvSpPr>
        <p:spPr/>
        <p:txBody>
          <a:bodyPr/>
          <a:lstStyle/>
          <a:p>
            <a:r>
              <a:rPr lang="zh-CN" altLang="en-US" dirty="0"/>
              <a:t>操作系统的定义</a:t>
            </a:r>
          </a:p>
        </p:txBody>
      </p:sp>
      <p:sp>
        <p:nvSpPr>
          <p:cNvPr id="3" name="内容占位符 2">
            <a:extLst>
              <a:ext uri="{FF2B5EF4-FFF2-40B4-BE49-F238E27FC236}">
                <a16:creationId xmlns:a16="http://schemas.microsoft.com/office/drawing/2014/main" id="{C420EA83-3124-4757-833E-EE113BEDFEAE}"/>
              </a:ext>
            </a:extLst>
          </p:cNvPr>
          <p:cNvSpPr>
            <a:spLocks noGrp="1"/>
          </p:cNvSpPr>
          <p:nvPr>
            <p:ph idx="1"/>
          </p:nvPr>
        </p:nvSpPr>
        <p:spPr/>
        <p:txBody>
          <a:bodyPr>
            <a:normAutofit/>
          </a:bodyPr>
          <a:lstStyle/>
          <a:p>
            <a:pPr>
              <a:lnSpc>
                <a:spcPct val="100000"/>
              </a:lnSpc>
            </a:pPr>
            <a:r>
              <a:rPr lang="zh-CN" altLang="en-US" sz="2800" dirty="0"/>
              <a:t>操作系统的定义</a:t>
            </a:r>
            <a:endParaRPr lang="en-US" altLang="zh-CN" sz="2800" dirty="0"/>
          </a:p>
          <a:p>
            <a:pPr lvl="1">
              <a:lnSpc>
                <a:spcPct val="100000"/>
              </a:lnSpc>
            </a:pPr>
            <a:r>
              <a:rPr lang="zh-CN" altLang="en-US" sz="2400" dirty="0"/>
              <a:t>操作系统（</a:t>
            </a:r>
            <a:r>
              <a:rPr lang="en-US" altLang="zh-CN" sz="2400" dirty="0"/>
              <a:t>OS</a:t>
            </a:r>
            <a:r>
              <a:rPr lang="zh-CN" altLang="en-US" sz="2400" dirty="0"/>
              <a:t>）是一个大型的</a:t>
            </a:r>
            <a:r>
              <a:rPr lang="zh-CN" altLang="en-US" sz="2400" b="1" dirty="0"/>
              <a:t>软件系统</a:t>
            </a:r>
            <a:r>
              <a:rPr lang="zh-CN" altLang="en-US" sz="2400" dirty="0"/>
              <a:t>，它负责计算机系统</a:t>
            </a:r>
            <a:r>
              <a:rPr lang="zh-CN" altLang="en-US" sz="2400" b="1" dirty="0"/>
              <a:t>软、硬件资源的分配，控制和协调并发活动</a:t>
            </a:r>
            <a:r>
              <a:rPr lang="zh-CN" altLang="en-US" sz="2400" dirty="0"/>
              <a:t>，</a:t>
            </a:r>
            <a:r>
              <a:rPr lang="zh-CN" altLang="en-US" sz="2400" b="1" dirty="0"/>
              <a:t>提供</a:t>
            </a:r>
            <a:r>
              <a:rPr lang="zh-CN" altLang="en-US" sz="2400" dirty="0"/>
              <a:t>给用户和其他软件方便的</a:t>
            </a:r>
            <a:r>
              <a:rPr lang="zh-CN" altLang="en-US" sz="2400" b="1" dirty="0"/>
              <a:t>接口和环境</a:t>
            </a:r>
            <a:r>
              <a:rPr lang="zh-CN" altLang="en-US" sz="2400" dirty="0"/>
              <a:t>，使用户获得良好的工作环境。</a:t>
            </a:r>
            <a:endParaRPr lang="en-US" altLang="zh-CN" sz="2400" dirty="0"/>
          </a:p>
          <a:p>
            <a:pPr>
              <a:lnSpc>
                <a:spcPct val="100000"/>
              </a:lnSpc>
            </a:pPr>
            <a:endParaRPr lang="en-US" altLang="zh-CN" sz="2800" dirty="0"/>
          </a:p>
          <a:p>
            <a:pPr>
              <a:lnSpc>
                <a:spcPct val="100000"/>
              </a:lnSpc>
            </a:pPr>
            <a:r>
              <a:rPr lang="zh-CN" altLang="en-US" sz="2800" dirty="0"/>
              <a:t>操作系统的特点</a:t>
            </a:r>
            <a:endParaRPr lang="en-US" altLang="zh-CN" sz="2800" dirty="0"/>
          </a:p>
          <a:p>
            <a:pPr lvl="1">
              <a:lnSpc>
                <a:spcPct val="100000"/>
              </a:lnSpc>
            </a:pPr>
            <a:r>
              <a:rPr lang="zh-CN" altLang="en-US" sz="2400" dirty="0"/>
              <a:t>并发（</a:t>
            </a:r>
            <a:r>
              <a:rPr lang="en-US" altLang="zh-CN" sz="2400" dirty="0"/>
              <a:t>concurrency</a:t>
            </a:r>
            <a:r>
              <a:rPr lang="zh-CN" altLang="en-US" sz="2400" dirty="0"/>
              <a:t>）</a:t>
            </a:r>
            <a:endParaRPr lang="en-US" altLang="zh-CN" sz="2400" dirty="0"/>
          </a:p>
          <a:p>
            <a:pPr lvl="1">
              <a:lnSpc>
                <a:spcPct val="100000"/>
              </a:lnSpc>
            </a:pPr>
            <a:r>
              <a:rPr lang="zh-CN" altLang="en-US" sz="2400" dirty="0"/>
              <a:t>共享（</a:t>
            </a:r>
            <a:r>
              <a:rPr lang="en-US" altLang="zh-CN" sz="2400" dirty="0"/>
              <a:t>sharing</a:t>
            </a:r>
            <a:r>
              <a:rPr lang="zh-CN" altLang="en-US" sz="2400" dirty="0"/>
              <a:t>）</a:t>
            </a:r>
            <a:endParaRPr lang="en-US" altLang="zh-CN" sz="2400" dirty="0"/>
          </a:p>
          <a:p>
            <a:pPr lvl="1">
              <a:lnSpc>
                <a:spcPct val="100000"/>
              </a:lnSpc>
            </a:pPr>
            <a:r>
              <a:rPr lang="zh-CN" altLang="en-US" sz="2400" dirty="0"/>
              <a:t>虚拟（</a:t>
            </a:r>
            <a:r>
              <a:rPr lang="en-US" altLang="zh-CN" sz="2400" dirty="0"/>
              <a:t>virtualization</a:t>
            </a:r>
            <a:r>
              <a:rPr lang="zh-CN" altLang="en-US" sz="2400" dirty="0"/>
              <a:t>）</a:t>
            </a:r>
            <a:endParaRPr lang="en-US" altLang="zh-CN" sz="2400" dirty="0"/>
          </a:p>
          <a:p>
            <a:pPr lvl="1">
              <a:lnSpc>
                <a:spcPct val="100000"/>
              </a:lnSpc>
            </a:pPr>
            <a:r>
              <a:rPr lang="zh-CN" altLang="en-US" sz="2400" dirty="0"/>
              <a:t>不确定</a:t>
            </a:r>
          </a:p>
        </p:txBody>
      </p:sp>
    </p:spTree>
    <p:extLst>
      <p:ext uri="{BB962C8B-B14F-4D97-AF65-F5344CB8AC3E}">
        <p14:creationId xmlns:p14="http://schemas.microsoft.com/office/powerpoint/2010/main" val="4124342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C2A515-9064-467F-ADC7-B512A6004A67}"/>
              </a:ext>
            </a:extLst>
          </p:cNvPr>
          <p:cNvSpPr>
            <a:spLocks noGrp="1"/>
          </p:cNvSpPr>
          <p:nvPr>
            <p:ph type="title"/>
          </p:nvPr>
        </p:nvSpPr>
        <p:spPr/>
        <p:txBody>
          <a:bodyPr/>
          <a:lstStyle/>
          <a:p>
            <a:r>
              <a:rPr lang="zh-CN" altLang="en-US" dirty="0"/>
              <a:t>并发（</a:t>
            </a:r>
            <a:r>
              <a:rPr lang="en-US" altLang="zh-CN" dirty="0"/>
              <a:t>concurrency</a:t>
            </a:r>
            <a:r>
              <a:rPr lang="zh-CN" altLang="en-US" dirty="0"/>
              <a:t>）</a:t>
            </a:r>
          </a:p>
        </p:txBody>
      </p:sp>
      <p:sp>
        <p:nvSpPr>
          <p:cNvPr id="3" name="内容占位符 2">
            <a:extLst>
              <a:ext uri="{FF2B5EF4-FFF2-40B4-BE49-F238E27FC236}">
                <a16:creationId xmlns:a16="http://schemas.microsoft.com/office/drawing/2014/main" id="{14C05567-ADE1-4148-A1B9-F28ECD9BA32B}"/>
              </a:ext>
            </a:extLst>
          </p:cNvPr>
          <p:cNvSpPr>
            <a:spLocks noGrp="1"/>
          </p:cNvSpPr>
          <p:nvPr>
            <p:ph idx="1"/>
          </p:nvPr>
        </p:nvSpPr>
        <p:spPr/>
        <p:txBody>
          <a:bodyPr>
            <a:normAutofit/>
          </a:bodyPr>
          <a:lstStyle/>
          <a:p>
            <a:pPr>
              <a:lnSpc>
                <a:spcPct val="110000"/>
              </a:lnSpc>
            </a:pPr>
            <a:r>
              <a:rPr lang="zh-CN" altLang="en-US" dirty="0"/>
              <a:t>并发是指两个或多个事件在同一时间间隔内发生。</a:t>
            </a:r>
            <a:endParaRPr lang="en-US" altLang="zh-CN" dirty="0"/>
          </a:p>
          <a:p>
            <a:pPr>
              <a:lnSpc>
                <a:spcPct val="110000"/>
              </a:lnSpc>
            </a:pPr>
            <a:endParaRPr lang="en-US" altLang="zh-CN" dirty="0"/>
          </a:p>
          <a:p>
            <a:pPr>
              <a:lnSpc>
                <a:spcPct val="110000"/>
              </a:lnSpc>
            </a:pPr>
            <a:r>
              <a:rPr lang="zh-CN" altLang="en-US" dirty="0"/>
              <a:t>并发（</a:t>
            </a:r>
            <a:r>
              <a:rPr lang="en-US" altLang="zh-CN" dirty="0"/>
              <a:t>concurrency</a:t>
            </a:r>
            <a:r>
              <a:rPr lang="zh-CN" altLang="en-US" dirty="0"/>
              <a:t>）</a:t>
            </a:r>
            <a:r>
              <a:rPr lang="en-US" altLang="zh-CN" dirty="0"/>
              <a:t> vs. </a:t>
            </a:r>
            <a:r>
              <a:rPr lang="zh-CN" altLang="en-US" dirty="0"/>
              <a:t>并行（</a:t>
            </a:r>
            <a:r>
              <a:rPr lang="en-US" altLang="zh-CN" dirty="0"/>
              <a:t>parallel</a:t>
            </a:r>
            <a:r>
              <a:rPr lang="zh-CN" altLang="en-US" dirty="0"/>
              <a:t>）</a:t>
            </a:r>
            <a:endParaRPr lang="en-US" altLang="zh-CN" dirty="0"/>
          </a:p>
          <a:p>
            <a:pPr lvl="1">
              <a:lnSpc>
                <a:spcPct val="110000"/>
              </a:lnSpc>
            </a:pPr>
            <a:r>
              <a:rPr lang="zh-CN" altLang="en-US" dirty="0"/>
              <a:t>小明一边</a:t>
            </a:r>
            <a:r>
              <a:rPr lang="zh-CN" altLang="en-US" dirty="0">
                <a:solidFill>
                  <a:srgbClr val="0070C0"/>
                </a:solidFill>
              </a:rPr>
              <a:t>吃雪糕</a:t>
            </a:r>
            <a:r>
              <a:rPr lang="zh-CN" altLang="en-US" dirty="0"/>
              <a:t>一边</a:t>
            </a:r>
            <a:r>
              <a:rPr lang="zh-CN" altLang="en-US" dirty="0">
                <a:solidFill>
                  <a:srgbClr val="0070C0"/>
                </a:solidFill>
              </a:rPr>
              <a:t>唱歌</a:t>
            </a:r>
            <a:r>
              <a:rPr lang="zh-CN" altLang="en-US" dirty="0"/>
              <a:t>（唱一句再吃一口）。</a:t>
            </a:r>
            <a:r>
              <a:rPr lang="en-US" altLang="zh-CN" dirty="0"/>
              <a:t>—— </a:t>
            </a:r>
            <a:r>
              <a:rPr lang="zh-CN" altLang="en-US" dirty="0"/>
              <a:t>并发</a:t>
            </a:r>
            <a:endParaRPr lang="en-US" altLang="zh-CN" dirty="0"/>
          </a:p>
          <a:p>
            <a:pPr lvl="1">
              <a:lnSpc>
                <a:spcPct val="110000"/>
              </a:lnSpc>
            </a:pPr>
            <a:r>
              <a:rPr lang="zh-CN" altLang="en-US" dirty="0"/>
              <a:t>小明一边</a:t>
            </a:r>
            <a:r>
              <a:rPr lang="zh-CN" altLang="en-US" dirty="0">
                <a:solidFill>
                  <a:srgbClr val="0070C0"/>
                </a:solidFill>
              </a:rPr>
              <a:t>吃雪糕</a:t>
            </a:r>
            <a:r>
              <a:rPr lang="zh-CN" altLang="en-US" dirty="0"/>
              <a:t>一边</a:t>
            </a:r>
            <a:r>
              <a:rPr lang="zh-CN" altLang="en-US" dirty="0">
                <a:solidFill>
                  <a:srgbClr val="0070C0"/>
                </a:solidFill>
              </a:rPr>
              <a:t>走路</a:t>
            </a:r>
            <a:r>
              <a:rPr lang="zh-CN" altLang="en-US" dirty="0"/>
              <a:t>。</a:t>
            </a:r>
            <a:r>
              <a:rPr lang="en-US" altLang="zh-CN" dirty="0"/>
              <a:t>——</a:t>
            </a:r>
            <a:r>
              <a:rPr lang="zh-CN" altLang="en-US" dirty="0"/>
              <a:t>并行</a:t>
            </a:r>
            <a:endParaRPr lang="en-US" altLang="zh-CN" dirty="0"/>
          </a:p>
          <a:p>
            <a:pPr lvl="1">
              <a:lnSpc>
                <a:spcPct val="110000"/>
              </a:lnSpc>
            </a:pPr>
            <a:r>
              <a:rPr lang="zh-CN" altLang="en-US" dirty="0"/>
              <a:t>并行往往（特别是当两件事情互相关联的时候）意味着并发，而并发不一定意味着并行。</a:t>
            </a:r>
            <a:endParaRPr lang="en-US" altLang="zh-CN" dirty="0"/>
          </a:p>
          <a:p>
            <a:pPr>
              <a:lnSpc>
                <a:spcPct val="110000"/>
              </a:lnSpc>
            </a:pPr>
            <a:endParaRPr lang="en-US" altLang="zh-CN" dirty="0"/>
          </a:p>
          <a:p>
            <a:pPr>
              <a:lnSpc>
                <a:spcPct val="110000"/>
              </a:lnSpc>
            </a:pPr>
            <a:r>
              <a:rPr lang="zh-CN" altLang="en-US" dirty="0">
                <a:solidFill>
                  <a:srgbClr val="FF0000"/>
                </a:solidFill>
              </a:rPr>
              <a:t>操作系统需要支持、并提供机构来协调并发的事件或进程</a:t>
            </a:r>
          </a:p>
        </p:txBody>
      </p:sp>
    </p:spTree>
    <p:extLst>
      <p:ext uri="{BB962C8B-B14F-4D97-AF65-F5344CB8AC3E}">
        <p14:creationId xmlns:p14="http://schemas.microsoft.com/office/powerpoint/2010/main" val="3527866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C130F8-E2F6-4E63-8A1F-4F2161DBFD79}"/>
              </a:ext>
            </a:extLst>
          </p:cNvPr>
          <p:cNvSpPr>
            <a:spLocks noGrp="1"/>
          </p:cNvSpPr>
          <p:nvPr>
            <p:ph type="title"/>
          </p:nvPr>
        </p:nvSpPr>
        <p:spPr/>
        <p:txBody>
          <a:bodyPr/>
          <a:lstStyle/>
          <a:p>
            <a:r>
              <a:rPr lang="zh-CN" altLang="en-US" dirty="0"/>
              <a:t>共享（</a:t>
            </a:r>
            <a:r>
              <a:rPr lang="en-US" altLang="zh-CN" dirty="0"/>
              <a:t>sharing</a:t>
            </a:r>
            <a:r>
              <a:rPr lang="zh-CN" altLang="en-US" dirty="0"/>
              <a:t>）</a:t>
            </a:r>
          </a:p>
        </p:txBody>
      </p:sp>
      <p:sp>
        <p:nvSpPr>
          <p:cNvPr id="3" name="内容占位符 2">
            <a:extLst>
              <a:ext uri="{FF2B5EF4-FFF2-40B4-BE49-F238E27FC236}">
                <a16:creationId xmlns:a16="http://schemas.microsoft.com/office/drawing/2014/main" id="{67E40D9E-BD62-4B62-B8CD-FEDAF37F07EA}"/>
              </a:ext>
            </a:extLst>
          </p:cNvPr>
          <p:cNvSpPr>
            <a:spLocks noGrp="1"/>
          </p:cNvSpPr>
          <p:nvPr>
            <p:ph idx="1"/>
          </p:nvPr>
        </p:nvSpPr>
        <p:spPr/>
        <p:txBody>
          <a:bodyPr/>
          <a:lstStyle/>
          <a:p>
            <a:pPr>
              <a:lnSpc>
                <a:spcPct val="100000"/>
              </a:lnSpc>
            </a:pPr>
            <a:r>
              <a:rPr lang="zh-CN" altLang="en-US" dirty="0"/>
              <a:t>共享是指系统中的资源可供多个并发执行的进程共同使用。</a:t>
            </a:r>
            <a:endParaRPr lang="en-US" altLang="zh-CN" dirty="0"/>
          </a:p>
          <a:p>
            <a:pPr>
              <a:lnSpc>
                <a:spcPct val="100000"/>
              </a:lnSpc>
            </a:pPr>
            <a:endParaRPr lang="en-US" altLang="zh-CN" dirty="0"/>
          </a:p>
          <a:p>
            <a:pPr>
              <a:lnSpc>
                <a:spcPct val="100000"/>
              </a:lnSpc>
            </a:pPr>
            <a:r>
              <a:rPr lang="zh-CN" altLang="en-US" dirty="0"/>
              <a:t>两种资源共享方式</a:t>
            </a:r>
            <a:endParaRPr lang="en-US" altLang="zh-CN" dirty="0"/>
          </a:p>
          <a:p>
            <a:pPr lvl="1">
              <a:lnSpc>
                <a:spcPct val="100000"/>
              </a:lnSpc>
              <a:buFont typeface="Wingdings" panose="05000000000000000000" pitchFamily="2" charset="2"/>
              <a:buChar char="Ø"/>
            </a:pPr>
            <a:r>
              <a:rPr lang="zh-CN" altLang="en-US" b="1" dirty="0"/>
              <a:t>时分复用</a:t>
            </a:r>
            <a:r>
              <a:rPr lang="zh-CN" altLang="en-US" dirty="0"/>
              <a:t>（</a:t>
            </a:r>
            <a:r>
              <a:rPr lang="en-US" altLang="zh-CN" dirty="0"/>
              <a:t>time multiplexing</a:t>
            </a:r>
            <a:r>
              <a:rPr lang="zh-CN" altLang="en-US" dirty="0"/>
              <a:t>）</a:t>
            </a:r>
            <a:endParaRPr lang="en-US" altLang="zh-CN" dirty="0"/>
          </a:p>
          <a:p>
            <a:pPr lvl="2">
              <a:lnSpc>
                <a:spcPct val="100000"/>
              </a:lnSpc>
            </a:pPr>
            <a:r>
              <a:rPr lang="zh-CN" altLang="en-US" dirty="0"/>
              <a:t>例如：多道系统中，两个作业共享</a:t>
            </a:r>
            <a:r>
              <a:rPr lang="en-US" altLang="zh-CN" dirty="0"/>
              <a:t>CPU</a:t>
            </a:r>
            <a:r>
              <a:rPr lang="zh-CN" altLang="en-US" dirty="0"/>
              <a:t>。</a:t>
            </a:r>
            <a:endParaRPr lang="en-US" altLang="zh-CN" dirty="0"/>
          </a:p>
          <a:p>
            <a:pPr lvl="1">
              <a:lnSpc>
                <a:spcPct val="100000"/>
              </a:lnSpc>
              <a:buFont typeface="Wingdings" panose="05000000000000000000" pitchFamily="2" charset="2"/>
              <a:buChar char="Ø"/>
            </a:pPr>
            <a:r>
              <a:rPr lang="zh-CN" altLang="en-US" b="1" dirty="0"/>
              <a:t>空分复用</a:t>
            </a:r>
            <a:r>
              <a:rPr lang="zh-CN" altLang="en-US" dirty="0"/>
              <a:t>（</a:t>
            </a:r>
            <a:r>
              <a:rPr lang="en-US" altLang="zh-CN" dirty="0"/>
              <a:t>space multiplexing</a:t>
            </a:r>
            <a:r>
              <a:rPr lang="zh-CN" altLang="en-US" dirty="0"/>
              <a:t>）</a:t>
            </a:r>
            <a:endParaRPr lang="en-US" altLang="zh-CN" dirty="0"/>
          </a:p>
          <a:p>
            <a:pPr lvl="2">
              <a:lnSpc>
                <a:spcPct val="100000"/>
              </a:lnSpc>
            </a:pPr>
            <a:r>
              <a:rPr lang="zh-CN" altLang="en-US" dirty="0"/>
              <a:t>在内存中存放多道程序。</a:t>
            </a:r>
            <a:endParaRPr lang="en-US" altLang="zh-CN" dirty="0"/>
          </a:p>
          <a:p>
            <a:pPr lvl="2">
              <a:lnSpc>
                <a:spcPct val="100000"/>
              </a:lnSpc>
            </a:pPr>
            <a:endParaRPr lang="en-US" altLang="zh-CN" dirty="0"/>
          </a:p>
          <a:p>
            <a:pPr>
              <a:lnSpc>
                <a:spcPct val="100000"/>
              </a:lnSpc>
            </a:pPr>
            <a:r>
              <a:rPr lang="zh-CN" altLang="en-US" dirty="0">
                <a:solidFill>
                  <a:srgbClr val="FF0000"/>
                </a:solidFill>
              </a:rPr>
              <a:t>操作系统需要实现、管理和协调进程对资源的共享</a:t>
            </a:r>
          </a:p>
        </p:txBody>
      </p:sp>
    </p:spTree>
    <p:extLst>
      <p:ext uri="{BB962C8B-B14F-4D97-AF65-F5344CB8AC3E}">
        <p14:creationId xmlns:p14="http://schemas.microsoft.com/office/powerpoint/2010/main" val="3933094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389B53-D832-4663-ADAF-55A3BBF4BF1E}"/>
              </a:ext>
            </a:extLst>
          </p:cNvPr>
          <p:cNvSpPr>
            <a:spLocks noGrp="1"/>
          </p:cNvSpPr>
          <p:nvPr>
            <p:ph type="title"/>
          </p:nvPr>
        </p:nvSpPr>
        <p:spPr/>
        <p:txBody>
          <a:bodyPr/>
          <a:lstStyle/>
          <a:p>
            <a:r>
              <a:rPr lang="zh-CN" altLang="en-US" dirty="0"/>
              <a:t>虚拟（</a:t>
            </a:r>
            <a:r>
              <a:rPr lang="en-US" altLang="zh-CN" dirty="0"/>
              <a:t>virtualization</a:t>
            </a:r>
            <a:r>
              <a:rPr lang="zh-CN" altLang="en-US" dirty="0"/>
              <a:t>）</a:t>
            </a:r>
          </a:p>
        </p:txBody>
      </p:sp>
      <p:sp>
        <p:nvSpPr>
          <p:cNvPr id="3" name="内容占位符 2">
            <a:extLst>
              <a:ext uri="{FF2B5EF4-FFF2-40B4-BE49-F238E27FC236}">
                <a16:creationId xmlns:a16="http://schemas.microsoft.com/office/drawing/2014/main" id="{46B5A18C-8D25-4C1C-AD52-DC1D65F780C3}"/>
              </a:ext>
            </a:extLst>
          </p:cNvPr>
          <p:cNvSpPr>
            <a:spLocks noGrp="1"/>
          </p:cNvSpPr>
          <p:nvPr>
            <p:ph idx="1"/>
          </p:nvPr>
        </p:nvSpPr>
        <p:spPr/>
        <p:txBody>
          <a:bodyPr/>
          <a:lstStyle/>
          <a:p>
            <a:r>
              <a:rPr lang="zh-CN" altLang="en-US" dirty="0"/>
              <a:t>虚拟是指把一个物理上的实体变为若干个逻辑上的对应物。</a:t>
            </a:r>
          </a:p>
          <a:p>
            <a:endParaRPr lang="en-US" altLang="zh-CN" dirty="0"/>
          </a:p>
          <a:p>
            <a:r>
              <a:rPr lang="zh-CN" altLang="en-US" dirty="0"/>
              <a:t>例如</a:t>
            </a:r>
            <a:endParaRPr lang="en-US" altLang="zh-CN" dirty="0"/>
          </a:p>
          <a:p>
            <a:pPr lvl="1"/>
            <a:r>
              <a:rPr lang="zh-CN" altLang="en-US" dirty="0"/>
              <a:t>多道技术将程序装入内存中不同的地址空间，使得对于每个程序而言，以为它在独占内存资源。</a:t>
            </a:r>
            <a:endParaRPr lang="en-US" altLang="zh-CN" dirty="0"/>
          </a:p>
          <a:p>
            <a:pPr lvl="1"/>
            <a:r>
              <a:rPr lang="zh-CN" altLang="en-US" dirty="0"/>
              <a:t>分时技术通过将</a:t>
            </a:r>
            <a:r>
              <a:rPr lang="en-US" altLang="zh-CN" dirty="0"/>
              <a:t>CPU</a:t>
            </a:r>
            <a:r>
              <a:rPr lang="zh-CN" altLang="en-US" dirty="0"/>
              <a:t>时间分片，然后将时间片尽量公平地分配给多个进程的办法，使得对于每个进程而言，以为它在“独占”</a:t>
            </a:r>
            <a:r>
              <a:rPr lang="en-US" altLang="zh-CN" dirty="0"/>
              <a:t>CPU</a:t>
            </a:r>
            <a:r>
              <a:rPr lang="zh-CN" altLang="en-US" dirty="0"/>
              <a:t>。</a:t>
            </a:r>
            <a:endParaRPr lang="en-US" altLang="zh-CN" dirty="0"/>
          </a:p>
          <a:p>
            <a:endParaRPr lang="en-US" altLang="zh-CN" dirty="0"/>
          </a:p>
          <a:p>
            <a:r>
              <a:rPr lang="zh-CN" altLang="en-US" dirty="0">
                <a:solidFill>
                  <a:srgbClr val="FF0000"/>
                </a:solidFill>
              </a:rPr>
              <a:t>操作系统的重要任务之一是实现</a:t>
            </a:r>
            <a:r>
              <a:rPr lang="zh-CN" altLang="en-US" b="1" dirty="0">
                <a:solidFill>
                  <a:srgbClr val="FF0000"/>
                </a:solidFill>
              </a:rPr>
              <a:t>逻辑到物理的转换</a:t>
            </a:r>
            <a:endParaRPr lang="zh-CN" altLang="en-US" dirty="0"/>
          </a:p>
        </p:txBody>
      </p:sp>
    </p:spTree>
    <p:extLst>
      <p:ext uri="{BB962C8B-B14F-4D97-AF65-F5344CB8AC3E}">
        <p14:creationId xmlns:p14="http://schemas.microsoft.com/office/powerpoint/2010/main" val="1191000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5FCB03-FEC2-4B85-B72D-D04D3EB4F03A}"/>
              </a:ext>
            </a:extLst>
          </p:cNvPr>
          <p:cNvSpPr>
            <a:spLocks noGrp="1"/>
          </p:cNvSpPr>
          <p:nvPr>
            <p:ph type="title"/>
          </p:nvPr>
        </p:nvSpPr>
        <p:spPr/>
        <p:txBody>
          <a:bodyPr/>
          <a:lstStyle/>
          <a:p>
            <a:r>
              <a:rPr lang="zh-CN" altLang="en-US" dirty="0"/>
              <a:t>不确定</a:t>
            </a:r>
          </a:p>
        </p:txBody>
      </p:sp>
      <p:sp>
        <p:nvSpPr>
          <p:cNvPr id="3" name="内容占位符 2">
            <a:extLst>
              <a:ext uri="{FF2B5EF4-FFF2-40B4-BE49-F238E27FC236}">
                <a16:creationId xmlns:a16="http://schemas.microsoft.com/office/drawing/2014/main" id="{92BF3A76-4BB7-483C-86F6-EB5A892BCC2A}"/>
              </a:ext>
            </a:extLst>
          </p:cNvPr>
          <p:cNvSpPr>
            <a:spLocks noGrp="1"/>
          </p:cNvSpPr>
          <p:nvPr>
            <p:ph idx="1"/>
          </p:nvPr>
        </p:nvSpPr>
        <p:spPr/>
        <p:txBody>
          <a:bodyPr/>
          <a:lstStyle/>
          <a:p>
            <a:r>
              <a:rPr lang="zh-CN" altLang="en-US" dirty="0"/>
              <a:t>不确定性表现为多个作业的执行顺序和每个作业的执行时间是不确定的。</a:t>
            </a:r>
          </a:p>
          <a:p>
            <a:endParaRPr lang="en-US" altLang="zh-CN" dirty="0"/>
          </a:p>
          <a:p>
            <a:r>
              <a:rPr lang="zh-CN" altLang="en-US" dirty="0"/>
              <a:t>不确定性也被称为异步性（</a:t>
            </a:r>
            <a:r>
              <a:rPr lang="en-US" altLang="zh-CN" dirty="0"/>
              <a:t>asynchrony</a:t>
            </a:r>
            <a:r>
              <a:rPr lang="zh-CN" altLang="en-US" dirty="0"/>
              <a:t>）。</a:t>
            </a:r>
            <a:endParaRPr lang="en-US" altLang="zh-CN" dirty="0"/>
          </a:p>
          <a:p>
            <a:endParaRPr lang="en-US" altLang="zh-CN" dirty="0"/>
          </a:p>
          <a:p>
            <a:r>
              <a:rPr lang="zh-CN" altLang="en-US" dirty="0">
                <a:solidFill>
                  <a:srgbClr val="FF0000"/>
                </a:solidFill>
              </a:rPr>
              <a:t>操作系统需要协调异步活动，同时提高系统资源利用效率</a:t>
            </a:r>
            <a:endParaRPr lang="zh-CN" altLang="en-US" dirty="0"/>
          </a:p>
          <a:p>
            <a:endParaRPr lang="zh-CN" altLang="en-US" dirty="0"/>
          </a:p>
          <a:p>
            <a:endParaRPr lang="zh-CN" altLang="en-US" dirty="0"/>
          </a:p>
        </p:txBody>
      </p:sp>
    </p:spTree>
    <p:extLst>
      <p:ext uri="{BB962C8B-B14F-4D97-AF65-F5344CB8AC3E}">
        <p14:creationId xmlns:p14="http://schemas.microsoft.com/office/powerpoint/2010/main" val="676287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EF38EA-BDED-41DA-B58C-B1DDE7B53472}"/>
              </a:ext>
            </a:extLst>
          </p:cNvPr>
          <p:cNvSpPr>
            <a:spLocks noGrp="1"/>
          </p:cNvSpPr>
          <p:nvPr>
            <p:ph type="title"/>
          </p:nvPr>
        </p:nvSpPr>
        <p:spPr/>
        <p:txBody>
          <a:bodyPr/>
          <a:lstStyle/>
          <a:p>
            <a:r>
              <a:rPr lang="zh-CN" altLang="en-US" dirty="0"/>
              <a:t>提纲</a:t>
            </a:r>
          </a:p>
        </p:txBody>
      </p:sp>
      <p:sp>
        <p:nvSpPr>
          <p:cNvPr id="3" name="内容占位符 2">
            <a:extLst>
              <a:ext uri="{FF2B5EF4-FFF2-40B4-BE49-F238E27FC236}">
                <a16:creationId xmlns:a16="http://schemas.microsoft.com/office/drawing/2014/main" id="{AA4E3ECA-0F0B-4793-A6EB-BE02F2F68A3A}"/>
              </a:ext>
            </a:extLst>
          </p:cNvPr>
          <p:cNvSpPr>
            <a:spLocks noGrp="1"/>
          </p:cNvSpPr>
          <p:nvPr>
            <p:ph idx="1"/>
          </p:nvPr>
        </p:nvSpPr>
        <p:spPr/>
        <p:txBody>
          <a:bodyPr/>
          <a:lstStyle/>
          <a:p>
            <a:r>
              <a:rPr lang="zh-CN" altLang="en-US" dirty="0"/>
              <a:t>操作系统与计算机体系结构的关系</a:t>
            </a:r>
          </a:p>
          <a:p>
            <a:r>
              <a:rPr lang="zh-CN" altLang="en-US" dirty="0"/>
              <a:t>操作系统的形成与发展</a:t>
            </a:r>
          </a:p>
          <a:p>
            <a:r>
              <a:rPr lang="zh-CN" altLang="en-US" dirty="0"/>
              <a:t>操作系统的定义</a:t>
            </a:r>
          </a:p>
          <a:p>
            <a:r>
              <a:rPr lang="zh-CN" altLang="en-US" dirty="0">
                <a:solidFill>
                  <a:srgbClr val="FF0000"/>
                </a:solidFill>
              </a:rPr>
              <a:t>操作系统的资源管理功能</a:t>
            </a:r>
          </a:p>
          <a:p>
            <a:pPr marL="0" indent="0">
              <a:buNone/>
            </a:pPr>
            <a:endParaRPr lang="zh-CN" altLang="en-US" dirty="0"/>
          </a:p>
        </p:txBody>
      </p:sp>
    </p:spTree>
    <p:extLst>
      <p:ext uri="{BB962C8B-B14F-4D97-AF65-F5344CB8AC3E}">
        <p14:creationId xmlns:p14="http://schemas.microsoft.com/office/powerpoint/2010/main" val="3556443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A33FAA-8CA0-413C-B86E-D64D4E84F42C}"/>
              </a:ext>
            </a:extLst>
          </p:cNvPr>
          <p:cNvSpPr>
            <a:spLocks noGrp="1"/>
          </p:cNvSpPr>
          <p:nvPr>
            <p:ph type="title"/>
          </p:nvPr>
        </p:nvSpPr>
        <p:spPr/>
        <p:txBody>
          <a:bodyPr/>
          <a:lstStyle/>
          <a:p>
            <a:r>
              <a:rPr lang="zh-CN" altLang="en-US" dirty="0"/>
              <a:t>操作系统的资源管理功能</a:t>
            </a:r>
          </a:p>
        </p:txBody>
      </p:sp>
      <p:sp>
        <p:nvSpPr>
          <p:cNvPr id="3" name="内容占位符 2">
            <a:extLst>
              <a:ext uri="{FF2B5EF4-FFF2-40B4-BE49-F238E27FC236}">
                <a16:creationId xmlns:a16="http://schemas.microsoft.com/office/drawing/2014/main" id="{9009C81E-1C37-44E6-ACE6-BC2BB79D2451}"/>
              </a:ext>
            </a:extLst>
          </p:cNvPr>
          <p:cNvSpPr>
            <a:spLocks noGrp="1"/>
          </p:cNvSpPr>
          <p:nvPr>
            <p:ph idx="1"/>
          </p:nvPr>
        </p:nvSpPr>
        <p:spPr/>
        <p:txBody>
          <a:bodyPr/>
          <a:lstStyle/>
          <a:p>
            <a:pPr>
              <a:lnSpc>
                <a:spcPct val="100000"/>
              </a:lnSpc>
            </a:pPr>
            <a:r>
              <a:rPr lang="en-US" altLang="zh-CN" dirty="0"/>
              <a:t>1.</a:t>
            </a:r>
            <a:r>
              <a:rPr lang="zh-CN" altLang="en-US" dirty="0"/>
              <a:t>处理机管理</a:t>
            </a:r>
            <a:endParaRPr lang="en-US" altLang="zh-CN" dirty="0"/>
          </a:p>
          <a:p>
            <a:pPr>
              <a:lnSpc>
                <a:spcPct val="100000"/>
              </a:lnSpc>
            </a:pPr>
            <a:r>
              <a:rPr lang="en-US" altLang="zh-CN" dirty="0"/>
              <a:t>2.</a:t>
            </a:r>
            <a:r>
              <a:rPr lang="zh-CN" altLang="en-US" dirty="0"/>
              <a:t>存储器管理</a:t>
            </a:r>
            <a:endParaRPr lang="en-US" altLang="zh-CN" dirty="0"/>
          </a:p>
          <a:p>
            <a:pPr>
              <a:lnSpc>
                <a:spcPct val="100000"/>
              </a:lnSpc>
            </a:pPr>
            <a:r>
              <a:rPr lang="en-US" altLang="zh-CN" dirty="0"/>
              <a:t>3.</a:t>
            </a:r>
            <a:r>
              <a:rPr lang="zh-CN" altLang="en-US" dirty="0"/>
              <a:t>设备管理</a:t>
            </a:r>
            <a:endParaRPr lang="en-US" altLang="zh-CN" dirty="0"/>
          </a:p>
          <a:p>
            <a:pPr>
              <a:lnSpc>
                <a:spcPct val="100000"/>
              </a:lnSpc>
            </a:pPr>
            <a:r>
              <a:rPr lang="en-US" altLang="zh-CN" dirty="0"/>
              <a:t>4.</a:t>
            </a:r>
            <a:r>
              <a:rPr lang="zh-CN" altLang="en-US" dirty="0"/>
              <a:t>信息管理</a:t>
            </a:r>
          </a:p>
        </p:txBody>
      </p:sp>
    </p:spTree>
    <p:extLst>
      <p:ext uri="{BB962C8B-B14F-4D97-AF65-F5344CB8AC3E}">
        <p14:creationId xmlns:p14="http://schemas.microsoft.com/office/powerpoint/2010/main" val="4223208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F09D64-DD25-4ED0-98DC-33F54195BDF1}"/>
              </a:ext>
            </a:extLst>
          </p:cNvPr>
          <p:cNvSpPr>
            <a:spLocks noGrp="1"/>
          </p:cNvSpPr>
          <p:nvPr>
            <p:ph type="title"/>
          </p:nvPr>
        </p:nvSpPr>
        <p:spPr/>
        <p:txBody>
          <a:bodyPr/>
          <a:lstStyle/>
          <a:p>
            <a:r>
              <a:rPr lang="zh-CN" altLang="en-US" dirty="0"/>
              <a:t>资源管理功能和资源的对应关系</a:t>
            </a:r>
          </a:p>
        </p:txBody>
      </p:sp>
      <p:grpSp>
        <p:nvGrpSpPr>
          <p:cNvPr id="4" name="Group 29">
            <a:extLst>
              <a:ext uri="{FF2B5EF4-FFF2-40B4-BE49-F238E27FC236}">
                <a16:creationId xmlns:a16="http://schemas.microsoft.com/office/drawing/2014/main" id="{A53C3449-8506-49FC-881E-9734EF0496E1}"/>
              </a:ext>
            </a:extLst>
          </p:cNvPr>
          <p:cNvGrpSpPr>
            <a:grpSpLocks/>
          </p:cNvGrpSpPr>
          <p:nvPr/>
        </p:nvGrpSpPr>
        <p:grpSpPr bwMode="auto">
          <a:xfrm>
            <a:off x="1646747" y="4405652"/>
            <a:ext cx="7231064" cy="431800"/>
            <a:chOff x="347" y="1355"/>
            <a:chExt cx="4555" cy="272"/>
          </a:xfrm>
        </p:grpSpPr>
        <p:sp>
          <p:nvSpPr>
            <p:cNvPr id="5" name="Text Box 7">
              <a:extLst>
                <a:ext uri="{FF2B5EF4-FFF2-40B4-BE49-F238E27FC236}">
                  <a16:creationId xmlns:a16="http://schemas.microsoft.com/office/drawing/2014/main" id="{35794F84-4594-40E9-AF5F-1A43AFEC1A57}"/>
                </a:ext>
              </a:extLst>
            </p:cNvPr>
            <p:cNvSpPr txBox="1">
              <a:spLocks noChangeArrowheads="1"/>
            </p:cNvSpPr>
            <p:nvPr/>
          </p:nvSpPr>
          <p:spPr bwMode="auto">
            <a:xfrm>
              <a:off x="347" y="1373"/>
              <a:ext cx="73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zh-CN" altLang="en-US" sz="1800" dirty="0">
                  <a:solidFill>
                    <a:schemeClr val="tx1"/>
                  </a:solidFill>
                  <a:latin typeface="Times New Roman" panose="02020603050405020304" pitchFamily="18" charset="0"/>
                </a:rPr>
                <a:t>系统资源</a:t>
              </a:r>
              <a:endParaRPr kumimoji="1" lang="zh-CN" altLang="en-US" sz="1800" b="0" dirty="0">
                <a:solidFill>
                  <a:schemeClr val="tx1"/>
                </a:solidFill>
                <a:latin typeface="Times New Roman" panose="02020603050405020304" pitchFamily="18" charset="0"/>
              </a:endParaRPr>
            </a:p>
          </p:txBody>
        </p:sp>
        <p:sp>
          <p:nvSpPr>
            <p:cNvPr id="6" name="Text Box 8">
              <a:extLst>
                <a:ext uri="{FF2B5EF4-FFF2-40B4-BE49-F238E27FC236}">
                  <a16:creationId xmlns:a16="http://schemas.microsoft.com/office/drawing/2014/main" id="{D1D8D5B9-29DB-40EA-8089-34DDAC154322}"/>
                </a:ext>
              </a:extLst>
            </p:cNvPr>
            <p:cNvSpPr txBox="1">
              <a:spLocks noChangeArrowheads="1"/>
            </p:cNvSpPr>
            <p:nvPr/>
          </p:nvSpPr>
          <p:spPr bwMode="auto">
            <a:xfrm>
              <a:off x="1241" y="1355"/>
              <a:ext cx="582"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100000"/>
                </a:spcBef>
                <a:spcAft>
                  <a:spcPct val="100000"/>
                </a:spcAft>
                <a:buClrTx/>
                <a:buSzTx/>
                <a:buFontTx/>
                <a:buNone/>
              </a:pPr>
              <a:r>
                <a:rPr kumimoji="1" lang="zh-CN" altLang="en-US" sz="1800" dirty="0">
                  <a:solidFill>
                    <a:schemeClr val="tx1"/>
                  </a:solidFill>
                  <a:latin typeface="Times New Roman" panose="02020603050405020304" pitchFamily="18" charset="0"/>
                </a:rPr>
                <a:t>处理机</a:t>
              </a:r>
            </a:p>
          </p:txBody>
        </p:sp>
        <p:sp>
          <p:nvSpPr>
            <p:cNvPr id="7" name="Text Box 10">
              <a:extLst>
                <a:ext uri="{FF2B5EF4-FFF2-40B4-BE49-F238E27FC236}">
                  <a16:creationId xmlns:a16="http://schemas.microsoft.com/office/drawing/2014/main" id="{921F65A4-5097-4D4A-8468-869719EFF416}"/>
                </a:ext>
              </a:extLst>
            </p:cNvPr>
            <p:cNvSpPr txBox="1">
              <a:spLocks noChangeArrowheads="1"/>
            </p:cNvSpPr>
            <p:nvPr/>
          </p:nvSpPr>
          <p:spPr bwMode="auto">
            <a:xfrm>
              <a:off x="3195" y="1386"/>
              <a:ext cx="747" cy="2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40000"/>
                </a:spcBef>
                <a:spcAft>
                  <a:spcPct val="10000"/>
                </a:spcAft>
                <a:buClrTx/>
                <a:buSzTx/>
                <a:buFontTx/>
                <a:buNone/>
              </a:pPr>
              <a:r>
                <a:rPr kumimoji="1" lang="en-US" altLang="zh-CN" sz="1800" dirty="0">
                  <a:solidFill>
                    <a:schemeClr val="tx1"/>
                  </a:solidFill>
                  <a:latin typeface="Times New Roman" panose="02020603050405020304" pitchFamily="18" charset="0"/>
                </a:rPr>
                <a:t>I/O</a:t>
              </a:r>
              <a:r>
                <a:rPr kumimoji="1" lang="zh-CN" altLang="en-US" sz="1800" dirty="0">
                  <a:solidFill>
                    <a:schemeClr val="tx1"/>
                  </a:solidFill>
                  <a:latin typeface="Times New Roman" panose="02020603050405020304" pitchFamily="18" charset="0"/>
                </a:rPr>
                <a:t>设备</a:t>
              </a:r>
            </a:p>
          </p:txBody>
        </p:sp>
        <p:sp>
          <p:nvSpPr>
            <p:cNvPr id="8" name="Text Box 11">
              <a:extLst>
                <a:ext uri="{FF2B5EF4-FFF2-40B4-BE49-F238E27FC236}">
                  <a16:creationId xmlns:a16="http://schemas.microsoft.com/office/drawing/2014/main" id="{95F42C42-A8EF-49B5-97F7-70F56C36463E}"/>
                </a:ext>
              </a:extLst>
            </p:cNvPr>
            <p:cNvSpPr txBox="1">
              <a:spLocks noChangeArrowheads="1"/>
            </p:cNvSpPr>
            <p:nvPr/>
          </p:nvSpPr>
          <p:spPr bwMode="auto">
            <a:xfrm>
              <a:off x="4208" y="1379"/>
              <a:ext cx="694" cy="2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40000"/>
                </a:spcBef>
                <a:spcAft>
                  <a:spcPct val="10000"/>
                </a:spcAft>
                <a:buClrTx/>
                <a:buSzTx/>
                <a:buFontTx/>
                <a:buNone/>
              </a:pPr>
              <a:r>
                <a:rPr kumimoji="1" lang="zh-CN" altLang="en-US" sz="1800" dirty="0">
                  <a:solidFill>
                    <a:schemeClr val="tx1"/>
                  </a:solidFill>
                  <a:latin typeface="Times New Roman" panose="02020603050405020304" pitchFamily="18" charset="0"/>
                </a:rPr>
                <a:t>软件资源</a:t>
              </a:r>
            </a:p>
          </p:txBody>
        </p:sp>
        <p:sp>
          <p:nvSpPr>
            <p:cNvPr id="9" name="Text Box 26">
              <a:extLst>
                <a:ext uri="{FF2B5EF4-FFF2-40B4-BE49-F238E27FC236}">
                  <a16:creationId xmlns:a16="http://schemas.microsoft.com/office/drawing/2014/main" id="{DB3FF39D-1B48-4146-BA7F-E0BBA5266D97}"/>
                </a:ext>
              </a:extLst>
            </p:cNvPr>
            <p:cNvSpPr txBox="1">
              <a:spLocks noChangeArrowheads="1"/>
            </p:cNvSpPr>
            <p:nvPr/>
          </p:nvSpPr>
          <p:spPr bwMode="auto">
            <a:xfrm>
              <a:off x="2193" y="1355"/>
              <a:ext cx="582" cy="2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100000"/>
                </a:spcBef>
                <a:spcAft>
                  <a:spcPct val="100000"/>
                </a:spcAft>
                <a:buClrTx/>
                <a:buSzTx/>
                <a:buFontTx/>
                <a:buNone/>
              </a:pPr>
              <a:r>
                <a:rPr kumimoji="1" lang="zh-CN" altLang="en-US" sz="1800" dirty="0">
                  <a:solidFill>
                    <a:schemeClr val="tx1"/>
                  </a:solidFill>
                  <a:latin typeface="Times New Roman" panose="02020603050405020304" pitchFamily="18" charset="0"/>
                </a:rPr>
                <a:t>存储器</a:t>
              </a:r>
            </a:p>
          </p:txBody>
        </p:sp>
      </p:grpSp>
      <p:grpSp>
        <p:nvGrpSpPr>
          <p:cNvPr id="10" name="Group 29">
            <a:extLst>
              <a:ext uri="{FF2B5EF4-FFF2-40B4-BE49-F238E27FC236}">
                <a16:creationId xmlns:a16="http://schemas.microsoft.com/office/drawing/2014/main" id="{A53C3449-8506-49FC-881E-9734EF0496E1}"/>
              </a:ext>
            </a:extLst>
          </p:cNvPr>
          <p:cNvGrpSpPr>
            <a:grpSpLocks/>
          </p:cNvGrpSpPr>
          <p:nvPr/>
        </p:nvGrpSpPr>
        <p:grpSpPr bwMode="auto">
          <a:xfrm>
            <a:off x="1646747" y="2202414"/>
            <a:ext cx="7231064" cy="728663"/>
            <a:chOff x="347" y="1355"/>
            <a:chExt cx="4555" cy="459"/>
          </a:xfrm>
        </p:grpSpPr>
        <p:sp>
          <p:nvSpPr>
            <p:cNvPr id="11" name="Text Box 7">
              <a:extLst>
                <a:ext uri="{FF2B5EF4-FFF2-40B4-BE49-F238E27FC236}">
                  <a16:creationId xmlns:a16="http://schemas.microsoft.com/office/drawing/2014/main" id="{35794F84-4594-40E9-AF5F-1A43AFEC1A57}"/>
                </a:ext>
              </a:extLst>
            </p:cNvPr>
            <p:cNvSpPr txBox="1">
              <a:spLocks noChangeArrowheads="1"/>
            </p:cNvSpPr>
            <p:nvPr/>
          </p:nvSpPr>
          <p:spPr bwMode="auto">
            <a:xfrm>
              <a:off x="347" y="1373"/>
              <a:ext cx="734"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20000"/>
                </a:spcBef>
                <a:buClrTx/>
                <a:buSzTx/>
                <a:buFontTx/>
                <a:buNone/>
              </a:pPr>
              <a:r>
                <a:rPr kumimoji="1" lang="zh-CN" altLang="en-US" sz="1800" dirty="0">
                  <a:solidFill>
                    <a:schemeClr val="tx1"/>
                  </a:solidFill>
                  <a:latin typeface="Times New Roman" panose="02020603050405020304" pitchFamily="18" charset="0"/>
                </a:rPr>
                <a:t>操作系统功能模块</a:t>
              </a:r>
              <a:endParaRPr kumimoji="1" lang="zh-CN" altLang="en-US" sz="1800" b="0" dirty="0">
                <a:solidFill>
                  <a:schemeClr val="tx1"/>
                </a:solidFill>
                <a:latin typeface="Times New Roman" panose="02020603050405020304" pitchFamily="18" charset="0"/>
              </a:endParaRPr>
            </a:p>
          </p:txBody>
        </p:sp>
        <p:sp>
          <p:nvSpPr>
            <p:cNvPr id="12" name="Text Box 8">
              <a:extLst>
                <a:ext uri="{FF2B5EF4-FFF2-40B4-BE49-F238E27FC236}">
                  <a16:creationId xmlns:a16="http://schemas.microsoft.com/office/drawing/2014/main" id="{D1D8D5B9-29DB-40EA-8089-34DDAC154322}"/>
                </a:ext>
              </a:extLst>
            </p:cNvPr>
            <p:cNvSpPr txBox="1">
              <a:spLocks noChangeArrowheads="1"/>
            </p:cNvSpPr>
            <p:nvPr/>
          </p:nvSpPr>
          <p:spPr bwMode="auto">
            <a:xfrm>
              <a:off x="1241" y="1355"/>
              <a:ext cx="582" cy="45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100000"/>
                </a:spcBef>
                <a:spcAft>
                  <a:spcPct val="100000"/>
                </a:spcAft>
                <a:buClrTx/>
                <a:buSzTx/>
                <a:buFontTx/>
                <a:buNone/>
              </a:pPr>
              <a:r>
                <a:rPr kumimoji="1" lang="zh-CN" altLang="en-US" sz="1800" dirty="0">
                  <a:solidFill>
                    <a:schemeClr val="tx1"/>
                  </a:solidFill>
                  <a:latin typeface="Times New Roman" panose="02020603050405020304" pitchFamily="18" charset="0"/>
                </a:rPr>
                <a:t>处理机管理</a:t>
              </a:r>
            </a:p>
          </p:txBody>
        </p:sp>
        <p:sp>
          <p:nvSpPr>
            <p:cNvPr id="13" name="Text Box 10">
              <a:extLst>
                <a:ext uri="{FF2B5EF4-FFF2-40B4-BE49-F238E27FC236}">
                  <a16:creationId xmlns:a16="http://schemas.microsoft.com/office/drawing/2014/main" id="{921F65A4-5097-4D4A-8468-869719EFF416}"/>
                </a:ext>
              </a:extLst>
            </p:cNvPr>
            <p:cNvSpPr txBox="1">
              <a:spLocks noChangeArrowheads="1"/>
            </p:cNvSpPr>
            <p:nvPr/>
          </p:nvSpPr>
          <p:spPr bwMode="auto">
            <a:xfrm>
              <a:off x="3195" y="1468"/>
              <a:ext cx="747" cy="2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40000"/>
                </a:spcBef>
                <a:spcAft>
                  <a:spcPct val="10000"/>
                </a:spcAft>
                <a:buClrTx/>
                <a:buSzTx/>
                <a:buFontTx/>
                <a:buNone/>
              </a:pPr>
              <a:r>
                <a:rPr kumimoji="1" lang="zh-CN" altLang="en-US" sz="1800" dirty="0">
                  <a:solidFill>
                    <a:schemeClr val="tx1"/>
                  </a:solidFill>
                  <a:latin typeface="Times New Roman" panose="02020603050405020304" pitchFamily="18" charset="0"/>
                </a:rPr>
                <a:t>设备管理</a:t>
              </a:r>
            </a:p>
          </p:txBody>
        </p:sp>
        <p:sp>
          <p:nvSpPr>
            <p:cNvPr id="14" name="Text Box 11">
              <a:extLst>
                <a:ext uri="{FF2B5EF4-FFF2-40B4-BE49-F238E27FC236}">
                  <a16:creationId xmlns:a16="http://schemas.microsoft.com/office/drawing/2014/main" id="{95F42C42-A8EF-49B5-97F7-70F56C36463E}"/>
                </a:ext>
              </a:extLst>
            </p:cNvPr>
            <p:cNvSpPr txBox="1">
              <a:spLocks noChangeArrowheads="1"/>
            </p:cNvSpPr>
            <p:nvPr/>
          </p:nvSpPr>
          <p:spPr bwMode="auto">
            <a:xfrm>
              <a:off x="4208" y="1460"/>
              <a:ext cx="694" cy="23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40000"/>
                </a:spcBef>
                <a:spcAft>
                  <a:spcPct val="10000"/>
                </a:spcAft>
                <a:buClrTx/>
                <a:buSzTx/>
                <a:buFontTx/>
                <a:buNone/>
              </a:pPr>
              <a:r>
                <a:rPr kumimoji="1" lang="zh-CN" altLang="en-US" sz="1800" dirty="0">
                  <a:solidFill>
                    <a:schemeClr val="tx1"/>
                  </a:solidFill>
                  <a:latin typeface="Times New Roman" panose="02020603050405020304" pitchFamily="18" charset="0"/>
                </a:rPr>
                <a:t>文件系统</a:t>
              </a:r>
            </a:p>
          </p:txBody>
        </p:sp>
        <p:sp>
          <p:nvSpPr>
            <p:cNvPr id="15" name="Text Box 26">
              <a:extLst>
                <a:ext uri="{FF2B5EF4-FFF2-40B4-BE49-F238E27FC236}">
                  <a16:creationId xmlns:a16="http://schemas.microsoft.com/office/drawing/2014/main" id="{DB3FF39D-1B48-4146-BA7F-E0BBA5266D97}"/>
                </a:ext>
              </a:extLst>
            </p:cNvPr>
            <p:cNvSpPr txBox="1">
              <a:spLocks noChangeArrowheads="1"/>
            </p:cNvSpPr>
            <p:nvPr/>
          </p:nvSpPr>
          <p:spPr bwMode="auto">
            <a:xfrm>
              <a:off x="2193" y="1355"/>
              <a:ext cx="582" cy="45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20000"/>
                </a:lnSpc>
                <a:spcBef>
                  <a:spcPct val="100000"/>
                </a:spcBef>
                <a:spcAft>
                  <a:spcPct val="100000"/>
                </a:spcAft>
                <a:buClrTx/>
                <a:buSzTx/>
                <a:buFontTx/>
                <a:buNone/>
              </a:pPr>
              <a:r>
                <a:rPr kumimoji="1" lang="zh-CN" altLang="en-US" sz="1800" dirty="0">
                  <a:solidFill>
                    <a:schemeClr val="tx1"/>
                  </a:solidFill>
                  <a:latin typeface="Times New Roman" panose="02020603050405020304" pitchFamily="18" charset="0"/>
                </a:rPr>
                <a:t>存储器管理</a:t>
              </a:r>
            </a:p>
          </p:txBody>
        </p:sp>
      </p:grpSp>
      <p:cxnSp>
        <p:nvCxnSpPr>
          <p:cNvPr id="16" name="直接箭头连接符 15"/>
          <p:cNvCxnSpPr/>
          <p:nvPr/>
        </p:nvCxnSpPr>
        <p:spPr>
          <a:xfrm flipH="1">
            <a:off x="3527934" y="2949245"/>
            <a:ext cx="1" cy="140475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5039234" y="2949245"/>
            <a:ext cx="1" cy="140475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6747933" y="2968419"/>
            <a:ext cx="1" cy="140475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8311298" y="2969425"/>
            <a:ext cx="1" cy="140475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62530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E3261-6177-4FC1-8177-E92DB3521691}"/>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24449E35-56F6-4EE9-A556-84BF6200DAA7}"/>
              </a:ext>
            </a:extLst>
          </p:cNvPr>
          <p:cNvSpPr>
            <a:spLocks noGrp="1"/>
          </p:cNvSpPr>
          <p:nvPr>
            <p:ph idx="1"/>
          </p:nvPr>
        </p:nvSpPr>
        <p:spPr/>
        <p:txBody>
          <a:bodyPr/>
          <a:lstStyle/>
          <a:p>
            <a:r>
              <a:rPr lang="zh-CN" altLang="en-US" dirty="0"/>
              <a:t>重点概念</a:t>
            </a:r>
            <a:endParaRPr lang="en-US" altLang="zh-CN" dirty="0"/>
          </a:p>
          <a:p>
            <a:pPr lvl="1"/>
            <a:r>
              <a:rPr lang="zh-CN" altLang="en-US" dirty="0"/>
              <a:t>多道程序设计</a:t>
            </a:r>
            <a:endParaRPr lang="en-US" altLang="zh-CN" dirty="0"/>
          </a:p>
          <a:p>
            <a:pPr lvl="1"/>
            <a:r>
              <a:rPr lang="zh-CN" altLang="en-US" dirty="0"/>
              <a:t>分时技术</a:t>
            </a:r>
            <a:endParaRPr lang="en-US" altLang="zh-CN" dirty="0"/>
          </a:p>
          <a:p>
            <a:pPr lvl="1"/>
            <a:r>
              <a:rPr lang="zh-CN" altLang="en-US" dirty="0"/>
              <a:t>联机、脱机批处理</a:t>
            </a:r>
            <a:endParaRPr lang="en-US" altLang="zh-CN" dirty="0"/>
          </a:p>
          <a:p>
            <a:pPr lvl="1"/>
            <a:r>
              <a:rPr lang="zh-CN" altLang="en-US" dirty="0"/>
              <a:t>操作系统的定义和特点</a:t>
            </a:r>
            <a:endParaRPr lang="en-US" altLang="zh-CN" dirty="0"/>
          </a:p>
          <a:p>
            <a:r>
              <a:rPr lang="zh-CN" altLang="en-US" dirty="0"/>
              <a:t>理解</a:t>
            </a:r>
            <a:endParaRPr lang="en-US" altLang="zh-CN" dirty="0"/>
          </a:p>
          <a:p>
            <a:pPr lvl="1"/>
            <a:r>
              <a:rPr lang="zh-CN" altLang="en-US" dirty="0"/>
              <a:t>存储程序式计算机的结构和特点</a:t>
            </a:r>
            <a:endParaRPr lang="en-US" altLang="zh-CN" dirty="0"/>
          </a:p>
          <a:p>
            <a:pPr lvl="1"/>
            <a:r>
              <a:rPr lang="zh-CN" altLang="en-US" dirty="0"/>
              <a:t>操作系统的演化历史和分类</a:t>
            </a:r>
            <a:endParaRPr lang="en-US" altLang="zh-CN" dirty="0"/>
          </a:p>
          <a:p>
            <a:pPr lvl="1"/>
            <a:r>
              <a:rPr lang="zh-CN" altLang="en-US" dirty="0"/>
              <a:t>操作系统的基本功能</a:t>
            </a:r>
          </a:p>
        </p:txBody>
      </p:sp>
    </p:spTree>
    <p:extLst>
      <p:ext uri="{BB962C8B-B14F-4D97-AF65-F5344CB8AC3E}">
        <p14:creationId xmlns:p14="http://schemas.microsoft.com/office/powerpoint/2010/main" val="3947313375"/>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5">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279">
      <a:dk1>
        <a:sysClr val="windowText" lastClr="000000"/>
      </a:dk1>
      <a:lt1>
        <a:sysClr val="window" lastClr="FFFFFF"/>
      </a:lt1>
      <a:dk2>
        <a:srgbClr val="44546A"/>
      </a:dk2>
      <a:lt2>
        <a:srgbClr val="E7E6E6"/>
      </a:lt2>
      <a:accent1>
        <a:srgbClr val="335F90"/>
      </a:accent1>
      <a:accent2>
        <a:srgbClr val="0099C5"/>
      </a:accent2>
      <a:accent3>
        <a:srgbClr val="E1CEAB"/>
      </a:accent3>
      <a:accent4>
        <a:srgbClr val="C7A25F"/>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576</TotalTime>
  <Words>1575</Words>
  <Application>Microsoft Office PowerPoint</Application>
  <PresentationFormat>宽屏</PresentationFormat>
  <Paragraphs>295</Paragraphs>
  <Slides>33</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33</vt:i4>
      </vt:variant>
    </vt:vector>
  </HeadingPairs>
  <TitlesOfParts>
    <vt:vector size="42" baseType="lpstr">
      <vt:lpstr>等线</vt:lpstr>
      <vt:lpstr>华文新魏</vt:lpstr>
      <vt:lpstr>微软雅黑</vt:lpstr>
      <vt:lpstr>Arial</vt:lpstr>
      <vt:lpstr>Segoe UI</vt:lpstr>
      <vt:lpstr>Times New Roman</vt:lpstr>
      <vt:lpstr>Wingdings</vt:lpstr>
      <vt:lpstr>1_Office 主题​​</vt:lpstr>
      <vt:lpstr>2_Office 主题​​</vt:lpstr>
      <vt:lpstr>第一章 绪论</vt:lpstr>
      <vt:lpstr>提纲</vt:lpstr>
      <vt:lpstr>操作系统在计算系统中的地位</vt:lpstr>
      <vt:lpstr>相互制约和限制</vt:lpstr>
      <vt:lpstr>存储程序式计算机</vt:lpstr>
      <vt:lpstr>提纲</vt:lpstr>
      <vt:lpstr>1.  手工操作阶段</vt:lpstr>
      <vt:lpstr>2. 批处理阶段</vt:lpstr>
      <vt:lpstr>多道程序设计技术</vt:lpstr>
      <vt:lpstr>多道程序设计技术（续）</vt:lpstr>
      <vt:lpstr>多道程序设计技术（续）</vt:lpstr>
      <vt:lpstr>执行系统</vt:lpstr>
      <vt:lpstr>联机批处理</vt:lpstr>
      <vt:lpstr>脱机批处理</vt:lpstr>
      <vt:lpstr>主CPU vs. 卫星机MCU</vt:lpstr>
      <vt:lpstr>3. 分时系统阶段</vt:lpstr>
      <vt:lpstr>分时技术</vt:lpstr>
      <vt:lpstr>4. 实时系统</vt:lpstr>
      <vt:lpstr>5. 衍生和多样化阶段</vt:lpstr>
      <vt:lpstr>嵌入式操作系统</vt:lpstr>
      <vt:lpstr>个人计算机操作系统</vt:lpstr>
      <vt:lpstr>网络操作系统</vt:lpstr>
      <vt:lpstr>分布式操作系统</vt:lpstr>
      <vt:lpstr>提纲</vt:lpstr>
      <vt:lpstr>操作系统的定义</vt:lpstr>
      <vt:lpstr>并发（concurrency）</vt:lpstr>
      <vt:lpstr>共享（sharing）</vt:lpstr>
      <vt:lpstr>虚拟（virtualization）</vt:lpstr>
      <vt:lpstr>不确定</vt:lpstr>
      <vt:lpstr>提纲</vt:lpstr>
      <vt:lpstr>操作系统的资源管理功能</vt:lpstr>
      <vt:lpstr>资源管理功能和资源的对应关系</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Administrator</dc:creator>
  <cp:lastModifiedBy>shaozhiyuan</cp:lastModifiedBy>
  <cp:revision>325</cp:revision>
  <dcterms:created xsi:type="dcterms:W3CDTF">2022-07-08T03:21:10Z</dcterms:created>
  <dcterms:modified xsi:type="dcterms:W3CDTF">2025-09-24T14:21:35Z</dcterms:modified>
</cp:coreProperties>
</file>