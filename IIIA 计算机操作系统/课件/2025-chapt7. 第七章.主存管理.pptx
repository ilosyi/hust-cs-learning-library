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1" r:id="rId2"/>
  </p:sldMasterIdLst>
  <p:notesMasterIdLst>
    <p:notesMasterId r:id="rId75"/>
  </p:notesMasterIdLst>
  <p:handoutMasterIdLst>
    <p:handoutMasterId r:id="rId76"/>
  </p:handoutMasterIdLst>
  <p:sldIdLst>
    <p:sldId id="7610" r:id="rId3"/>
    <p:sldId id="4751" r:id="rId4"/>
    <p:sldId id="7612" r:id="rId5"/>
    <p:sldId id="7613" r:id="rId6"/>
    <p:sldId id="7614" r:id="rId7"/>
    <p:sldId id="7683" r:id="rId8"/>
    <p:sldId id="7616" r:id="rId9"/>
    <p:sldId id="7617" r:id="rId10"/>
    <p:sldId id="7618" r:id="rId11"/>
    <p:sldId id="7619" r:id="rId12"/>
    <p:sldId id="7620" r:id="rId13"/>
    <p:sldId id="7621" r:id="rId14"/>
    <p:sldId id="7623" r:id="rId15"/>
    <p:sldId id="7687" r:id="rId16"/>
    <p:sldId id="7625" r:id="rId17"/>
    <p:sldId id="7626" r:id="rId18"/>
    <p:sldId id="7627" r:id="rId19"/>
    <p:sldId id="7628" r:id="rId20"/>
    <p:sldId id="7622" r:id="rId21"/>
    <p:sldId id="7684" r:id="rId22"/>
    <p:sldId id="7630" r:id="rId23"/>
    <p:sldId id="7631" r:id="rId24"/>
    <p:sldId id="7632" r:id="rId25"/>
    <p:sldId id="7633" r:id="rId26"/>
    <p:sldId id="7634" r:id="rId27"/>
    <p:sldId id="7637" r:id="rId28"/>
    <p:sldId id="7638" r:id="rId29"/>
    <p:sldId id="7639" r:id="rId30"/>
    <p:sldId id="7640" r:id="rId31"/>
    <p:sldId id="7641" r:id="rId32"/>
    <p:sldId id="7642" r:id="rId33"/>
    <p:sldId id="7635" r:id="rId34"/>
    <p:sldId id="7636" r:id="rId35"/>
    <p:sldId id="7643" r:id="rId36"/>
    <p:sldId id="7644" r:id="rId37"/>
    <p:sldId id="7645" r:id="rId38"/>
    <p:sldId id="7646" r:id="rId39"/>
    <p:sldId id="7647" r:id="rId40"/>
    <p:sldId id="7685" r:id="rId41"/>
    <p:sldId id="7649" r:id="rId42"/>
    <p:sldId id="7650" r:id="rId43"/>
    <p:sldId id="7651" r:id="rId44"/>
    <p:sldId id="7652" r:id="rId45"/>
    <p:sldId id="7653" r:id="rId46"/>
    <p:sldId id="7654" r:id="rId47"/>
    <p:sldId id="7655" r:id="rId48"/>
    <p:sldId id="7656" r:id="rId49"/>
    <p:sldId id="7657" r:id="rId50"/>
    <p:sldId id="7658" r:id="rId51"/>
    <p:sldId id="7659" r:id="rId52"/>
    <p:sldId id="7660" r:id="rId53"/>
    <p:sldId id="7661" r:id="rId54"/>
    <p:sldId id="7662" r:id="rId55"/>
    <p:sldId id="7663" r:id="rId56"/>
    <p:sldId id="7664" r:id="rId57"/>
    <p:sldId id="7665" r:id="rId58"/>
    <p:sldId id="7666" r:id="rId59"/>
    <p:sldId id="7667" r:id="rId60"/>
    <p:sldId id="7668" r:id="rId61"/>
    <p:sldId id="7669" r:id="rId62"/>
    <p:sldId id="7670" r:id="rId63"/>
    <p:sldId id="7671" r:id="rId64"/>
    <p:sldId id="7686" r:id="rId65"/>
    <p:sldId id="7673" r:id="rId66"/>
    <p:sldId id="7674" r:id="rId67"/>
    <p:sldId id="7675" r:id="rId68"/>
    <p:sldId id="7676" r:id="rId69"/>
    <p:sldId id="7677" r:id="rId70"/>
    <p:sldId id="7679" r:id="rId71"/>
    <p:sldId id="7680" r:id="rId72"/>
    <p:sldId id="7681" r:id="rId73"/>
    <p:sldId id="7682" r:id="rId74"/>
  </p:sldIdLst>
  <p:sldSz cx="12192000" cy="6858000"/>
  <p:notesSz cx="6797675" cy="9928225"/>
  <p:embeddedFontLst>
    <p:embeddedFont>
      <p:font typeface="Segoe UI" panose="020B0502040204020203" pitchFamily="34" charset="0"/>
      <p:regular r:id="rId77"/>
      <p:bold r:id="rId78"/>
      <p:italic r:id="rId79"/>
      <p:boldItalic r:id="rId80"/>
    </p:embeddedFont>
    <p:embeddedFont>
      <p:font typeface="MT Extra" panose="05050102010205020202" pitchFamily="18" charset="2"/>
      <p:regular r:id="rId81"/>
    </p:embeddedFont>
    <p:embeddedFont>
      <p:font typeface="等线" panose="02010600030101010101" pitchFamily="2" charset="-122"/>
      <p:regular r:id="rId82"/>
      <p:bold r:id="rId83"/>
    </p:embeddedFont>
    <p:embeddedFont>
      <p:font typeface="等线 Light" panose="02010600030101010101" pitchFamily="2" charset="-122"/>
      <p:regular r:id="rId84"/>
    </p:embeddedFont>
    <p:embeddedFont>
      <p:font typeface="义启小楷书" panose="02010600030101010101" charset="-128"/>
      <p:regular r:id="rId85"/>
    </p:embeddedFont>
    <p:embeddedFont>
      <p:font typeface="微软雅黑" panose="020B0503020204020204" pitchFamily="34" charset="-122"/>
      <p:regular r:id="rId86"/>
      <p:bold r:id="rId87"/>
    </p:embeddedFont>
  </p:embeddedFontLst>
  <p:custDataLst>
    <p:tags r:id="rId8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31" userDrawn="1">
          <p15:clr>
            <a:srgbClr val="A4A3A4"/>
          </p15:clr>
        </p15:guide>
        <p15:guide id="2" pos="4997" userDrawn="1">
          <p15:clr>
            <a:srgbClr val="A4A3A4"/>
          </p15:clr>
        </p15:guide>
        <p15:guide id="3" pos="4543" userDrawn="1">
          <p15:clr>
            <a:srgbClr val="A4A3A4"/>
          </p15:clr>
        </p15:guide>
        <p15:guide id="4" pos="2547" userDrawn="1">
          <p15:clr>
            <a:srgbClr val="A4A3A4"/>
          </p15:clr>
        </p15:guide>
        <p15:guide id="5" orient="horz" pos="3113" userDrawn="1">
          <p15:clr>
            <a:srgbClr val="A4A3A4"/>
          </p15:clr>
        </p15:guide>
        <p15:guide id="6" orient="horz" pos="391" userDrawn="1">
          <p15:clr>
            <a:srgbClr val="A4A3A4"/>
          </p15:clr>
        </p15:guide>
        <p15:guide id="8" orient="horz" pos="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87B7"/>
    <a:srgbClr val="FFCC00"/>
    <a:srgbClr val="92D050"/>
    <a:srgbClr val="0000FF"/>
    <a:srgbClr val="66FF33"/>
    <a:srgbClr val="0099FF"/>
    <a:srgbClr val="FF99FF"/>
    <a:srgbClr val="C5E0B4"/>
    <a:srgbClr val="D60093"/>
    <a:srgbClr val="FFD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724" autoAdjust="0"/>
    <p:restoredTop sz="69697" autoAdjust="0"/>
  </p:normalViewPr>
  <p:slideViewPr>
    <p:cSldViewPr snapToGrid="0">
      <p:cViewPr varScale="1">
        <p:scale>
          <a:sx n="134" d="100"/>
          <a:sy n="134" d="100"/>
        </p:scale>
        <p:origin x="542" y="41"/>
      </p:cViewPr>
      <p:guideLst>
        <p:guide orient="horz" pos="2931"/>
        <p:guide pos="4997"/>
        <p:guide pos="4543"/>
        <p:guide pos="2547"/>
        <p:guide orient="horz" pos="3113"/>
        <p:guide orient="horz" pos="391"/>
        <p:guide orient="horz" pos="5"/>
      </p:guideLst>
    </p:cSldViewPr>
  </p:slideViewPr>
  <p:notesTextViewPr>
    <p:cViewPr>
      <p:scale>
        <a:sx n="100" d="100"/>
        <a:sy n="100" d="100"/>
      </p:scale>
      <p:origin x="0" y="0"/>
    </p:cViewPr>
  </p:notesTextViewPr>
  <p:sorterViewPr>
    <p:cViewPr varScale="1">
      <p:scale>
        <a:sx n="100" d="100"/>
        <a:sy n="100" d="100"/>
      </p:scale>
      <p:origin x="0" y="-11796"/>
    </p:cViewPr>
  </p:sorterViewPr>
  <p:notesViewPr>
    <p:cSldViewPr snapToGrid="0">
      <p:cViewPr varScale="1">
        <p:scale>
          <a:sx n="84" d="100"/>
          <a:sy n="84" d="100"/>
        </p:scale>
        <p:origin x="3828"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font" Target="fonts/font8.fntdata"/><Relationship Id="rId89"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font" Target="fonts/font3.fntdata"/><Relationship Id="rId5" Type="http://schemas.openxmlformats.org/officeDocument/2006/relationships/slide" Target="slides/slide3.xml"/><Relationship Id="rId90" Type="http://schemas.openxmlformats.org/officeDocument/2006/relationships/viewProps" Target="viewProp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font" Target="fonts/font1.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font" Target="fonts/font4.fntdata"/><Relationship Id="rId85" Type="http://schemas.openxmlformats.org/officeDocument/2006/relationships/font" Target="fonts/font9.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notesMaster" Target="notesMasters/notesMaster1.xml"/><Relationship Id="rId83" Type="http://schemas.openxmlformats.org/officeDocument/2006/relationships/font" Target="fonts/font7.fntdata"/><Relationship Id="rId88" Type="http://schemas.openxmlformats.org/officeDocument/2006/relationships/tags" Target="tags/tag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handoutMaster" Target="handoutMasters/handout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ableStyles" Target="tableStyle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font" Target="fonts/font11.fntdata"/><Relationship Id="rId61" Type="http://schemas.openxmlformats.org/officeDocument/2006/relationships/slide" Target="slides/slide59.xml"/><Relationship Id="rId82" Type="http://schemas.openxmlformats.org/officeDocument/2006/relationships/font" Target="fonts/font6.fntdata"/><Relationship Id="rId19" Type="http://schemas.openxmlformats.org/officeDocument/2006/relationships/slide" Target="slides/slide1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5659" cy="498135"/>
          </a:xfrm>
          <a:prstGeom prst="rect">
            <a:avLst/>
          </a:prstGeom>
        </p:spPr>
        <p:txBody>
          <a:bodyPr vert="horz" lIns="91001" tIns="45501" rIns="91001" bIns="45501" rtlCol="0"/>
          <a:lstStyle>
            <a:lvl1pPr algn="l">
              <a:defRPr sz="1200"/>
            </a:lvl1pPr>
          </a:lstStyle>
          <a:p>
            <a:endParaRPr lang="zh-CN" altLang="en-US"/>
          </a:p>
        </p:txBody>
      </p:sp>
      <p:sp>
        <p:nvSpPr>
          <p:cNvPr id="3" name="日期占位符 2"/>
          <p:cNvSpPr>
            <a:spLocks noGrp="1"/>
          </p:cNvSpPr>
          <p:nvPr>
            <p:ph type="dt" sz="quarter" idx="1"/>
          </p:nvPr>
        </p:nvSpPr>
        <p:spPr>
          <a:xfrm>
            <a:off x="3850443" y="1"/>
            <a:ext cx="2945659" cy="498135"/>
          </a:xfrm>
          <a:prstGeom prst="rect">
            <a:avLst/>
          </a:prstGeom>
        </p:spPr>
        <p:txBody>
          <a:bodyPr vert="horz" lIns="91001" tIns="45501" rIns="91001" bIns="45501" rtlCol="0"/>
          <a:lstStyle>
            <a:lvl1pPr algn="r">
              <a:defRPr sz="1200"/>
            </a:lvl1pPr>
          </a:lstStyle>
          <a:p>
            <a:fld id="{065A9D10-00A1-4316-9DBF-1CFF2F39C327}" type="datetimeFigureOut">
              <a:rPr lang="zh-CN" altLang="en-US" smtClean="0"/>
              <a:t>2023/11/2</a:t>
            </a:fld>
            <a:endParaRPr lang="zh-CN" altLang="en-US"/>
          </a:p>
        </p:txBody>
      </p:sp>
      <p:sp>
        <p:nvSpPr>
          <p:cNvPr id="4" name="页脚占位符 3"/>
          <p:cNvSpPr>
            <a:spLocks noGrp="1"/>
          </p:cNvSpPr>
          <p:nvPr>
            <p:ph type="ftr" sz="quarter" idx="2"/>
          </p:nvPr>
        </p:nvSpPr>
        <p:spPr>
          <a:xfrm>
            <a:off x="0" y="9430091"/>
            <a:ext cx="2945659" cy="498134"/>
          </a:xfrm>
          <a:prstGeom prst="rect">
            <a:avLst/>
          </a:prstGeom>
        </p:spPr>
        <p:txBody>
          <a:bodyPr vert="horz" lIns="91001" tIns="45501" rIns="91001" bIns="45501"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8134"/>
          </a:xfrm>
          <a:prstGeom prst="rect">
            <a:avLst/>
          </a:prstGeom>
        </p:spPr>
        <p:txBody>
          <a:bodyPr vert="horz" lIns="91001" tIns="45501" rIns="91001" bIns="45501" rtlCol="0" anchor="b"/>
          <a:lstStyle>
            <a:lvl1pPr algn="r">
              <a:defRPr sz="1200"/>
            </a:lvl1pPr>
          </a:lstStyle>
          <a:p>
            <a:fld id="{1C21E0D4-31D8-4080-A573-64BBB9E87E78}"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5659" cy="498135"/>
          </a:xfrm>
          <a:prstGeom prst="rect">
            <a:avLst/>
          </a:prstGeom>
        </p:spPr>
        <p:txBody>
          <a:bodyPr vert="horz" lIns="91001" tIns="45501" rIns="91001" bIns="45501" rtlCol="0"/>
          <a:lstStyle>
            <a:lvl1pPr algn="l">
              <a:defRPr sz="1200"/>
            </a:lvl1pPr>
          </a:lstStyle>
          <a:p>
            <a:endParaRPr lang="zh-CN" altLang="en-US"/>
          </a:p>
        </p:txBody>
      </p:sp>
      <p:sp>
        <p:nvSpPr>
          <p:cNvPr id="3" name="日期占位符 2"/>
          <p:cNvSpPr>
            <a:spLocks noGrp="1"/>
          </p:cNvSpPr>
          <p:nvPr>
            <p:ph type="dt" idx="1"/>
          </p:nvPr>
        </p:nvSpPr>
        <p:spPr>
          <a:xfrm>
            <a:off x="3850443" y="1"/>
            <a:ext cx="2945659" cy="498135"/>
          </a:xfrm>
          <a:prstGeom prst="rect">
            <a:avLst/>
          </a:prstGeom>
        </p:spPr>
        <p:txBody>
          <a:bodyPr vert="horz" lIns="91001" tIns="45501" rIns="91001" bIns="45501" rtlCol="0"/>
          <a:lstStyle>
            <a:lvl1pPr algn="r">
              <a:defRPr sz="1200"/>
            </a:lvl1pPr>
          </a:lstStyle>
          <a:p>
            <a:fld id="{C117FD3C-5E99-4122-A1EC-C8FBF6B0781B}" type="datetimeFigureOut">
              <a:rPr lang="zh-CN" altLang="en-US" smtClean="0"/>
              <a:t>2023/11/2</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001" tIns="45501" rIns="91001" bIns="45501"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001" tIns="45501" rIns="91001" bIns="45501"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001" tIns="45501" rIns="91001" bIns="45501"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001" tIns="45501" rIns="91001" bIns="45501" rtlCol="0" anchor="b"/>
          <a:lstStyle>
            <a:lvl1pPr algn="r">
              <a:defRPr sz="1200"/>
            </a:lvl1pPr>
          </a:lstStyle>
          <a:p>
            <a:fld id="{D5CE584D-DA30-42E6-B6AB-C9D2BEA4D81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rgbClr val="FFFFFF"/>
        </a:solidFill>
        <a:effectLst/>
      </p:bgPr>
    </p:bg>
    <p:spTree>
      <p:nvGrpSpPr>
        <p:cNvPr id="1" name=""/>
        <p:cNvGrpSpPr/>
        <p:nvPr/>
      </p:nvGrpSpPr>
      <p:grpSpPr>
        <a:xfrm>
          <a:off x="0" y="0"/>
          <a:ext cx="0" cy="0"/>
          <a:chOff x="0" y="0"/>
          <a:chExt cx="0" cy="0"/>
        </a:xfrm>
      </p:grpSpPr>
      <p:sp>
        <p:nvSpPr>
          <p:cNvPr id="15" name="椭圆 14"/>
          <p:cNvSpPr/>
          <p:nvPr userDrawn="1"/>
        </p:nvSpPr>
        <p:spPr>
          <a:xfrm>
            <a:off x="11290928" y="6595549"/>
            <a:ext cx="246888" cy="246888"/>
          </a:xfrm>
          <a:prstGeom prst="ellipse">
            <a:avLst/>
          </a:prstGeom>
          <a:solidFill>
            <a:srgbClr val="1387B7"/>
          </a:solidFill>
          <a:ln>
            <a:solidFill>
              <a:srgbClr val="1387B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Segoe UI" panose="020B0502040204020203" pitchFamily="34" charset="0"/>
              <a:cs typeface="Segoe UI" panose="020B0502040204020203" pitchFamily="34" charset="0"/>
            </a:endParaRPr>
          </a:p>
        </p:txBody>
      </p:sp>
      <p:sp>
        <p:nvSpPr>
          <p:cNvPr id="2" name="标题 1"/>
          <p:cNvSpPr>
            <a:spLocks noGrp="1"/>
          </p:cNvSpPr>
          <p:nvPr>
            <p:ph type="title"/>
          </p:nvPr>
        </p:nvSpPr>
        <p:spPr>
          <a:xfrm>
            <a:off x="487822" y="314765"/>
            <a:ext cx="9588416" cy="515314"/>
          </a:xfrm>
          <a:prstGeom prst="rect">
            <a:avLst/>
          </a:prstGeom>
        </p:spPr>
        <p:txBody>
          <a:bodyPr>
            <a:normAutofit/>
          </a:bodyPr>
          <a:lstStyle>
            <a:lvl1pPr>
              <a:defRPr sz="2800" b="1">
                <a:solidFill>
                  <a:srgbClr val="2E4E7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8" name="矩形 7"/>
          <p:cNvSpPr/>
          <p:nvPr userDrawn="1"/>
        </p:nvSpPr>
        <p:spPr>
          <a:xfrm>
            <a:off x="11430" y="6692474"/>
            <a:ext cx="12180570" cy="169469"/>
          </a:xfrm>
          <a:prstGeom prst="rect">
            <a:avLst/>
          </a:prstGeom>
          <a:solidFill>
            <a:srgbClr val="1387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1270" y="6692474"/>
            <a:ext cx="759220" cy="169469"/>
          </a:xfrm>
          <a:prstGeom prst="rect">
            <a:avLst/>
          </a:prstGeom>
          <a:solidFill>
            <a:srgbClr val="2E4E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灯片编号占位符 3"/>
          <p:cNvSpPr txBox="1"/>
          <p:nvPr userDrawn="1"/>
        </p:nvSpPr>
        <p:spPr>
          <a:xfrm>
            <a:off x="11268341" y="6589899"/>
            <a:ext cx="292061" cy="283147"/>
          </a:xfrm>
          <a:prstGeom prst="rect">
            <a:avLst/>
          </a:prstGeom>
        </p:spPr>
        <p:txBody>
          <a:bodyPr vert="horz" wrap="square" lIns="0" tIns="0" rIns="0" bIns="0" rtlCol="0" anchor="ctr" anchorCtr="1"/>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5183D58-648D-4475-BEF8-624F48514A30}" type="slidenum">
              <a:rPr lang="zh-CN" altLang="en-US"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fld>
            <a:endParaRPr lang="zh-CN" altLang="en-US"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p:txBody>
      </p:sp>
      <p:pic>
        <p:nvPicPr>
          <p:cNvPr id="10" name="图片 9" descr="计算机学院logo-组合01"/>
          <p:cNvPicPr>
            <a:picLocks noChangeAspect="1"/>
          </p:cNvPicPr>
          <p:nvPr userDrawn="1"/>
        </p:nvPicPr>
        <p:blipFill>
          <a:blip r:embed="rId2" cstate="hqprint"/>
          <a:stretch>
            <a:fillRect/>
          </a:stretch>
        </p:blipFill>
        <p:spPr>
          <a:xfrm>
            <a:off x="10076238" y="341471"/>
            <a:ext cx="1854367" cy="449926"/>
          </a:xfrm>
          <a:prstGeom prst="rect">
            <a:avLst/>
          </a:prstGeom>
          <a:effectLst>
            <a:innerShdw blurRad="63500" dist="50800" dir="13500000">
              <a:prstClr val="black">
                <a:alpha val="50000"/>
              </a:prstClr>
            </a:innerShdw>
          </a:effectLst>
        </p:spPr>
      </p:pic>
      <p:sp>
        <p:nvSpPr>
          <p:cNvPr id="13" name="内容占位符 2"/>
          <p:cNvSpPr>
            <a:spLocks noGrp="1"/>
          </p:cNvSpPr>
          <p:nvPr>
            <p:ph idx="1"/>
          </p:nvPr>
        </p:nvSpPr>
        <p:spPr>
          <a:xfrm>
            <a:off x="487822" y="836539"/>
            <a:ext cx="11296078" cy="5855423"/>
          </a:xfrm>
          <a:prstGeom prst="rect">
            <a:avLst/>
          </a:prstGeom>
        </p:spPr>
        <p:txBody>
          <a:bodyPr/>
          <a:lstStyle>
            <a:lvl1pPr marL="342900" indent="-342900" algn="just">
              <a:lnSpc>
                <a:spcPct val="150000"/>
              </a:lnSpc>
              <a:buClr>
                <a:srgbClr val="FFC000"/>
              </a:buClr>
              <a:buFont typeface="Wingdings" panose="05000000000000000000" pitchFamily="2" charset="2"/>
              <a:buChar char="n"/>
              <a:defRPr sz="2600" b="1">
                <a:latin typeface="微软雅黑" panose="020B0503020204020204" pitchFamily="34" charset="-122"/>
                <a:ea typeface="微软雅黑" panose="020B0503020204020204" pitchFamily="34" charset="-122"/>
              </a:defRPr>
            </a:lvl1pPr>
            <a:lvl2pPr marL="812800" indent="-355600" algn="just">
              <a:lnSpc>
                <a:spcPct val="150000"/>
              </a:lnSpc>
              <a:buClr>
                <a:srgbClr val="FFC000"/>
              </a:buClr>
              <a:buFont typeface="Wingdings" panose="05000000000000000000" pitchFamily="2" charset="2"/>
              <a:buChar char="p"/>
              <a:defRPr sz="2000">
                <a:solidFill>
                  <a:srgbClr val="1387B7"/>
                </a:solidFill>
                <a:latin typeface="微软雅黑" panose="020B0503020204020204" pitchFamily="34" charset="-122"/>
                <a:ea typeface="微软雅黑" panose="020B0503020204020204" pitchFamily="34" charset="-122"/>
              </a:defRPr>
            </a:lvl2pPr>
            <a:lvl3pPr marL="1143000" indent="-228600" algn="just">
              <a:lnSpc>
                <a:spcPct val="150000"/>
              </a:lnSpc>
              <a:buClr>
                <a:srgbClr val="FFC000"/>
              </a:buClr>
              <a:buFont typeface="Wingdings" panose="05000000000000000000" pitchFamily="2" charset="2"/>
              <a:buChar char="u"/>
              <a:defRPr sz="2000">
                <a:latin typeface="微软雅黑" panose="020B0503020204020204" pitchFamily="34" charset="-122"/>
                <a:ea typeface="微软雅黑" panose="020B0503020204020204" pitchFamily="34" charset="-122"/>
              </a:defRPr>
            </a:lvl3pPr>
            <a:lvl4pPr algn="just">
              <a:lnSpc>
                <a:spcPct val="150000"/>
              </a:lnSpc>
              <a:defRPr sz="1600">
                <a:latin typeface="微软雅黑" panose="020B0503020204020204" pitchFamily="34" charset="-122"/>
                <a:ea typeface="微软雅黑" panose="020B0503020204020204" pitchFamily="34" charset="-122"/>
              </a:defRPr>
            </a:lvl4pPr>
            <a:lvl5pPr algn="just">
              <a:lnSpc>
                <a:spcPct val="150000"/>
              </a:lnSpc>
              <a:defRPr sz="16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1" name="任意多边形 20"/>
          <p:cNvSpPr/>
          <p:nvPr userDrawn="1"/>
        </p:nvSpPr>
        <p:spPr>
          <a:xfrm flipV="1">
            <a:off x="326571" y="359908"/>
            <a:ext cx="1386789" cy="432000"/>
          </a:xfrm>
          <a:custGeom>
            <a:avLst/>
            <a:gdLst>
              <a:gd name="connsiteX0" fmla="*/ 167822 w 1386790"/>
              <a:gd name="connsiteY0" fmla="*/ 524933 h 524933"/>
              <a:gd name="connsiteX1" fmla="*/ 168846 w 1386790"/>
              <a:gd name="connsiteY1" fmla="*/ 524933 h 524933"/>
              <a:gd name="connsiteX2" fmla="*/ 168846 w 1386790"/>
              <a:gd name="connsiteY2" fmla="*/ 14598 h 524933"/>
              <a:gd name="connsiteX3" fmla="*/ 1386790 w 1386790"/>
              <a:gd name="connsiteY3" fmla="*/ 14598 h 524933"/>
              <a:gd name="connsiteX4" fmla="*/ 1386790 w 1386790"/>
              <a:gd name="connsiteY4" fmla="*/ 0 h 524933"/>
              <a:gd name="connsiteX5" fmla="*/ 167822 w 1386790"/>
              <a:gd name="connsiteY5" fmla="*/ 0 h 524933"/>
              <a:gd name="connsiteX6" fmla="*/ 152999 w 1386790"/>
              <a:gd name="connsiteY6" fmla="*/ 0 h 524933"/>
              <a:gd name="connsiteX7" fmla="*/ 152999 w 1386790"/>
              <a:gd name="connsiteY7" fmla="*/ 507260 h 524933"/>
              <a:gd name="connsiteX8" fmla="*/ 107280 w 1386790"/>
              <a:gd name="connsiteY8" fmla="*/ 507260 h 524933"/>
              <a:gd name="connsiteX9" fmla="*/ 107280 w 1386790"/>
              <a:gd name="connsiteY9" fmla="*/ 0 h 524933"/>
              <a:gd name="connsiteX10" fmla="*/ 0 w 1386790"/>
              <a:gd name="connsiteY10" fmla="*/ 0 h 524933"/>
              <a:gd name="connsiteX11" fmla="*/ 0 w 1386790"/>
              <a:gd name="connsiteY11" fmla="*/ 524932 h 524933"/>
              <a:gd name="connsiteX12" fmla="*/ 33834 w 1386790"/>
              <a:gd name="connsiteY12" fmla="*/ 524932 h 524933"/>
              <a:gd name="connsiteX13" fmla="*/ 33834 w 1386790"/>
              <a:gd name="connsiteY13" fmla="*/ 23810 h 524933"/>
              <a:gd name="connsiteX14" fmla="*/ 79553 w 1386790"/>
              <a:gd name="connsiteY14" fmla="*/ 23810 h 524933"/>
              <a:gd name="connsiteX15" fmla="*/ 79553 w 1386790"/>
              <a:gd name="connsiteY15" fmla="*/ 524932 h 524933"/>
              <a:gd name="connsiteX16" fmla="*/ 167822 w 1386790"/>
              <a:gd name="connsiteY16" fmla="*/ 524932 h 52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51370C-D34B-9CB8-1157-5845938DFC19}"/>
              </a:ext>
            </a:extLst>
          </p:cNvPr>
          <p:cNvSpPr>
            <a:spLocks noGrp="1"/>
          </p:cNvSpPr>
          <p:nvPr>
            <p:ph type="title"/>
          </p:nvPr>
        </p:nvSpPr>
        <p:spPr/>
        <p:txBody>
          <a:bodyPr/>
          <a:lstStyle/>
          <a:p>
            <a:r>
              <a:rPr lang="zh-CN" altLang="en-US" dirty="0"/>
              <a:t>单击此处编辑母版标题样式</a:t>
            </a:r>
          </a:p>
        </p:txBody>
      </p:sp>
      <p:sp>
        <p:nvSpPr>
          <p:cNvPr id="3" name="内容占位符 2">
            <a:extLst>
              <a:ext uri="{FF2B5EF4-FFF2-40B4-BE49-F238E27FC236}">
                <a16:creationId xmlns:a16="http://schemas.microsoft.com/office/drawing/2014/main" id="{B3C7E413-A7CC-42AB-2050-20C616B7E0B1}"/>
              </a:ext>
            </a:extLst>
          </p:cNvPr>
          <p:cNvSpPr>
            <a:spLocks noGrp="1"/>
          </p:cNvSpPr>
          <p:nvPr>
            <p:ph idx="1"/>
          </p:nvPr>
        </p:nvSpPr>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9E872C67-892D-B813-2696-FC8507A8FB39}"/>
              </a:ext>
            </a:extLst>
          </p:cNvPr>
          <p:cNvSpPr>
            <a:spLocks noGrp="1"/>
          </p:cNvSpPr>
          <p:nvPr>
            <p:ph type="dt" sz="half" idx="10"/>
          </p:nvPr>
        </p:nvSpPr>
        <p:spPr/>
        <p:txBody>
          <a:bodyPr/>
          <a:lstStyle/>
          <a:p>
            <a:fld id="{420C2B4F-B315-4AEE-AD0A-906BD70E9D26}" type="datetimeFigureOut">
              <a:rPr lang="zh-CN" altLang="en-US" smtClean="0"/>
              <a:t>2023/11/2</a:t>
            </a:fld>
            <a:endParaRPr lang="zh-CN" altLang="en-US"/>
          </a:p>
        </p:txBody>
      </p:sp>
      <p:sp>
        <p:nvSpPr>
          <p:cNvPr id="5" name="页脚占位符 4">
            <a:extLst>
              <a:ext uri="{FF2B5EF4-FFF2-40B4-BE49-F238E27FC236}">
                <a16:creationId xmlns:a16="http://schemas.microsoft.com/office/drawing/2014/main" id="{12D17D77-4797-66B0-5615-626949E210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7EF7B80-0CCD-87F5-C732-430CF1E1970B}"/>
              </a:ext>
            </a:extLst>
          </p:cNvPr>
          <p:cNvSpPr>
            <a:spLocks noGrp="1"/>
          </p:cNvSpPr>
          <p:nvPr>
            <p:ph type="sldNum" sz="quarter" idx="12"/>
          </p:nvPr>
        </p:nvSpPr>
        <p:spPr/>
        <p:txBody>
          <a:bodyPr/>
          <a:lstStyle/>
          <a:p>
            <a:fld id="{558B19D7-F1A2-43C4-8C0D-05B8FB51EA3C}" type="slidenum">
              <a:rPr lang="zh-CN" altLang="en-US" smtClean="0"/>
              <a:t>‹#›</a:t>
            </a:fld>
            <a:endParaRPr lang="zh-CN" altLang="en-US"/>
          </a:p>
        </p:txBody>
      </p:sp>
    </p:spTree>
    <p:extLst>
      <p:ext uri="{BB962C8B-B14F-4D97-AF65-F5344CB8AC3E}">
        <p14:creationId xmlns:p14="http://schemas.microsoft.com/office/powerpoint/2010/main" val="91537317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88" userDrawn="1">
          <p15:clr>
            <a:srgbClr val="F26B43"/>
          </p15:clr>
        </p15:guide>
        <p15:guide id="2" pos="3840" userDrawn="1">
          <p15:clr>
            <a:srgbClr val="F26B43"/>
          </p15:clr>
        </p15:guide>
        <p15:guide id="3" pos="416" userDrawn="1">
          <p15:clr>
            <a:srgbClr val="F26B43"/>
          </p15:clr>
        </p15:guide>
        <p15:guide id="4" pos="7256" userDrawn="1">
          <p15:clr>
            <a:srgbClr val="F26B43"/>
          </p15:clr>
        </p15:guide>
        <p15:guide id="5" orient="horz" pos="648" userDrawn="1">
          <p15:clr>
            <a:srgbClr val="F26B43"/>
          </p15:clr>
        </p15:guide>
        <p15:guide id="6" orient="horz" pos="712" userDrawn="1">
          <p15:clr>
            <a:srgbClr val="F26B43"/>
          </p15:clr>
        </p15:guide>
        <p15:guide id="7" orient="horz" pos="3928" userDrawn="1">
          <p15:clr>
            <a:srgbClr val="F26B43"/>
          </p15:clr>
        </p15:guide>
        <p15:guide id="8" orient="horz" pos="38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584BA11-5D4C-1551-F114-5040AF6291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9AA83358-049F-5F46-91E5-54C9EFBD3C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BA176183-9480-D0D1-6AD3-BD4BD99DC7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0C2B4F-B315-4AEE-AD0A-906BD70E9D26}" type="datetimeFigureOut">
              <a:rPr lang="zh-CN" altLang="en-US" smtClean="0"/>
              <a:t>2023/11/2</a:t>
            </a:fld>
            <a:endParaRPr lang="zh-CN" altLang="en-US"/>
          </a:p>
        </p:txBody>
      </p:sp>
      <p:sp>
        <p:nvSpPr>
          <p:cNvPr id="5" name="页脚占位符 4">
            <a:extLst>
              <a:ext uri="{FF2B5EF4-FFF2-40B4-BE49-F238E27FC236}">
                <a16:creationId xmlns:a16="http://schemas.microsoft.com/office/drawing/2014/main" id="{A87E4784-CE7B-5435-C635-BA9FCBBDDE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5A765BB-9FC4-48EA-13F2-69E4F019C9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8B19D7-F1A2-43C4-8C0D-05B8FB51EA3C}" type="slidenum">
              <a:rPr lang="zh-CN" altLang="en-US" smtClean="0"/>
              <a:t>‹#›</a:t>
            </a:fld>
            <a:endParaRPr lang="zh-CN" altLang="en-US"/>
          </a:p>
        </p:txBody>
      </p:sp>
    </p:spTree>
    <p:extLst>
      <p:ext uri="{BB962C8B-B14F-4D97-AF65-F5344CB8AC3E}">
        <p14:creationId xmlns:p14="http://schemas.microsoft.com/office/powerpoint/2010/main" val="1663862377"/>
      </p:ext>
    </p:extLst>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88">
          <p15:clr>
            <a:srgbClr val="F26B43"/>
          </p15:clr>
        </p15:guide>
        <p15:guide id="2" pos="3840">
          <p15:clr>
            <a:srgbClr val="F26B43"/>
          </p15:clr>
        </p15:guide>
        <p15:guide id="3" pos="416">
          <p15:clr>
            <a:srgbClr val="F26B43"/>
          </p15:clr>
        </p15:guide>
        <p15:guide id="4" pos="7256">
          <p15:clr>
            <a:srgbClr val="F26B43"/>
          </p15:clr>
        </p15:guide>
        <p15:guide id="5" orient="horz" pos="648">
          <p15:clr>
            <a:srgbClr val="F26B43"/>
          </p15:clr>
        </p15:guide>
        <p15:guide id="6" orient="horz" pos="712">
          <p15:clr>
            <a:srgbClr val="F26B43"/>
          </p15:clr>
        </p15:guide>
        <p15:guide id="7" orient="horz" pos="3928">
          <p15:clr>
            <a:srgbClr val="F26B43"/>
          </p15:clr>
        </p15:guide>
        <p15:guide id="8" orient="horz" pos="3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descr="建筑与房屋的城市空拍图&#10;&#10;描述已自动生成">
            <a:extLst>
              <a:ext uri="{FF2B5EF4-FFF2-40B4-BE49-F238E27FC236}">
                <a16:creationId xmlns:a16="http://schemas.microsoft.com/office/drawing/2014/main" id="{FFABC4E3-9008-1252-55AD-4B3208516484}"/>
              </a:ext>
            </a:extLst>
          </p:cNvPr>
          <p:cNvPicPr>
            <a:picLocks noChangeAspect="1"/>
          </p:cNvPicPr>
          <p:nvPr/>
        </p:nvPicPr>
        <p:blipFill>
          <a:blip r:embed="rId2">
            <a:alphaModFix amt="6000"/>
            <a:extLst>
              <a:ext uri="{28A0092B-C50C-407E-A947-70E740481C1C}">
                <a14:useLocalDpi xmlns:a14="http://schemas.microsoft.com/office/drawing/2010/main" val="0"/>
              </a:ext>
            </a:extLst>
          </a:blip>
          <a:srcRect t="7833" b="783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4" name="矩形 3">
            <a:extLst>
              <a:ext uri="{FF2B5EF4-FFF2-40B4-BE49-F238E27FC236}">
                <a16:creationId xmlns:a16="http://schemas.microsoft.com/office/drawing/2014/main" id="{3C306242-1912-1CE6-24E4-71CC43A84D55}"/>
              </a:ext>
            </a:extLst>
          </p:cNvPr>
          <p:cNvSpPr/>
          <p:nvPr/>
        </p:nvSpPr>
        <p:spPr>
          <a:xfrm>
            <a:off x="0" y="1820036"/>
            <a:ext cx="12192000" cy="2201334"/>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 name="文本框 6">
            <a:extLst>
              <a:ext uri="{FF2B5EF4-FFF2-40B4-BE49-F238E27FC236}">
                <a16:creationId xmlns:a16="http://schemas.microsoft.com/office/drawing/2014/main" id="{BB571A97-6D78-3238-27A7-F9892A690A6B}"/>
              </a:ext>
            </a:extLst>
          </p:cNvPr>
          <p:cNvSpPr txBox="1"/>
          <p:nvPr/>
        </p:nvSpPr>
        <p:spPr>
          <a:xfrm>
            <a:off x="692150" y="3094855"/>
            <a:ext cx="10807700"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0" normalizeH="0" baseline="0" noProof="0" dirty="0">
                <a:ln>
                  <a:noFill/>
                </a:ln>
                <a:solidFill>
                  <a:prstClr val="white"/>
                </a:solidFill>
                <a:effectLst/>
                <a:uLnTx/>
                <a:uFillTx/>
                <a:latin typeface="义启小楷书" panose="02010601030101010101" pitchFamily="2" charset="-128"/>
                <a:ea typeface="义启小楷书" panose="02010601030101010101" pitchFamily="2" charset="-128"/>
              </a:rPr>
              <a:t>第七章 主存管理</a:t>
            </a:r>
            <a:endParaRPr kumimoji="0" lang="en-US" altLang="zh-CN" sz="4800" b="1" i="0" u="none" strike="noStrike" kern="1200" cap="none" spc="0" normalizeH="0" baseline="0" noProof="0" dirty="0">
              <a:ln>
                <a:noFill/>
              </a:ln>
              <a:solidFill>
                <a:prstClr val="white"/>
              </a:solidFill>
              <a:effectLst/>
              <a:uLnTx/>
              <a:uFillTx/>
              <a:latin typeface="义启小楷书" panose="02010601030101010101" pitchFamily="2" charset="-128"/>
              <a:ea typeface="义启小楷书" panose="02010601030101010101" pitchFamily="2" charset="-128"/>
            </a:endParaRPr>
          </a:p>
        </p:txBody>
      </p:sp>
      <p:sp>
        <p:nvSpPr>
          <p:cNvPr id="13" name="矩形: 圆角 12">
            <a:extLst>
              <a:ext uri="{FF2B5EF4-FFF2-40B4-BE49-F238E27FC236}">
                <a16:creationId xmlns:a16="http://schemas.microsoft.com/office/drawing/2014/main" id="{AD4BA244-BA5F-F95F-8038-16F87B389C73}"/>
              </a:ext>
            </a:extLst>
          </p:cNvPr>
          <p:cNvSpPr/>
          <p:nvPr/>
        </p:nvSpPr>
        <p:spPr>
          <a:xfrm>
            <a:off x="5043217" y="4535163"/>
            <a:ext cx="2077967" cy="423512"/>
          </a:xfrm>
          <a:prstGeom prst="roundRect">
            <a:avLst>
              <a:gd name="adj" fmla="val 50000"/>
            </a:avLst>
          </a:prstGeom>
          <a:gradFill flip="none" rotWithShape="1">
            <a:gsLst>
              <a:gs pos="0">
                <a:schemeClr val="accent2"/>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prstClr val="white"/>
                </a:solidFill>
                <a:latin typeface="微软雅黑" panose="020B0503020204020204" pitchFamily="34" charset="-122"/>
                <a:ea typeface="微软雅黑" panose="020B0503020204020204" pitchFamily="34" charset="-122"/>
              </a:rPr>
              <a:t>授课人</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rPr>
              <a:t>：邵志远</a:t>
            </a:r>
            <a:endPar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grpSp>
        <p:nvGrpSpPr>
          <p:cNvPr id="1463" name="组合 1462">
            <a:extLst>
              <a:ext uri="{FF2B5EF4-FFF2-40B4-BE49-F238E27FC236}">
                <a16:creationId xmlns:a16="http://schemas.microsoft.com/office/drawing/2014/main" id="{F74E75DC-A14B-431B-A421-29C34056D506}"/>
              </a:ext>
            </a:extLst>
          </p:cNvPr>
          <p:cNvGrpSpPr/>
          <p:nvPr/>
        </p:nvGrpSpPr>
        <p:grpSpPr>
          <a:xfrm>
            <a:off x="3195205" y="5684519"/>
            <a:ext cx="5801591" cy="1173481"/>
            <a:chOff x="3195205" y="5355433"/>
            <a:chExt cx="5801591" cy="1502568"/>
          </a:xfrm>
        </p:grpSpPr>
        <p:sp>
          <p:nvSpPr>
            <p:cNvPr id="1464" name="任意多边形: 形状 1463">
              <a:extLst>
                <a:ext uri="{FF2B5EF4-FFF2-40B4-BE49-F238E27FC236}">
                  <a16:creationId xmlns:a16="http://schemas.microsoft.com/office/drawing/2014/main" id="{763CBC8B-063C-44E4-A46B-54C482ED9829}"/>
                </a:ext>
              </a:extLst>
            </p:cNvPr>
            <p:cNvSpPr/>
            <p:nvPr/>
          </p:nvSpPr>
          <p:spPr>
            <a:xfrm>
              <a:off x="3195205" y="6788810"/>
              <a:ext cx="5801591" cy="12580"/>
            </a:xfrm>
            <a:custGeom>
              <a:avLst/>
              <a:gdLst>
                <a:gd name="connsiteX0" fmla="*/ 4590003 w 4590002"/>
                <a:gd name="connsiteY0" fmla="*/ 0 h 9525"/>
                <a:gd name="connsiteX1" fmla="*/ 0 w 4590002"/>
                <a:gd name="connsiteY1" fmla="*/ 0 h 9525"/>
              </a:gdLst>
              <a:ahLst/>
              <a:cxnLst>
                <a:cxn ang="0">
                  <a:pos x="connsiteX0" y="connsiteY0"/>
                </a:cxn>
                <a:cxn ang="0">
                  <a:pos x="connsiteX1" y="connsiteY1"/>
                </a:cxn>
              </a:cxnLst>
              <a:rect l="l" t="t" r="r" b="b"/>
              <a:pathLst>
                <a:path w="4590002" h="9525">
                  <a:moveTo>
                    <a:pt x="45900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65" name="任意多边形: 形状 1464">
              <a:extLst>
                <a:ext uri="{FF2B5EF4-FFF2-40B4-BE49-F238E27FC236}">
                  <a16:creationId xmlns:a16="http://schemas.microsoft.com/office/drawing/2014/main" id="{F087AED9-4415-4603-87D9-67F316B18C43}"/>
                </a:ext>
              </a:extLst>
            </p:cNvPr>
            <p:cNvSpPr/>
            <p:nvPr/>
          </p:nvSpPr>
          <p:spPr>
            <a:xfrm>
              <a:off x="3554696" y="5962548"/>
              <a:ext cx="761000" cy="12580"/>
            </a:xfrm>
            <a:custGeom>
              <a:avLst/>
              <a:gdLst>
                <a:gd name="connsiteX0" fmla="*/ 0 w 602075"/>
                <a:gd name="connsiteY0" fmla="*/ 0 h 9525"/>
                <a:gd name="connsiteX1" fmla="*/ 602075 w 602075"/>
                <a:gd name="connsiteY1" fmla="*/ 0 h 9525"/>
              </a:gdLst>
              <a:ahLst/>
              <a:cxnLst>
                <a:cxn ang="0">
                  <a:pos x="connsiteX0" y="connsiteY0"/>
                </a:cxn>
                <a:cxn ang="0">
                  <a:pos x="connsiteX1" y="connsiteY1"/>
                </a:cxn>
              </a:cxnLst>
              <a:rect l="l" t="t" r="r" b="b"/>
              <a:pathLst>
                <a:path w="602075" h="9525">
                  <a:moveTo>
                    <a:pt x="0" y="0"/>
                  </a:moveTo>
                  <a:lnTo>
                    <a:pt x="60207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66" name="任意多边形: 形状 1465">
              <a:extLst>
                <a:ext uri="{FF2B5EF4-FFF2-40B4-BE49-F238E27FC236}">
                  <a16:creationId xmlns:a16="http://schemas.microsoft.com/office/drawing/2014/main" id="{5BBDDF1C-1CD4-486B-AA75-6D73B25DA693}"/>
                </a:ext>
              </a:extLst>
            </p:cNvPr>
            <p:cNvSpPr/>
            <p:nvPr/>
          </p:nvSpPr>
          <p:spPr>
            <a:xfrm>
              <a:off x="3554696" y="6005447"/>
              <a:ext cx="761000" cy="12580"/>
            </a:xfrm>
            <a:custGeom>
              <a:avLst/>
              <a:gdLst>
                <a:gd name="connsiteX0" fmla="*/ 0 w 602075"/>
                <a:gd name="connsiteY0" fmla="*/ 0 h 9525"/>
                <a:gd name="connsiteX1" fmla="*/ 602075 w 602075"/>
                <a:gd name="connsiteY1" fmla="*/ 0 h 9525"/>
              </a:gdLst>
              <a:ahLst/>
              <a:cxnLst>
                <a:cxn ang="0">
                  <a:pos x="connsiteX0" y="connsiteY0"/>
                </a:cxn>
                <a:cxn ang="0">
                  <a:pos x="connsiteX1" y="connsiteY1"/>
                </a:cxn>
              </a:cxnLst>
              <a:rect l="l" t="t" r="r" b="b"/>
              <a:pathLst>
                <a:path w="602075" h="9525">
                  <a:moveTo>
                    <a:pt x="0" y="0"/>
                  </a:moveTo>
                  <a:lnTo>
                    <a:pt x="60207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67" name="任意多边形: 形状 1466">
              <a:extLst>
                <a:ext uri="{FF2B5EF4-FFF2-40B4-BE49-F238E27FC236}">
                  <a16:creationId xmlns:a16="http://schemas.microsoft.com/office/drawing/2014/main" id="{C420D71F-4BC0-45EA-837C-2709B1F447DA}"/>
                </a:ext>
              </a:extLst>
            </p:cNvPr>
            <p:cNvSpPr/>
            <p:nvPr/>
          </p:nvSpPr>
          <p:spPr>
            <a:xfrm>
              <a:off x="3554696" y="6038657"/>
              <a:ext cx="761000" cy="12580"/>
            </a:xfrm>
            <a:custGeom>
              <a:avLst/>
              <a:gdLst>
                <a:gd name="connsiteX0" fmla="*/ 0 w 602075"/>
                <a:gd name="connsiteY0" fmla="*/ 0 h 9525"/>
                <a:gd name="connsiteX1" fmla="*/ 602075 w 602075"/>
                <a:gd name="connsiteY1" fmla="*/ 0 h 9525"/>
              </a:gdLst>
              <a:ahLst/>
              <a:cxnLst>
                <a:cxn ang="0">
                  <a:pos x="connsiteX0" y="connsiteY0"/>
                </a:cxn>
                <a:cxn ang="0">
                  <a:pos x="connsiteX1" y="connsiteY1"/>
                </a:cxn>
              </a:cxnLst>
              <a:rect l="l" t="t" r="r" b="b"/>
              <a:pathLst>
                <a:path w="602075" h="9525">
                  <a:moveTo>
                    <a:pt x="0" y="0"/>
                  </a:moveTo>
                  <a:lnTo>
                    <a:pt x="60207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68" name="任意多边形: 形状 1467">
              <a:extLst>
                <a:ext uri="{FF2B5EF4-FFF2-40B4-BE49-F238E27FC236}">
                  <a16:creationId xmlns:a16="http://schemas.microsoft.com/office/drawing/2014/main" id="{E95F3514-9CD3-4CB7-8A52-D1B612D92B41}"/>
                </a:ext>
              </a:extLst>
            </p:cNvPr>
            <p:cNvSpPr/>
            <p:nvPr/>
          </p:nvSpPr>
          <p:spPr>
            <a:xfrm>
              <a:off x="4315696" y="5828948"/>
              <a:ext cx="12039" cy="959861"/>
            </a:xfrm>
            <a:custGeom>
              <a:avLst/>
              <a:gdLst>
                <a:gd name="connsiteX0" fmla="*/ 0 w 9525"/>
                <a:gd name="connsiteY0" fmla="*/ 0 h 726757"/>
                <a:gd name="connsiteX1" fmla="*/ 0 w 9525"/>
                <a:gd name="connsiteY1" fmla="*/ 726758 h 726757"/>
              </a:gdLst>
              <a:ahLst/>
              <a:cxnLst>
                <a:cxn ang="0">
                  <a:pos x="connsiteX0" y="connsiteY0"/>
                </a:cxn>
                <a:cxn ang="0">
                  <a:pos x="connsiteX1" y="connsiteY1"/>
                </a:cxn>
              </a:cxnLst>
              <a:rect l="l" t="t" r="r" b="b"/>
              <a:pathLst>
                <a:path w="9525" h="726757">
                  <a:moveTo>
                    <a:pt x="0" y="0"/>
                  </a:moveTo>
                  <a:lnTo>
                    <a:pt x="0" y="726758"/>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69" name="任意多边形: 形状 1468">
              <a:extLst>
                <a:ext uri="{FF2B5EF4-FFF2-40B4-BE49-F238E27FC236}">
                  <a16:creationId xmlns:a16="http://schemas.microsoft.com/office/drawing/2014/main" id="{A00FD6C6-EF1C-4D69-A04A-DA48587D9215}"/>
                </a:ext>
              </a:extLst>
            </p:cNvPr>
            <p:cNvSpPr/>
            <p:nvPr/>
          </p:nvSpPr>
          <p:spPr>
            <a:xfrm>
              <a:off x="4427662"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0" name="任意多边形: 形状 1469">
              <a:extLst>
                <a:ext uri="{FF2B5EF4-FFF2-40B4-BE49-F238E27FC236}">
                  <a16:creationId xmlns:a16="http://schemas.microsoft.com/office/drawing/2014/main" id="{BC41B059-A18D-4980-961E-F625C2F44674}"/>
                </a:ext>
              </a:extLst>
            </p:cNvPr>
            <p:cNvSpPr/>
            <p:nvPr/>
          </p:nvSpPr>
          <p:spPr>
            <a:xfrm>
              <a:off x="4499777"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1" name="任意多边形: 形状 1470">
              <a:extLst>
                <a:ext uri="{FF2B5EF4-FFF2-40B4-BE49-F238E27FC236}">
                  <a16:creationId xmlns:a16="http://schemas.microsoft.com/office/drawing/2014/main" id="{EEE811FB-3971-476F-A534-480EC6B90F3B}"/>
                </a:ext>
              </a:extLst>
            </p:cNvPr>
            <p:cNvSpPr/>
            <p:nvPr/>
          </p:nvSpPr>
          <p:spPr>
            <a:xfrm>
              <a:off x="4526624"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2" name="任意多边形: 形状 1471">
              <a:extLst>
                <a:ext uri="{FF2B5EF4-FFF2-40B4-BE49-F238E27FC236}">
                  <a16:creationId xmlns:a16="http://schemas.microsoft.com/office/drawing/2014/main" id="{432A2015-98EC-4620-9742-15AB7D0AF6D1}"/>
                </a:ext>
              </a:extLst>
            </p:cNvPr>
            <p:cNvSpPr/>
            <p:nvPr/>
          </p:nvSpPr>
          <p:spPr>
            <a:xfrm>
              <a:off x="4593202"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3" name="任意多边形: 形状 1472">
              <a:extLst>
                <a:ext uri="{FF2B5EF4-FFF2-40B4-BE49-F238E27FC236}">
                  <a16:creationId xmlns:a16="http://schemas.microsoft.com/office/drawing/2014/main" id="{A2117474-704B-4552-BD08-21E184BADEA5}"/>
                </a:ext>
              </a:extLst>
            </p:cNvPr>
            <p:cNvSpPr/>
            <p:nvPr/>
          </p:nvSpPr>
          <p:spPr>
            <a:xfrm>
              <a:off x="4686627"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4" name="任意多边形: 形状 1473">
              <a:extLst>
                <a:ext uri="{FF2B5EF4-FFF2-40B4-BE49-F238E27FC236}">
                  <a16:creationId xmlns:a16="http://schemas.microsoft.com/office/drawing/2014/main" id="{6AAD5869-6237-401D-9939-B1BA067D812D}"/>
                </a:ext>
              </a:extLst>
            </p:cNvPr>
            <p:cNvSpPr/>
            <p:nvPr/>
          </p:nvSpPr>
          <p:spPr>
            <a:xfrm>
              <a:off x="4780051"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5" name="任意多边形: 形状 1474">
              <a:extLst>
                <a:ext uri="{FF2B5EF4-FFF2-40B4-BE49-F238E27FC236}">
                  <a16:creationId xmlns:a16="http://schemas.microsoft.com/office/drawing/2014/main" id="{7E5C6484-AE2D-4A89-8B79-0DC711E3272A}"/>
                </a:ext>
              </a:extLst>
            </p:cNvPr>
            <p:cNvSpPr/>
            <p:nvPr/>
          </p:nvSpPr>
          <p:spPr>
            <a:xfrm>
              <a:off x="4620049"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6" name="任意多边形: 形状 1475">
              <a:extLst>
                <a:ext uri="{FF2B5EF4-FFF2-40B4-BE49-F238E27FC236}">
                  <a16:creationId xmlns:a16="http://schemas.microsoft.com/office/drawing/2014/main" id="{494F99E2-1AF7-4774-AE61-E8080ABC6030}"/>
                </a:ext>
              </a:extLst>
            </p:cNvPr>
            <p:cNvSpPr/>
            <p:nvPr/>
          </p:nvSpPr>
          <p:spPr>
            <a:xfrm>
              <a:off x="4713353"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7" name="任意多边形: 形状 1476">
              <a:extLst>
                <a:ext uri="{FF2B5EF4-FFF2-40B4-BE49-F238E27FC236}">
                  <a16:creationId xmlns:a16="http://schemas.microsoft.com/office/drawing/2014/main" id="{6ADD3A69-94D7-480C-945B-1C09CB6A80B6}"/>
                </a:ext>
              </a:extLst>
            </p:cNvPr>
            <p:cNvSpPr/>
            <p:nvPr/>
          </p:nvSpPr>
          <p:spPr>
            <a:xfrm>
              <a:off x="4806778"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8" name="任意多边形: 形状 1477">
              <a:extLst>
                <a:ext uri="{FF2B5EF4-FFF2-40B4-BE49-F238E27FC236}">
                  <a16:creationId xmlns:a16="http://schemas.microsoft.com/office/drawing/2014/main" id="{6A55A089-E9E1-4FA9-8ED9-C2138B9955E9}"/>
                </a:ext>
              </a:extLst>
            </p:cNvPr>
            <p:cNvSpPr/>
            <p:nvPr/>
          </p:nvSpPr>
          <p:spPr>
            <a:xfrm>
              <a:off x="4881662"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9" name="任意多边形: 形状 1478">
              <a:extLst>
                <a:ext uri="{FF2B5EF4-FFF2-40B4-BE49-F238E27FC236}">
                  <a16:creationId xmlns:a16="http://schemas.microsoft.com/office/drawing/2014/main" id="{DAB6C82D-50B2-4E4B-8550-5A164FC9A72C}"/>
                </a:ext>
              </a:extLst>
            </p:cNvPr>
            <p:cNvSpPr/>
            <p:nvPr/>
          </p:nvSpPr>
          <p:spPr>
            <a:xfrm>
              <a:off x="4427662" y="5968336"/>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0" name="任意多边形: 形状 1479">
              <a:extLst>
                <a:ext uri="{FF2B5EF4-FFF2-40B4-BE49-F238E27FC236}">
                  <a16:creationId xmlns:a16="http://schemas.microsoft.com/office/drawing/2014/main" id="{59F502F7-08C3-4E12-BBD2-BECB90CDE736}"/>
                </a:ext>
              </a:extLst>
            </p:cNvPr>
            <p:cNvSpPr/>
            <p:nvPr/>
          </p:nvSpPr>
          <p:spPr>
            <a:xfrm>
              <a:off x="4526624" y="596833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1" name="任意多边形: 形状 1480">
              <a:extLst>
                <a:ext uri="{FF2B5EF4-FFF2-40B4-BE49-F238E27FC236}">
                  <a16:creationId xmlns:a16="http://schemas.microsoft.com/office/drawing/2014/main" id="{48EF7173-38E6-4AB8-BE2F-3792069026A9}"/>
                </a:ext>
              </a:extLst>
            </p:cNvPr>
            <p:cNvSpPr/>
            <p:nvPr/>
          </p:nvSpPr>
          <p:spPr>
            <a:xfrm>
              <a:off x="4618845" y="596833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2" name="任意多边形: 形状 1481">
              <a:extLst>
                <a:ext uri="{FF2B5EF4-FFF2-40B4-BE49-F238E27FC236}">
                  <a16:creationId xmlns:a16="http://schemas.microsoft.com/office/drawing/2014/main" id="{F7FA9A37-EAB9-48C1-BCB8-9785AF42BF3C}"/>
                </a:ext>
              </a:extLst>
            </p:cNvPr>
            <p:cNvSpPr/>
            <p:nvPr/>
          </p:nvSpPr>
          <p:spPr>
            <a:xfrm>
              <a:off x="4712028" y="596833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3" name="任意多边形: 形状 1482">
              <a:extLst>
                <a:ext uri="{FF2B5EF4-FFF2-40B4-BE49-F238E27FC236}">
                  <a16:creationId xmlns:a16="http://schemas.microsoft.com/office/drawing/2014/main" id="{97DB3453-AA05-4EC5-BEAC-6442F663BDBE}"/>
                </a:ext>
              </a:extLst>
            </p:cNvPr>
            <p:cNvSpPr/>
            <p:nvPr/>
          </p:nvSpPr>
          <p:spPr>
            <a:xfrm>
              <a:off x="4805694" y="5968336"/>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4" name="任意多边形: 形状 1483">
              <a:extLst>
                <a:ext uri="{FF2B5EF4-FFF2-40B4-BE49-F238E27FC236}">
                  <a16:creationId xmlns:a16="http://schemas.microsoft.com/office/drawing/2014/main" id="{D74AB78E-AC70-4A2B-8063-F037A14AD03C}"/>
                </a:ext>
              </a:extLst>
            </p:cNvPr>
            <p:cNvSpPr/>
            <p:nvPr/>
          </p:nvSpPr>
          <p:spPr>
            <a:xfrm>
              <a:off x="4427662" y="5887445"/>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5" name="任意多边形: 形状 1484">
              <a:extLst>
                <a:ext uri="{FF2B5EF4-FFF2-40B4-BE49-F238E27FC236}">
                  <a16:creationId xmlns:a16="http://schemas.microsoft.com/office/drawing/2014/main" id="{8B1360D4-70B9-4889-B171-C6C49EA2C642}"/>
                </a:ext>
              </a:extLst>
            </p:cNvPr>
            <p:cNvSpPr/>
            <p:nvPr/>
          </p:nvSpPr>
          <p:spPr>
            <a:xfrm>
              <a:off x="4526624" y="5887445"/>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6" name="任意多边形: 形状 1485">
              <a:extLst>
                <a:ext uri="{FF2B5EF4-FFF2-40B4-BE49-F238E27FC236}">
                  <a16:creationId xmlns:a16="http://schemas.microsoft.com/office/drawing/2014/main" id="{67AA32F2-85D8-4C3D-A841-14293591275D}"/>
                </a:ext>
              </a:extLst>
            </p:cNvPr>
            <p:cNvSpPr/>
            <p:nvPr/>
          </p:nvSpPr>
          <p:spPr>
            <a:xfrm>
              <a:off x="4618845" y="5887445"/>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7" name="任意多边形: 形状 1486">
              <a:extLst>
                <a:ext uri="{FF2B5EF4-FFF2-40B4-BE49-F238E27FC236}">
                  <a16:creationId xmlns:a16="http://schemas.microsoft.com/office/drawing/2014/main" id="{5E16D8A1-A6C7-4303-A3E9-59FD276863FE}"/>
                </a:ext>
              </a:extLst>
            </p:cNvPr>
            <p:cNvSpPr/>
            <p:nvPr/>
          </p:nvSpPr>
          <p:spPr>
            <a:xfrm>
              <a:off x="4712028" y="5887445"/>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8" name="任意多边形: 形状 1487">
              <a:extLst>
                <a:ext uri="{FF2B5EF4-FFF2-40B4-BE49-F238E27FC236}">
                  <a16:creationId xmlns:a16="http://schemas.microsoft.com/office/drawing/2014/main" id="{8F3BF359-B4C1-45BE-9186-D4439ED2A66A}"/>
                </a:ext>
              </a:extLst>
            </p:cNvPr>
            <p:cNvSpPr/>
            <p:nvPr/>
          </p:nvSpPr>
          <p:spPr>
            <a:xfrm>
              <a:off x="4805694" y="5887445"/>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9" name="任意多边形: 形状 1488">
              <a:extLst>
                <a:ext uri="{FF2B5EF4-FFF2-40B4-BE49-F238E27FC236}">
                  <a16:creationId xmlns:a16="http://schemas.microsoft.com/office/drawing/2014/main" id="{ECB99DA2-C0CC-4AFC-A5CC-C51EE30DE2E6}"/>
                </a:ext>
              </a:extLst>
            </p:cNvPr>
            <p:cNvSpPr/>
            <p:nvPr/>
          </p:nvSpPr>
          <p:spPr>
            <a:xfrm>
              <a:off x="4315696" y="5858638"/>
              <a:ext cx="654453" cy="12580"/>
            </a:xfrm>
            <a:custGeom>
              <a:avLst/>
              <a:gdLst>
                <a:gd name="connsiteX0" fmla="*/ 0 w 517779"/>
                <a:gd name="connsiteY0" fmla="*/ 0 h 9525"/>
                <a:gd name="connsiteX1" fmla="*/ 517779 w 517779"/>
                <a:gd name="connsiteY1" fmla="*/ 0 h 9525"/>
              </a:gdLst>
              <a:ahLst/>
              <a:cxnLst>
                <a:cxn ang="0">
                  <a:pos x="connsiteX0" y="connsiteY0"/>
                </a:cxn>
                <a:cxn ang="0">
                  <a:pos x="connsiteX1" y="connsiteY1"/>
                </a:cxn>
              </a:cxnLst>
              <a:rect l="l" t="t" r="r" b="b"/>
              <a:pathLst>
                <a:path w="517779" h="9525">
                  <a:moveTo>
                    <a:pt x="0" y="0"/>
                  </a:moveTo>
                  <a:lnTo>
                    <a:pt x="517779"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0" name="任意多边形: 形状 1489">
              <a:extLst>
                <a:ext uri="{FF2B5EF4-FFF2-40B4-BE49-F238E27FC236}">
                  <a16:creationId xmlns:a16="http://schemas.microsoft.com/office/drawing/2014/main" id="{46AECB12-9E0D-4318-9780-E7F14D005713}"/>
                </a:ext>
              </a:extLst>
            </p:cNvPr>
            <p:cNvSpPr/>
            <p:nvPr/>
          </p:nvSpPr>
          <p:spPr>
            <a:xfrm>
              <a:off x="4427662" y="6037526"/>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1" name="任意多边形: 形状 1490">
              <a:extLst>
                <a:ext uri="{FF2B5EF4-FFF2-40B4-BE49-F238E27FC236}">
                  <a16:creationId xmlns:a16="http://schemas.microsoft.com/office/drawing/2014/main" id="{CB8529E9-DC5B-430A-B321-F82844B357CD}"/>
                </a:ext>
              </a:extLst>
            </p:cNvPr>
            <p:cNvSpPr/>
            <p:nvPr/>
          </p:nvSpPr>
          <p:spPr>
            <a:xfrm>
              <a:off x="4526624" y="603752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2" name="任意多边形: 形状 1491">
              <a:extLst>
                <a:ext uri="{FF2B5EF4-FFF2-40B4-BE49-F238E27FC236}">
                  <a16:creationId xmlns:a16="http://schemas.microsoft.com/office/drawing/2014/main" id="{F03F07E6-D045-4311-92E8-E5CBE9175392}"/>
                </a:ext>
              </a:extLst>
            </p:cNvPr>
            <p:cNvSpPr/>
            <p:nvPr/>
          </p:nvSpPr>
          <p:spPr>
            <a:xfrm>
              <a:off x="4618845" y="603752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3" name="任意多边形: 形状 1492">
              <a:extLst>
                <a:ext uri="{FF2B5EF4-FFF2-40B4-BE49-F238E27FC236}">
                  <a16:creationId xmlns:a16="http://schemas.microsoft.com/office/drawing/2014/main" id="{A1332637-71E2-4DFA-875A-3EFB05CF5672}"/>
                </a:ext>
              </a:extLst>
            </p:cNvPr>
            <p:cNvSpPr/>
            <p:nvPr/>
          </p:nvSpPr>
          <p:spPr>
            <a:xfrm>
              <a:off x="4712028" y="603752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4" name="任意多边形: 形状 1493">
              <a:extLst>
                <a:ext uri="{FF2B5EF4-FFF2-40B4-BE49-F238E27FC236}">
                  <a16:creationId xmlns:a16="http://schemas.microsoft.com/office/drawing/2014/main" id="{312D20A7-EC43-4D36-8474-AAD6F18C7ECD}"/>
                </a:ext>
              </a:extLst>
            </p:cNvPr>
            <p:cNvSpPr/>
            <p:nvPr/>
          </p:nvSpPr>
          <p:spPr>
            <a:xfrm>
              <a:off x="4805694" y="6037526"/>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5" name="任意多边形: 形状 1494">
              <a:extLst>
                <a:ext uri="{FF2B5EF4-FFF2-40B4-BE49-F238E27FC236}">
                  <a16:creationId xmlns:a16="http://schemas.microsoft.com/office/drawing/2014/main" id="{49D552E9-0BB1-4845-A48E-066C4725B189}"/>
                </a:ext>
              </a:extLst>
            </p:cNvPr>
            <p:cNvSpPr/>
            <p:nvPr/>
          </p:nvSpPr>
          <p:spPr>
            <a:xfrm>
              <a:off x="4427662" y="6128103"/>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6" name="任意多边形: 形状 1495">
              <a:extLst>
                <a:ext uri="{FF2B5EF4-FFF2-40B4-BE49-F238E27FC236}">
                  <a16:creationId xmlns:a16="http://schemas.microsoft.com/office/drawing/2014/main" id="{6907788A-4BC8-48A6-AA7D-8151C38A62D1}"/>
                </a:ext>
              </a:extLst>
            </p:cNvPr>
            <p:cNvSpPr/>
            <p:nvPr/>
          </p:nvSpPr>
          <p:spPr>
            <a:xfrm>
              <a:off x="4526624" y="6128103"/>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7" name="任意多边形: 形状 1496">
              <a:extLst>
                <a:ext uri="{FF2B5EF4-FFF2-40B4-BE49-F238E27FC236}">
                  <a16:creationId xmlns:a16="http://schemas.microsoft.com/office/drawing/2014/main" id="{37607A14-1CBC-4798-8ACC-FC73FED2E5DA}"/>
                </a:ext>
              </a:extLst>
            </p:cNvPr>
            <p:cNvSpPr/>
            <p:nvPr/>
          </p:nvSpPr>
          <p:spPr>
            <a:xfrm>
              <a:off x="4618845" y="6128103"/>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8" name="任意多边形: 形状 1497">
              <a:extLst>
                <a:ext uri="{FF2B5EF4-FFF2-40B4-BE49-F238E27FC236}">
                  <a16:creationId xmlns:a16="http://schemas.microsoft.com/office/drawing/2014/main" id="{D38C936B-D446-45F6-9FEA-1B004BABD488}"/>
                </a:ext>
              </a:extLst>
            </p:cNvPr>
            <p:cNvSpPr/>
            <p:nvPr/>
          </p:nvSpPr>
          <p:spPr>
            <a:xfrm>
              <a:off x="4712028" y="6128103"/>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9" name="任意多边形: 形状 1498">
              <a:extLst>
                <a:ext uri="{FF2B5EF4-FFF2-40B4-BE49-F238E27FC236}">
                  <a16:creationId xmlns:a16="http://schemas.microsoft.com/office/drawing/2014/main" id="{EF3DF52B-20CD-4CEA-8B4B-F340A585E6AE}"/>
                </a:ext>
              </a:extLst>
            </p:cNvPr>
            <p:cNvSpPr/>
            <p:nvPr/>
          </p:nvSpPr>
          <p:spPr>
            <a:xfrm>
              <a:off x="4805694" y="6128103"/>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0" name="任意多边形: 形状 1499">
              <a:extLst>
                <a:ext uri="{FF2B5EF4-FFF2-40B4-BE49-F238E27FC236}">
                  <a16:creationId xmlns:a16="http://schemas.microsoft.com/office/drawing/2014/main" id="{5A8B68FE-D134-430D-98CB-1DBD3F557EEE}"/>
                </a:ext>
              </a:extLst>
            </p:cNvPr>
            <p:cNvSpPr/>
            <p:nvPr/>
          </p:nvSpPr>
          <p:spPr>
            <a:xfrm>
              <a:off x="4427662" y="6210880"/>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1" name="任意多边形: 形状 1500">
              <a:extLst>
                <a:ext uri="{FF2B5EF4-FFF2-40B4-BE49-F238E27FC236}">
                  <a16:creationId xmlns:a16="http://schemas.microsoft.com/office/drawing/2014/main" id="{1BB7A3F5-9552-48E4-B607-127B0E839106}"/>
                </a:ext>
              </a:extLst>
            </p:cNvPr>
            <p:cNvSpPr/>
            <p:nvPr/>
          </p:nvSpPr>
          <p:spPr>
            <a:xfrm>
              <a:off x="4526624" y="621088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2" name="任意多边形: 形状 1501">
              <a:extLst>
                <a:ext uri="{FF2B5EF4-FFF2-40B4-BE49-F238E27FC236}">
                  <a16:creationId xmlns:a16="http://schemas.microsoft.com/office/drawing/2014/main" id="{F8380F8D-7524-402F-9CF7-E9E916BF3EA2}"/>
                </a:ext>
              </a:extLst>
            </p:cNvPr>
            <p:cNvSpPr/>
            <p:nvPr/>
          </p:nvSpPr>
          <p:spPr>
            <a:xfrm>
              <a:off x="4618845" y="621088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3" name="任意多边形: 形状 1502">
              <a:extLst>
                <a:ext uri="{FF2B5EF4-FFF2-40B4-BE49-F238E27FC236}">
                  <a16:creationId xmlns:a16="http://schemas.microsoft.com/office/drawing/2014/main" id="{7DF4377D-CEA3-4307-85F8-D2347586EA6A}"/>
                </a:ext>
              </a:extLst>
            </p:cNvPr>
            <p:cNvSpPr/>
            <p:nvPr/>
          </p:nvSpPr>
          <p:spPr>
            <a:xfrm>
              <a:off x="4712028" y="621088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4" name="任意多边形: 形状 1503">
              <a:extLst>
                <a:ext uri="{FF2B5EF4-FFF2-40B4-BE49-F238E27FC236}">
                  <a16:creationId xmlns:a16="http://schemas.microsoft.com/office/drawing/2014/main" id="{9B1CA50D-1D2D-4F4B-9E96-A0CB0D4C398D}"/>
                </a:ext>
              </a:extLst>
            </p:cNvPr>
            <p:cNvSpPr/>
            <p:nvPr/>
          </p:nvSpPr>
          <p:spPr>
            <a:xfrm>
              <a:off x="4805694" y="6210880"/>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5" name="任意多边形: 形状 1504">
              <a:extLst>
                <a:ext uri="{FF2B5EF4-FFF2-40B4-BE49-F238E27FC236}">
                  <a16:creationId xmlns:a16="http://schemas.microsoft.com/office/drawing/2014/main" id="{450087B9-99BC-4966-8887-A24BEA639CC2}"/>
                </a:ext>
              </a:extLst>
            </p:cNvPr>
            <p:cNvSpPr/>
            <p:nvPr/>
          </p:nvSpPr>
          <p:spPr>
            <a:xfrm>
              <a:off x="4427662" y="6304476"/>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6" name="任意多边形: 形状 1505">
              <a:extLst>
                <a:ext uri="{FF2B5EF4-FFF2-40B4-BE49-F238E27FC236}">
                  <a16:creationId xmlns:a16="http://schemas.microsoft.com/office/drawing/2014/main" id="{611385C7-95A2-4E03-A788-05F0C62DA761}"/>
                </a:ext>
              </a:extLst>
            </p:cNvPr>
            <p:cNvSpPr/>
            <p:nvPr/>
          </p:nvSpPr>
          <p:spPr>
            <a:xfrm>
              <a:off x="4526624" y="630447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7" name="任意多边形: 形状 1506">
              <a:extLst>
                <a:ext uri="{FF2B5EF4-FFF2-40B4-BE49-F238E27FC236}">
                  <a16:creationId xmlns:a16="http://schemas.microsoft.com/office/drawing/2014/main" id="{3245B335-F54A-41BF-A95F-9BA4C5169536}"/>
                </a:ext>
              </a:extLst>
            </p:cNvPr>
            <p:cNvSpPr/>
            <p:nvPr/>
          </p:nvSpPr>
          <p:spPr>
            <a:xfrm>
              <a:off x="4618845" y="630447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8" name="任意多边形: 形状 1507">
              <a:extLst>
                <a:ext uri="{FF2B5EF4-FFF2-40B4-BE49-F238E27FC236}">
                  <a16:creationId xmlns:a16="http://schemas.microsoft.com/office/drawing/2014/main" id="{13E3A823-0E99-43D2-8C15-1483033AF2D9}"/>
                </a:ext>
              </a:extLst>
            </p:cNvPr>
            <p:cNvSpPr/>
            <p:nvPr/>
          </p:nvSpPr>
          <p:spPr>
            <a:xfrm>
              <a:off x="4712028" y="630447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9" name="任意多边形: 形状 1508">
              <a:extLst>
                <a:ext uri="{FF2B5EF4-FFF2-40B4-BE49-F238E27FC236}">
                  <a16:creationId xmlns:a16="http://schemas.microsoft.com/office/drawing/2014/main" id="{638AF2E0-17EE-42BA-93F2-C1F1ADD854A7}"/>
                </a:ext>
              </a:extLst>
            </p:cNvPr>
            <p:cNvSpPr/>
            <p:nvPr/>
          </p:nvSpPr>
          <p:spPr>
            <a:xfrm>
              <a:off x="4805694" y="6304476"/>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0" name="任意多边形: 形状 1509">
              <a:extLst>
                <a:ext uri="{FF2B5EF4-FFF2-40B4-BE49-F238E27FC236}">
                  <a16:creationId xmlns:a16="http://schemas.microsoft.com/office/drawing/2014/main" id="{B145B445-6A65-4C5B-ADBD-EDF87DA63FD1}"/>
                </a:ext>
              </a:extLst>
            </p:cNvPr>
            <p:cNvSpPr/>
            <p:nvPr/>
          </p:nvSpPr>
          <p:spPr>
            <a:xfrm>
              <a:off x="4427662" y="6381467"/>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1" name="任意多边形: 形状 1510">
              <a:extLst>
                <a:ext uri="{FF2B5EF4-FFF2-40B4-BE49-F238E27FC236}">
                  <a16:creationId xmlns:a16="http://schemas.microsoft.com/office/drawing/2014/main" id="{7418897E-6B62-48D2-A02E-B01FE27BB159}"/>
                </a:ext>
              </a:extLst>
            </p:cNvPr>
            <p:cNvSpPr/>
            <p:nvPr/>
          </p:nvSpPr>
          <p:spPr>
            <a:xfrm>
              <a:off x="4526624" y="638146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2" name="任意多边形: 形状 1511">
              <a:extLst>
                <a:ext uri="{FF2B5EF4-FFF2-40B4-BE49-F238E27FC236}">
                  <a16:creationId xmlns:a16="http://schemas.microsoft.com/office/drawing/2014/main" id="{825FBC20-CF5C-4937-902D-24FBAE299B60}"/>
                </a:ext>
              </a:extLst>
            </p:cNvPr>
            <p:cNvSpPr/>
            <p:nvPr/>
          </p:nvSpPr>
          <p:spPr>
            <a:xfrm>
              <a:off x="4618845" y="638146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3" name="任意多边形: 形状 1512">
              <a:extLst>
                <a:ext uri="{FF2B5EF4-FFF2-40B4-BE49-F238E27FC236}">
                  <a16:creationId xmlns:a16="http://schemas.microsoft.com/office/drawing/2014/main" id="{8DD8C731-C502-4418-87DF-6648B52F1FF7}"/>
                </a:ext>
              </a:extLst>
            </p:cNvPr>
            <p:cNvSpPr/>
            <p:nvPr/>
          </p:nvSpPr>
          <p:spPr>
            <a:xfrm>
              <a:off x="4712028" y="638146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4" name="任意多边形: 形状 1513">
              <a:extLst>
                <a:ext uri="{FF2B5EF4-FFF2-40B4-BE49-F238E27FC236}">
                  <a16:creationId xmlns:a16="http://schemas.microsoft.com/office/drawing/2014/main" id="{28EA80F1-52C4-4F5C-9952-C08963CB5169}"/>
                </a:ext>
              </a:extLst>
            </p:cNvPr>
            <p:cNvSpPr/>
            <p:nvPr/>
          </p:nvSpPr>
          <p:spPr>
            <a:xfrm>
              <a:off x="4805694" y="6381467"/>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5" name="任意多边形: 形状 1514">
              <a:extLst>
                <a:ext uri="{FF2B5EF4-FFF2-40B4-BE49-F238E27FC236}">
                  <a16:creationId xmlns:a16="http://schemas.microsoft.com/office/drawing/2014/main" id="{1A2E25B0-7F37-46F7-B50C-494378D5741D}"/>
                </a:ext>
              </a:extLst>
            </p:cNvPr>
            <p:cNvSpPr/>
            <p:nvPr/>
          </p:nvSpPr>
          <p:spPr>
            <a:xfrm>
              <a:off x="4427662" y="6479717"/>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6" name="任意多边形: 形状 1515">
              <a:extLst>
                <a:ext uri="{FF2B5EF4-FFF2-40B4-BE49-F238E27FC236}">
                  <a16:creationId xmlns:a16="http://schemas.microsoft.com/office/drawing/2014/main" id="{3633D75E-1A2C-46E8-8F30-15FF9BDF8EF0}"/>
                </a:ext>
              </a:extLst>
            </p:cNvPr>
            <p:cNvSpPr/>
            <p:nvPr/>
          </p:nvSpPr>
          <p:spPr>
            <a:xfrm>
              <a:off x="4526624" y="647971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7" name="任意多边形: 形状 1516">
              <a:extLst>
                <a:ext uri="{FF2B5EF4-FFF2-40B4-BE49-F238E27FC236}">
                  <a16:creationId xmlns:a16="http://schemas.microsoft.com/office/drawing/2014/main" id="{2521EAAA-DB7A-4614-8918-76B38861AFA8}"/>
                </a:ext>
              </a:extLst>
            </p:cNvPr>
            <p:cNvSpPr/>
            <p:nvPr/>
          </p:nvSpPr>
          <p:spPr>
            <a:xfrm>
              <a:off x="4618845" y="647971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8" name="任意多边形: 形状 1517">
              <a:extLst>
                <a:ext uri="{FF2B5EF4-FFF2-40B4-BE49-F238E27FC236}">
                  <a16:creationId xmlns:a16="http://schemas.microsoft.com/office/drawing/2014/main" id="{9382E400-1B78-48C6-9EBA-FC2F4AED3936}"/>
                </a:ext>
              </a:extLst>
            </p:cNvPr>
            <p:cNvSpPr/>
            <p:nvPr/>
          </p:nvSpPr>
          <p:spPr>
            <a:xfrm>
              <a:off x="4712028" y="647971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9" name="任意多边形: 形状 1518">
              <a:extLst>
                <a:ext uri="{FF2B5EF4-FFF2-40B4-BE49-F238E27FC236}">
                  <a16:creationId xmlns:a16="http://schemas.microsoft.com/office/drawing/2014/main" id="{177B9ED4-FE16-4998-9B46-F3B1077FD910}"/>
                </a:ext>
              </a:extLst>
            </p:cNvPr>
            <p:cNvSpPr/>
            <p:nvPr/>
          </p:nvSpPr>
          <p:spPr>
            <a:xfrm>
              <a:off x="4805694" y="6479717"/>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0" name="任意多边形: 形状 1519">
              <a:extLst>
                <a:ext uri="{FF2B5EF4-FFF2-40B4-BE49-F238E27FC236}">
                  <a16:creationId xmlns:a16="http://schemas.microsoft.com/office/drawing/2014/main" id="{91893236-DB68-4AAF-B87B-ACEDBC1148D4}"/>
                </a:ext>
              </a:extLst>
            </p:cNvPr>
            <p:cNvSpPr/>
            <p:nvPr/>
          </p:nvSpPr>
          <p:spPr>
            <a:xfrm>
              <a:off x="4427662" y="6553814"/>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1" name="任意多边形: 形状 1520">
              <a:extLst>
                <a:ext uri="{FF2B5EF4-FFF2-40B4-BE49-F238E27FC236}">
                  <a16:creationId xmlns:a16="http://schemas.microsoft.com/office/drawing/2014/main" id="{B6BBC09A-BF25-4A9F-AC9F-03B07444C9C8}"/>
                </a:ext>
              </a:extLst>
            </p:cNvPr>
            <p:cNvSpPr/>
            <p:nvPr/>
          </p:nvSpPr>
          <p:spPr>
            <a:xfrm>
              <a:off x="4526624" y="6553814"/>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2" name="任意多边形: 形状 1521">
              <a:extLst>
                <a:ext uri="{FF2B5EF4-FFF2-40B4-BE49-F238E27FC236}">
                  <a16:creationId xmlns:a16="http://schemas.microsoft.com/office/drawing/2014/main" id="{A9113251-F2E3-4528-8615-C7A5CD1FCEBA}"/>
                </a:ext>
              </a:extLst>
            </p:cNvPr>
            <p:cNvSpPr/>
            <p:nvPr/>
          </p:nvSpPr>
          <p:spPr>
            <a:xfrm>
              <a:off x="4618845" y="6553814"/>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3" name="任意多边形: 形状 1522">
              <a:extLst>
                <a:ext uri="{FF2B5EF4-FFF2-40B4-BE49-F238E27FC236}">
                  <a16:creationId xmlns:a16="http://schemas.microsoft.com/office/drawing/2014/main" id="{3D69904A-8545-4755-8B84-796F8285FCB2}"/>
                </a:ext>
              </a:extLst>
            </p:cNvPr>
            <p:cNvSpPr/>
            <p:nvPr/>
          </p:nvSpPr>
          <p:spPr>
            <a:xfrm>
              <a:off x="4712028" y="6553814"/>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4" name="任意多边形: 形状 1523">
              <a:extLst>
                <a:ext uri="{FF2B5EF4-FFF2-40B4-BE49-F238E27FC236}">
                  <a16:creationId xmlns:a16="http://schemas.microsoft.com/office/drawing/2014/main" id="{8FDF7C31-FE17-441A-91E9-D57BE98E6C78}"/>
                </a:ext>
              </a:extLst>
            </p:cNvPr>
            <p:cNvSpPr/>
            <p:nvPr/>
          </p:nvSpPr>
          <p:spPr>
            <a:xfrm>
              <a:off x="4805694" y="6553814"/>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5" name="任意多边形: 形状 1524">
              <a:extLst>
                <a:ext uri="{FF2B5EF4-FFF2-40B4-BE49-F238E27FC236}">
                  <a16:creationId xmlns:a16="http://schemas.microsoft.com/office/drawing/2014/main" id="{576210EB-356C-4B66-A836-5B31BACB75B5}"/>
                </a:ext>
              </a:extLst>
            </p:cNvPr>
            <p:cNvSpPr/>
            <p:nvPr/>
          </p:nvSpPr>
          <p:spPr>
            <a:xfrm>
              <a:off x="4427662" y="6653070"/>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6" name="任意多边形: 形状 1525">
              <a:extLst>
                <a:ext uri="{FF2B5EF4-FFF2-40B4-BE49-F238E27FC236}">
                  <a16:creationId xmlns:a16="http://schemas.microsoft.com/office/drawing/2014/main" id="{2F889AE5-EB18-46EA-AE72-7BD0B675271C}"/>
                </a:ext>
              </a:extLst>
            </p:cNvPr>
            <p:cNvSpPr/>
            <p:nvPr/>
          </p:nvSpPr>
          <p:spPr>
            <a:xfrm>
              <a:off x="4526624" y="665307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7" name="任意多边形: 形状 1526">
              <a:extLst>
                <a:ext uri="{FF2B5EF4-FFF2-40B4-BE49-F238E27FC236}">
                  <a16:creationId xmlns:a16="http://schemas.microsoft.com/office/drawing/2014/main" id="{895AFBBE-8FD3-48E9-BEC9-E3D8CEEE51B3}"/>
                </a:ext>
              </a:extLst>
            </p:cNvPr>
            <p:cNvSpPr/>
            <p:nvPr/>
          </p:nvSpPr>
          <p:spPr>
            <a:xfrm>
              <a:off x="4618845" y="665307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8" name="任意多边形: 形状 1527">
              <a:extLst>
                <a:ext uri="{FF2B5EF4-FFF2-40B4-BE49-F238E27FC236}">
                  <a16:creationId xmlns:a16="http://schemas.microsoft.com/office/drawing/2014/main" id="{48D94B39-9F08-48F8-95AA-01347B3D836F}"/>
                </a:ext>
              </a:extLst>
            </p:cNvPr>
            <p:cNvSpPr/>
            <p:nvPr/>
          </p:nvSpPr>
          <p:spPr>
            <a:xfrm>
              <a:off x="4712028" y="665307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9" name="任意多边形: 形状 1528">
              <a:extLst>
                <a:ext uri="{FF2B5EF4-FFF2-40B4-BE49-F238E27FC236}">
                  <a16:creationId xmlns:a16="http://schemas.microsoft.com/office/drawing/2014/main" id="{7ADB7E62-C05F-4150-8099-F1AFC9FB61A9}"/>
                </a:ext>
              </a:extLst>
            </p:cNvPr>
            <p:cNvSpPr/>
            <p:nvPr/>
          </p:nvSpPr>
          <p:spPr>
            <a:xfrm>
              <a:off x="4805694" y="6653070"/>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0" name="任意多边形: 形状 1529">
              <a:extLst>
                <a:ext uri="{FF2B5EF4-FFF2-40B4-BE49-F238E27FC236}">
                  <a16:creationId xmlns:a16="http://schemas.microsoft.com/office/drawing/2014/main" id="{4A7EB533-7675-4511-A8B5-53AA16265B54}"/>
                </a:ext>
              </a:extLst>
            </p:cNvPr>
            <p:cNvSpPr/>
            <p:nvPr/>
          </p:nvSpPr>
          <p:spPr>
            <a:xfrm>
              <a:off x="4315696" y="5828948"/>
              <a:ext cx="654453" cy="12580"/>
            </a:xfrm>
            <a:custGeom>
              <a:avLst/>
              <a:gdLst>
                <a:gd name="connsiteX0" fmla="*/ 0 w 517779"/>
                <a:gd name="connsiteY0" fmla="*/ 0 h 9525"/>
                <a:gd name="connsiteX1" fmla="*/ 517779 w 517779"/>
                <a:gd name="connsiteY1" fmla="*/ 0 h 9525"/>
              </a:gdLst>
              <a:ahLst/>
              <a:cxnLst>
                <a:cxn ang="0">
                  <a:pos x="connsiteX0" y="connsiteY0"/>
                </a:cxn>
                <a:cxn ang="0">
                  <a:pos x="connsiteX1" y="connsiteY1"/>
                </a:cxn>
              </a:cxnLst>
              <a:rect l="l" t="t" r="r" b="b"/>
              <a:pathLst>
                <a:path w="517779" h="9525">
                  <a:moveTo>
                    <a:pt x="0" y="0"/>
                  </a:moveTo>
                  <a:lnTo>
                    <a:pt x="517779"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1" name="任意多边形: 形状 1530">
              <a:extLst>
                <a:ext uri="{FF2B5EF4-FFF2-40B4-BE49-F238E27FC236}">
                  <a16:creationId xmlns:a16="http://schemas.microsoft.com/office/drawing/2014/main" id="{1E3E3CF6-9198-46FF-9439-15D8D33E8199}"/>
                </a:ext>
              </a:extLst>
            </p:cNvPr>
            <p:cNvSpPr/>
            <p:nvPr/>
          </p:nvSpPr>
          <p:spPr>
            <a:xfrm>
              <a:off x="4970150" y="5485260"/>
              <a:ext cx="12039" cy="1303550"/>
            </a:xfrm>
            <a:custGeom>
              <a:avLst/>
              <a:gdLst>
                <a:gd name="connsiteX0" fmla="*/ 0 w 9525"/>
                <a:gd name="connsiteY0" fmla="*/ 0 h 986980"/>
                <a:gd name="connsiteX1" fmla="*/ 0 w 9525"/>
                <a:gd name="connsiteY1" fmla="*/ 986981 h 986980"/>
              </a:gdLst>
              <a:ahLst/>
              <a:cxnLst>
                <a:cxn ang="0">
                  <a:pos x="connsiteX0" y="connsiteY0"/>
                </a:cxn>
                <a:cxn ang="0">
                  <a:pos x="connsiteX1" y="connsiteY1"/>
                </a:cxn>
              </a:cxnLst>
              <a:rect l="l" t="t" r="r" b="b"/>
              <a:pathLst>
                <a:path w="9525" h="986980">
                  <a:moveTo>
                    <a:pt x="0" y="0"/>
                  </a:moveTo>
                  <a:lnTo>
                    <a:pt x="0" y="986981"/>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2" name="任意多边形: 形状 1531">
              <a:extLst>
                <a:ext uri="{FF2B5EF4-FFF2-40B4-BE49-F238E27FC236}">
                  <a16:creationId xmlns:a16="http://schemas.microsoft.com/office/drawing/2014/main" id="{D6DF5F6F-276E-4A70-A93C-FA221D5D1BF4}"/>
                </a:ext>
              </a:extLst>
            </p:cNvPr>
            <p:cNvSpPr/>
            <p:nvPr/>
          </p:nvSpPr>
          <p:spPr>
            <a:xfrm>
              <a:off x="4970150" y="5485260"/>
              <a:ext cx="2251699" cy="33463"/>
            </a:xfrm>
            <a:custGeom>
              <a:avLst/>
              <a:gdLst>
                <a:gd name="connsiteX0" fmla="*/ 0 w 1781460"/>
                <a:gd name="connsiteY0" fmla="*/ 0 h 25336"/>
                <a:gd name="connsiteX1" fmla="*/ 1781461 w 1781460"/>
                <a:gd name="connsiteY1" fmla="*/ 0 h 25336"/>
                <a:gd name="connsiteX2" fmla="*/ 1781461 w 1781460"/>
                <a:gd name="connsiteY2" fmla="*/ 25337 h 25336"/>
                <a:gd name="connsiteX3" fmla="*/ 0 w 1781460"/>
                <a:gd name="connsiteY3" fmla="*/ 25337 h 25336"/>
              </a:gdLst>
              <a:ahLst/>
              <a:cxnLst>
                <a:cxn ang="0">
                  <a:pos x="connsiteX0" y="connsiteY0"/>
                </a:cxn>
                <a:cxn ang="0">
                  <a:pos x="connsiteX1" y="connsiteY1"/>
                </a:cxn>
                <a:cxn ang="0">
                  <a:pos x="connsiteX2" y="connsiteY2"/>
                </a:cxn>
                <a:cxn ang="0">
                  <a:pos x="connsiteX3" y="connsiteY3"/>
                </a:cxn>
              </a:cxnLst>
              <a:rect l="l" t="t" r="r" b="b"/>
              <a:pathLst>
                <a:path w="1781460" h="25336">
                  <a:moveTo>
                    <a:pt x="0" y="0"/>
                  </a:moveTo>
                  <a:lnTo>
                    <a:pt x="1781461" y="0"/>
                  </a:lnTo>
                  <a:lnTo>
                    <a:pt x="1781461" y="25337"/>
                  </a:lnTo>
                  <a:lnTo>
                    <a:pt x="0" y="25337"/>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3" name="任意多边形: 形状 1532">
              <a:extLst>
                <a:ext uri="{FF2B5EF4-FFF2-40B4-BE49-F238E27FC236}">
                  <a16:creationId xmlns:a16="http://schemas.microsoft.com/office/drawing/2014/main" id="{7F011A2B-1D01-4EBA-8FEA-43B29FE0E958}"/>
                </a:ext>
              </a:extLst>
            </p:cNvPr>
            <p:cNvSpPr/>
            <p:nvPr/>
          </p:nvSpPr>
          <p:spPr>
            <a:xfrm>
              <a:off x="4927532" y="5410911"/>
              <a:ext cx="2336937" cy="33463"/>
            </a:xfrm>
            <a:custGeom>
              <a:avLst/>
              <a:gdLst>
                <a:gd name="connsiteX0" fmla="*/ 0 w 1848897"/>
                <a:gd name="connsiteY0" fmla="*/ 0 h 25336"/>
                <a:gd name="connsiteX1" fmla="*/ 1848898 w 1848897"/>
                <a:gd name="connsiteY1" fmla="*/ 0 h 25336"/>
                <a:gd name="connsiteX2" fmla="*/ 1848898 w 1848897"/>
                <a:gd name="connsiteY2" fmla="*/ 25337 h 25336"/>
                <a:gd name="connsiteX3" fmla="*/ 0 w 1848897"/>
                <a:gd name="connsiteY3" fmla="*/ 25337 h 25336"/>
              </a:gdLst>
              <a:ahLst/>
              <a:cxnLst>
                <a:cxn ang="0">
                  <a:pos x="connsiteX0" y="connsiteY0"/>
                </a:cxn>
                <a:cxn ang="0">
                  <a:pos x="connsiteX1" y="connsiteY1"/>
                </a:cxn>
                <a:cxn ang="0">
                  <a:pos x="connsiteX2" y="connsiteY2"/>
                </a:cxn>
                <a:cxn ang="0">
                  <a:pos x="connsiteX3" y="connsiteY3"/>
                </a:cxn>
              </a:cxnLst>
              <a:rect l="l" t="t" r="r" b="b"/>
              <a:pathLst>
                <a:path w="1848897" h="25336">
                  <a:moveTo>
                    <a:pt x="0" y="0"/>
                  </a:moveTo>
                  <a:lnTo>
                    <a:pt x="1848898" y="0"/>
                  </a:lnTo>
                  <a:lnTo>
                    <a:pt x="1848898" y="25337"/>
                  </a:lnTo>
                  <a:lnTo>
                    <a:pt x="0" y="25337"/>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4" name="任意多边形: 形状 1533">
              <a:extLst>
                <a:ext uri="{FF2B5EF4-FFF2-40B4-BE49-F238E27FC236}">
                  <a16:creationId xmlns:a16="http://schemas.microsoft.com/office/drawing/2014/main" id="{2A0292BA-ACD1-42BE-8584-4F2B0D766327}"/>
                </a:ext>
              </a:extLst>
            </p:cNvPr>
            <p:cNvSpPr/>
            <p:nvPr/>
          </p:nvSpPr>
          <p:spPr>
            <a:xfrm>
              <a:off x="4947156" y="5444373"/>
              <a:ext cx="2297569" cy="40885"/>
            </a:xfrm>
            <a:custGeom>
              <a:avLst/>
              <a:gdLst>
                <a:gd name="connsiteX0" fmla="*/ 0 w 1817751"/>
                <a:gd name="connsiteY0" fmla="*/ 0 h 30956"/>
                <a:gd name="connsiteX1" fmla="*/ 1817751 w 1817751"/>
                <a:gd name="connsiteY1" fmla="*/ 0 h 30956"/>
                <a:gd name="connsiteX2" fmla="*/ 1817751 w 1817751"/>
                <a:gd name="connsiteY2" fmla="*/ 30956 h 30956"/>
                <a:gd name="connsiteX3" fmla="*/ 0 w 1817751"/>
                <a:gd name="connsiteY3" fmla="*/ 30956 h 30956"/>
              </a:gdLst>
              <a:ahLst/>
              <a:cxnLst>
                <a:cxn ang="0">
                  <a:pos x="connsiteX0" y="connsiteY0"/>
                </a:cxn>
                <a:cxn ang="0">
                  <a:pos x="connsiteX1" y="connsiteY1"/>
                </a:cxn>
                <a:cxn ang="0">
                  <a:pos x="connsiteX2" y="connsiteY2"/>
                </a:cxn>
                <a:cxn ang="0">
                  <a:pos x="connsiteX3" y="connsiteY3"/>
                </a:cxn>
              </a:cxnLst>
              <a:rect l="l" t="t" r="r" b="b"/>
              <a:pathLst>
                <a:path w="1817751" h="30956">
                  <a:moveTo>
                    <a:pt x="0" y="0"/>
                  </a:moveTo>
                  <a:lnTo>
                    <a:pt x="1817751" y="0"/>
                  </a:lnTo>
                  <a:lnTo>
                    <a:pt x="1817751" y="30956"/>
                  </a:lnTo>
                  <a:lnTo>
                    <a:pt x="0" y="30956"/>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5" name="任意多边形: 形状 1534">
              <a:extLst>
                <a:ext uri="{FF2B5EF4-FFF2-40B4-BE49-F238E27FC236}">
                  <a16:creationId xmlns:a16="http://schemas.microsoft.com/office/drawing/2014/main" id="{96048DA1-EDFE-46B1-B23F-DD5032300236}"/>
                </a:ext>
              </a:extLst>
            </p:cNvPr>
            <p:cNvSpPr/>
            <p:nvPr/>
          </p:nvSpPr>
          <p:spPr>
            <a:xfrm>
              <a:off x="5073567"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6" name="任意多边形: 形状 1535">
              <a:extLst>
                <a:ext uri="{FF2B5EF4-FFF2-40B4-BE49-F238E27FC236}">
                  <a16:creationId xmlns:a16="http://schemas.microsoft.com/office/drawing/2014/main" id="{1F436763-B6C8-4A54-AED6-4C11EB63AE78}"/>
                </a:ext>
              </a:extLst>
            </p:cNvPr>
            <p:cNvSpPr/>
            <p:nvPr/>
          </p:nvSpPr>
          <p:spPr>
            <a:xfrm>
              <a:off x="5274502"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7" name="任意多边形: 形状 1536">
              <a:extLst>
                <a:ext uri="{FF2B5EF4-FFF2-40B4-BE49-F238E27FC236}">
                  <a16:creationId xmlns:a16="http://schemas.microsoft.com/office/drawing/2014/main" id="{82C4560B-5949-4F36-9D9A-452C5282DD24}"/>
                </a:ext>
              </a:extLst>
            </p:cNvPr>
            <p:cNvSpPr/>
            <p:nvPr/>
          </p:nvSpPr>
          <p:spPr>
            <a:xfrm>
              <a:off x="5483263"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8" name="任意多边形: 形状 1537">
              <a:extLst>
                <a:ext uri="{FF2B5EF4-FFF2-40B4-BE49-F238E27FC236}">
                  <a16:creationId xmlns:a16="http://schemas.microsoft.com/office/drawing/2014/main" id="{758EF036-EB07-4923-ACFF-5B9C6433E81F}"/>
                </a:ext>
              </a:extLst>
            </p:cNvPr>
            <p:cNvSpPr/>
            <p:nvPr/>
          </p:nvSpPr>
          <p:spPr>
            <a:xfrm>
              <a:off x="5692144"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9" name="任意多边形: 形状 1538">
              <a:extLst>
                <a:ext uri="{FF2B5EF4-FFF2-40B4-BE49-F238E27FC236}">
                  <a16:creationId xmlns:a16="http://schemas.microsoft.com/office/drawing/2014/main" id="{52C8855C-FFF8-49DF-B401-F22A102E19AD}"/>
                </a:ext>
              </a:extLst>
            </p:cNvPr>
            <p:cNvSpPr/>
            <p:nvPr/>
          </p:nvSpPr>
          <p:spPr>
            <a:xfrm>
              <a:off x="5900904"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0" name="任意多边形: 形状 1539">
              <a:extLst>
                <a:ext uri="{FF2B5EF4-FFF2-40B4-BE49-F238E27FC236}">
                  <a16:creationId xmlns:a16="http://schemas.microsoft.com/office/drawing/2014/main" id="{2B8BAA33-EC86-4E97-A966-E0B9FF7A1199}"/>
                </a:ext>
              </a:extLst>
            </p:cNvPr>
            <p:cNvSpPr/>
            <p:nvPr/>
          </p:nvSpPr>
          <p:spPr>
            <a:xfrm>
              <a:off x="6109665"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1" name="任意多边形: 形状 1540">
              <a:extLst>
                <a:ext uri="{FF2B5EF4-FFF2-40B4-BE49-F238E27FC236}">
                  <a16:creationId xmlns:a16="http://schemas.microsoft.com/office/drawing/2014/main" id="{6FB805A3-6412-4D52-8352-35E26CFD175A}"/>
                </a:ext>
              </a:extLst>
            </p:cNvPr>
            <p:cNvSpPr/>
            <p:nvPr/>
          </p:nvSpPr>
          <p:spPr>
            <a:xfrm>
              <a:off x="6318425"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2" name="任意多边形: 形状 1541">
              <a:extLst>
                <a:ext uri="{FF2B5EF4-FFF2-40B4-BE49-F238E27FC236}">
                  <a16:creationId xmlns:a16="http://schemas.microsoft.com/office/drawing/2014/main" id="{BD85431B-606B-4F94-B863-4E19C57F9BE9}"/>
                </a:ext>
              </a:extLst>
            </p:cNvPr>
            <p:cNvSpPr/>
            <p:nvPr/>
          </p:nvSpPr>
          <p:spPr>
            <a:xfrm>
              <a:off x="6527306"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3" name="任意多边形: 形状 1542">
              <a:extLst>
                <a:ext uri="{FF2B5EF4-FFF2-40B4-BE49-F238E27FC236}">
                  <a16:creationId xmlns:a16="http://schemas.microsoft.com/office/drawing/2014/main" id="{679D9B23-859C-4820-8636-24FA9E75187A}"/>
                </a:ext>
              </a:extLst>
            </p:cNvPr>
            <p:cNvSpPr/>
            <p:nvPr/>
          </p:nvSpPr>
          <p:spPr>
            <a:xfrm>
              <a:off x="6736066"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4" name="任意多边形: 形状 1543">
              <a:extLst>
                <a:ext uri="{FF2B5EF4-FFF2-40B4-BE49-F238E27FC236}">
                  <a16:creationId xmlns:a16="http://schemas.microsoft.com/office/drawing/2014/main" id="{A864BBB1-47C8-41FC-B239-5737EAA22A30}"/>
                </a:ext>
              </a:extLst>
            </p:cNvPr>
            <p:cNvSpPr/>
            <p:nvPr/>
          </p:nvSpPr>
          <p:spPr>
            <a:xfrm>
              <a:off x="6944827"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5" name="任意多边形: 形状 1544">
              <a:extLst>
                <a:ext uri="{FF2B5EF4-FFF2-40B4-BE49-F238E27FC236}">
                  <a16:creationId xmlns:a16="http://schemas.microsoft.com/office/drawing/2014/main" id="{F9BE573D-C224-4EF4-80C4-E9715AA5397A}"/>
                </a:ext>
              </a:extLst>
            </p:cNvPr>
            <p:cNvSpPr/>
            <p:nvPr/>
          </p:nvSpPr>
          <p:spPr>
            <a:xfrm>
              <a:off x="7109404"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6" name="任意多边形: 形状 1545">
              <a:extLst>
                <a:ext uri="{FF2B5EF4-FFF2-40B4-BE49-F238E27FC236}">
                  <a16:creationId xmlns:a16="http://schemas.microsoft.com/office/drawing/2014/main" id="{B0A73F75-55C2-44EB-85C6-09E3DC34F5D1}"/>
                </a:ext>
              </a:extLst>
            </p:cNvPr>
            <p:cNvSpPr/>
            <p:nvPr/>
          </p:nvSpPr>
          <p:spPr>
            <a:xfrm>
              <a:off x="5109926" y="5355433"/>
              <a:ext cx="239700" cy="55478"/>
            </a:xfrm>
            <a:custGeom>
              <a:avLst/>
              <a:gdLst>
                <a:gd name="connsiteX0" fmla="*/ 0 w 189642"/>
                <a:gd name="connsiteY0" fmla="*/ 0 h 42005"/>
                <a:gd name="connsiteX1" fmla="*/ 189643 w 189642"/>
                <a:gd name="connsiteY1" fmla="*/ 0 h 42005"/>
                <a:gd name="connsiteX2" fmla="*/ 189643 w 189642"/>
                <a:gd name="connsiteY2" fmla="*/ 42005 h 42005"/>
                <a:gd name="connsiteX3" fmla="*/ 0 w 189642"/>
                <a:gd name="connsiteY3" fmla="*/ 42005 h 42005"/>
              </a:gdLst>
              <a:ahLst/>
              <a:cxnLst>
                <a:cxn ang="0">
                  <a:pos x="connsiteX0" y="connsiteY0"/>
                </a:cxn>
                <a:cxn ang="0">
                  <a:pos x="connsiteX1" y="connsiteY1"/>
                </a:cxn>
                <a:cxn ang="0">
                  <a:pos x="connsiteX2" y="connsiteY2"/>
                </a:cxn>
                <a:cxn ang="0">
                  <a:pos x="connsiteX3" y="connsiteY3"/>
                </a:cxn>
              </a:cxnLst>
              <a:rect l="l" t="t" r="r" b="b"/>
              <a:pathLst>
                <a:path w="189642" h="42005">
                  <a:moveTo>
                    <a:pt x="0" y="0"/>
                  </a:moveTo>
                  <a:lnTo>
                    <a:pt x="189643" y="0"/>
                  </a:lnTo>
                  <a:lnTo>
                    <a:pt x="189643" y="42005"/>
                  </a:lnTo>
                  <a:lnTo>
                    <a:pt x="0" y="42005"/>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7" name="任意多边形: 形状 1546">
              <a:extLst>
                <a:ext uri="{FF2B5EF4-FFF2-40B4-BE49-F238E27FC236}">
                  <a16:creationId xmlns:a16="http://schemas.microsoft.com/office/drawing/2014/main" id="{2D5D36EF-7EE0-44C1-B88F-6B14E254D714}"/>
                </a:ext>
              </a:extLst>
            </p:cNvPr>
            <p:cNvSpPr/>
            <p:nvPr/>
          </p:nvSpPr>
          <p:spPr>
            <a:xfrm>
              <a:off x="5155796" y="5375687"/>
              <a:ext cx="21429" cy="35224"/>
            </a:xfrm>
            <a:custGeom>
              <a:avLst/>
              <a:gdLst>
                <a:gd name="connsiteX0" fmla="*/ 0 w 16954"/>
                <a:gd name="connsiteY0" fmla="*/ 0 h 26670"/>
                <a:gd name="connsiteX1" fmla="*/ 16955 w 16954"/>
                <a:gd name="connsiteY1" fmla="*/ 0 h 26670"/>
                <a:gd name="connsiteX2" fmla="*/ 16955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5" y="0"/>
                  </a:lnTo>
                  <a:lnTo>
                    <a:pt x="16955"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8" name="任意多边形: 形状 1547">
              <a:extLst>
                <a:ext uri="{FF2B5EF4-FFF2-40B4-BE49-F238E27FC236}">
                  <a16:creationId xmlns:a16="http://schemas.microsoft.com/office/drawing/2014/main" id="{44438E01-5997-4784-B58A-C04B3B24CA09}"/>
                </a:ext>
              </a:extLst>
            </p:cNvPr>
            <p:cNvSpPr/>
            <p:nvPr/>
          </p:nvSpPr>
          <p:spPr>
            <a:xfrm>
              <a:off x="5209851" y="5375687"/>
              <a:ext cx="21429" cy="35224"/>
            </a:xfrm>
            <a:custGeom>
              <a:avLst/>
              <a:gdLst>
                <a:gd name="connsiteX0" fmla="*/ 0 w 16954"/>
                <a:gd name="connsiteY0" fmla="*/ 0 h 26670"/>
                <a:gd name="connsiteX1" fmla="*/ 16954 w 16954"/>
                <a:gd name="connsiteY1" fmla="*/ 0 h 26670"/>
                <a:gd name="connsiteX2" fmla="*/ 16954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4" y="0"/>
                  </a:lnTo>
                  <a:lnTo>
                    <a:pt x="16954"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9" name="任意多边形: 形状 1548">
              <a:extLst>
                <a:ext uri="{FF2B5EF4-FFF2-40B4-BE49-F238E27FC236}">
                  <a16:creationId xmlns:a16="http://schemas.microsoft.com/office/drawing/2014/main" id="{6C25D387-A5B2-461E-B5C7-BCFF0185AB8E}"/>
                </a:ext>
              </a:extLst>
            </p:cNvPr>
            <p:cNvSpPr/>
            <p:nvPr/>
          </p:nvSpPr>
          <p:spPr>
            <a:xfrm>
              <a:off x="5263787" y="5375687"/>
              <a:ext cx="21429" cy="35224"/>
            </a:xfrm>
            <a:custGeom>
              <a:avLst/>
              <a:gdLst>
                <a:gd name="connsiteX0" fmla="*/ 0 w 16954"/>
                <a:gd name="connsiteY0" fmla="*/ 0 h 26670"/>
                <a:gd name="connsiteX1" fmla="*/ 16955 w 16954"/>
                <a:gd name="connsiteY1" fmla="*/ 0 h 26670"/>
                <a:gd name="connsiteX2" fmla="*/ 16955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5" y="0"/>
                  </a:lnTo>
                  <a:lnTo>
                    <a:pt x="16955"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0" name="任意多边形: 形状 1549">
              <a:extLst>
                <a:ext uri="{FF2B5EF4-FFF2-40B4-BE49-F238E27FC236}">
                  <a16:creationId xmlns:a16="http://schemas.microsoft.com/office/drawing/2014/main" id="{EDBFACD6-9A79-4B05-8E69-3F7D9582FDB1}"/>
                </a:ext>
              </a:extLst>
            </p:cNvPr>
            <p:cNvSpPr/>
            <p:nvPr/>
          </p:nvSpPr>
          <p:spPr>
            <a:xfrm>
              <a:off x="6842253" y="5355433"/>
              <a:ext cx="239700" cy="55478"/>
            </a:xfrm>
            <a:custGeom>
              <a:avLst/>
              <a:gdLst>
                <a:gd name="connsiteX0" fmla="*/ 0 w 189642"/>
                <a:gd name="connsiteY0" fmla="*/ 0 h 42005"/>
                <a:gd name="connsiteX1" fmla="*/ 189643 w 189642"/>
                <a:gd name="connsiteY1" fmla="*/ 0 h 42005"/>
                <a:gd name="connsiteX2" fmla="*/ 189643 w 189642"/>
                <a:gd name="connsiteY2" fmla="*/ 42005 h 42005"/>
                <a:gd name="connsiteX3" fmla="*/ 0 w 189642"/>
                <a:gd name="connsiteY3" fmla="*/ 42005 h 42005"/>
              </a:gdLst>
              <a:ahLst/>
              <a:cxnLst>
                <a:cxn ang="0">
                  <a:pos x="connsiteX0" y="connsiteY0"/>
                </a:cxn>
                <a:cxn ang="0">
                  <a:pos x="connsiteX1" y="connsiteY1"/>
                </a:cxn>
                <a:cxn ang="0">
                  <a:pos x="connsiteX2" y="connsiteY2"/>
                </a:cxn>
                <a:cxn ang="0">
                  <a:pos x="connsiteX3" y="connsiteY3"/>
                </a:cxn>
              </a:cxnLst>
              <a:rect l="l" t="t" r="r" b="b"/>
              <a:pathLst>
                <a:path w="189642" h="42005">
                  <a:moveTo>
                    <a:pt x="0" y="0"/>
                  </a:moveTo>
                  <a:lnTo>
                    <a:pt x="189643" y="0"/>
                  </a:lnTo>
                  <a:lnTo>
                    <a:pt x="189643" y="42005"/>
                  </a:lnTo>
                  <a:lnTo>
                    <a:pt x="0" y="42005"/>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1" name="任意多边形: 形状 1550">
              <a:extLst>
                <a:ext uri="{FF2B5EF4-FFF2-40B4-BE49-F238E27FC236}">
                  <a16:creationId xmlns:a16="http://schemas.microsoft.com/office/drawing/2014/main" id="{D95176F0-C79D-4A42-9E8D-23649168CA83}"/>
                </a:ext>
              </a:extLst>
            </p:cNvPr>
            <p:cNvSpPr/>
            <p:nvPr/>
          </p:nvSpPr>
          <p:spPr>
            <a:xfrm>
              <a:off x="7014775" y="5375687"/>
              <a:ext cx="21429" cy="35224"/>
            </a:xfrm>
            <a:custGeom>
              <a:avLst/>
              <a:gdLst>
                <a:gd name="connsiteX0" fmla="*/ 0 w 16954"/>
                <a:gd name="connsiteY0" fmla="*/ 0 h 26670"/>
                <a:gd name="connsiteX1" fmla="*/ 16955 w 16954"/>
                <a:gd name="connsiteY1" fmla="*/ 0 h 26670"/>
                <a:gd name="connsiteX2" fmla="*/ 16955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5" y="0"/>
                  </a:lnTo>
                  <a:lnTo>
                    <a:pt x="16955"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2" name="任意多边形: 形状 1551">
              <a:extLst>
                <a:ext uri="{FF2B5EF4-FFF2-40B4-BE49-F238E27FC236}">
                  <a16:creationId xmlns:a16="http://schemas.microsoft.com/office/drawing/2014/main" id="{27471495-6EA5-4A51-A304-18BA473C1AA2}"/>
                </a:ext>
              </a:extLst>
            </p:cNvPr>
            <p:cNvSpPr/>
            <p:nvPr/>
          </p:nvSpPr>
          <p:spPr>
            <a:xfrm>
              <a:off x="6960839" y="5375687"/>
              <a:ext cx="21429" cy="35224"/>
            </a:xfrm>
            <a:custGeom>
              <a:avLst/>
              <a:gdLst>
                <a:gd name="connsiteX0" fmla="*/ 0 w 16954"/>
                <a:gd name="connsiteY0" fmla="*/ 0 h 26670"/>
                <a:gd name="connsiteX1" fmla="*/ 16954 w 16954"/>
                <a:gd name="connsiteY1" fmla="*/ 0 h 26670"/>
                <a:gd name="connsiteX2" fmla="*/ 16954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4" y="0"/>
                  </a:lnTo>
                  <a:lnTo>
                    <a:pt x="16954"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3" name="任意多边形: 形状 1552">
              <a:extLst>
                <a:ext uri="{FF2B5EF4-FFF2-40B4-BE49-F238E27FC236}">
                  <a16:creationId xmlns:a16="http://schemas.microsoft.com/office/drawing/2014/main" id="{51500045-35C1-4696-9F90-1E8230FB311E}"/>
                </a:ext>
              </a:extLst>
            </p:cNvPr>
            <p:cNvSpPr/>
            <p:nvPr/>
          </p:nvSpPr>
          <p:spPr>
            <a:xfrm>
              <a:off x="6906783" y="5375687"/>
              <a:ext cx="21429" cy="35224"/>
            </a:xfrm>
            <a:custGeom>
              <a:avLst/>
              <a:gdLst>
                <a:gd name="connsiteX0" fmla="*/ 0 w 16954"/>
                <a:gd name="connsiteY0" fmla="*/ 0 h 26670"/>
                <a:gd name="connsiteX1" fmla="*/ 16955 w 16954"/>
                <a:gd name="connsiteY1" fmla="*/ 0 h 26670"/>
                <a:gd name="connsiteX2" fmla="*/ 16955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5" y="0"/>
                  </a:lnTo>
                  <a:lnTo>
                    <a:pt x="16955"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4" name="任意多边形: 形状 1553">
              <a:extLst>
                <a:ext uri="{FF2B5EF4-FFF2-40B4-BE49-F238E27FC236}">
                  <a16:creationId xmlns:a16="http://schemas.microsoft.com/office/drawing/2014/main" id="{1291ABE6-B4B4-4120-B869-EC4147C6CB46}"/>
                </a:ext>
              </a:extLst>
            </p:cNvPr>
            <p:cNvSpPr/>
            <p:nvPr/>
          </p:nvSpPr>
          <p:spPr>
            <a:xfrm>
              <a:off x="5178309" y="5518722"/>
              <a:ext cx="12039" cy="1270088"/>
            </a:xfrm>
            <a:custGeom>
              <a:avLst/>
              <a:gdLst>
                <a:gd name="connsiteX0" fmla="*/ 0 w 9525"/>
                <a:gd name="connsiteY0" fmla="*/ 0 h 961644"/>
                <a:gd name="connsiteX1" fmla="*/ 0 w 9525"/>
                <a:gd name="connsiteY1" fmla="*/ 961644 h 961644"/>
              </a:gdLst>
              <a:ahLst/>
              <a:cxnLst>
                <a:cxn ang="0">
                  <a:pos x="connsiteX0" y="connsiteY0"/>
                </a:cxn>
                <a:cxn ang="0">
                  <a:pos x="connsiteX1" y="connsiteY1"/>
                </a:cxn>
              </a:cxnLst>
              <a:rect l="l" t="t" r="r" b="b"/>
              <a:pathLst>
                <a:path w="9525" h="961644">
                  <a:moveTo>
                    <a:pt x="0" y="0"/>
                  </a:moveTo>
                  <a:lnTo>
                    <a:pt x="0" y="961644"/>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5" name="任意多边形: 形状 1554">
              <a:extLst>
                <a:ext uri="{FF2B5EF4-FFF2-40B4-BE49-F238E27FC236}">
                  <a16:creationId xmlns:a16="http://schemas.microsoft.com/office/drawing/2014/main" id="{B92A285F-920D-45DF-9787-A7F2C0C1BDE6}"/>
                </a:ext>
              </a:extLst>
            </p:cNvPr>
            <p:cNvSpPr/>
            <p:nvPr/>
          </p:nvSpPr>
          <p:spPr>
            <a:xfrm>
              <a:off x="4970150" y="5672954"/>
              <a:ext cx="2251699" cy="12580"/>
            </a:xfrm>
            <a:custGeom>
              <a:avLst/>
              <a:gdLst>
                <a:gd name="connsiteX0" fmla="*/ 1781461 w 1781460"/>
                <a:gd name="connsiteY0" fmla="*/ 0 h 9525"/>
                <a:gd name="connsiteX1" fmla="*/ 0 w 1781460"/>
                <a:gd name="connsiteY1" fmla="*/ 0 h 9525"/>
              </a:gdLst>
              <a:ahLst/>
              <a:cxnLst>
                <a:cxn ang="0">
                  <a:pos x="connsiteX0" y="connsiteY0"/>
                </a:cxn>
                <a:cxn ang="0">
                  <a:pos x="connsiteX1" y="connsiteY1"/>
                </a:cxn>
              </a:cxnLst>
              <a:rect l="l" t="t" r="r" b="b"/>
              <a:pathLst>
                <a:path w="1781460" h="9525">
                  <a:moveTo>
                    <a:pt x="178146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6" name="任意多边形: 形状 1555">
              <a:extLst>
                <a:ext uri="{FF2B5EF4-FFF2-40B4-BE49-F238E27FC236}">
                  <a16:creationId xmlns:a16="http://schemas.microsoft.com/office/drawing/2014/main" id="{60E125AE-0006-40FC-94C1-B8605B9B4B6D}"/>
                </a:ext>
              </a:extLst>
            </p:cNvPr>
            <p:cNvSpPr/>
            <p:nvPr/>
          </p:nvSpPr>
          <p:spPr>
            <a:xfrm>
              <a:off x="7221850" y="5485260"/>
              <a:ext cx="12039" cy="1303550"/>
            </a:xfrm>
            <a:custGeom>
              <a:avLst/>
              <a:gdLst>
                <a:gd name="connsiteX0" fmla="*/ 0 w 9525"/>
                <a:gd name="connsiteY0" fmla="*/ 0 h 986980"/>
                <a:gd name="connsiteX1" fmla="*/ 0 w 9525"/>
                <a:gd name="connsiteY1" fmla="*/ 986981 h 986980"/>
              </a:gdLst>
              <a:ahLst/>
              <a:cxnLst>
                <a:cxn ang="0">
                  <a:pos x="connsiteX0" y="connsiteY0"/>
                </a:cxn>
                <a:cxn ang="0">
                  <a:pos x="connsiteX1" y="connsiteY1"/>
                </a:cxn>
              </a:cxnLst>
              <a:rect l="l" t="t" r="r" b="b"/>
              <a:pathLst>
                <a:path w="9525" h="986980">
                  <a:moveTo>
                    <a:pt x="0" y="0"/>
                  </a:moveTo>
                  <a:lnTo>
                    <a:pt x="0" y="986981"/>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7" name="任意多边形: 形状 1556">
              <a:extLst>
                <a:ext uri="{FF2B5EF4-FFF2-40B4-BE49-F238E27FC236}">
                  <a16:creationId xmlns:a16="http://schemas.microsoft.com/office/drawing/2014/main" id="{802AFFB2-178D-4A12-817B-9EE72BDBEBCB}"/>
                </a:ext>
              </a:extLst>
            </p:cNvPr>
            <p:cNvSpPr/>
            <p:nvPr/>
          </p:nvSpPr>
          <p:spPr>
            <a:xfrm>
              <a:off x="4970150" y="5704530"/>
              <a:ext cx="2251699" cy="12580"/>
            </a:xfrm>
            <a:custGeom>
              <a:avLst/>
              <a:gdLst>
                <a:gd name="connsiteX0" fmla="*/ 1781461 w 1781460"/>
                <a:gd name="connsiteY0" fmla="*/ 0 h 9525"/>
                <a:gd name="connsiteX1" fmla="*/ 0 w 1781460"/>
                <a:gd name="connsiteY1" fmla="*/ 0 h 9525"/>
              </a:gdLst>
              <a:ahLst/>
              <a:cxnLst>
                <a:cxn ang="0">
                  <a:pos x="connsiteX0" y="connsiteY0"/>
                </a:cxn>
                <a:cxn ang="0">
                  <a:pos x="connsiteX1" y="connsiteY1"/>
                </a:cxn>
              </a:cxnLst>
              <a:rect l="l" t="t" r="r" b="b"/>
              <a:pathLst>
                <a:path w="1781460" h="9525">
                  <a:moveTo>
                    <a:pt x="178146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8" name="任意多边形: 形状 1557">
              <a:extLst>
                <a:ext uri="{FF2B5EF4-FFF2-40B4-BE49-F238E27FC236}">
                  <a16:creationId xmlns:a16="http://schemas.microsoft.com/office/drawing/2014/main" id="{1658AA84-3EB9-40E6-A40C-B59C74884428}"/>
                </a:ext>
              </a:extLst>
            </p:cNvPr>
            <p:cNvSpPr/>
            <p:nvPr/>
          </p:nvSpPr>
          <p:spPr>
            <a:xfrm>
              <a:off x="5039014" y="5741642"/>
              <a:ext cx="75365" cy="1047168"/>
            </a:xfrm>
            <a:custGeom>
              <a:avLst/>
              <a:gdLst>
                <a:gd name="connsiteX0" fmla="*/ 0 w 59626"/>
                <a:gd name="connsiteY0" fmla="*/ 0 h 792861"/>
                <a:gd name="connsiteX1" fmla="*/ 59626 w 59626"/>
                <a:gd name="connsiteY1" fmla="*/ 0 h 792861"/>
                <a:gd name="connsiteX2" fmla="*/ 59626 w 59626"/>
                <a:gd name="connsiteY2" fmla="*/ 792861 h 792861"/>
                <a:gd name="connsiteX3" fmla="*/ 0 w 59626"/>
                <a:gd name="connsiteY3" fmla="*/ 792861 h 792861"/>
              </a:gdLst>
              <a:ahLst/>
              <a:cxnLst>
                <a:cxn ang="0">
                  <a:pos x="connsiteX0" y="connsiteY0"/>
                </a:cxn>
                <a:cxn ang="0">
                  <a:pos x="connsiteX1" y="connsiteY1"/>
                </a:cxn>
                <a:cxn ang="0">
                  <a:pos x="connsiteX2" y="connsiteY2"/>
                </a:cxn>
                <a:cxn ang="0">
                  <a:pos x="connsiteX3" y="connsiteY3"/>
                </a:cxn>
              </a:cxnLst>
              <a:rect l="l" t="t" r="r" b="b"/>
              <a:pathLst>
                <a:path w="59626" h="792861">
                  <a:moveTo>
                    <a:pt x="0" y="0"/>
                  </a:moveTo>
                  <a:lnTo>
                    <a:pt x="59626" y="0"/>
                  </a:lnTo>
                  <a:lnTo>
                    <a:pt x="59626" y="792861"/>
                  </a:lnTo>
                  <a:lnTo>
                    <a:pt x="0" y="792861"/>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9" name="任意多边形: 形状 1558">
              <a:extLst>
                <a:ext uri="{FF2B5EF4-FFF2-40B4-BE49-F238E27FC236}">
                  <a16:creationId xmlns:a16="http://schemas.microsoft.com/office/drawing/2014/main" id="{49E02B65-89E1-40EB-99CA-F1A867B4FFE2}"/>
                </a:ext>
              </a:extLst>
            </p:cNvPr>
            <p:cNvSpPr/>
            <p:nvPr/>
          </p:nvSpPr>
          <p:spPr>
            <a:xfrm>
              <a:off x="5039014" y="5547154"/>
              <a:ext cx="75365" cy="94602"/>
            </a:xfrm>
            <a:custGeom>
              <a:avLst/>
              <a:gdLst>
                <a:gd name="connsiteX0" fmla="*/ 0 w 59626"/>
                <a:gd name="connsiteY0" fmla="*/ 0 h 71628"/>
                <a:gd name="connsiteX1" fmla="*/ 59626 w 59626"/>
                <a:gd name="connsiteY1" fmla="*/ 0 h 71628"/>
                <a:gd name="connsiteX2" fmla="*/ 59626 w 59626"/>
                <a:gd name="connsiteY2" fmla="*/ 71628 h 71628"/>
                <a:gd name="connsiteX3" fmla="*/ 0 w 59626"/>
                <a:gd name="connsiteY3" fmla="*/ 71628 h 71628"/>
              </a:gdLst>
              <a:ahLst/>
              <a:cxnLst>
                <a:cxn ang="0">
                  <a:pos x="connsiteX0" y="connsiteY0"/>
                </a:cxn>
                <a:cxn ang="0">
                  <a:pos x="connsiteX1" y="connsiteY1"/>
                </a:cxn>
                <a:cxn ang="0">
                  <a:pos x="connsiteX2" y="connsiteY2"/>
                </a:cxn>
                <a:cxn ang="0">
                  <a:pos x="connsiteX3" y="connsiteY3"/>
                </a:cxn>
              </a:cxnLst>
              <a:rect l="l" t="t" r="r" b="b"/>
              <a:pathLst>
                <a:path w="59626" h="71628">
                  <a:moveTo>
                    <a:pt x="0" y="0"/>
                  </a:moveTo>
                  <a:lnTo>
                    <a:pt x="59626" y="0"/>
                  </a:lnTo>
                  <a:lnTo>
                    <a:pt x="59626" y="71628"/>
                  </a:lnTo>
                  <a:lnTo>
                    <a:pt x="0" y="71628"/>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0" name="任意多边形: 形状 1559">
              <a:extLst>
                <a:ext uri="{FF2B5EF4-FFF2-40B4-BE49-F238E27FC236}">
                  <a16:creationId xmlns:a16="http://schemas.microsoft.com/office/drawing/2014/main" id="{BFCD3B41-DF6B-4F8E-8FA9-EA785727C65D}"/>
                </a:ext>
              </a:extLst>
            </p:cNvPr>
            <p:cNvSpPr/>
            <p:nvPr/>
          </p:nvSpPr>
          <p:spPr>
            <a:xfrm>
              <a:off x="6995754" y="5518722"/>
              <a:ext cx="12039" cy="1270088"/>
            </a:xfrm>
            <a:custGeom>
              <a:avLst/>
              <a:gdLst>
                <a:gd name="connsiteX0" fmla="*/ 0 w 9525"/>
                <a:gd name="connsiteY0" fmla="*/ 0 h 961644"/>
                <a:gd name="connsiteX1" fmla="*/ 0 w 9525"/>
                <a:gd name="connsiteY1" fmla="*/ 961644 h 961644"/>
              </a:gdLst>
              <a:ahLst/>
              <a:cxnLst>
                <a:cxn ang="0">
                  <a:pos x="connsiteX0" y="connsiteY0"/>
                </a:cxn>
                <a:cxn ang="0">
                  <a:pos x="connsiteX1" y="connsiteY1"/>
                </a:cxn>
              </a:cxnLst>
              <a:rect l="l" t="t" r="r" b="b"/>
              <a:pathLst>
                <a:path w="9525" h="961644">
                  <a:moveTo>
                    <a:pt x="0" y="0"/>
                  </a:moveTo>
                  <a:lnTo>
                    <a:pt x="0" y="961644"/>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1" name="任意多边形: 形状 1560">
              <a:extLst>
                <a:ext uri="{FF2B5EF4-FFF2-40B4-BE49-F238E27FC236}">
                  <a16:creationId xmlns:a16="http://schemas.microsoft.com/office/drawing/2014/main" id="{628EF48D-2FE4-4DF9-9D01-F806ECDB2B59}"/>
                </a:ext>
              </a:extLst>
            </p:cNvPr>
            <p:cNvSpPr/>
            <p:nvPr/>
          </p:nvSpPr>
          <p:spPr>
            <a:xfrm>
              <a:off x="5039014" y="5810330"/>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2" name="任意多边形: 形状 1561">
              <a:extLst>
                <a:ext uri="{FF2B5EF4-FFF2-40B4-BE49-F238E27FC236}">
                  <a16:creationId xmlns:a16="http://schemas.microsoft.com/office/drawing/2014/main" id="{5E7CA35E-C74C-4607-B849-61CD1970CB00}"/>
                </a:ext>
              </a:extLst>
            </p:cNvPr>
            <p:cNvSpPr/>
            <p:nvPr/>
          </p:nvSpPr>
          <p:spPr>
            <a:xfrm>
              <a:off x="5039014" y="5897635"/>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3" name="任意多边形: 形状 1562">
              <a:extLst>
                <a:ext uri="{FF2B5EF4-FFF2-40B4-BE49-F238E27FC236}">
                  <a16:creationId xmlns:a16="http://schemas.microsoft.com/office/drawing/2014/main" id="{075B85A3-E3A8-4795-84DE-14683EB524FB}"/>
                </a:ext>
              </a:extLst>
            </p:cNvPr>
            <p:cNvSpPr/>
            <p:nvPr/>
          </p:nvSpPr>
          <p:spPr>
            <a:xfrm>
              <a:off x="5039014" y="5984942"/>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4" name="任意多边形: 形状 1563">
              <a:extLst>
                <a:ext uri="{FF2B5EF4-FFF2-40B4-BE49-F238E27FC236}">
                  <a16:creationId xmlns:a16="http://schemas.microsoft.com/office/drawing/2014/main" id="{B929C5F0-47C8-4733-8C64-3425F1072C1D}"/>
                </a:ext>
              </a:extLst>
            </p:cNvPr>
            <p:cNvSpPr/>
            <p:nvPr/>
          </p:nvSpPr>
          <p:spPr>
            <a:xfrm>
              <a:off x="5039014" y="6072246"/>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5" name="任意多边形: 形状 1564">
              <a:extLst>
                <a:ext uri="{FF2B5EF4-FFF2-40B4-BE49-F238E27FC236}">
                  <a16:creationId xmlns:a16="http://schemas.microsoft.com/office/drawing/2014/main" id="{4CF4F700-6942-4325-8438-C1834B294425}"/>
                </a:ext>
              </a:extLst>
            </p:cNvPr>
            <p:cNvSpPr/>
            <p:nvPr/>
          </p:nvSpPr>
          <p:spPr>
            <a:xfrm>
              <a:off x="5039014" y="6159679"/>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6" name="任意多边形: 形状 1565">
              <a:extLst>
                <a:ext uri="{FF2B5EF4-FFF2-40B4-BE49-F238E27FC236}">
                  <a16:creationId xmlns:a16="http://schemas.microsoft.com/office/drawing/2014/main" id="{0EA30840-978A-4A76-A278-A07E1977B26D}"/>
                </a:ext>
              </a:extLst>
            </p:cNvPr>
            <p:cNvSpPr/>
            <p:nvPr/>
          </p:nvSpPr>
          <p:spPr>
            <a:xfrm>
              <a:off x="5039014" y="6246984"/>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7" name="任意多边形: 形状 1566">
              <a:extLst>
                <a:ext uri="{FF2B5EF4-FFF2-40B4-BE49-F238E27FC236}">
                  <a16:creationId xmlns:a16="http://schemas.microsoft.com/office/drawing/2014/main" id="{4BF362FD-35EA-4C0F-86ED-F87563B90DEA}"/>
                </a:ext>
              </a:extLst>
            </p:cNvPr>
            <p:cNvSpPr/>
            <p:nvPr/>
          </p:nvSpPr>
          <p:spPr>
            <a:xfrm>
              <a:off x="5039014" y="6334291"/>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8" name="任意多边形: 形状 1567">
              <a:extLst>
                <a:ext uri="{FF2B5EF4-FFF2-40B4-BE49-F238E27FC236}">
                  <a16:creationId xmlns:a16="http://schemas.microsoft.com/office/drawing/2014/main" id="{87040D81-741E-486F-A365-89EE455D53A6}"/>
                </a:ext>
              </a:extLst>
            </p:cNvPr>
            <p:cNvSpPr/>
            <p:nvPr/>
          </p:nvSpPr>
          <p:spPr>
            <a:xfrm>
              <a:off x="5039014" y="6421596"/>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9" name="任意多边形: 形状 1568">
              <a:extLst>
                <a:ext uri="{FF2B5EF4-FFF2-40B4-BE49-F238E27FC236}">
                  <a16:creationId xmlns:a16="http://schemas.microsoft.com/office/drawing/2014/main" id="{B1DB153E-BE94-4DD6-8B29-D341705CFEF5}"/>
                </a:ext>
              </a:extLst>
            </p:cNvPr>
            <p:cNvSpPr/>
            <p:nvPr/>
          </p:nvSpPr>
          <p:spPr>
            <a:xfrm>
              <a:off x="7071119" y="5741642"/>
              <a:ext cx="75365" cy="1047168"/>
            </a:xfrm>
            <a:custGeom>
              <a:avLst/>
              <a:gdLst>
                <a:gd name="connsiteX0" fmla="*/ 0 w 59626"/>
                <a:gd name="connsiteY0" fmla="*/ 0 h 792861"/>
                <a:gd name="connsiteX1" fmla="*/ 59627 w 59626"/>
                <a:gd name="connsiteY1" fmla="*/ 0 h 792861"/>
                <a:gd name="connsiteX2" fmla="*/ 59627 w 59626"/>
                <a:gd name="connsiteY2" fmla="*/ 792861 h 792861"/>
                <a:gd name="connsiteX3" fmla="*/ 0 w 59626"/>
                <a:gd name="connsiteY3" fmla="*/ 792861 h 792861"/>
              </a:gdLst>
              <a:ahLst/>
              <a:cxnLst>
                <a:cxn ang="0">
                  <a:pos x="connsiteX0" y="connsiteY0"/>
                </a:cxn>
                <a:cxn ang="0">
                  <a:pos x="connsiteX1" y="connsiteY1"/>
                </a:cxn>
                <a:cxn ang="0">
                  <a:pos x="connsiteX2" y="connsiteY2"/>
                </a:cxn>
                <a:cxn ang="0">
                  <a:pos x="connsiteX3" y="connsiteY3"/>
                </a:cxn>
              </a:cxnLst>
              <a:rect l="l" t="t" r="r" b="b"/>
              <a:pathLst>
                <a:path w="59626" h="792861">
                  <a:moveTo>
                    <a:pt x="0" y="0"/>
                  </a:moveTo>
                  <a:lnTo>
                    <a:pt x="59627" y="0"/>
                  </a:lnTo>
                  <a:lnTo>
                    <a:pt x="59627" y="792861"/>
                  </a:lnTo>
                  <a:lnTo>
                    <a:pt x="0" y="792861"/>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0" name="任意多边形: 形状 1569">
              <a:extLst>
                <a:ext uri="{FF2B5EF4-FFF2-40B4-BE49-F238E27FC236}">
                  <a16:creationId xmlns:a16="http://schemas.microsoft.com/office/drawing/2014/main" id="{F8A2056C-D072-44BB-B24F-019BB891050A}"/>
                </a:ext>
              </a:extLst>
            </p:cNvPr>
            <p:cNvSpPr/>
            <p:nvPr/>
          </p:nvSpPr>
          <p:spPr>
            <a:xfrm>
              <a:off x="7071119" y="5810330"/>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1" name="任意多边形: 形状 1570">
              <a:extLst>
                <a:ext uri="{FF2B5EF4-FFF2-40B4-BE49-F238E27FC236}">
                  <a16:creationId xmlns:a16="http://schemas.microsoft.com/office/drawing/2014/main" id="{DBC73ADB-2316-489E-BFB9-24D4F02D933B}"/>
                </a:ext>
              </a:extLst>
            </p:cNvPr>
            <p:cNvSpPr/>
            <p:nvPr/>
          </p:nvSpPr>
          <p:spPr>
            <a:xfrm>
              <a:off x="7071119" y="5897635"/>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2" name="任意多边形: 形状 1571">
              <a:extLst>
                <a:ext uri="{FF2B5EF4-FFF2-40B4-BE49-F238E27FC236}">
                  <a16:creationId xmlns:a16="http://schemas.microsoft.com/office/drawing/2014/main" id="{718A97BF-1D12-4E52-8C44-DFB50AB138C2}"/>
                </a:ext>
              </a:extLst>
            </p:cNvPr>
            <p:cNvSpPr/>
            <p:nvPr/>
          </p:nvSpPr>
          <p:spPr>
            <a:xfrm>
              <a:off x="7071119" y="5984942"/>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3" name="任意多边形: 形状 1572">
              <a:extLst>
                <a:ext uri="{FF2B5EF4-FFF2-40B4-BE49-F238E27FC236}">
                  <a16:creationId xmlns:a16="http://schemas.microsoft.com/office/drawing/2014/main" id="{E1CF712A-6959-410D-9F2D-8104C65F398F}"/>
                </a:ext>
              </a:extLst>
            </p:cNvPr>
            <p:cNvSpPr/>
            <p:nvPr/>
          </p:nvSpPr>
          <p:spPr>
            <a:xfrm>
              <a:off x="7071119" y="6072246"/>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4" name="任意多边形: 形状 1573">
              <a:extLst>
                <a:ext uri="{FF2B5EF4-FFF2-40B4-BE49-F238E27FC236}">
                  <a16:creationId xmlns:a16="http://schemas.microsoft.com/office/drawing/2014/main" id="{6B81FBB6-656D-4E99-951C-11F605CA039B}"/>
                </a:ext>
              </a:extLst>
            </p:cNvPr>
            <p:cNvSpPr/>
            <p:nvPr/>
          </p:nvSpPr>
          <p:spPr>
            <a:xfrm>
              <a:off x="7071119" y="6159679"/>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5" name="任意多边形: 形状 1574">
              <a:extLst>
                <a:ext uri="{FF2B5EF4-FFF2-40B4-BE49-F238E27FC236}">
                  <a16:creationId xmlns:a16="http://schemas.microsoft.com/office/drawing/2014/main" id="{F7FE758C-3CD5-4B09-B97C-BCF150833539}"/>
                </a:ext>
              </a:extLst>
            </p:cNvPr>
            <p:cNvSpPr/>
            <p:nvPr/>
          </p:nvSpPr>
          <p:spPr>
            <a:xfrm>
              <a:off x="7071119" y="6246984"/>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6" name="任意多边形: 形状 1575">
              <a:extLst>
                <a:ext uri="{FF2B5EF4-FFF2-40B4-BE49-F238E27FC236}">
                  <a16:creationId xmlns:a16="http://schemas.microsoft.com/office/drawing/2014/main" id="{96B0B197-5C50-43F9-AE93-5B00BC4A8D3E}"/>
                </a:ext>
              </a:extLst>
            </p:cNvPr>
            <p:cNvSpPr/>
            <p:nvPr/>
          </p:nvSpPr>
          <p:spPr>
            <a:xfrm>
              <a:off x="7071119" y="6334291"/>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7" name="任意多边形: 形状 1576">
              <a:extLst>
                <a:ext uri="{FF2B5EF4-FFF2-40B4-BE49-F238E27FC236}">
                  <a16:creationId xmlns:a16="http://schemas.microsoft.com/office/drawing/2014/main" id="{13230490-F53B-49DF-962D-B9DDAF5D3E07}"/>
                </a:ext>
              </a:extLst>
            </p:cNvPr>
            <p:cNvSpPr/>
            <p:nvPr/>
          </p:nvSpPr>
          <p:spPr>
            <a:xfrm>
              <a:off x="7071119" y="6421596"/>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8" name="任意多边形: 形状 1577">
              <a:extLst>
                <a:ext uri="{FF2B5EF4-FFF2-40B4-BE49-F238E27FC236}">
                  <a16:creationId xmlns:a16="http://schemas.microsoft.com/office/drawing/2014/main" id="{98F55BE0-DA7D-4888-8F04-8CFC5ED01CAD}"/>
                </a:ext>
              </a:extLst>
            </p:cNvPr>
            <p:cNvSpPr/>
            <p:nvPr/>
          </p:nvSpPr>
          <p:spPr>
            <a:xfrm>
              <a:off x="7071119" y="5547154"/>
              <a:ext cx="75365" cy="94602"/>
            </a:xfrm>
            <a:custGeom>
              <a:avLst/>
              <a:gdLst>
                <a:gd name="connsiteX0" fmla="*/ 0 w 59626"/>
                <a:gd name="connsiteY0" fmla="*/ 0 h 71628"/>
                <a:gd name="connsiteX1" fmla="*/ 59627 w 59626"/>
                <a:gd name="connsiteY1" fmla="*/ 0 h 71628"/>
                <a:gd name="connsiteX2" fmla="*/ 59627 w 59626"/>
                <a:gd name="connsiteY2" fmla="*/ 71628 h 71628"/>
                <a:gd name="connsiteX3" fmla="*/ 0 w 59626"/>
                <a:gd name="connsiteY3" fmla="*/ 71628 h 71628"/>
              </a:gdLst>
              <a:ahLst/>
              <a:cxnLst>
                <a:cxn ang="0">
                  <a:pos x="connsiteX0" y="connsiteY0"/>
                </a:cxn>
                <a:cxn ang="0">
                  <a:pos x="connsiteX1" y="connsiteY1"/>
                </a:cxn>
                <a:cxn ang="0">
                  <a:pos x="connsiteX2" y="connsiteY2"/>
                </a:cxn>
                <a:cxn ang="0">
                  <a:pos x="connsiteX3" y="connsiteY3"/>
                </a:cxn>
              </a:cxnLst>
              <a:rect l="l" t="t" r="r" b="b"/>
              <a:pathLst>
                <a:path w="59626" h="71628">
                  <a:moveTo>
                    <a:pt x="0" y="0"/>
                  </a:moveTo>
                  <a:lnTo>
                    <a:pt x="59627" y="0"/>
                  </a:lnTo>
                  <a:lnTo>
                    <a:pt x="59627" y="71628"/>
                  </a:lnTo>
                  <a:lnTo>
                    <a:pt x="0" y="71628"/>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9" name="任意多边形: 形状 1578">
              <a:extLst>
                <a:ext uri="{FF2B5EF4-FFF2-40B4-BE49-F238E27FC236}">
                  <a16:creationId xmlns:a16="http://schemas.microsoft.com/office/drawing/2014/main" id="{C3892FC7-1F7E-4A5F-A9BE-0CBE82A54CBF}"/>
                </a:ext>
              </a:extLst>
            </p:cNvPr>
            <p:cNvSpPr/>
            <p:nvPr/>
          </p:nvSpPr>
          <p:spPr>
            <a:xfrm>
              <a:off x="5360221"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0" name="任意多边形: 形状 1579">
              <a:extLst>
                <a:ext uri="{FF2B5EF4-FFF2-40B4-BE49-F238E27FC236}">
                  <a16:creationId xmlns:a16="http://schemas.microsoft.com/office/drawing/2014/main" id="{DCB86A41-FF88-4321-8C2E-562191E1DE85}"/>
                </a:ext>
              </a:extLst>
            </p:cNvPr>
            <p:cNvSpPr/>
            <p:nvPr/>
          </p:nvSpPr>
          <p:spPr>
            <a:xfrm>
              <a:off x="5406452"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1" name="任意多边形: 形状 1580">
              <a:extLst>
                <a:ext uri="{FF2B5EF4-FFF2-40B4-BE49-F238E27FC236}">
                  <a16:creationId xmlns:a16="http://schemas.microsoft.com/office/drawing/2014/main" id="{95229E50-7017-432C-9FF8-424D63977B9D}"/>
                </a:ext>
              </a:extLst>
            </p:cNvPr>
            <p:cNvSpPr/>
            <p:nvPr/>
          </p:nvSpPr>
          <p:spPr>
            <a:xfrm>
              <a:off x="5563925"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2" name="任意多边形: 形状 1581">
              <a:extLst>
                <a:ext uri="{FF2B5EF4-FFF2-40B4-BE49-F238E27FC236}">
                  <a16:creationId xmlns:a16="http://schemas.microsoft.com/office/drawing/2014/main" id="{E3E62CE8-74D1-423F-8E63-B211DB3F3B03}"/>
                </a:ext>
              </a:extLst>
            </p:cNvPr>
            <p:cNvSpPr/>
            <p:nvPr/>
          </p:nvSpPr>
          <p:spPr>
            <a:xfrm>
              <a:off x="5767509"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3" name="任意多边形: 形状 1582">
              <a:extLst>
                <a:ext uri="{FF2B5EF4-FFF2-40B4-BE49-F238E27FC236}">
                  <a16:creationId xmlns:a16="http://schemas.microsoft.com/office/drawing/2014/main" id="{EB3248DC-F1AD-4277-83AD-F3E76D4390A2}"/>
                </a:ext>
              </a:extLst>
            </p:cNvPr>
            <p:cNvSpPr/>
            <p:nvPr/>
          </p:nvSpPr>
          <p:spPr>
            <a:xfrm>
              <a:off x="5971093"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4" name="任意多边形: 形状 1583">
              <a:extLst>
                <a:ext uri="{FF2B5EF4-FFF2-40B4-BE49-F238E27FC236}">
                  <a16:creationId xmlns:a16="http://schemas.microsoft.com/office/drawing/2014/main" id="{115E5C9B-1AF7-4EEE-B3A8-780F603FA41C}"/>
                </a:ext>
              </a:extLst>
            </p:cNvPr>
            <p:cNvSpPr/>
            <p:nvPr/>
          </p:nvSpPr>
          <p:spPr>
            <a:xfrm>
              <a:off x="6174677"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5" name="任意多边形: 形状 1584">
              <a:extLst>
                <a:ext uri="{FF2B5EF4-FFF2-40B4-BE49-F238E27FC236}">
                  <a16:creationId xmlns:a16="http://schemas.microsoft.com/office/drawing/2014/main" id="{EDC4DE74-9171-49CE-B20C-6186A65655BB}"/>
                </a:ext>
              </a:extLst>
            </p:cNvPr>
            <p:cNvSpPr/>
            <p:nvPr/>
          </p:nvSpPr>
          <p:spPr>
            <a:xfrm>
              <a:off x="6378260"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6" name="任意多边形: 形状 1585">
              <a:extLst>
                <a:ext uri="{FF2B5EF4-FFF2-40B4-BE49-F238E27FC236}">
                  <a16:creationId xmlns:a16="http://schemas.microsoft.com/office/drawing/2014/main" id="{A0FC859A-282D-4EA6-832E-4D8EF83BA0C1}"/>
                </a:ext>
              </a:extLst>
            </p:cNvPr>
            <p:cNvSpPr/>
            <p:nvPr/>
          </p:nvSpPr>
          <p:spPr>
            <a:xfrm>
              <a:off x="6581844"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7" name="任意多边形: 形状 1586">
              <a:extLst>
                <a:ext uri="{FF2B5EF4-FFF2-40B4-BE49-F238E27FC236}">
                  <a16:creationId xmlns:a16="http://schemas.microsoft.com/office/drawing/2014/main" id="{62FE2A7C-53D9-4670-899C-A9CBEC61D807}"/>
                </a:ext>
              </a:extLst>
            </p:cNvPr>
            <p:cNvSpPr/>
            <p:nvPr/>
          </p:nvSpPr>
          <p:spPr>
            <a:xfrm>
              <a:off x="6785548"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8" name="任意多边形: 形状 1587">
              <a:extLst>
                <a:ext uri="{FF2B5EF4-FFF2-40B4-BE49-F238E27FC236}">
                  <a16:creationId xmlns:a16="http://schemas.microsoft.com/office/drawing/2014/main" id="{D595FE71-4001-4954-8C93-65AD9B6EDBF2}"/>
                </a:ext>
              </a:extLst>
            </p:cNvPr>
            <p:cNvSpPr/>
            <p:nvPr/>
          </p:nvSpPr>
          <p:spPr>
            <a:xfrm>
              <a:off x="5610156"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9" name="任意多边形: 形状 1588">
              <a:extLst>
                <a:ext uri="{FF2B5EF4-FFF2-40B4-BE49-F238E27FC236}">
                  <a16:creationId xmlns:a16="http://schemas.microsoft.com/office/drawing/2014/main" id="{3404617B-4C4D-482A-B858-8ED38F649899}"/>
                </a:ext>
              </a:extLst>
            </p:cNvPr>
            <p:cNvSpPr/>
            <p:nvPr/>
          </p:nvSpPr>
          <p:spPr>
            <a:xfrm>
              <a:off x="5813740"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0" name="任意多边形: 形状 1589">
              <a:extLst>
                <a:ext uri="{FF2B5EF4-FFF2-40B4-BE49-F238E27FC236}">
                  <a16:creationId xmlns:a16="http://schemas.microsoft.com/office/drawing/2014/main" id="{BBC71911-F5B4-44AA-B4FB-272D0E328F70}"/>
                </a:ext>
              </a:extLst>
            </p:cNvPr>
            <p:cNvSpPr/>
            <p:nvPr/>
          </p:nvSpPr>
          <p:spPr>
            <a:xfrm>
              <a:off x="6017324"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1" name="任意多边形: 形状 1590">
              <a:extLst>
                <a:ext uri="{FF2B5EF4-FFF2-40B4-BE49-F238E27FC236}">
                  <a16:creationId xmlns:a16="http://schemas.microsoft.com/office/drawing/2014/main" id="{A89BA5B7-7CD5-4E8D-BA78-5DD2B6B8FC11}"/>
                </a:ext>
              </a:extLst>
            </p:cNvPr>
            <p:cNvSpPr/>
            <p:nvPr/>
          </p:nvSpPr>
          <p:spPr>
            <a:xfrm>
              <a:off x="6220908"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2" name="任意多边形: 形状 1591">
              <a:extLst>
                <a:ext uri="{FF2B5EF4-FFF2-40B4-BE49-F238E27FC236}">
                  <a16:creationId xmlns:a16="http://schemas.microsoft.com/office/drawing/2014/main" id="{E6EFB4D6-58B1-4F07-8C83-30587A812FE7}"/>
                </a:ext>
              </a:extLst>
            </p:cNvPr>
            <p:cNvSpPr/>
            <p:nvPr/>
          </p:nvSpPr>
          <p:spPr>
            <a:xfrm>
              <a:off x="6424490"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3" name="任意多边形: 形状 1592">
              <a:extLst>
                <a:ext uri="{FF2B5EF4-FFF2-40B4-BE49-F238E27FC236}">
                  <a16:creationId xmlns:a16="http://schemas.microsoft.com/office/drawing/2014/main" id="{EE02265D-4EB4-4E8E-8107-F1C2A06BA8A2}"/>
                </a:ext>
              </a:extLst>
            </p:cNvPr>
            <p:cNvSpPr/>
            <p:nvPr/>
          </p:nvSpPr>
          <p:spPr>
            <a:xfrm>
              <a:off x="6628194"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4" name="任意多边形: 形状 1593">
              <a:extLst>
                <a:ext uri="{FF2B5EF4-FFF2-40B4-BE49-F238E27FC236}">
                  <a16:creationId xmlns:a16="http://schemas.microsoft.com/office/drawing/2014/main" id="{0F24A429-FEF3-4114-886F-0B3CCE4A648A}"/>
                </a:ext>
              </a:extLst>
            </p:cNvPr>
            <p:cNvSpPr/>
            <p:nvPr/>
          </p:nvSpPr>
          <p:spPr>
            <a:xfrm>
              <a:off x="6831778"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5" name="任意多边形: 形状 1594">
              <a:extLst>
                <a:ext uri="{FF2B5EF4-FFF2-40B4-BE49-F238E27FC236}">
                  <a16:creationId xmlns:a16="http://schemas.microsoft.com/office/drawing/2014/main" id="{101AB260-6490-423C-AA25-693023A02C63}"/>
                </a:ext>
              </a:extLst>
            </p:cNvPr>
            <p:cNvSpPr/>
            <p:nvPr/>
          </p:nvSpPr>
          <p:spPr>
            <a:xfrm>
              <a:off x="5178309" y="5632069"/>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6" name="任意多边形: 形状 1595">
              <a:extLst>
                <a:ext uri="{FF2B5EF4-FFF2-40B4-BE49-F238E27FC236}">
                  <a16:creationId xmlns:a16="http://schemas.microsoft.com/office/drawing/2014/main" id="{B4BE3FDB-7605-49A1-950A-978F587A33C2}"/>
                </a:ext>
              </a:extLst>
            </p:cNvPr>
            <p:cNvSpPr/>
            <p:nvPr/>
          </p:nvSpPr>
          <p:spPr>
            <a:xfrm>
              <a:off x="5406452" y="5632069"/>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7" name="任意多边形: 形状 1596">
              <a:extLst>
                <a:ext uri="{FF2B5EF4-FFF2-40B4-BE49-F238E27FC236}">
                  <a16:creationId xmlns:a16="http://schemas.microsoft.com/office/drawing/2014/main" id="{2522D434-EF66-4E7D-B75A-5C30711F2653}"/>
                </a:ext>
              </a:extLst>
            </p:cNvPr>
            <p:cNvSpPr/>
            <p:nvPr/>
          </p:nvSpPr>
          <p:spPr>
            <a:xfrm>
              <a:off x="5610156"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8" name="任意多边形: 形状 1597">
              <a:extLst>
                <a:ext uri="{FF2B5EF4-FFF2-40B4-BE49-F238E27FC236}">
                  <a16:creationId xmlns:a16="http://schemas.microsoft.com/office/drawing/2014/main" id="{0747E45C-0F34-4ABE-855F-F3332BA66BB3}"/>
                </a:ext>
              </a:extLst>
            </p:cNvPr>
            <p:cNvSpPr/>
            <p:nvPr/>
          </p:nvSpPr>
          <p:spPr>
            <a:xfrm>
              <a:off x="5813740"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9" name="任意多边形: 形状 1598">
              <a:extLst>
                <a:ext uri="{FF2B5EF4-FFF2-40B4-BE49-F238E27FC236}">
                  <a16:creationId xmlns:a16="http://schemas.microsoft.com/office/drawing/2014/main" id="{601DC7F5-40D1-423B-A708-A735D3C41AEB}"/>
                </a:ext>
              </a:extLst>
            </p:cNvPr>
            <p:cNvSpPr/>
            <p:nvPr/>
          </p:nvSpPr>
          <p:spPr>
            <a:xfrm>
              <a:off x="6017324"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0" name="任意多边形: 形状 1599">
              <a:extLst>
                <a:ext uri="{FF2B5EF4-FFF2-40B4-BE49-F238E27FC236}">
                  <a16:creationId xmlns:a16="http://schemas.microsoft.com/office/drawing/2014/main" id="{00B58F4F-9DE5-4E3E-B847-CC43ED39CEFF}"/>
                </a:ext>
              </a:extLst>
            </p:cNvPr>
            <p:cNvSpPr/>
            <p:nvPr/>
          </p:nvSpPr>
          <p:spPr>
            <a:xfrm>
              <a:off x="6220908"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1" name="任意多边形: 形状 1600">
              <a:extLst>
                <a:ext uri="{FF2B5EF4-FFF2-40B4-BE49-F238E27FC236}">
                  <a16:creationId xmlns:a16="http://schemas.microsoft.com/office/drawing/2014/main" id="{92760767-4DCD-4F9B-9CB2-51BE890D779C}"/>
                </a:ext>
              </a:extLst>
            </p:cNvPr>
            <p:cNvSpPr/>
            <p:nvPr/>
          </p:nvSpPr>
          <p:spPr>
            <a:xfrm>
              <a:off x="6424490"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2" name="任意多边形: 形状 1601">
              <a:extLst>
                <a:ext uri="{FF2B5EF4-FFF2-40B4-BE49-F238E27FC236}">
                  <a16:creationId xmlns:a16="http://schemas.microsoft.com/office/drawing/2014/main" id="{E0CFE801-07F7-4F91-9965-DBA4C91D2466}"/>
                </a:ext>
              </a:extLst>
            </p:cNvPr>
            <p:cNvSpPr/>
            <p:nvPr/>
          </p:nvSpPr>
          <p:spPr>
            <a:xfrm>
              <a:off x="6628194"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3" name="任意多边形: 形状 1602">
              <a:extLst>
                <a:ext uri="{FF2B5EF4-FFF2-40B4-BE49-F238E27FC236}">
                  <a16:creationId xmlns:a16="http://schemas.microsoft.com/office/drawing/2014/main" id="{F4127A4E-87CA-4812-B617-F46FA9F0B239}"/>
                </a:ext>
              </a:extLst>
            </p:cNvPr>
            <p:cNvSpPr/>
            <p:nvPr/>
          </p:nvSpPr>
          <p:spPr>
            <a:xfrm>
              <a:off x="6831778" y="5632069"/>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4" name="任意多边形: 形状 1603">
              <a:extLst>
                <a:ext uri="{FF2B5EF4-FFF2-40B4-BE49-F238E27FC236}">
                  <a16:creationId xmlns:a16="http://schemas.microsoft.com/office/drawing/2014/main" id="{3C2C98A2-19B4-4E0B-95F2-C320F71F6DBF}"/>
                </a:ext>
              </a:extLst>
            </p:cNvPr>
            <p:cNvSpPr/>
            <p:nvPr/>
          </p:nvSpPr>
          <p:spPr>
            <a:xfrm>
              <a:off x="5360221"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5" name="任意多边形: 形状 1604">
              <a:extLst>
                <a:ext uri="{FF2B5EF4-FFF2-40B4-BE49-F238E27FC236}">
                  <a16:creationId xmlns:a16="http://schemas.microsoft.com/office/drawing/2014/main" id="{E89A09E0-EE41-4452-8C9B-DF36200E344B}"/>
                </a:ext>
              </a:extLst>
            </p:cNvPr>
            <p:cNvSpPr/>
            <p:nvPr/>
          </p:nvSpPr>
          <p:spPr>
            <a:xfrm>
              <a:off x="5406452"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6" name="任意多边形: 形状 1605">
              <a:extLst>
                <a:ext uri="{FF2B5EF4-FFF2-40B4-BE49-F238E27FC236}">
                  <a16:creationId xmlns:a16="http://schemas.microsoft.com/office/drawing/2014/main" id="{6B42DC81-40DE-4C8F-9655-A4D26ABE953F}"/>
                </a:ext>
              </a:extLst>
            </p:cNvPr>
            <p:cNvSpPr/>
            <p:nvPr/>
          </p:nvSpPr>
          <p:spPr>
            <a:xfrm>
              <a:off x="5563925"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7" name="任意多边形: 形状 1606">
              <a:extLst>
                <a:ext uri="{FF2B5EF4-FFF2-40B4-BE49-F238E27FC236}">
                  <a16:creationId xmlns:a16="http://schemas.microsoft.com/office/drawing/2014/main" id="{C3474451-86D9-4BDD-876E-D15750898DC6}"/>
                </a:ext>
              </a:extLst>
            </p:cNvPr>
            <p:cNvSpPr/>
            <p:nvPr/>
          </p:nvSpPr>
          <p:spPr>
            <a:xfrm>
              <a:off x="5767509"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8" name="任意多边形: 形状 1607">
              <a:extLst>
                <a:ext uri="{FF2B5EF4-FFF2-40B4-BE49-F238E27FC236}">
                  <a16:creationId xmlns:a16="http://schemas.microsoft.com/office/drawing/2014/main" id="{34B8692D-38C0-4FCC-AF49-20698BF18B0F}"/>
                </a:ext>
              </a:extLst>
            </p:cNvPr>
            <p:cNvSpPr/>
            <p:nvPr/>
          </p:nvSpPr>
          <p:spPr>
            <a:xfrm>
              <a:off x="5971093"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9" name="任意多边形: 形状 1608">
              <a:extLst>
                <a:ext uri="{FF2B5EF4-FFF2-40B4-BE49-F238E27FC236}">
                  <a16:creationId xmlns:a16="http://schemas.microsoft.com/office/drawing/2014/main" id="{FBE8C123-A379-4A68-97AF-90CCEC66A4DB}"/>
                </a:ext>
              </a:extLst>
            </p:cNvPr>
            <p:cNvSpPr/>
            <p:nvPr/>
          </p:nvSpPr>
          <p:spPr>
            <a:xfrm>
              <a:off x="6174677"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0" name="任意多边形: 形状 1609">
              <a:extLst>
                <a:ext uri="{FF2B5EF4-FFF2-40B4-BE49-F238E27FC236}">
                  <a16:creationId xmlns:a16="http://schemas.microsoft.com/office/drawing/2014/main" id="{40F45A4C-CC95-4D69-B3A1-8BCF41B616D2}"/>
                </a:ext>
              </a:extLst>
            </p:cNvPr>
            <p:cNvSpPr/>
            <p:nvPr/>
          </p:nvSpPr>
          <p:spPr>
            <a:xfrm>
              <a:off x="6378260"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1" name="任意多边形: 形状 1610">
              <a:extLst>
                <a:ext uri="{FF2B5EF4-FFF2-40B4-BE49-F238E27FC236}">
                  <a16:creationId xmlns:a16="http://schemas.microsoft.com/office/drawing/2014/main" id="{FB31C934-8C83-4508-94A8-7B2D2A019066}"/>
                </a:ext>
              </a:extLst>
            </p:cNvPr>
            <p:cNvSpPr/>
            <p:nvPr/>
          </p:nvSpPr>
          <p:spPr>
            <a:xfrm>
              <a:off x="6581844"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2" name="任意多边形: 形状 1611">
              <a:extLst>
                <a:ext uri="{FF2B5EF4-FFF2-40B4-BE49-F238E27FC236}">
                  <a16:creationId xmlns:a16="http://schemas.microsoft.com/office/drawing/2014/main" id="{D945FA26-CB49-4EC3-8C55-81E308F7931E}"/>
                </a:ext>
              </a:extLst>
            </p:cNvPr>
            <p:cNvSpPr/>
            <p:nvPr/>
          </p:nvSpPr>
          <p:spPr>
            <a:xfrm>
              <a:off x="6785548"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3" name="任意多边形: 形状 1612">
              <a:extLst>
                <a:ext uri="{FF2B5EF4-FFF2-40B4-BE49-F238E27FC236}">
                  <a16:creationId xmlns:a16="http://schemas.microsoft.com/office/drawing/2014/main" id="{82A1EE3C-59C7-4AEB-897D-0D297D328592}"/>
                </a:ext>
              </a:extLst>
            </p:cNvPr>
            <p:cNvSpPr/>
            <p:nvPr/>
          </p:nvSpPr>
          <p:spPr>
            <a:xfrm>
              <a:off x="5610156"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4" name="任意多边形: 形状 1613">
              <a:extLst>
                <a:ext uri="{FF2B5EF4-FFF2-40B4-BE49-F238E27FC236}">
                  <a16:creationId xmlns:a16="http://schemas.microsoft.com/office/drawing/2014/main" id="{B7109F93-4784-4658-9DBB-765EBAD74D84}"/>
                </a:ext>
              </a:extLst>
            </p:cNvPr>
            <p:cNvSpPr/>
            <p:nvPr/>
          </p:nvSpPr>
          <p:spPr>
            <a:xfrm>
              <a:off x="5813740"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5" name="任意多边形: 形状 1614">
              <a:extLst>
                <a:ext uri="{FF2B5EF4-FFF2-40B4-BE49-F238E27FC236}">
                  <a16:creationId xmlns:a16="http://schemas.microsoft.com/office/drawing/2014/main" id="{5B8BB7FF-884D-4B41-B6AE-8B38E5F4F1AF}"/>
                </a:ext>
              </a:extLst>
            </p:cNvPr>
            <p:cNvSpPr/>
            <p:nvPr/>
          </p:nvSpPr>
          <p:spPr>
            <a:xfrm>
              <a:off x="6017324"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6" name="任意多边形: 形状 1615">
              <a:extLst>
                <a:ext uri="{FF2B5EF4-FFF2-40B4-BE49-F238E27FC236}">
                  <a16:creationId xmlns:a16="http://schemas.microsoft.com/office/drawing/2014/main" id="{453F8346-C960-4AB8-9F58-98BC1C513A26}"/>
                </a:ext>
              </a:extLst>
            </p:cNvPr>
            <p:cNvSpPr/>
            <p:nvPr/>
          </p:nvSpPr>
          <p:spPr>
            <a:xfrm>
              <a:off x="6220908"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7" name="任意多边形: 形状 1616">
              <a:extLst>
                <a:ext uri="{FF2B5EF4-FFF2-40B4-BE49-F238E27FC236}">
                  <a16:creationId xmlns:a16="http://schemas.microsoft.com/office/drawing/2014/main" id="{F6F16A54-570E-4B19-8482-AE2C7304A6FF}"/>
                </a:ext>
              </a:extLst>
            </p:cNvPr>
            <p:cNvSpPr/>
            <p:nvPr/>
          </p:nvSpPr>
          <p:spPr>
            <a:xfrm>
              <a:off x="6424490"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8" name="任意多边形: 形状 1617">
              <a:extLst>
                <a:ext uri="{FF2B5EF4-FFF2-40B4-BE49-F238E27FC236}">
                  <a16:creationId xmlns:a16="http://schemas.microsoft.com/office/drawing/2014/main" id="{9DCD7555-25A8-40B9-ABB3-7D9CF21129DA}"/>
                </a:ext>
              </a:extLst>
            </p:cNvPr>
            <p:cNvSpPr/>
            <p:nvPr/>
          </p:nvSpPr>
          <p:spPr>
            <a:xfrm>
              <a:off x="6628194"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9" name="任意多边形: 形状 1618">
              <a:extLst>
                <a:ext uri="{FF2B5EF4-FFF2-40B4-BE49-F238E27FC236}">
                  <a16:creationId xmlns:a16="http://schemas.microsoft.com/office/drawing/2014/main" id="{588460B7-2EE7-426B-844E-70B0748D9117}"/>
                </a:ext>
              </a:extLst>
            </p:cNvPr>
            <p:cNvSpPr/>
            <p:nvPr/>
          </p:nvSpPr>
          <p:spPr>
            <a:xfrm>
              <a:off x="6831778"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0" name="任意多边形: 形状 1619">
              <a:extLst>
                <a:ext uri="{FF2B5EF4-FFF2-40B4-BE49-F238E27FC236}">
                  <a16:creationId xmlns:a16="http://schemas.microsoft.com/office/drawing/2014/main" id="{906397B2-7CB1-470F-94DB-5861F9AB05ED}"/>
                </a:ext>
              </a:extLst>
            </p:cNvPr>
            <p:cNvSpPr/>
            <p:nvPr/>
          </p:nvSpPr>
          <p:spPr>
            <a:xfrm>
              <a:off x="5178309" y="5801145"/>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1" name="任意多边形: 形状 1620">
              <a:extLst>
                <a:ext uri="{FF2B5EF4-FFF2-40B4-BE49-F238E27FC236}">
                  <a16:creationId xmlns:a16="http://schemas.microsoft.com/office/drawing/2014/main" id="{336B2783-DFA3-483E-BFD1-D6D93438062F}"/>
                </a:ext>
              </a:extLst>
            </p:cNvPr>
            <p:cNvSpPr/>
            <p:nvPr/>
          </p:nvSpPr>
          <p:spPr>
            <a:xfrm>
              <a:off x="5406452" y="5801145"/>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2" name="任意多边形: 形状 1621">
              <a:extLst>
                <a:ext uri="{FF2B5EF4-FFF2-40B4-BE49-F238E27FC236}">
                  <a16:creationId xmlns:a16="http://schemas.microsoft.com/office/drawing/2014/main" id="{C4AB1F88-C393-422D-B188-0725B5A698A5}"/>
                </a:ext>
              </a:extLst>
            </p:cNvPr>
            <p:cNvSpPr/>
            <p:nvPr/>
          </p:nvSpPr>
          <p:spPr>
            <a:xfrm>
              <a:off x="5610156"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3" name="任意多边形: 形状 1622">
              <a:extLst>
                <a:ext uri="{FF2B5EF4-FFF2-40B4-BE49-F238E27FC236}">
                  <a16:creationId xmlns:a16="http://schemas.microsoft.com/office/drawing/2014/main" id="{3D843479-E7AE-468E-B390-A9D674873662}"/>
                </a:ext>
              </a:extLst>
            </p:cNvPr>
            <p:cNvSpPr/>
            <p:nvPr/>
          </p:nvSpPr>
          <p:spPr>
            <a:xfrm>
              <a:off x="5813740"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4" name="任意多边形: 形状 1623">
              <a:extLst>
                <a:ext uri="{FF2B5EF4-FFF2-40B4-BE49-F238E27FC236}">
                  <a16:creationId xmlns:a16="http://schemas.microsoft.com/office/drawing/2014/main" id="{645E7652-C558-46AF-B073-20A28C586FB4}"/>
                </a:ext>
              </a:extLst>
            </p:cNvPr>
            <p:cNvSpPr/>
            <p:nvPr/>
          </p:nvSpPr>
          <p:spPr>
            <a:xfrm>
              <a:off x="6017324"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5" name="任意多边形: 形状 1624">
              <a:extLst>
                <a:ext uri="{FF2B5EF4-FFF2-40B4-BE49-F238E27FC236}">
                  <a16:creationId xmlns:a16="http://schemas.microsoft.com/office/drawing/2014/main" id="{73AF20E4-EC7F-49F3-A6CA-0488FE691512}"/>
                </a:ext>
              </a:extLst>
            </p:cNvPr>
            <p:cNvSpPr/>
            <p:nvPr/>
          </p:nvSpPr>
          <p:spPr>
            <a:xfrm>
              <a:off x="6220908"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6" name="任意多边形: 形状 1625">
              <a:extLst>
                <a:ext uri="{FF2B5EF4-FFF2-40B4-BE49-F238E27FC236}">
                  <a16:creationId xmlns:a16="http://schemas.microsoft.com/office/drawing/2014/main" id="{312A460B-9EE2-46FC-B92A-8E53F20AF7FB}"/>
                </a:ext>
              </a:extLst>
            </p:cNvPr>
            <p:cNvSpPr/>
            <p:nvPr/>
          </p:nvSpPr>
          <p:spPr>
            <a:xfrm>
              <a:off x="6424490"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7" name="任意多边形: 形状 1626">
              <a:extLst>
                <a:ext uri="{FF2B5EF4-FFF2-40B4-BE49-F238E27FC236}">
                  <a16:creationId xmlns:a16="http://schemas.microsoft.com/office/drawing/2014/main" id="{253CCD2D-3403-4834-9CDD-86F1EE0FBFAF}"/>
                </a:ext>
              </a:extLst>
            </p:cNvPr>
            <p:cNvSpPr/>
            <p:nvPr/>
          </p:nvSpPr>
          <p:spPr>
            <a:xfrm>
              <a:off x="6628194"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8" name="任意多边形: 形状 1627">
              <a:extLst>
                <a:ext uri="{FF2B5EF4-FFF2-40B4-BE49-F238E27FC236}">
                  <a16:creationId xmlns:a16="http://schemas.microsoft.com/office/drawing/2014/main" id="{C8308D10-81D1-439D-8AFD-2660D9A556E1}"/>
                </a:ext>
              </a:extLst>
            </p:cNvPr>
            <p:cNvSpPr/>
            <p:nvPr/>
          </p:nvSpPr>
          <p:spPr>
            <a:xfrm>
              <a:off x="6831778" y="5801145"/>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9" name="任意多边形: 形状 1628">
              <a:extLst>
                <a:ext uri="{FF2B5EF4-FFF2-40B4-BE49-F238E27FC236}">
                  <a16:creationId xmlns:a16="http://schemas.microsoft.com/office/drawing/2014/main" id="{654ACBFD-500D-4E3C-B4CD-B9227DDEB3F8}"/>
                </a:ext>
              </a:extLst>
            </p:cNvPr>
            <p:cNvSpPr/>
            <p:nvPr/>
          </p:nvSpPr>
          <p:spPr>
            <a:xfrm>
              <a:off x="5178309" y="5879142"/>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0" name="任意多边形: 形状 1629">
              <a:extLst>
                <a:ext uri="{FF2B5EF4-FFF2-40B4-BE49-F238E27FC236}">
                  <a16:creationId xmlns:a16="http://schemas.microsoft.com/office/drawing/2014/main" id="{3D230F49-6E06-4E2E-AF60-BF5EF70A64C1}"/>
                </a:ext>
              </a:extLst>
            </p:cNvPr>
            <p:cNvSpPr/>
            <p:nvPr/>
          </p:nvSpPr>
          <p:spPr>
            <a:xfrm>
              <a:off x="5178309" y="5957139"/>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1" name="任意多边形: 形状 1630">
              <a:extLst>
                <a:ext uri="{FF2B5EF4-FFF2-40B4-BE49-F238E27FC236}">
                  <a16:creationId xmlns:a16="http://schemas.microsoft.com/office/drawing/2014/main" id="{38639470-EA05-4065-94D4-C047821C7931}"/>
                </a:ext>
              </a:extLst>
            </p:cNvPr>
            <p:cNvSpPr/>
            <p:nvPr/>
          </p:nvSpPr>
          <p:spPr>
            <a:xfrm>
              <a:off x="5178309" y="6035135"/>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2" name="任意多边形: 形状 1631">
              <a:extLst>
                <a:ext uri="{FF2B5EF4-FFF2-40B4-BE49-F238E27FC236}">
                  <a16:creationId xmlns:a16="http://schemas.microsoft.com/office/drawing/2014/main" id="{70E22607-BC99-40E4-A251-541F89C41267}"/>
                </a:ext>
              </a:extLst>
            </p:cNvPr>
            <p:cNvSpPr/>
            <p:nvPr/>
          </p:nvSpPr>
          <p:spPr>
            <a:xfrm>
              <a:off x="5178309" y="6113132"/>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3" name="任意多边形: 形状 1632">
              <a:extLst>
                <a:ext uri="{FF2B5EF4-FFF2-40B4-BE49-F238E27FC236}">
                  <a16:creationId xmlns:a16="http://schemas.microsoft.com/office/drawing/2014/main" id="{74BFD76D-8653-42E1-9A2F-AB2CBB3AFBE7}"/>
                </a:ext>
              </a:extLst>
            </p:cNvPr>
            <p:cNvSpPr/>
            <p:nvPr/>
          </p:nvSpPr>
          <p:spPr>
            <a:xfrm>
              <a:off x="5178309" y="6191255"/>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4" name="任意多边形: 形状 1633">
              <a:extLst>
                <a:ext uri="{FF2B5EF4-FFF2-40B4-BE49-F238E27FC236}">
                  <a16:creationId xmlns:a16="http://schemas.microsoft.com/office/drawing/2014/main" id="{161FFF46-D3A8-4252-8FBD-B36BA72D16C0}"/>
                </a:ext>
              </a:extLst>
            </p:cNvPr>
            <p:cNvSpPr/>
            <p:nvPr/>
          </p:nvSpPr>
          <p:spPr>
            <a:xfrm>
              <a:off x="5406452" y="5879142"/>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5" name="任意多边形: 形状 1634">
              <a:extLst>
                <a:ext uri="{FF2B5EF4-FFF2-40B4-BE49-F238E27FC236}">
                  <a16:creationId xmlns:a16="http://schemas.microsoft.com/office/drawing/2014/main" id="{B6CD4A51-F312-46A7-930D-AF1D67FD5AF5}"/>
                </a:ext>
              </a:extLst>
            </p:cNvPr>
            <p:cNvSpPr/>
            <p:nvPr/>
          </p:nvSpPr>
          <p:spPr>
            <a:xfrm>
              <a:off x="5406452" y="5957139"/>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6" name="任意多边形: 形状 1635">
              <a:extLst>
                <a:ext uri="{FF2B5EF4-FFF2-40B4-BE49-F238E27FC236}">
                  <a16:creationId xmlns:a16="http://schemas.microsoft.com/office/drawing/2014/main" id="{374CD46C-1C87-4969-A9D9-193888196544}"/>
                </a:ext>
              </a:extLst>
            </p:cNvPr>
            <p:cNvSpPr/>
            <p:nvPr/>
          </p:nvSpPr>
          <p:spPr>
            <a:xfrm>
              <a:off x="5406452" y="6035135"/>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7" name="任意多边形: 形状 1636">
              <a:extLst>
                <a:ext uri="{FF2B5EF4-FFF2-40B4-BE49-F238E27FC236}">
                  <a16:creationId xmlns:a16="http://schemas.microsoft.com/office/drawing/2014/main" id="{1507593B-AC12-46C5-AE42-91596A067AE4}"/>
                </a:ext>
              </a:extLst>
            </p:cNvPr>
            <p:cNvSpPr/>
            <p:nvPr/>
          </p:nvSpPr>
          <p:spPr>
            <a:xfrm>
              <a:off x="5406452" y="6113132"/>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8" name="任意多边形: 形状 1637">
              <a:extLst>
                <a:ext uri="{FF2B5EF4-FFF2-40B4-BE49-F238E27FC236}">
                  <a16:creationId xmlns:a16="http://schemas.microsoft.com/office/drawing/2014/main" id="{6BC06EF3-BF38-4886-9BB9-FC5B32AF6760}"/>
                </a:ext>
              </a:extLst>
            </p:cNvPr>
            <p:cNvSpPr/>
            <p:nvPr/>
          </p:nvSpPr>
          <p:spPr>
            <a:xfrm>
              <a:off x="5406452" y="6191255"/>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9" name="任意多边形: 形状 1638">
              <a:extLst>
                <a:ext uri="{FF2B5EF4-FFF2-40B4-BE49-F238E27FC236}">
                  <a16:creationId xmlns:a16="http://schemas.microsoft.com/office/drawing/2014/main" id="{FA8005DF-D15F-4019-9FC2-7FFDF703B4BA}"/>
                </a:ext>
              </a:extLst>
            </p:cNvPr>
            <p:cNvSpPr/>
            <p:nvPr/>
          </p:nvSpPr>
          <p:spPr>
            <a:xfrm>
              <a:off x="5610156"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0" name="任意多边形: 形状 1639">
              <a:extLst>
                <a:ext uri="{FF2B5EF4-FFF2-40B4-BE49-F238E27FC236}">
                  <a16:creationId xmlns:a16="http://schemas.microsoft.com/office/drawing/2014/main" id="{BD908E77-2764-4843-A6F8-F6A6FE5F8A89}"/>
                </a:ext>
              </a:extLst>
            </p:cNvPr>
            <p:cNvSpPr/>
            <p:nvPr/>
          </p:nvSpPr>
          <p:spPr>
            <a:xfrm>
              <a:off x="5610156"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1" name="任意多边形: 形状 1640">
              <a:extLst>
                <a:ext uri="{FF2B5EF4-FFF2-40B4-BE49-F238E27FC236}">
                  <a16:creationId xmlns:a16="http://schemas.microsoft.com/office/drawing/2014/main" id="{257657DA-FF8A-4B83-9817-F4E7520BDFB8}"/>
                </a:ext>
              </a:extLst>
            </p:cNvPr>
            <p:cNvSpPr/>
            <p:nvPr/>
          </p:nvSpPr>
          <p:spPr>
            <a:xfrm>
              <a:off x="5610156"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2" name="任意多边形: 形状 1641">
              <a:extLst>
                <a:ext uri="{FF2B5EF4-FFF2-40B4-BE49-F238E27FC236}">
                  <a16:creationId xmlns:a16="http://schemas.microsoft.com/office/drawing/2014/main" id="{73C3D606-3905-4633-9A6B-BE080A1875C3}"/>
                </a:ext>
              </a:extLst>
            </p:cNvPr>
            <p:cNvSpPr/>
            <p:nvPr/>
          </p:nvSpPr>
          <p:spPr>
            <a:xfrm>
              <a:off x="5610156"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3" name="任意多边形: 形状 1642">
              <a:extLst>
                <a:ext uri="{FF2B5EF4-FFF2-40B4-BE49-F238E27FC236}">
                  <a16:creationId xmlns:a16="http://schemas.microsoft.com/office/drawing/2014/main" id="{2F183F32-92E0-4BAD-9959-31D9F7ED5F00}"/>
                </a:ext>
              </a:extLst>
            </p:cNvPr>
            <p:cNvSpPr/>
            <p:nvPr/>
          </p:nvSpPr>
          <p:spPr>
            <a:xfrm>
              <a:off x="5610156"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4" name="任意多边形: 形状 1643">
              <a:extLst>
                <a:ext uri="{FF2B5EF4-FFF2-40B4-BE49-F238E27FC236}">
                  <a16:creationId xmlns:a16="http://schemas.microsoft.com/office/drawing/2014/main" id="{83B583E5-F570-4841-8F39-F0010ED80303}"/>
                </a:ext>
              </a:extLst>
            </p:cNvPr>
            <p:cNvSpPr/>
            <p:nvPr/>
          </p:nvSpPr>
          <p:spPr>
            <a:xfrm>
              <a:off x="5813740"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5" name="任意多边形: 形状 1644">
              <a:extLst>
                <a:ext uri="{FF2B5EF4-FFF2-40B4-BE49-F238E27FC236}">
                  <a16:creationId xmlns:a16="http://schemas.microsoft.com/office/drawing/2014/main" id="{E45433F5-540F-4F84-99C7-0A6193B64084}"/>
                </a:ext>
              </a:extLst>
            </p:cNvPr>
            <p:cNvSpPr/>
            <p:nvPr/>
          </p:nvSpPr>
          <p:spPr>
            <a:xfrm>
              <a:off x="5813740"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6" name="任意多边形: 形状 1645">
              <a:extLst>
                <a:ext uri="{FF2B5EF4-FFF2-40B4-BE49-F238E27FC236}">
                  <a16:creationId xmlns:a16="http://schemas.microsoft.com/office/drawing/2014/main" id="{6171C486-D325-4F1D-8927-64AA0A7B0EDE}"/>
                </a:ext>
              </a:extLst>
            </p:cNvPr>
            <p:cNvSpPr/>
            <p:nvPr/>
          </p:nvSpPr>
          <p:spPr>
            <a:xfrm>
              <a:off x="5813740"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7" name="任意多边形: 形状 1646">
              <a:extLst>
                <a:ext uri="{FF2B5EF4-FFF2-40B4-BE49-F238E27FC236}">
                  <a16:creationId xmlns:a16="http://schemas.microsoft.com/office/drawing/2014/main" id="{BC6E7D88-3F6A-4FD2-9678-9BFA7990052D}"/>
                </a:ext>
              </a:extLst>
            </p:cNvPr>
            <p:cNvSpPr/>
            <p:nvPr/>
          </p:nvSpPr>
          <p:spPr>
            <a:xfrm>
              <a:off x="5813740"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8" name="任意多边形: 形状 1647">
              <a:extLst>
                <a:ext uri="{FF2B5EF4-FFF2-40B4-BE49-F238E27FC236}">
                  <a16:creationId xmlns:a16="http://schemas.microsoft.com/office/drawing/2014/main" id="{C4691073-AE82-4174-B040-926B5D200F9A}"/>
                </a:ext>
              </a:extLst>
            </p:cNvPr>
            <p:cNvSpPr/>
            <p:nvPr/>
          </p:nvSpPr>
          <p:spPr>
            <a:xfrm>
              <a:off x="5813740"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9" name="任意多边形: 形状 1648">
              <a:extLst>
                <a:ext uri="{FF2B5EF4-FFF2-40B4-BE49-F238E27FC236}">
                  <a16:creationId xmlns:a16="http://schemas.microsoft.com/office/drawing/2014/main" id="{C23F617B-5D97-4506-86C4-B808C419D40C}"/>
                </a:ext>
              </a:extLst>
            </p:cNvPr>
            <p:cNvSpPr/>
            <p:nvPr/>
          </p:nvSpPr>
          <p:spPr>
            <a:xfrm>
              <a:off x="6017324"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0" name="任意多边形: 形状 1649">
              <a:extLst>
                <a:ext uri="{FF2B5EF4-FFF2-40B4-BE49-F238E27FC236}">
                  <a16:creationId xmlns:a16="http://schemas.microsoft.com/office/drawing/2014/main" id="{4BA7FFFE-3231-4872-AD41-F0E817CCF47A}"/>
                </a:ext>
              </a:extLst>
            </p:cNvPr>
            <p:cNvSpPr/>
            <p:nvPr/>
          </p:nvSpPr>
          <p:spPr>
            <a:xfrm>
              <a:off x="6017324"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1" name="任意多边形: 形状 1650">
              <a:extLst>
                <a:ext uri="{FF2B5EF4-FFF2-40B4-BE49-F238E27FC236}">
                  <a16:creationId xmlns:a16="http://schemas.microsoft.com/office/drawing/2014/main" id="{F41B66EB-043A-45E3-BB12-D0D8BFBC8623}"/>
                </a:ext>
              </a:extLst>
            </p:cNvPr>
            <p:cNvSpPr/>
            <p:nvPr/>
          </p:nvSpPr>
          <p:spPr>
            <a:xfrm>
              <a:off x="6017324"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2" name="任意多边形: 形状 1651">
              <a:extLst>
                <a:ext uri="{FF2B5EF4-FFF2-40B4-BE49-F238E27FC236}">
                  <a16:creationId xmlns:a16="http://schemas.microsoft.com/office/drawing/2014/main" id="{1613F429-326C-402A-A067-12B4E4AD7789}"/>
                </a:ext>
              </a:extLst>
            </p:cNvPr>
            <p:cNvSpPr/>
            <p:nvPr/>
          </p:nvSpPr>
          <p:spPr>
            <a:xfrm>
              <a:off x="6017324"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3" name="任意多边形: 形状 1652">
              <a:extLst>
                <a:ext uri="{FF2B5EF4-FFF2-40B4-BE49-F238E27FC236}">
                  <a16:creationId xmlns:a16="http://schemas.microsoft.com/office/drawing/2014/main" id="{5445EF6F-A955-45CD-8543-F698E59AF9EA}"/>
                </a:ext>
              </a:extLst>
            </p:cNvPr>
            <p:cNvSpPr/>
            <p:nvPr/>
          </p:nvSpPr>
          <p:spPr>
            <a:xfrm>
              <a:off x="6017324"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4" name="任意多边形: 形状 1653">
              <a:extLst>
                <a:ext uri="{FF2B5EF4-FFF2-40B4-BE49-F238E27FC236}">
                  <a16:creationId xmlns:a16="http://schemas.microsoft.com/office/drawing/2014/main" id="{FBC4D429-4C86-4071-A917-10D7632BDA6E}"/>
                </a:ext>
              </a:extLst>
            </p:cNvPr>
            <p:cNvSpPr/>
            <p:nvPr/>
          </p:nvSpPr>
          <p:spPr>
            <a:xfrm>
              <a:off x="6220908"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5" name="任意多边形: 形状 1654">
              <a:extLst>
                <a:ext uri="{FF2B5EF4-FFF2-40B4-BE49-F238E27FC236}">
                  <a16:creationId xmlns:a16="http://schemas.microsoft.com/office/drawing/2014/main" id="{1378791E-ACEC-4C67-95D1-9711543AD172}"/>
                </a:ext>
              </a:extLst>
            </p:cNvPr>
            <p:cNvSpPr/>
            <p:nvPr/>
          </p:nvSpPr>
          <p:spPr>
            <a:xfrm>
              <a:off x="6220908"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6" name="任意多边形: 形状 1655">
              <a:extLst>
                <a:ext uri="{FF2B5EF4-FFF2-40B4-BE49-F238E27FC236}">
                  <a16:creationId xmlns:a16="http://schemas.microsoft.com/office/drawing/2014/main" id="{8D605787-C247-454B-8C13-27D93289F487}"/>
                </a:ext>
              </a:extLst>
            </p:cNvPr>
            <p:cNvSpPr/>
            <p:nvPr/>
          </p:nvSpPr>
          <p:spPr>
            <a:xfrm>
              <a:off x="6220908"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7" name="任意多边形: 形状 1656">
              <a:extLst>
                <a:ext uri="{FF2B5EF4-FFF2-40B4-BE49-F238E27FC236}">
                  <a16:creationId xmlns:a16="http://schemas.microsoft.com/office/drawing/2014/main" id="{7E4A38FE-9D03-4BDD-AC4E-5A1DA11F60DD}"/>
                </a:ext>
              </a:extLst>
            </p:cNvPr>
            <p:cNvSpPr/>
            <p:nvPr/>
          </p:nvSpPr>
          <p:spPr>
            <a:xfrm>
              <a:off x="6220908"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8" name="任意多边形: 形状 1657">
              <a:extLst>
                <a:ext uri="{FF2B5EF4-FFF2-40B4-BE49-F238E27FC236}">
                  <a16:creationId xmlns:a16="http://schemas.microsoft.com/office/drawing/2014/main" id="{542CD81C-0DE4-4B8B-8008-629BE1F9F8C1}"/>
                </a:ext>
              </a:extLst>
            </p:cNvPr>
            <p:cNvSpPr/>
            <p:nvPr/>
          </p:nvSpPr>
          <p:spPr>
            <a:xfrm>
              <a:off x="6220908"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9" name="任意多边形: 形状 1658">
              <a:extLst>
                <a:ext uri="{FF2B5EF4-FFF2-40B4-BE49-F238E27FC236}">
                  <a16:creationId xmlns:a16="http://schemas.microsoft.com/office/drawing/2014/main" id="{8B12F6E9-049A-4E08-BFF3-3D23C3A9CB16}"/>
                </a:ext>
              </a:extLst>
            </p:cNvPr>
            <p:cNvSpPr/>
            <p:nvPr/>
          </p:nvSpPr>
          <p:spPr>
            <a:xfrm>
              <a:off x="6424490"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0" name="任意多边形: 形状 1659">
              <a:extLst>
                <a:ext uri="{FF2B5EF4-FFF2-40B4-BE49-F238E27FC236}">
                  <a16:creationId xmlns:a16="http://schemas.microsoft.com/office/drawing/2014/main" id="{609B10B0-0BAF-493E-8757-6E154C1E0B79}"/>
                </a:ext>
              </a:extLst>
            </p:cNvPr>
            <p:cNvSpPr/>
            <p:nvPr/>
          </p:nvSpPr>
          <p:spPr>
            <a:xfrm>
              <a:off x="6424490"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1" name="任意多边形: 形状 1660">
              <a:extLst>
                <a:ext uri="{FF2B5EF4-FFF2-40B4-BE49-F238E27FC236}">
                  <a16:creationId xmlns:a16="http://schemas.microsoft.com/office/drawing/2014/main" id="{89580F04-BA54-44DE-80DB-10033BEB6276}"/>
                </a:ext>
              </a:extLst>
            </p:cNvPr>
            <p:cNvSpPr/>
            <p:nvPr/>
          </p:nvSpPr>
          <p:spPr>
            <a:xfrm>
              <a:off x="6424490"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2" name="任意多边形: 形状 1661">
              <a:extLst>
                <a:ext uri="{FF2B5EF4-FFF2-40B4-BE49-F238E27FC236}">
                  <a16:creationId xmlns:a16="http://schemas.microsoft.com/office/drawing/2014/main" id="{D7489D59-EAD7-407B-AD56-F08285EE2E7B}"/>
                </a:ext>
              </a:extLst>
            </p:cNvPr>
            <p:cNvSpPr/>
            <p:nvPr/>
          </p:nvSpPr>
          <p:spPr>
            <a:xfrm>
              <a:off x="6424490"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3" name="任意多边形: 形状 1662">
              <a:extLst>
                <a:ext uri="{FF2B5EF4-FFF2-40B4-BE49-F238E27FC236}">
                  <a16:creationId xmlns:a16="http://schemas.microsoft.com/office/drawing/2014/main" id="{B7060F5C-DC84-4078-821F-70825B0FC2F7}"/>
                </a:ext>
              </a:extLst>
            </p:cNvPr>
            <p:cNvSpPr/>
            <p:nvPr/>
          </p:nvSpPr>
          <p:spPr>
            <a:xfrm>
              <a:off x="6424490"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4" name="任意多边形: 形状 1663">
              <a:extLst>
                <a:ext uri="{FF2B5EF4-FFF2-40B4-BE49-F238E27FC236}">
                  <a16:creationId xmlns:a16="http://schemas.microsoft.com/office/drawing/2014/main" id="{D737B053-E02F-4813-BDB1-C03BAB7395CA}"/>
                </a:ext>
              </a:extLst>
            </p:cNvPr>
            <p:cNvSpPr/>
            <p:nvPr/>
          </p:nvSpPr>
          <p:spPr>
            <a:xfrm>
              <a:off x="6628194"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5" name="任意多边形: 形状 1664">
              <a:extLst>
                <a:ext uri="{FF2B5EF4-FFF2-40B4-BE49-F238E27FC236}">
                  <a16:creationId xmlns:a16="http://schemas.microsoft.com/office/drawing/2014/main" id="{32D85A95-DECA-48E2-B8E4-92B719422BE1}"/>
                </a:ext>
              </a:extLst>
            </p:cNvPr>
            <p:cNvSpPr/>
            <p:nvPr/>
          </p:nvSpPr>
          <p:spPr>
            <a:xfrm>
              <a:off x="6628194"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6" name="任意多边形: 形状 1665">
              <a:extLst>
                <a:ext uri="{FF2B5EF4-FFF2-40B4-BE49-F238E27FC236}">
                  <a16:creationId xmlns:a16="http://schemas.microsoft.com/office/drawing/2014/main" id="{CC24EC84-4FBE-406F-831B-EC60134AC25C}"/>
                </a:ext>
              </a:extLst>
            </p:cNvPr>
            <p:cNvSpPr/>
            <p:nvPr/>
          </p:nvSpPr>
          <p:spPr>
            <a:xfrm>
              <a:off x="6628194"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7" name="任意多边形: 形状 1666">
              <a:extLst>
                <a:ext uri="{FF2B5EF4-FFF2-40B4-BE49-F238E27FC236}">
                  <a16:creationId xmlns:a16="http://schemas.microsoft.com/office/drawing/2014/main" id="{6C625647-B20B-4249-A7DF-F66FBC27D69F}"/>
                </a:ext>
              </a:extLst>
            </p:cNvPr>
            <p:cNvSpPr/>
            <p:nvPr/>
          </p:nvSpPr>
          <p:spPr>
            <a:xfrm>
              <a:off x="6628194"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8" name="任意多边形: 形状 1667">
              <a:extLst>
                <a:ext uri="{FF2B5EF4-FFF2-40B4-BE49-F238E27FC236}">
                  <a16:creationId xmlns:a16="http://schemas.microsoft.com/office/drawing/2014/main" id="{9942E446-D850-476C-B53C-45A89F9941BB}"/>
                </a:ext>
              </a:extLst>
            </p:cNvPr>
            <p:cNvSpPr/>
            <p:nvPr/>
          </p:nvSpPr>
          <p:spPr>
            <a:xfrm>
              <a:off x="6628194"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9" name="任意多边形: 形状 1668">
              <a:extLst>
                <a:ext uri="{FF2B5EF4-FFF2-40B4-BE49-F238E27FC236}">
                  <a16:creationId xmlns:a16="http://schemas.microsoft.com/office/drawing/2014/main" id="{862B0379-5C4D-4498-B22F-435B1C822C95}"/>
                </a:ext>
              </a:extLst>
            </p:cNvPr>
            <p:cNvSpPr/>
            <p:nvPr/>
          </p:nvSpPr>
          <p:spPr>
            <a:xfrm>
              <a:off x="6831778" y="5879142"/>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0" name="任意多边形: 形状 1669">
              <a:extLst>
                <a:ext uri="{FF2B5EF4-FFF2-40B4-BE49-F238E27FC236}">
                  <a16:creationId xmlns:a16="http://schemas.microsoft.com/office/drawing/2014/main" id="{9674F859-B025-48A4-9C14-06A941E36A5C}"/>
                </a:ext>
              </a:extLst>
            </p:cNvPr>
            <p:cNvSpPr/>
            <p:nvPr/>
          </p:nvSpPr>
          <p:spPr>
            <a:xfrm>
              <a:off x="6831778" y="5957139"/>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1" name="任意多边形: 形状 1670">
              <a:extLst>
                <a:ext uri="{FF2B5EF4-FFF2-40B4-BE49-F238E27FC236}">
                  <a16:creationId xmlns:a16="http://schemas.microsoft.com/office/drawing/2014/main" id="{E7523F18-D9A2-4E24-8B78-97926979C0E7}"/>
                </a:ext>
              </a:extLst>
            </p:cNvPr>
            <p:cNvSpPr/>
            <p:nvPr/>
          </p:nvSpPr>
          <p:spPr>
            <a:xfrm>
              <a:off x="6831778" y="6035135"/>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2" name="任意多边形: 形状 1671">
              <a:extLst>
                <a:ext uri="{FF2B5EF4-FFF2-40B4-BE49-F238E27FC236}">
                  <a16:creationId xmlns:a16="http://schemas.microsoft.com/office/drawing/2014/main" id="{A97E76EF-60C4-402C-8176-5CF6612D96B1}"/>
                </a:ext>
              </a:extLst>
            </p:cNvPr>
            <p:cNvSpPr/>
            <p:nvPr/>
          </p:nvSpPr>
          <p:spPr>
            <a:xfrm>
              <a:off x="6831778" y="6113132"/>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3" name="任意多边形: 形状 1672">
              <a:extLst>
                <a:ext uri="{FF2B5EF4-FFF2-40B4-BE49-F238E27FC236}">
                  <a16:creationId xmlns:a16="http://schemas.microsoft.com/office/drawing/2014/main" id="{05A2B170-EE14-42CF-B5EF-1A869571B6DD}"/>
                </a:ext>
              </a:extLst>
            </p:cNvPr>
            <p:cNvSpPr/>
            <p:nvPr/>
          </p:nvSpPr>
          <p:spPr>
            <a:xfrm>
              <a:off x="6831778" y="6191255"/>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4" name="任意多边形: 形状 1673">
              <a:extLst>
                <a:ext uri="{FF2B5EF4-FFF2-40B4-BE49-F238E27FC236}">
                  <a16:creationId xmlns:a16="http://schemas.microsoft.com/office/drawing/2014/main" id="{59E38D6C-F5C0-40C1-82D1-8294F3882250}"/>
                </a:ext>
              </a:extLst>
            </p:cNvPr>
            <p:cNvSpPr/>
            <p:nvPr/>
          </p:nvSpPr>
          <p:spPr>
            <a:xfrm>
              <a:off x="5178309" y="6300827"/>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5" name="任意多边形: 形状 1674">
              <a:extLst>
                <a:ext uri="{FF2B5EF4-FFF2-40B4-BE49-F238E27FC236}">
                  <a16:creationId xmlns:a16="http://schemas.microsoft.com/office/drawing/2014/main" id="{89816892-C3A7-4AE9-8C49-02B4731A37CC}"/>
                </a:ext>
              </a:extLst>
            </p:cNvPr>
            <p:cNvSpPr/>
            <p:nvPr/>
          </p:nvSpPr>
          <p:spPr>
            <a:xfrm>
              <a:off x="5178309" y="6410400"/>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6" name="任意多边形: 形状 1675">
              <a:extLst>
                <a:ext uri="{FF2B5EF4-FFF2-40B4-BE49-F238E27FC236}">
                  <a16:creationId xmlns:a16="http://schemas.microsoft.com/office/drawing/2014/main" id="{FF2C3605-1FEA-49E0-8BD6-22F68B064F00}"/>
                </a:ext>
              </a:extLst>
            </p:cNvPr>
            <p:cNvSpPr/>
            <p:nvPr/>
          </p:nvSpPr>
          <p:spPr>
            <a:xfrm>
              <a:off x="5406452" y="6300827"/>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7" name="任意多边形: 形状 1676">
              <a:extLst>
                <a:ext uri="{FF2B5EF4-FFF2-40B4-BE49-F238E27FC236}">
                  <a16:creationId xmlns:a16="http://schemas.microsoft.com/office/drawing/2014/main" id="{F3366D66-AF80-4F8D-8A57-3107008C1841}"/>
                </a:ext>
              </a:extLst>
            </p:cNvPr>
            <p:cNvSpPr/>
            <p:nvPr/>
          </p:nvSpPr>
          <p:spPr>
            <a:xfrm>
              <a:off x="5406452" y="6410400"/>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8" name="任意多边形: 形状 1677">
              <a:extLst>
                <a:ext uri="{FF2B5EF4-FFF2-40B4-BE49-F238E27FC236}">
                  <a16:creationId xmlns:a16="http://schemas.microsoft.com/office/drawing/2014/main" id="{CB31357C-1C29-4CED-BE37-DFB4E0876BBE}"/>
                </a:ext>
              </a:extLst>
            </p:cNvPr>
            <p:cNvSpPr/>
            <p:nvPr/>
          </p:nvSpPr>
          <p:spPr>
            <a:xfrm>
              <a:off x="5610156"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9" name="任意多边形: 形状 1678">
              <a:extLst>
                <a:ext uri="{FF2B5EF4-FFF2-40B4-BE49-F238E27FC236}">
                  <a16:creationId xmlns:a16="http://schemas.microsoft.com/office/drawing/2014/main" id="{AC10113A-101A-4363-BE0E-EBFFE0ED8CCE}"/>
                </a:ext>
              </a:extLst>
            </p:cNvPr>
            <p:cNvSpPr/>
            <p:nvPr/>
          </p:nvSpPr>
          <p:spPr>
            <a:xfrm>
              <a:off x="5610156"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0" name="任意多边形: 形状 1679">
              <a:extLst>
                <a:ext uri="{FF2B5EF4-FFF2-40B4-BE49-F238E27FC236}">
                  <a16:creationId xmlns:a16="http://schemas.microsoft.com/office/drawing/2014/main" id="{EDC9A8C7-C864-4AB0-9C42-272F610B0B5A}"/>
                </a:ext>
              </a:extLst>
            </p:cNvPr>
            <p:cNvSpPr/>
            <p:nvPr/>
          </p:nvSpPr>
          <p:spPr>
            <a:xfrm>
              <a:off x="5813740"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1" name="任意多边形: 形状 1680">
              <a:extLst>
                <a:ext uri="{FF2B5EF4-FFF2-40B4-BE49-F238E27FC236}">
                  <a16:creationId xmlns:a16="http://schemas.microsoft.com/office/drawing/2014/main" id="{3EB469DF-52B2-41D7-A2D4-D9352343DAE5}"/>
                </a:ext>
              </a:extLst>
            </p:cNvPr>
            <p:cNvSpPr/>
            <p:nvPr/>
          </p:nvSpPr>
          <p:spPr>
            <a:xfrm>
              <a:off x="5813740"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2" name="任意多边形: 形状 1681">
              <a:extLst>
                <a:ext uri="{FF2B5EF4-FFF2-40B4-BE49-F238E27FC236}">
                  <a16:creationId xmlns:a16="http://schemas.microsoft.com/office/drawing/2014/main" id="{4DB0D0DF-34AB-4C5D-AFF1-4B285F7F2EF5}"/>
                </a:ext>
              </a:extLst>
            </p:cNvPr>
            <p:cNvSpPr/>
            <p:nvPr/>
          </p:nvSpPr>
          <p:spPr>
            <a:xfrm>
              <a:off x="6017324"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3" name="任意多边形: 形状 1682">
              <a:extLst>
                <a:ext uri="{FF2B5EF4-FFF2-40B4-BE49-F238E27FC236}">
                  <a16:creationId xmlns:a16="http://schemas.microsoft.com/office/drawing/2014/main" id="{A272292F-6C9F-41FE-927C-3D2D26C6A954}"/>
                </a:ext>
              </a:extLst>
            </p:cNvPr>
            <p:cNvSpPr/>
            <p:nvPr/>
          </p:nvSpPr>
          <p:spPr>
            <a:xfrm>
              <a:off x="6017324"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4" name="任意多边形: 形状 1683">
              <a:extLst>
                <a:ext uri="{FF2B5EF4-FFF2-40B4-BE49-F238E27FC236}">
                  <a16:creationId xmlns:a16="http://schemas.microsoft.com/office/drawing/2014/main" id="{D561AE30-F71A-41FB-9F5E-3BE76C911A85}"/>
                </a:ext>
              </a:extLst>
            </p:cNvPr>
            <p:cNvSpPr/>
            <p:nvPr/>
          </p:nvSpPr>
          <p:spPr>
            <a:xfrm>
              <a:off x="6220908"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5" name="任意多边形: 形状 1684">
              <a:extLst>
                <a:ext uri="{FF2B5EF4-FFF2-40B4-BE49-F238E27FC236}">
                  <a16:creationId xmlns:a16="http://schemas.microsoft.com/office/drawing/2014/main" id="{A00DD79C-CDFE-4130-83A7-2EB138375DA5}"/>
                </a:ext>
              </a:extLst>
            </p:cNvPr>
            <p:cNvSpPr/>
            <p:nvPr/>
          </p:nvSpPr>
          <p:spPr>
            <a:xfrm>
              <a:off x="6220908"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6" name="任意多边形: 形状 1685">
              <a:extLst>
                <a:ext uri="{FF2B5EF4-FFF2-40B4-BE49-F238E27FC236}">
                  <a16:creationId xmlns:a16="http://schemas.microsoft.com/office/drawing/2014/main" id="{2B14E292-F35C-4F4B-AE52-358FD30C0634}"/>
                </a:ext>
              </a:extLst>
            </p:cNvPr>
            <p:cNvSpPr/>
            <p:nvPr/>
          </p:nvSpPr>
          <p:spPr>
            <a:xfrm>
              <a:off x="6424490"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7" name="任意多边形: 形状 1686">
              <a:extLst>
                <a:ext uri="{FF2B5EF4-FFF2-40B4-BE49-F238E27FC236}">
                  <a16:creationId xmlns:a16="http://schemas.microsoft.com/office/drawing/2014/main" id="{7824EA20-BB75-4D26-9772-EB792D17E9C4}"/>
                </a:ext>
              </a:extLst>
            </p:cNvPr>
            <p:cNvSpPr/>
            <p:nvPr/>
          </p:nvSpPr>
          <p:spPr>
            <a:xfrm>
              <a:off x="6424490"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8" name="任意多边形: 形状 1687">
              <a:extLst>
                <a:ext uri="{FF2B5EF4-FFF2-40B4-BE49-F238E27FC236}">
                  <a16:creationId xmlns:a16="http://schemas.microsoft.com/office/drawing/2014/main" id="{42287B43-7D1A-46D7-ADD0-36EE21BB4F9F}"/>
                </a:ext>
              </a:extLst>
            </p:cNvPr>
            <p:cNvSpPr/>
            <p:nvPr/>
          </p:nvSpPr>
          <p:spPr>
            <a:xfrm>
              <a:off x="6628194"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9" name="任意多边形: 形状 1688">
              <a:extLst>
                <a:ext uri="{FF2B5EF4-FFF2-40B4-BE49-F238E27FC236}">
                  <a16:creationId xmlns:a16="http://schemas.microsoft.com/office/drawing/2014/main" id="{4CAFFF14-CAD2-460E-9700-3F5111A4539B}"/>
                </a:ext>
              </a:extLst>
            </p:cNvPr>
            <p:cNvSpPr/>
            <p:nvPr/>
          </p:nvSpPr>
          <p:spPr>
            <a:xfrm>
              <a:off x="6628194"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0" name="任意多边形: 形状 1689">
              <a:extLst>
                <a:ext uri="{FF2B5EF4-FFF2-40B4-BE49-F238E27FC236}">
                  <a16:creationId xmlns:a16="http://schemas.microsoft.com/office/drawing/2014/main" id="{72F64533-B01F-4EF0-8E55-0E830B55AE9A}"/>
                </a:ext>
              </a:extLst>
            </p:cNvPr>
            <p:cNvSpPr/>
            <p:nvPr/>
          </p:nvSpPr>
          <p:spPr>
            <a:xfrm>
              <a:off x="6831778" y="6300827"/>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1" name="任意多边形: 形状 1690">
              <a:extLst>
                <a:ext uri="{FF2B5EF4-FFF2-40B4-BE49-F238E27FC236}">
                  <a16:creationId xmlns:a16="http://schemas.microsoft.com/office/drawing/2014/main" id="{C3FE488E-3185-453C-A6FE-55A9F3C18132}"/>
                </a:ext>
              </a:extLst>
            </p:cNvPr>
            <p:cNvSpPr/>
            <p:nvPr/>
          </p:nvSpPr>
          <p:spPr>
            <a:xfrm>
              <a:off x="6831778" y="6410400"/>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2" name="任意多边形: 形状 1691">
              <a:extLst>
                <a:ext uri="{FF2B5EF4-FFF2-40B4-BE49-F238E27FC236}">
                  <a16:creationId xmlns:a16="http://schemas.microsoft.com/office/drawing/2014/main" id="{F4A12B60-9BA8-4432-815C-0A8192520C9D}"/>
                </a:ext>
              </a:extLst>
            </p:cNvPr>
            <p:cNvSpPr/>
            <p:nvPr/>
          </p:nvSpPr>
          <p:spPr>
            <a:xfrm>
              <a:off x="4275245" y="5758373"/>
              <a:ext cx="694905" cy="33463"/>
            </a:xfrm>
            <a:custGeom>
              <a:avLst/>
              <a:gdLst>
                <a:gd name="connsiteX0" fmla="*/ 0 w 549783"/>
                <a:gd name="connsiteY0" fmla="*/ 0 h 25336"/>
                <a:gd name="connsiteX1" fmla="*/ 549783 w 549783"/>
                <a:gd name="connsiteY1" fmla="*/ 0 h 25336"/>
                <a:gd name="connsiteX2" fmla="*/ 549783 w 549783"/>
                <a:gd name="connsiteY2" fmla="*/ 25337 h 25336"/>
                <a:gd name="connsiteX3" fmla="*/ 0 w 549783"/>
                <a:gd name="connsiteY3" fmla="*/ 25337 h 25336"/>
              </a:gdLst>
              <a:ahLst/>
              <a:cxnLst>
                <a:cxn ang="0">
                  <a:pos x="connsiteX0" y="connsiteY0"/>
                </a:cxn>
                <a:cxn ang="0">
                  <a:pos x="connsiteX1" y="connsiteY1"/>
                </a:cxn>
                <a:cxn ang="0">
                  <a:pos x="connsiteX2" y="connsiteY2"/>
                </a:cxn>
                <a:cxn ang="0">
                  <a:pos x="connsiteX3" y="connsiteY3"/>
                </a:cxn>
              </a:cxnLst>
              <a:rect l="l" t="t" r="r" b="b"/>
              <a:pathLst>
                <a:path w="549783" h="25336">
                  <a:moveTo>
                    <a:pt x="0" y="0"/>
                  </a:moveTo>
                  <a:lnTo>
                    <a:pt x="549783" y="0"/>
                  </a:lnTo>
                  <a:lnTo>
                    <a:pt x="549783" y="25337"/>
                  </a:lnTo>
                  <a:lnTo>
                    <a:pt x="0" y="25337"/>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3" name="任意多边形: 形状 1692">
              <a:extLst>
                <a:ext uri="{FF2B5EF4-FFF2-40B4-BE49-F238E27FC236}">
                  <a16:creationId xmlns:a16="http://schemas.microsoft.com/office/drawing/2014/main" id="{D5C0D0D7-32A8-429F-A3E0-B0FECB47BF1A}"/>
                </a:ext>
              </a:extLst>
            </p:cNvPr>
            <p:cNvSpPr/>
            <p:nvPr/>
          </p:nvSpPr>
          <p:spPr>
            <a:xfrm>
              <a:off x="4299805" y="5791837"/>
              <a:ext cx="670224" cy="37111"/>
            </a:xfrm>
            <a:custGeom>
              <a:avLst/>
              <a:gdLst>
                <a:gd name="connsiteX0" fmla="*/ 0 w 530256"/>
                <a:gd name="connsiteY0" fmla="*/ 0 h 28098"/>
                <a:gd name="connsiteX1" fmla="*/ 530257 w 530256"/>
                <a:gd name="connsiteY1" fmla="*/ 0 h 28098"/>
                <a:gd name="connsiteX2" fmla="*/ 530257 w 530256"/>
                <a:gd name="connsiteY2" fmla="*/ 28099 h 28098"/>
                <a:gd name="connsiteX3" fmla="*/ 0 w 530256"/>
                <a:gd name="connsiteY3" fmla="*/ 28099 h 28098"/>
              </a:gdLst>
              <a:ahLst/>
              <a:cxnLst>
                <a:cxn ang="0">
                  <a:pos x="connsiteX0" y="connsiteY0"/>
                </a:cxn>
                <a:cxn ang="0">
                  <a:pos x="connsiteX1" y="connsiteY1"/>
                </a:cxn>
                <a:cxn ang="0">
                  <a:pos x="connsiteX2" y="connsiteY2"/>
                </a:cxn>
                <a:cxn ang="0">
                  <a:pos x="connsiteX3" y="connsiteY3"/>
                </a:cxn>
              </a:cxnLst>
              <a:rect l="l" t="t" r="r" b="b"/>
              <a:pathLst>
                <a:path w="530256" h="28098">
                  <a:moveTo>
                    <a:pt x="0" y="0"/>
                  </a:moveTo>
                  <a:lnTo>
                    <a:pt x="530257" y="0"/>
                  </a:lnTo>
                  <a:lnTo>
                    <a:pt x="530257" y="28099"/>
                  </a:lnTo>
                  <a:lnTo>
                    <a:pt x="0" y="28099"/>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4" name="任意多边形: 形状 1693">
              <a:extLst>
                <a:ext uri="{FF2B5EF4-FFF2-40B4-BE49-F238E27FC236}">
                  <a16:creationId xmlns:a16="http://schemas.microsoft.com/office/drawing/2014/main" id="{21962A87-78BD-49BC-95C9-9BFC8C07E7D1}"/>
                </a:ext>
              </a:extLst>
            </p:cNvPr>
            <p:cNvSpPr/>
            <p:nvPr/>
          </p:nvSpPr>
          <p:spPr>
            <a:xfrm>
              <a:off x="4462094"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5" name="任意多边形: 形状 1694">
              <a:extLst>
                <a:ext uri="{FF2B5EF4-FFF2-40B4-BE49-F238E27FC236}">
                  <a16:creationId xmlns:a16="http://schemas.microsoft.com/office/drawing/2014/main" id="{4B8B9EC5-3977-4B5F-BBEF-2E3EE34E77A3}"/>
                </a:ext>
              </a:extLst>
            </p:cNvPr>
            <p:cNvSpPr/>
            <p:nvPr/>
          </p:nvSpPr>
          <p:spPr>
            <a:xfrm>
              <a:off x="4653277"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6" name="任意多边形: 形状 1695">
              <a:extLst>
                <a:ext uri="{FF2B5EF4-FFF2-40B4-BE49-F238E27FC236}">
                  <a16:creationId xmlns:a16="http://schemas.microsoft.com/office/drawing/2014/main" id="{BFC3A484-4E42-4ACA-9CA4-ADA3FB2E38D1}"/>
                </a:ext>
              </a:extLst>
            </p:cNvPr>
            <p:cNvSpPr/>
            <p:nvPr/>
          </p:nvSpPr>
          <p:spPr>
            <a:xfrm>
              <a:off x="4844702"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7" name="任意多边形: 形状 1696">
              <a:extLst>
                <a:ext uri="{FF2B5EF4-FFF2-40B4-BE49-F238E27FC236}">
                  <a16:creationId xmlns:a16="http://schemas.microsoft.com/office/drawing/2014/main" id="{774B5F62-80A8-4F84-8EF6-7A46FE1A62F7}"/>
                </a:ext>
              </a:extLst>
            </p:cNvPr>
            <p:cNvSpPr/>
            <p:nvPr/>
          </p:nvSpPr>
          <p:spPr>
            <a:xfrm>
              <a:off x="422937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8" name="任意多边形: 形状 1697">
              <a:extLst>
                <a:ext uri="{FF2B5EF4-FFF2-40B4-BE49-F238E27FC236}">
                  <a16:creationId xmlns:a16="http://schemas.microsoft.com/office/drawing/2014/main" id="{11E79E48-A4A5-4D38-AC44-19E5442700CE}"/>
                </a:ext>
              </a:extLst>
            </p:cNvPr>
            <p:cNvSpPr/>
            <p:nvPr/>
          </p:nvSpPr>
          <p:spPr>
            <a:xfrm>
              <a:off x="4209751"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9" name="任意多边形: 形状 1698">
              <a:extLst>
                <a:ext uri="{FF2B5EF4-FFF2-40B4-BE49-F238E27FC236}">
                  <a16:creationId xmlns:a16="http://schemas.microsoft.com/office/drawing/2014/main" id="{B707E18A-7842-4EB7-9A46-0935703F99E7}"/>
                </a:ext>
              </a:extLst>
            </p:cNvPr>
            <p:cNvSpPr/>
            <p:nvPr/>
          </p:nvSpPr>
          <p:spPr>
            <a:xfrm>
              <a:off x="4118013"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0" name="任意多边形: 形状 1699">
              <a:extLst>
                <a:ext uri="{FF2B5EF4-FFF2-40B4-BE49-F238E27FC236}">
                  <a16:creationId xmlns:a16="http://schemas.microsoft.com/office/drawing/2014/main" id="{D7DC2644-4D17-48C4-8825-CA4F1EBC898F}"/>
                </a:ext>
              </a:extLst>
            </p:cNvPr>
            <p:cNvSpPr/>
            <p:nvPr/>
          </p:nvSpPr>
          <p:spPr>
            <a:xfrm>
              <a:off x="4098268"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1" name="任意多边形: 形状 1700">
              <a:extLst>
                <a:ext uri="{FF2B5EF4-FFF2-40B4-BE49-F238E27FC236}">
                  <a16:creationId xmlns:a16="http://schemas.microsoft.com/office/drawing/2014/main" id="{4163B909-8BBC-47D2-83A1-91D84575D192}"/>
                </a:ext>
              </a:extLst>
            </p:cNvPr>
            <p:cNvSpPr/>
            <p:nvPr/>
          </p:nvSpPr>
          <p:spPr>
            <a:xfrm>
              <a:off x="4006529"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2" name="任意多边形: 形状 1701">
              <a:extLst>
                <a:ext uri="{FF2B5EF4-FFF2-40B4-BE49-F238E27FC236}">
                  <a16:creationId xmlns:a16="http://schemas.microsoft.com/office/drawing/2014/main" id="{2C1EECD5-5DF7-470A-A0D5-2D75B5BEE1F5}"/>
                </a:ext>
              </a:extLst>
            </p:cNvPr>
            <p:cNvSpPr/>
            <p:nvPr/>
          </p:nvSpPr>
          <p:spPr>
            <a:xfrm>
              <a:off x="3986784"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3" name="任意多边形: 形状 1702">
              <a:extLst>
                <a:ext uri="{FF2B5EF4-FFF2-40B4-BE49-F238E27FC236}">
                  <a16:creationId xmlns:a16="http://schemas.microsoft.com/office/drawing/2014/main" id="{DF9DF045-4A94-4D30-9DA9-E96EE9F45882}"/>
                </a:ext>
              </a:extLst>
            </p:cNvPr>
            <p:cNvSpPr/>
            <p:nvPr/>
          </p:nvSpPr>
          <p:spPr>
            <a:xfrm>
              <a:off x="3895046"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4" name="任意多边形: 形状 1703">
              <a:extLst>
                <a:ext uri="{FF2B5EF4-FFF2-40B4-BE49-F238E27FC236}">
                  <a16:creationId xmlns:a16="http://schemas.microsoft.com/office/drawing/2014/main" id="{FCD2B734-C15A-4D81-899A-6983FCD76D14}"/>
                </a:ext>
              </a:extLst>
            </p:cNvPr>
            <p:cNvSpPr/>
            <p:nvPr/>
          </p:nvSpPr>
          <p:spPr>
            <a:xfrm>
              <a:off x="3875422"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5" name="任意多边形: 形状 1704">
              <a:extLst>
                <a:ext uri="{FF2B5EF4-FFF2-40B4-BE49-F238E27FC236}">
                  <a16:creationId xmlns:a16="http://schemas.microsoft.com/office/drawing/2014/main" id="{B0F50B49-9D01-4F13-8B87-D0DCCFFBCAA9}"/>
                </a:ext>
              </a:extLst>
            </p:cNvPr>
            <p:cNvSpPr/>
            <p:nvPr/>
          </p:nvSpPr>
          <p:spPr>
            <a:xfrm>
              <a:off x="3783683"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6" name="任意多边形: 形状 1705">
              <a:extLst>
                <a:ext uri="{FF2B5EF4-FFF2-40B4-BE49-F238E27FC236}">
                  <a16:creationId xmlns:a16="http://schemas.microsoft.com/office/drawing/2014/main" id="{52B62F2A-CAB5-4936-BFEF-DCCD44D0BF07}"/>
                </a:ext>
              </a:extLst>
            </p:cNvPr>
            <p:cNvSpPr/>
            <p:nvPr/>
          </p:nvSpPr>
          <p:spPr>
            <a:xfrm>
              <a:off x="3763939"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7" name="任意多边形: 形状 1706">
              <a:extLst>
                <a:ext uri="{FF2B5EF4-FFF2-40B4-BE49-F238E27FC236}">
                  <a16:creationId xmlns:a16="http://schemas.microsoft.com/office/drawing/2014/main" id="{F55DF667-1146-41FD-AB79-F2B4B6E316AB}"/>
                </a:ext>
              </a:extLst>
            </p:cNvPr>
            <p:cNvSpPr/>
            <p:nvPr/>
          </p:nvSpPr>
          <p:spPr>
            <a:xfrm>
              <a:off x="3672199"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8" name="任意多边形: 形状 1707">
              <a:extLst>
                <a:ext uri="{FF2B5EF4-FFF2-40B4-BE49-F238E27FC236}">
                  <a16:creationId xmlns:a16="http://schemas.microsoft.com/office/drawing/2014/main" id="{22509B8D-B30D-44D5-AC35-42B9F3EECBDB}"/>
                </a:ext>
              </a:extLst>
            </p:cNvPr>
            <p:cNvSpPr/>
            <p:nvPr/>
          </p:nvSpPr>
          <p:spPr>
            <a:xfrm>
              <a:off x="365257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9" name="任意多边形: 形状 1708">
              <a:extLst>
                <a:ext uri="{FF2B5EF4-FFF2-40B4-BE49-F238E27FC236}">
                  <a16:creationId xmlns:a16="http://schemas.microsoft.com/office/drawing/2014/main" id="{75FC054C-061C-4278-B39C-4B1AE3A6AF12}"/>
                </a:ext>
              </a:extLst>
            </p:cNvPr>
            <p:cNvSpPr/>
            <p:nvPr/>
          </p:nvSpPr>
          <p:spPr>
            <a:xfrm>
              <a:off x="3672199" y="615590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0" name="任意多边形: 形状 1709">
              <a:extLst>
                <a:ext uri="{FF2B5EF4-FFF2-40B4-BE49-F238E27FC236}">
                  <a16:creationId xmlns:a16="http://schemas.microsoft.com/office/drawing/2014/main" id="{6885CDE6-D554-406B-B642-91B5076E6D3F}"/>
                </a:ext>
              </a:extLst>
            </p:cNvPr>
            <p:cNvSpPr/>
            <p:nvPr/>
          </p:nvSpPr>
          <p:spPr>
            <a:xfrm>
              <a:off x="3783683" y="615590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1" name="任意多边形: 形状 1710">
              <a:extLst>
                <a:ext uri="{FF2B5EF4-FFF2-40B4-BE49-F238E27FC236}">
                  <a16:creationId xmlns:a16="http://schemas.microsoft.com/office/drawing/2014/main" id="{6CBC9457-5B83-42DF-9B8D-BC029637BE13}"/>
                </a:ext>
              </a:extLst>
            </p:cNvPr>
            <p:cNvSpPr/>
            <p:nvPr/>
          </p:nvSpPr>
          <p:spPr>
            <a:xfrm>
              <a:off x="3895046" y="6155904"/>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2" name="任意多边形: 形状 1711">
              <a:extLst>
                <a:ext uri="{FF2B5EF4-FFF2-40B4-BE49-F238E27FC236}">
                  <a16:creationId xmlns:a16="http://schemas.microsoft.com/office/drawing/2014/main" id="{4F18BA20-30AE-4EEE-A264-46861144B69A}"/>
                </a:ext>
              </a:extLst>
            </p:cNvPr>
            <p:cNvSpPr/>
            <p:nvPr/>
          </p:nvSpPr>
          <p:spPr>
            <a:xfrm>
              <a:off x="4006529" y="615590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3" name="任意多边形: 形状 1712">
              <a:extLst>
                <a:ext uri="{FF2B5EF4-FFF2-40B4-BE49-F238E27FC236}">
                  <a16:creationId xmlns:a16="http://schemas.microsoft.com/office/drawing/2014/main" id="{4DDD381B-4002-42A8-816B-747E00984B86}"/>
                </a:ext>
              </a:extLst>
            </p:cNvPr>
            <p:cNvSpPr/>
            <p:nvPr/>
          </p:nvSpPr>
          <p:spPr>
            <a:xfrm>
              <a:off x="4118013" y="6155904"/>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4" name="任意多边形: 形状 1713">
              <a:extLst>
                <a:ext uri="{FF2B5EF4-FFF2-40B4-BE49-F238E27FC236}">
                  <a16:creationId xmlns:a16="http://schemas.microsoft.com/office/drawing/2014/main" id="{49CB9B90-F969-46EC-9C0F-F55C5D3E7D27}"/>
                </a:ext>
              </a:extLst>
            </p:cNvPr>
            <p:cNvSpPr/>
            <p:nvPr/>
          </p:nvSpPr>
          <p:spPr>
            <a:xfrm>
              <a:off x="4229375" y="6155904"/>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5" name="任意多边形: 形状 1714">
              <a:extLst>
                <a:ext uri="{FF2B5EF4-FFF2-40B4-BE49-F238E27FC236}">
                  <a16:creationId xmlns:a16="http://schemas.microsoft.com/office/drawing/2014/main" id="{746E463B-0D4E-41BD-8105-0E1D0A08BEA8}"/>
                </a:ext>
              </a:extLst>
            </p:cNvPr>
            <p:cNvSpPr/>
            <p:nvPr/>
          </p:nvSpPr>
          <p:spPr>
            <a:xfrm>
              <a:off x="3672199" y="6196035"/>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6" name="任意多边形: 形状 1715">
              <a:extLst>
                <a:ext uri="{FF2B5EF4-FFF2-40B4-BE49-F238E27FC236}">
                  <a16:creationId xmlns:a16="http://schemas.microsoft.com/office/drawing/2014/main" id="{2FD060EE-2C0E-4B62-ABDA-845934C7E4F0}"/>
                </a:ext>
              </a:extLst>
            </p:cNvPr>
            <p:cNvSpPr/>
            <p:nvPr/>
          </p:nvSpPr>
          <p:spPr>
            <a:xfrm>
              <a:off x="3783683" y="6196035"/>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7" name="任意多边形: 形状 1716">
              <a:extLst>
                <a:ext uri="{FF2B5EF4-FFF2-40B4-BE49-F238E27FC236}">
                  <a16:creationId xmlns:a16="http://schemas.microsoft.com/office/drawing/2014/main" id="{47BBDE7D-4222-45E6-85F7-6E5D7672F348}"/>
                </a:ext>
              </a:extLst>
            </p:cNvPr>
            <p:cNvSpPr/>
            <p:nvPr/>
          </p:nvSpPr>
          <p:spPr>
            <a:xfrm>
              <a:off x="3895046" y="6196035"/>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8" name="任意多边形: 形状 1717">
              <a:extLst>
                <a:ext uri="{FF2B5EF4-FFF2-40B4-BE49-F238E27FC236}">
                  <a16:creationId xmlns:a16="http://schemas.microsoft.com/office/drawing/2014/main" id="{06A074D3-A575-4803-BECB-71878F28BD15}"/>
                </a:ext>
              </a:extLst>
            </p:cNvPr>
            <p:cNvSpPr/>
            <p:nvPr/>
          </p:nvSpPr>
          <p:spPr>
            <a:xfrm>
              <a:off x="4006529" y="6196035"/>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9" name="任意多边形: 形状 1718">
              <a:extLst>
                <a:ext uri="{FF2B5EF4-FFF2-40B4-BE49-F238E27FC236}">
                  <a16:creationId xmlns:a16="http://schemas.microsoft.com/office/drawing/2014/main" id="{B5584F5A-D64F-424B-A603-2E0E627D2A84}"/>
                </a:ext>
              </a:extLst>
            </p:cNvPr>
            <p:cNvSpPr/>
            <p:nvPr/>
          </p:nvSpPr>
          <p:spPr>
            <a:xfrm>
              <a:off x="4118013" y="6196035"/>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0" name="任意多边形: 形状 1719">
              <a:extLst>
                <a:ext uri="{FF2B5EF4-FFF2-40B4-BE49-F238E27FC236}">
                  <a16:creationId xmlns:a16="http://schemas.microsoft.com/office/drawing/2014/main" id="{5C391F9E-35D3-4F73-AD42-00102E089D24}"/>
                </a:ext>
              </a:extLst>
            </p:cNvPr>
            <p:cNvSpPr/>
            <p:nvPr/>
          </p:nvSpPr>
          <p:spPr>
            <a:xfrm>
              <a:off x="4229375" y="6196035"/>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1" name="任意多边形: 形状 1720">
              <a:extLst>
                <a:ext uri="{FF2B5EF4-FFF2-40B4-BE49-F238E27FC236}">
                  <a16:creationId xmlns:a16="http://schemas.microsoft.com/office/drawing/2014/main" id="{07B94113-194F-41C9-93F3-3268D84FE72D}"/>
                </a:ext>
              </a:extLst>
            </p:cNvPr>
            <p:cNvSpPr/>
            <p:nvPr/>
          </p:nvSpPr>
          <p:spPr>
            <a:xfrm>
              <a:off x="3672199" y="621465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2" name="任意多边形: 形状 1721">
              <a:extLst>
                <a:ext uri="{FF2B5EF4-FFF2-40B4-BE49-F238E27FC236}">
                  <a16:creationId xmlns:a16="http://schemas.microsoft.com/office/drawing/2014/main" id="{2C2E16C0-9145-481F-B531-A1EBF44BC33E}"/>
                </a:ext>
              </a:extLst>
            </p:cNvPr>
            <p:cNvSpPr/>
            <p:nvPr/>
          </p:nvSpPr>
          <p:spPr>
            <a:xfrm>
              <a:off x="3783683" y="621465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3" name="任意多边形: 形状 1722">
              <a:extLst>
                <a:ext uri="{FF2B5EF4-FFF2-40B4-BE49-F238E27FC236}">
                  <a16:creationId xmlns:a16="http://schemas.microsoft.com/office/drawing/2014/main" id="{F1944D6A-DBB8-4349-A040-E145A5E09820}"/>
                </a:ext>
              </a:extLst>
            </p:cNvPr>
            <p:cNvSpPr/>
            <p:nvPr/>
          </p:nvSpPr>
          <p:spPr>
            <a:xfrm>
              <a:off x="3895046" y="6214654"/>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4" name="任意多边形: 形状 1723">
              <a:extLst>
                <a:ext uri="{FF2B5EF4-FFF2-40B4-BE49-F238E27FC236}">
                  <a16:creationId xmlns:a16="http://schemas.microsoft.com/office/drawing/2014/main" id="{02F02DE8-B6E0-4ACB-8157-25125F316EF6}"/>
                </a:ext>
              </a:extLst>
            </p:cNvPr>
            <p:cNvSpPr/>
            <p:nvPr/>
          </p:nvSpPr>
          <p:spPr>
            <a:xfrm>
              <a:off x="4006529" y="621465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5" name="任意多边形: 形状 1724">
              <a:extLst>
                <a:ext uri="{FF2B5EF4-FFF2-40B4-BE49-F238E27FC236}">
                  <a16:creationId xmlns:a16="http://schemas.microsoft.com/office/drawing/2014/main" id="{E1DBCF92-8EF6-41EF-9F6F-88D1C79D2FAE}"/>
                </a:ext>
              </a:extLst>
            </p:cNvPr>
            <p:cNvSpPr/>
            <p:nvPr/>
          </p:nvSpPr>
          <p:spPr>
            <a:xfrm>
              <a:off x="4118013" y="6214654"/>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6" name="任意多边形: 形状 1725">
              <a:extLst>
                <a:ext uri="{FF2B5EF4-FFF2-40B4-BE49-F238E27FC236}">
                  <a16:creationId xmlns:a16="http://schemas.microsoft.com/office/drawing/2014/main" id="{1F816BE9-6EAA-4DA8-BC52-79C45E1E34D6}"/>
                </a:ext>
              </a:extLst>
            </p:cNvPr>
            <p:cNvSpPr/>
            <p:nvPr/>
          </p:nvSpPr>
          <p:spPr>
            <a:xfrm>
              <a:off x="4229375" y="6214654"/>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7" name="任意多边形: 形状 1726">
              <a:extLst>
                <a:ext uri="{FF2B5EF4-FFF2-40B4-BE49-F238E27FC236}">
                  <a16:creationId xmlns:a16="http://schemas.microsoft.com/office/drawing/2014/main" id="{173949B8-A86F-4292-A105-59B66B25CDD9}"/>
                </a:ext>
              </a:extLst>
            </p:cNvPr>
            <p:cNvSpPr/>
            <p:nvPr/>
          </p:nvSpPr>
          <p:spPr>
            <a:xfrm>
              <a:off x="3672199" y="631718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8" name="任意多边形: 形状 1727">
              <a:extLst>
                <a:ext uri="{FF2B5EF4-FFF2-40B4-BE49-F238E27FC236}">
                  <a16:creationId xmlns:a16="http://schemas.microsoft.com/office/drawing/2014/main" id="{B3C86955-3ACC-4C28-97D1-21ABB2EF873C}"/>
                </a:ext>
              </a:extLst>
            </p:cNvPr>
            <p:cNvSpPr/>
            <p:nvPr/>
          </p:nvSpPr>
          <p:spPr>
            <a:xfrm>
              <a:off x="3783683" y="631718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9" name="任意多边形: 形状 1728">
              <a:extLst>
                <a:ext uri="{FF2B5EF4-FFF2-40B4-BE49-F238E27FC236}">
                  <a16:creationId xmlns:a16="http://schemas.microsoft.com/office/drawing/2014/main" id="{D35F600A-E139-4E35-A267-B8E4F577E4EB}"/>
                </a:ext>
              </a:extLst>
            </p:cNvPr>
            <p:cNvSpPr/>
            <p:nvPr/>
          </p:nvSpPr>
          <p:spPr>
            <a:xfrm>
              <a:off x="3895046" y="6317182"/>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0" name="任意多边形: 形状 1729">
              <a:extLst>
                <a:ext uri="{FF2B5EF4-FFF2-40B4-BE49-F238E27FC236}">
                  <a16:creationId xmlns:a16="http://schemas.microsoft.com/office/drawing/2014/main" id="{0F7F01B7-7718-4DA1-A17F-6FA6E86BB71D}"/>
                </a:ext>
              </a:extLst>
            </p:cNvPr>
            <p:cNvSpPr/>
            <p:nvPr/>
          </p:nvSpPr>
          <p:spPr>
            <a:xfrm>
              <a:off x="4006529" y="631718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1" name="任意多边形: 形状 1730">
              <a:extLst>
                <a:ext uri="{FF2B5EF4-FFF2-40B4-BE49-F238E27FC236}">
                  <a16:creationId xmlns:a16="http://schemas.microsoft.com/office/drawing/2014/main" id="{70BAA96A-A793-4C56-9B06-993053643B70}"/>
                </a:ext>
              </a:extLst>
            </p:cNvPr>
            <p:cNvSpPr/>
            <p:nvPr/>
          </p:nvSpPr>
          <p:spPr>
            <a:xfrm>
              <a:off x="4118013" y="6317182"/>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2" name="任意多边形: 形状 1731">
              <a:extLst>
                <a:ext uri="{FF2B5EF4-FFF2-40B4-BE49-F238E27FC236}">
                  <a16:creationId xmlns:a16="http://schemas.microsoft.com/office/drawing/2014/main" id="{4744EF48-9420-4D18-B8D8-0F57251D8073}"/>
                </a:ext>
              </a:extLst>
            </p:cNvPr>
            <p:cNvSpPr/>
            <p:nvPr/>
          </p:nvSpPr>
          <p:spPr>
            <a:xfrm>
              <a:off x="4229375" y="6317182"/>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3" name="任意多边形: 形状 1732">
              <a:extLst>
                <a:ext uri="{FF2B5EF4-FFF2-40B4-BE49-F238E27FC236}">
                  <a16:creationId xmlns:a16="http://schemas.microsoft.com/office/drawing/2014/main" id="{F21E9E68-0268-4FCF-AF8D-C678496F5A4C}"/>
                </a:ext>
              </a:extLst>
            </p:cNvPr>
            <p:cNvSpPr/>
            <p:nvPr/>
          </p:nvSpPr>
          <p:spPr>
            <a:xfrm>
              <a:off x="3672199" y="635731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4" name="任意多边形: 形状 1733">
              <a:extLst>
                <a:ext uri="{FF2B5EF4-FFF2-40B4-BE49-F238E27FC236}">
                  <a16:creationId xmlns:a16="http://schemas.microsoft.com/office/drawing/2014/main" id="{D112BFAB-93D2-4982-8DFD-A15FAB14E8B8}"/>
                </a:ext>
              </a:extLst>
            </p:cNvPr>
            <p:cNvSpPr/>
            <p:nvPr/>
          </p:nvSpPr>
          <p:spPr>
            <a:xfrm>
              <a:off x="3783683" y="635731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5" name="任意多边形: 形状 1734">
              <a:extLst>
                <a:ext uri="{FF2B5EF4-FFF2-40B4-BE49-F238E27FC236}">
                  <a16:creationId xmlns:a16="http://schemas.microsoft.com/office/drawing/2014/main" id="{8CFC8D90-893B-48C7-949E-E8772E6DB777}"/>
                </a:ext>
              </a:extLst>
            </p:cNvPr>
            <p:cNvSpPr/>
            <p:nvPr/>
          </p:nvSpPr>
          <p:spPr>
            <a:xfrm>
              <a:off x="3895046" y="6357313"/>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6" name="任意多边形: 形状 1735">
              <a:extLst>
                <a:ext uri="{FF2B5EF4-FFF2-40B4-BE49-F238E27FC236}">
                  <a16:creationId xmlns:a16="http://schemas.microsoft.com/office/drawing/2014/main" id="{F8EB3718-C1FF-4BBB-8620-B0B436A78B7A}"/>
                </a:ext>
              </a:extLst>
            </p:cNvPr>
            <p:cNvSpPr/>
            <p:nvPr/>
          </p:nvSpPr>
          <p:spPr>
            <a:xfrm>
              <a:off x="4006529" y="635731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7" name="任意多边形: 形状 1736">
              <a:extLst>
                <a:ext uri="{FF2B5EF4-FFF2-40B4-BE49-F238E27FC236}">
                  <a16:creationId xmlns:a16="http://schemas.microsoft.com/office/drawing/2014/main" id="{C90DFE64-E2E1-42E7-BD40-04458646CCF8}"/>
                </a:ext>
              </a:extLst>
            </p:cNvPr>
            <p:cNvSpPr/>
            <p:nvPr/>
          </p:nvSpPr>
          <p:spPr>
            <a:xfrm>
              <a:off x="4118013" y="6357313"/>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8" name="任意多边形: 形状 1737">
              <a:extLst>
                <a:ext uri="{FF2B5EF4-FFF2-40B4-BE49-F238E27FC236}">
                  <a16:creationId xmlns:a16="http://schemas.microsoft.com/office/drawing/2014/main" id="{5572EA75-1D64-4E26-81EC-9028037D62A5}"/>
                </a:ext>
              </a:extLst>
            </p:cNvPr>
            <p:cNvSpPr/>
            <p:nvPr/>
          </p:nvSpPr>
          <p:spPr>
            <a:xfrm>
              <a:off x="4229375" y="6357313"/>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9" name="任意多边形: 形状 1738">
              <a:extLst>
                <a:ext uri="{FF2B5EF4-FFF2-40B4-BE49-F238E27FC236}">
                  <a16:creationId xmlns:a16="http://schemas.microsoft.com/office/drawing/2014/main" id="{DDAF44E3-2109-4289-9A06-63EAE9FB13BD}"/>
                </a:ext>
              </a:extLst>
            </p:cNvPr>
            <p:cNvSpPr/>
            <p:nvPr/>
          </p:nvSpPr>
          <p:spPr>
            <a:xfrm>
              <a:off x="3672199" y="637593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0" name="任意多边形: 形状 1739">
              <a:extLst>
                <a:ext uri="{FF2B5EF4-FFF2-40B4-BE49-F238E27FC236}">
                  <a16:creationId xmlns:a16="http://schemas.microsoft.com/office/drawing/2014/main" id="{286D2C1A-8713-4AB0-B8EA-42139B76F48D}"/>
                </a:ext>
              </a:extLst>
            </p:cNvPr>
            <p:cNvSpPr/>
            <p:nvPr/>
          </p:nvSpPr>
          <p:spPr>
            <a:xfrm>
              <a:off x="3783683" y="637593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1" name="任意多边形: 形状 1740">
              <a:extLst>
                <a:ext uri="{FF2B5EF4-FFF2-40B4-BE49-F238E27FC236}">
                  <a16:creationId xmlns:a16="http://schemas.microsoft.com/office/drawing/2014/main" id="{8F4B490A-956E-49B5-B5D6-0F7E825D5156}"/>
                </a:ext>
              </a:extLst>
            </p:cNvPr>
            <p:cNvSpPr/>
            <p:nvPr/>
          </p:nvSpPr>
          <p:spPr>
            <a:xfrm>
              <a:off x="3895046" y="6375931"/>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2" name="任意多边形: 形状 1741">
              <a:extLst>
                <a:ext uri="{FF2B5EF4-FFF2-40B4-BE49-F238E27FC236}">
                  <a16:creationId xmlns:a16="http://schemas.microsoft.com/office/drawing/2014/main" id="{53205C83-F06E-4A95-9DBA-C4E3DEF8D3EE}"/>
                </a:ext>
              </a:extLst>
            </p:cNvPr>
            <p:cNvSpPr/>
            <p:nvPr/>
          </p:nvSpPr>
          <p:spPr>
            <a:xfrm>
              <a:off x="4006529" y="637593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3" name="任意多边形: 形状 1742">
              <a:extLst>
                <a:ext uri="{FF2B5EF4-FFF2-40B4-BE49-F238E27FC236}">
                  <a16:creationId xmlns:a16="http://schemas.microsoft.com/office/drawing/2014/main" id="{4C45EE2A-E783-40D2-BA78-C93777E4DE62}"/>
                </a:ext>
              </a:extLst>
            </p:cNvPr>
            <p:cNvSpPr/>
            <p:nvPr/>
          </p:nvSpPr>
          <p:spPr>
            <a:xfrm>
              <a:off x="4118013" y="6375931"/>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4" name="任意多边形: 形状 1743">
              <a:extLst>
                <a:ext uri="{FF2B5EF4-FFF2-40B4-BE49-F238E27FC236}">
                  <a16:creationId xmlns:a16="http://schemas.microsoft.com/office/drawing/2014/main" id="{34238D98-0785-4AF6-B210-43C5FD12DCCB}"/>
                </a:ext>
              </a:extLst>
            </p:cNvPr>
            <p:cNvSpPr/>
            <p:nvPr/>
          </p:nvSpPr>
          <p:spPr>
            <a:xfrm>
              <a:off x="4229375" y="6375931"/>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5" name="任意多边形: 形状 1744">
              <a:extLst>
                <a:ext uri="{FF2B5EF4-FFF2-40B4-BE49-F238E27FC236}">
                  <a16:creationId xmlns:a16="http://schemas.microsoft.com/office/drawing/2014/main" id="{B4B06252-767E-41BC-BBD6-D7B2BFE2F957}"/>
                </a:ext>
              </a:extLst>
            </p:cNvPr>
            <p:cNvSpPr/>
            <p:nvPr/>
          </p:nvSpPr>
          <p:spPr>
            <a:xfrm>
              <a:off x="3672199" y="646877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6" name="任意多边形: 形状 1745">
              <a:extLst>
                <a:ext uri="{FF2B5EF4-FFF2-40B4-BE49-F238E27FC236}">
                  <a16:creationId xmlns:a16="http://schemas.microsoft.com/office/drawing/2014/main" id="{737C2922-DA84-4549-BE93-BD1F182A017D}"/>
                </a:ext>
              </a:extLst>
            </p:cNvPr>
            <p:cNvSpPr/>
            <p:nvPr/>
          </p:nvSpPr>
          <p:spPr>
            <a:xfrm>
              <a:off x="3783683" y="646877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7" name="任意多边形: 形状 1746">
              <a:extLst>
                <a:ext uri="{FF2B5EF4-FFF2-40B4-BE49-F238E27FC236}">
                  <a16:creationId xmlns:a16="http://schemas.microsoft.com/office/drawing/2014/main" id="{B9E155E3-0BE2-4A00-8169-78CF63061FAB}"/>
                </a:ext>
              </a:extLst>
            </p:cNvPr>
            <p:cNvSpPr/>
            <p:nvPr/>
          </p:nvSpPr>
          <p:spPr>
            <a:xfrm>
              <a:off x="3895046" y="6468772"/>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8" name="任意多边形: 形状 1747">
              <a:extLst>
                <a:ext uri="{FF2B5EF4-FFF2-40B4-BE49-F238E27FC236}">
                  <a16:creationId xmlns:a16="http://schemas.microsoft.com/office/drawing/2014/main" id="{E9DA7589-53D2-4877-AF64-E08B11F95CFF}"/>
                </a:ext>
              </a:extLst>
            </p:cNvPr>
            <p:cNvSpPr/>
            <p:nvPr/>
          </p:nvSpPr>
          <p:spPr>
            <a:xfrm>
              <a:off x="4006529" y="646877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9" name="任意多边形: 形状 1748">
              <a:extLst>
                <a:ext uri="{FF2B5EF4-FFF2-40B4-BE49-F238E27FC236}">
                  <a16:creationId xmlns:a16="http://schemas.microsoft.com/office/drawing/2014/main" id="{90246529-0BD1-4568-99AF-E69CCD48D144}"/>
                </a:ext>
              </a:extLst>
            </p:cNvPr>
            <p:cNvSpPr/>
            <p:nvPr/>
          </p:nvSpPr>
          <p:spPr>
            <a:xfrm>
              <a:off x="4118013" y="6468772"/>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0" name="任意多边形: 形状 1749">
              <a:extLst>
                <a:ext uri="{FF2B5EF4-FFF2-40B4-BE49-F238E27FC236}">
                  <a16:creationId xmlns:a16="http://schemas.microsoft.com/office/drawing/2014/main" id="{20E29E97-35D0-4AB0-9BDE-F9D2CB91CD03}"/>
                </a:ext>
              </a:extLst>
            </p:cNvPr>
            <p:cNvSpPr/>
            <p:nvPr/>
          </p:nvSpPr>
          <p:spPr>
            <a:xfrm>
              <a:off x="4229375" y="6468772"/>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1" name="任意多边形: 形状 1750">
              <a:extLst>
                <a:ext uri="{FF2B5EF4-FFF2-40B4-BE49-F238E27FC236}">
                  <a16:creationId xmlns:a16="http://schemas.microsoft.com/office/drawing/2014/main" id="{587727A9-4118-4973-8868-F13D28DC5ADF}"/>
                </a:ext>
              </a:extLst>
            </p:cNvPr>
            <p:cNvSpPr/>
            <p:nvPr/>
          </p:nvSpPr>
          <p:spPr>
            <a:xfrm>
              <a:off x="3672199" y="650890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2" name="任意多边形: 形状 1751">
              <a:extLst>
                <a:ext uri="{FF2B5EF4-FFF2-40B4-BE49-F238E27FC236}">
                  <a16:creationId xmlns:a16="http://schemas.microsoft.com/office/drawing/2014/main" id="{68B95E2C-2DBE-452E-B93C-2BA16CC2E0CF}"/>
                </a:ext>
              </a:extLst>
            </p:cNvPr>
            <p:cNvSpPr/>
            <p:nvPr/>
          </p:nvSpPr>
          <p:spPr>
            <a:xfrm>
              <a:off x="3783683" y="650890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3" name="任意多边形: 形状 1752">
              <a:extLst>
                <a:ext uri="{FF2B5EF4-FFF2-40B4-BE49-F238E27FC236}">
                  <a16:creationId xmlns:a16="http://schemas.microsoft.com/office/drawing/2014/main" id="{75DBD1A5-8BF7-470B-85F9-2E0A4608E93E}"/>
                </a:ext>
              </a:extLst>
            </p:cNvPr>
            <p:cNvSpPr/>
            <p:nvPr/>
          </p:nvSpPr>
          <p:spPr>
            <a:xfrm>
              <a:off x="3895046" y="6508903"/>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4" name="任意多边形: 形状 1753">
              <a:extLst>
                <a:ext uri="{FF2B5EF4-FFF2-40B4-BE49-F238E27FC236}">
                  <a16:creationId xmlns:a16="http://schemas.microsoft.com/office/drawing/2014/main" id="{01BB7BAB-60C9-4FC9-ACA6-B322D73E2B31}"/>
                </a:ext>
              </a:extLst>
            </p:cNvPr>
            <p:cNvSpPr/>
            <p:nvPr/>
          </p:nvSpPr>
          <p:spPr>
            <a:xfrm>
              <a:off x="4006529" y="650890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5" name="任意多边形: 形状 1754">
              <a:extLst>
                <a:ext uri="{FF2B5EF4-FFF2-40B4-BE49-F238E27FC236}">
                  <a16:creationId xmlns:a16="http://schemas.microsoft.com/office/drawing/2014/main" id="{2EE0037B-EF0F-4609-A7CE-2E486AA50577}"/>
                </a:ext>
              </a:extLst>
            </p:cNvPr>
            <p:cNvSpPr/>
            <p:nvPr/>
          </p:nvSpPr>
          <p:spPr>
            <a:xfrm>
              <a:off x="4118013" y="6508903"/>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6" name="任意多边形: 形状 1755">
              <a:extLst>
                <a:ext uri="{FF2B5EF4-FFF2-40B4-BE49-F238E27FC236}">
                  <a16:creationId xmlns:a16="http://schemas.microsoft.com/office/drawing/2014/main" id="{94DA0C49-BA20-4B6F-BC3D-7D3468E0C771}"/>
                </a:ext>
              </a:extLst>
            </p:cNvPr>
            <p:cNvSpPr/>
            <p:nvPr/>
          </p:nvSpPr>
          <p:spPr>
            <a:xfrm>
              <a:off x="4229375" y="6508903"/>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7" name="任意多边形: 形状 1756">
              <a:extLst>
                <a:ext uri="{FF2B5EF4-FFF2-40B4-BE49-F238E27FC236}">
                  <a16:creationId xmlns:a16="http://schemas.microsoft.com/office/drawing/2014/main" id="{DDB1110E-549B-40E7-B40F-C849B9E00040}"/>
                </a:ext>
              </a:extLst>
            </p:cNvPr>
            <p:cNvSpPr/>
            <p:nvPr/>
          </p:nvSpPr>
          <p:spPr>
            <a:xfrm>
              <a:off x="3672199" y="652752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8" name="任意多边形: 形状 1757">
              <a:extLst>
                <a:ext uri="{FF2B5EF4-FFF2-40B4-BE49-F238E27FC236}">
                  <a16:creationId xmlns:a16="http://schemas.microsoft.com/office/drawing/2014/main" id="{9370D0D4-6B47-4F7E-95E8-8485FD40B2A9}"/>
                </a:ext>
              </a:extLst>
            </p:cNvPr>
            <p:cNvSpPr/>
            <p:nvPr/>
          </p:nvSpPr>
          <p:spPr>
            <a:xfrm>
              <a:off x="3783683" y="652752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9" name="任意多边形: 形状 1758">
              <a:extLst>
                <a:ext uri="{FF2B5EF4-FFF2-40B4-BE49-F238E27FC236}">
                  <a16:creationId xmlns:a16="http://schemas.microsoft.com/office/drawing/2014/main" id="{C391B0F5-4550-40D3-AC4D-D36244120112}"/>
                </a:ext>
              </a:extLst>
            </p:cNvPr>
            <p:cNvSpPr/>
            <p:nvPr/>
          </p:nvSpPr>
          <p:spPr>
            <a:xfrm>
              <a:off x="3895046" y="6527521"/>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0" name="任意多边形: 形状 1759">
              <a:extLst>
                <a:ext uri="{FF2B5EF4-FFF2-40B4-BE49-F238E27FC236}">
                  <a16:creationId xmlns:a16="http://schemas.microsoft.com/office/drawing/2014/main" id="{FD9F0A1F-4EBD-4C1F-BCD3-BDEF635C85B3}"/>
                </a:ext>
              </a:extLst>
            </p:cNvPr>
            <p:cNvSpPr/>
            <p:nvPr/>
          </p:nvSpPr>
          <p:spPr>
            <a:xfrm>
              <a:off x="4006529" y="652752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1" name="任意多边形: 形状 1760">
              <a:extLst>
                <a:ext uri="{FF2B5EF4-FFF2-40B4-BE49-F238E27FC236}">
                  <a16:creationId xmlns:a16="http://schemas.microsoft.com/office/drawing/2014/main" id="{A052631E-7D56-4947-ABAB-958A262D909B}"/>
                </a:ext>
              </a:extLst>
            </p:cNvPr>
            <p:cNvSpPr/>
            <p:nvPr/>
          </p:nvSpPr>
          <p:spPr>
            <a:xfrm>
              <a:off x="4118013" y="6527521"/>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2" name="任意多边形: 形状 1761">
              <a:extLst>
                <a:ext uri="{FF2B5EF4-FFF2-40B4-BE49-F238E27FC236}">
                  <a16:creationId xmlns:a16="http://schemas.microsoft.com/office/drawing/2014/main" id="{509F155E-E06B-437F-ABBA-0CC9F220AFAF}"/>
                </a:ext>
              </a:extLst>
            </p:cNvPr>
            <p:cNvSpPr/>
            <p:nvPr/>
          </p:nvSpPr>
          <p:spPr>
            <a:xfrm>
              <a:off x="4229375" y="6527521"/>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3" name="任意多边形: 形状 1762">
              <a:extLst>
                <a:ext uri="{FF2B5EF4-FFF2-40B4-BE49-F238E27FC236}">
                  <a16:creationId xmlns:a16="http://schemas.microsoft.com/office/drawing/2014/main" id="{DC554114-3C04-4481-A6D8-DB0849699642}"/>
                </a:ext>
              </a:extLst>
            </p:cNvPr>
            <p:cNvSpPr/>
            <p:nvPr/>
          </p:nvSpPr>
          <p:spPr>
            <a:xfrm>
              <a:off x="3672199" y="6078900"/>
              <a:ext cx="91738" cy="24421"/>
            </a:xfrm>
            <a:custGeom>
              <a:avLst/>
              <a:gdLst>
                <a:gd name="connsiteX0" fmla="*/ 0 w 72580"/>
                <a:gd name="connsiteY0" fmla="*/ 18490 h 18490"/>
                <a:gd name="connsiteX1" fmla="*/ 62666 w 72580"/>
                <a:gd name="connsiteY1" fmla="*/ 8575 h 18490"/>
                <a:gd name="connsiteX2" fmla="*/ 72581 w 72580"/>
                <a:gd name="connsiteY2" fmla="*/ 18490 h 18490"/>
              </a:gdLst>
              <a:ahLst/>
              <a:cxnLst>
                <a:cxn ang="0">
                  <a:pos x="connsiteX0" y="connsiteY0"/>
                </a:cxn>
                <a:cxn ang="0">
                  <a:pos x="connsiteX1" y="connsiteY1"/>
                </a:cxn>
                <a:cxn ang="0">
                  <a:pos x="connsiteX2" y="connsiteY2"/>
                </a:cxn>
              </a:cxnLst>
              <a:rect l="l" t="t" r="r" b="b"/>
              <a:pathLst>
                <a:path w="72580" h="18490">
                  <a:moveTo>
                    <a:pt x="0" y="18490"/>
                  </a:moveTo>
                  <a:cubicBezTo>
                    <a:pt x="14567" y="-1552"/>
                    <a:pt x="42623" y="-5991"/>
                    <a:pt x="62666" y="8575"/>
                  </a:cubicBezTo>
                  <a:cubicBezTo>
                    <a:pt x="66470" y="11341"/>
                    <a:pt x="69815" y="14686"/>
                    <a:pt x="72581"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4" name="任意多边形: 形状 1763">
              <a:extLst>
                <a:ext uri="{FF2B5EF4-FFF2-40B4-BE49-F238E27FC236}">
                  <a16:creationId xmlns:a16="http://schemas.microsoft.com/office/drawing/2014/main" id="{97B8BB5F-7C12-4BFF-8299-93D9D2DC85DC}"/>
                </a:ext>
              </a:extLst>
            </p:cNvPr>
            <p:cNvSpPr/>
            <p:nvPr/>
          </p:nvSpPr>
          <p:spPr>
            <a:xfrm>
              <a:off x="3783683" y="6078900"/>
              <a:ext cx="91738" cy="24421"/>
            </a:xfrm>
            <a:custGeom>
              <a:avLst/>
              <a:gdLst>
                <a:gd name="connsiteX0" fmla="*/ 0 w 72580"/>
                <a:gd name="connsiteY0" fmla="*/ 18490 h 18490"/>
                <a:gd name="connsiteX1" fmla="*/ 62666 w 72580"/>
                <a:gd name="connsiteY1" fmla="*/ 8575 h 18490"/>
                <a:gd name="connsiteX2" fmla="*/ 72580 w 72580"/>
                <a:gd name="connsiteY2" fmla="*/ 18490 h 18490"/>
              </a:gdLst>
              <a:ahLst/>
              <a:cxnLst>
                <a:cxn ang="0">
                  <a:pos x="connsiteX0" y="connsiteY0"/>
                </a:cxn>
                <a:cxn ang="0">
                  <a:pos x="connsiteX1" y="connsiteY1"/>
                </a:cxn>
                <a:cxn ang="0">
                  <a:pos x="connsiteX2" y="connsiteY2"/>
                </a:cxn>
              </a:cxnLst>
              <a:rect l="l" t="t" r="r" b="b"/>
              <a:pathLst>
                <a:path w="72580" h="18490">
                  <a:moveTo>
                    <a:pt x="0" y="18490"/>
                  </a:moveTo>
                  <a:cubicBezTo>
                    <a:pt x="14567" y="-1552"/>
                    <a:pt x="42623" y="-5991"/>
                    <a:pt x="62666" y="8575"/>
                  </a:cubicBezTo>
                  <a:cubicBezTo>
                    <a:pt x="66470" y="11341"/>
                    <a:pt x="69815" y="14686"/>
                    <a:pt x="7258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5" name="任意多边形: 形状 1764">
              <a:extLst>
                <a:ext uri="{FF2B5EF4-FFF2-40B4-BE49-F238E27FC236}">
                  <a16:creationId xmlns:a16="http://schemas.microsoft.com/office/drawing/2014/main" id="{79322BC8-4264-445E-9442-406F1FF41B51}"/>
                </a:ext>
              </a:extLst>
            </p:cNvPr>
            <p:cNvSpPr/>
            <p:nvPr/>
          </p:nvSpPr>
          <p:spPr>
            <a:xfrm>
              <a:off x="3895046" y="6078901"/>
              <a:ext cx="91858" cy="24419"/>
            </a:xfrm>
            <a:custGeom>
              <a:avLst/>
              <a:gdLst>
                <a:gd name="connsiteX0" fmla="*/ 0 w 72675"/>
                <a:gd name="connsiteY0" fmla="*/ 18489 h 18489"/>
                <a:gd name="connsiteX1" fmla="*/ 62810 w 72675"/>
                <a:gd name="connsiteY1" fmla="*/ 8623 h 18489"/>
                <a:gd name="connsiteX2" fmla="*/ 72676 w 72675"/>
                <a:gd name="connsiteY2" fmla="*/ 18489 h 18489"/>
              </a:gdLst>
              <a:ahLst/>
              <a:cxnLst>
                <a:cxn ang="0">
                  <a:pos x="connsiteX0" y="connsiteY0"/>
                </a:cxn>
                <a:cxn ang="0">
                  <a:pos x="connsiteX1" y="connsiteY1"/>
                </a:cxn>
                <a:cxn ang="0">
                  <a:pos x="connsiteX2" y="connsiteY2"/>
                </a:cxn>
              </a:cxnLst>
              <a:rect l="l" t="t" r="r" b="b"/>
              <a:pathLst>
                <a:path w="72675" h="18489">
                  <a:moveTo>
                    <a:pt x="0" y="18489"/>
                  </a:moveTo>
                  <a:cubicBezTo>
                    <a:pt x="14620" y="-1580"/>
                    <a:pt x="42742" y="-5997"/>
                    <a:pt x="62810" y="8623"/>
                  </a:cubicBezTo>
                  <a:cubicBezTo>
                    <a:pt x="66592" y="11379"/>
                    <a:pt x="69920" y="14708"/>
                    <a:pt x="72676" y="18489"/>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6" name="任意多边形: 形状 1765">
              <a:extLst>
                <a:ext uri="{FF2B5EF4-FFF2-40B4-BE49-F238E27FC236}">
                  <a16:creationId xmlns:a16="http://schemas.microsoft.com/office/drawing/2014/main" id="{A155DA03-8002-4D83-9B60-5763DA497A4D}"/>
                </a:ext>
              </a:extLst>
            </p:cNvPr>
            <p:cNvSpPr/>
            <p:nvPr/>
          </p:nvSpPr>
          <p:spPr>
            <a:xfrm>
              <a:off x="4006529" y="6078900"/>
              <a:ext cx="91738" cy="24421"/>
            </a:xfrm>
            <a:custGeom>
              <a:avLst/>
              <a:gdLst>
                <a:gd name="connsiteX0" fmla="*/ 0 w 72580"/>
                <a:gd name="connsiteY0" fmla="*/ 18490 h 18490"/>
                <a:gd name="connsiteX1" fmla="*/ 62666 w 72580"/>
                <a:gd name="connsiteY1" fmla="*/ 8575 h 18490"/>
                <a:gd name="connsiteX2" fmla="*/ 72581 w 72580"/>
                <a:gd name="connsiteY2" fmla="*/ 18490 h 18490"/>
              </a:gdLst>
              <a:ahLst/>
              <a:cxnLst>
                <a:cxn ang="0">
                  <a:pos x="connsiteX0" y="connsiteY0"/>
                </a:cxn>
                <a:cxn ang="0">
                  <a:pos x="connsiteX1" y="connsiteY1"/>
                </a:cxn>
                <a:cxn ang="0">
                  <a:pos x="connsiteX2" y="connsiteY2"/>
                </a:cxn>
              </a:cxnLst>
              <a:rect l="l" t="t" r="r" b="b"/>
              <a:pathLst>
                <a:path w="72580" h="18490">
                  <a:moveTo>
                    <a:pt x="0" y="18490"/>
                  </a:moveTo>
                  <a:cubicBezTo>
                    <a:pt x="14567" y="-1552"/>
                    <a:pt x="42623" y="-5991"/>
                    <a:pt x="62666" y="8575"/>
                  </a:cubicBezTo>
                  <a:cubicBezTo>
                    <a:pt x="66470" y="11341"/>
                    <a:pt x="69815" y="14686"/>
                    <a:pt x="72581"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7" name="任意多边形: 形状 1766">
              <a:extLst>
                <a:ext uri="{FF2B5EF4-FFF2-40B4-BE49-F238E27FC236}">
                  <a16:creationId xmlns:a16="http://schemas.microsoft.com/office/drawing/2014/main" id="{0DFA0C1A-A011-4ADD-92D0-48513E200DC8}"/>
                </a:ext>
              </a:extLst>
            </p:cNvPr>
            <p:cNvSpPr/>
            <p:nvPr/>
          </p:nvSpPr>
          <p:spPr>
            <a:xfrm>
              <a:off x="4118013" y="6078900"/>
              <a:ext cx="91738" cy="24421"/>
            </a:xfrm>
            <a:custGeom>
              <a:avLst/>
              <a:gdLst>
                <a:gd name="connsiteX0" fmla="*/ 0 w 72580"/>
                <a:gd name="connsiteY0" fmla="*/ 18490 h 18490"/>
                <a:gd name="connsiteX1" fmla="*/ 62666 w 72580"/>
                <a:gd name="connsiteY1" fmla="*/ 8575 h 18490"/>
                <a:gd name="connsiteX2" fmla="*/ 72580 w 72580"/>
                <a:gd name="connsiteY2" fmla="*/ 18490 h 18490"/>
              </a:gdLst>
              <a:ahLst/>
              <a:cxnLst>
                <a:cxn ang="0">
                  <a:pos x="connsiteX0" y="connsiteY0"/>
                </a:cxn>
                <a:cxn ang="0">
                  <a:pos x="connsiteX1" y="connsiteY1"/>
                </a:cxn>
                <a:cxn ang="0">
                  <a:pos x="connsiteX2" y="connsiteY2"/>
                </a:cxn>
              </a:cxnLst>
              <a:rect l="l" t="t" r="r" b="b"/>
              <a:pathLst>
                <a:path w="72580" h="18490">
                  <a:moveTo>
                    <a:pt x="0" y="18490"/>
                  </a:moveTo>
                  <a:cubicBezTo>
                    <a:pt x="14567" y="-1552"/>
                    <a:pt x="42623" y="-5991"/>
                    <a:pt x="62666" y="8575"/>
                  </a:cubicBezTo>
                  <a:cubicBezTo>
                    <a:pt x="66470" y="11341"/>
                    <a:pt x="69815" y="14686"/>
                    <a:pt x="7258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8" name="任意多边形: 形状 1767">
              <a:extLst>
                <a:ext uri="{FF2B5EF4-FFF2-40B4-BE49-F238E27FC236}">
                  <a16:creationId xmlns:a16="http://schemas.microsoft.com/office/drawing/2014/main" id="{349FCF9E-7986-4A42-B646-321CC15D3541}"/>
                </a:ext>
              </a:extLst>
            </p:cNvPr>
            <p:cNvSpPr/>
            <p:nvPr/>
          </p:nvSpPr>
          <p:spPr>
            <a:xfrm>
              <a:off x="4229375" y="6078882"/>
              <a:ext cx="86321" cy="24437"/>
            </a:xfrm>
            <a:custGeom>
              <a:avLst/>
              <a:gdLst>
                <a:gd name="connsiteX0" fmla="*/ 0 w 68294"/>
                <a:gd name="connsiteY0" fmla="*/ 18502 h 18502"/>
                <a:gd name="connsiteX1" fmla="*/ 56417 w 68294"/>
                <a:gd name="connsiteY1" fmla="*/ 6625 h 18502"/>
                <a:gd name="connsiteX2" fmla="*/ 68294 w 68294"/>
                <a:gd name="connsiteY2" fmla="*/ 18502 h 18502"/>
              </a:gdLst>
              <a:ahLst/>
              <a:cxnLst>
                <a:cxn ang="0">
                  <a:pos x="connsiteX0" y="connsiteY0"/>
                </a:cxn>
                <a:cxn ang="0">
                  <a:pos x="connsiteX1" y="connsiteY1"/>
                </a:cxn>
                <a:cxn ang="0">
                  <a:pos x="connsiteX2" y="connsiteY2"/>
                </a:cxn>
              </a:cxnLst>
              <a:rect l="l" t="t" r="r" b="b"/>
              <a:pathLst>
                <a:path w="68294" h="18502">
                  <a:moveTo>
                    <a:pt x="0" y="18502"/>
                  </a:moveTo>
                  <a:cubicBezTo>
                    <a:pt x="12299" y="-356"/>
                    <a:pt x="37557" y="-5675"/>
                    <a:pt x="56417" y="6625"/>
                  </a:cubicBezTo>
                  <a:cubicBezTo>
                    <a:pt x="61157" y="9717"/>
                    <a:pt x="65202" y="13762"/>
                    <a:pt x="68294" y="18502"/>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9" name="任意多边形: 形状 1768">
              <a:extLst>
                <a:ext uri="{FF2B5EF4-FFF2-40B4-BE49-F238E27FC236}">
                  <a16:creationId xmlns:a16="http://schemas.microsoft.com/office/drawing/2014/main" id="{F0B61318-D314-486B-8CF4-676B4C10BEC6}"/>
                </a:ext>
              </a:extLst>
            </p:cNvPr>
            <p:cNvSpPr/>
            <p:nvPr/>
          </p:nvSpPr>
          <p:spPr>
            <a:xfrm>
              <a:off x="3554696" y="5962548"/>
              <a:ext cx="12039" cy="826261"/>
            </a:xfrm>
            <a:custGeom>
              <a:avLst/>
              <a:gdLst>
                <a:gd name="connsiteX0" fmla="*/ 0 w 9525"/>
                <a:gd name="connsiteY0" fmla="*/ 0 h 625602"/>
                <a:gd name="connsiteX1" fmla="*/ 0 w 9525"/>
                <a:gd name="connsiteY1" fmla="*/ 625602 h 625602"/>
              </a:gdLst>
              <a:ahLst/>
              <a:cxnLst>
                <a:cxn ang="0">
                  <a:pos x="connsiteX0" y="connsiteY0"/>
                </a:cxn>
                <a:cxn ang="0">
                  <a:pos x="connsiteX1" y="connsiteY1"/>
                </a:cxn>
              </a:cxnLst>
              <a:rect l="l" t="t" r="r" b="b"/>
              <a:pathLst>
                <a:path w="9525" h="625602">
                  <a:moveTo>
                    <a:pt x="0" y="0"/>
                  </a:moveTo>
                  <a:lnTo>
                    <a:pt x="0" y="625602"/>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0" name="任意多边形: 形状 1769">
              <a:extLst>
                <a:ext uri="{FF2B5EF4-FFF2-40B4-BE49-F238E27FC236}">
                  <a16:creationId xmlns:a16="http://schemas.microsoft.com/office/drawing/2014/main" id="{A6FA6752-4E0D-459C-89D2-8D34162EA58C}"/>
                </a:ext>
              </a:extLst>
            </p:cNvPr>
            <p:cNvSpPr/>
            <p:nvPr/>
          </p:nvSpPr>
          <p:spPr>
            <a:xfrm>
              <a:off x="7876423" y="5962548"/>
              <a:ext cx="760879" cy="12580"/>
            </a:xfrm>
            <a:custGeom>
              <a:avLst/>
              <a:gdLst>
                <a:gd name="connsiteX0" fmla="*/ 601980 w 601979"/>
                <a:gd name="connsiteY0" fmla="*/ 0 h 9525"/>
                <a:gd name="connsiteX1" fmla="*/ 0 w 601979"/>
                <a:gd name="connsiteY1" fmla="*/ 0 h 9525"/>
              </a:gdLst>
              <a:ahLst/>
              <a:cxnLst>
                <a:cxn ang="0">
                  <a:pos x="connsiteX0" y="connsiteY0"/>
                </a:cxn>
                <a:cxn ang="0">
                  <a:pos x="connsiteX1" y="connsiteY1"/>
                </a:cxn>
              </a:cxnLst>
              <a:rect l="l" t="t" r="r" b="b"/>
              <a:pathLst>
                <a:path w="601979" h="9525">
                  <a:moveTo>
                    <a:pt x="6019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1" name="任意多边形: 形状 1770">
              <a:extLst>
                <a:ext uri="{FF2B5EF4-FFF2-40B4-BE49-F238E27FC236}">
                  <a16:creationId xmlns:a16="http://schemas.microsoft.com/office/drawing/2014/main" id="{3B1BDCC3-7A93-43CF-AD0D-0B9E2309B82F}"/>
                </a:ext>
              </a:extLst>
            </p:cNvPr>
            <p:cNvSpPr/>
            <p:nvPr/>
          </p:nvSpPr>
          <p:spPr>
            <a:xfrm>
              <a:off x="7876423" y="6005447"/>
              <a:ext cx="760879" cy="12580"/>
            </a:xfrm>
            <a:custGeom>
              <a:avLst/>
              <a:gdLst>
                <a:gd name="connsiteX0" fmla="*/ 601980 w 601979"/>
                <a:gd name="connsiteY0" fmla="*/ 0 h 9525"/>
                <a:gd name="connsiteX1" fmla="*/ 0 w 601979"/>
                <a:gd name="connsiteY1" fmla="*/ 0 h 9525"/>
              </a:gdLst>
              <a:ahLst/>
              <a:cxnLst>
                <a:cxn ang="0">
                  <a:pos x="connsiteX0" y="connsiteY0"/>
                </a:cxn>
                <a:cxn ang="0">
                  <a:pos x="connsiteX1" y="connsiteY1"/>
                </a:cxn>
              </a:cxnLst>
              <a:rect l="l" t="t" r="r" b="b"/>
              <a:pathLst>
                <a:path w="601979" h="9525">
                  <a:moveTo>
                    <a:pt x="6019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2" name="任意多边形: 形状 1771">
              <a:extLst>
                <a:ext uri="{FF2B5EF4-FFF2-40B4-BE49-F238E27FC236}">
                  <a16:creationId xmlns:a16="http://schemas.microsoft.com/office/drawing/2014/main" id="{94ADAA1B-5580-4AD6-B3C3-9951FD773C69}"/>
                </a:ext>
              </a:extLst>
            </p:cNvPr>
            <p:cNvSpPr/>
            <p:nvPr/>
          </p:nvSpPr>
          <p:spPr>
            <a:xfrm>
              <a:off x="7876423" y="6038657"/>
              <a:ext cx="760879" cy="12580"/>
            </a:xfrm>
            <a:custGeom>
              <a:avLst/>
              <a:gdLst>
                <a:gd name="connsiteX0" fmla="*/ 601980 w 601979"/>
                <a:gd name="connsiteY0" fmla="*/ 0 h 9525"/>
                <a:gd name="connsiteX1" fmla="*/ 0 w 601979"/>
                <a:gd name="connsiteY1" fmla="*/ 0 h 9525"/>
              </a:gdLst>
              <a:ahLst/>
              <a:cxnLst>
                <a:cxn ang="0">
                  <a:pos x="connsiteX0" y="connsiteY0"/>
                </a:cxn>
                <a:cxn ang="0">
                  <a:pos x="connsiteX1" y="connsiteY1"/>
                </a:cxn>
              </a:cxnLst>
              <a:rect l="l" t="t" r="r" b="b"/>
              <a:pathLst>
                <a:path w="601979" h="9525">
                  <a:moveTo>
                    <a:pt x="6019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3" name="任意多边形: 形状 1772">
              <a:extLst>
                <a:ext uri="{FF2B5EF4-FFF2-40B4-BE49-F238E27FC236}">
                  <a16:creationId xmlns:a16="http://schemas.microsoft.com/office/drawing/2014/main" id="{58DDD206-5633-4F11-B5A7-FEA3958D7909}"/>
                </a:ext>
              </a:extLst>
            </p:cNvPr>
            <p:cNvSpPr/>
            <p:nvPr/>
          </p:nvSpPr>
          <p:spPr>
            <a:xfrm>
              <a:off x="7876423" y="5828948"/>
              <a:ext cx="12039" cy="959861"/>
            </a:xfrm>
            <a:custGeom>
              <a:avLst/>
              <a:gdLst>
                <a:gd name="connsiteX0" fmla="*/ 0 w 9525"/>
                <a:gd name="connsiteY0" fmla="*/ 0 h 726757"/>
                <a:gd name="connsiteX1" fmla="*/ 0 w 9525"/>
                <a:gd name="connsiteY1" fmla="*/ 726758 h 726757"/>
              </a:gdLst>
              <a:ahLst/>
              <a:cxnLst>
                <a:cxn ang="0">
                  <a:pos x="connsiteX0" y="connsiteY0"/>
                </a:cxn>
                <a:cxn ang="0">
                  <a:pos x="connsiteX1" y="connsiteY1"/>
                </a:cxn>
              </a:cxnLst>
              <a:rect l="l" t="t" r="r" b="b"/>
              <a:pathLst>
                <a:path w="9525" h="726757">
                  <a:moveTo>
                    <a:pt x="0" y="0"/>
                  </a:moveTo>
                  <a:lnTo>
                    <a:pt x="0" y="726758"/>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4" name="任意多边形: 形状 1773">
              <a:extLst>
                <a:ext uri="{FF2B5EF4-FFF2-40B4-BE49-F238E27FC236}">
                  <a16:creationId xmlns:a16="http://schemas.microsoft.com/office/drawing/2014/main" id="{4B154B02-2D38-449C-BAFC-12CFCA7C9F90}"/>
                </a:ext>
              </a:extLst>
            </p:cNvPr>
            <p:cNvSpPr/>
            <p:nvPr/>
          </p:nvSpPr>
          <p:spPr>
            <a:xfrm>
              <a:off x="7764339"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5" name="任意多边形: 形状 1774">
              <a:extLst>
                <a:ext uri="{FF2B5EF4-FFF2-40B4-BE49-F238E27FC236}">
                  <a16:creationId xmlns:a16="http://schemas.microsoft.com/office/drawing/2014/main" id="{096BAC5C-D2DF-4AFE-B634-472762091DC7}"/>
                </a:ext>
              </a:extLst>
            </p:cNvPr>
            <p:cNvSpPr/>
            <p:nvPr/>
          </p:nvSpPr>
          <p:spPr>
            <a:xfrm>
              <a:off x="7692224"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6" name="任意多边形: 形状 1775">
              <a:extLst>
                <a:ext uri="{FF2B5EF4-FFF2-40B4-BE49-F238E27FC236}">
                  <a16:creationId xmlns:a16="http://schemas.microsoft.com/office/drawing/2014/main" id="{ABD8DC1C-EB10-4429-8DE9-64A650DFAEF3}"/>
                </a:ext>
              </a:extLst>
            </p:cNvPr>
            <p:cNvSpPr/>
            <p:nvPr/>
          </p:nvSpPr>
          <p:spPr>
            <a:xfrm>
              <a:off x="7665376"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7" name="任意多边形: 形状 1776">
              <a:extLst>
                <a:ext uri="{FF2B5EF4-FFF2-40B4-BE49-F238E27FC236}">
                  <a16:creationId xmlns:a16="http://schemas.microsoft.com/office/drawing/2014/main" id="{C77D8234-9C13-46A5-8141-B40F929F117B}"/>
                </a:ext>
              </a:extLst>
            </p:cNvPr>
            <p:cNvSpPr/>
            <p:nvPr/>
          </p:nvSpPr>
          <p:spPr>
            <a:xfrm>
              <a:off x="7598799"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8" name="任意多边形: 形状 1777">
              <a:extLst>
                <a:ext uri="{FF2B5EF4-FFF2-40B4-BE49-F238E27FC236}">
                  <a16:creationId xmlns:a16="http://schemas.microsoft.com/office/drawing/2014/main" id="{14D335EC-F886-41AC-8CE7-6628231D230E}"/>
                </a:ext>
              </a:extLst>
            </p:cNvPr>
            <p:cNvSpPr/>
            <p:nvPr/>
          </p:nvSpPr>
          <p:spPr>
            <a:xfrm>
              <a:off x="7505374"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9" name="任意多边形: 形状 1778">
              <a:extLst>
                <a:ext uri="{FF2B5EF4-FFF2-40B4-BE49-F238E27FC236}">
                  <a16:creationId xmlns:a16="http://schemas.microsoft.com/office/drawing/2014/main" id="{C602B57B-3C61-49E5-A15D-E30DBBEFC7EE}"/>
                </a:ext>
              </a:extLst>
            </p:cNvPr>
            <p:cNvSpPr/>
            <p:nvPr/>
          </p:nvSpPr>
          <p:spPr>
            <a:xfrm>
              <a:off x="7411950"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0" name="任意多边形: 形状 1779">
              <a:extLst>
                <a:ext uri="{FF2B5EF4-FFF2-40B4-BE49-F238E27FC236}">
                  <a16:creationId xmlns:a16="http://schemas.microsoft.com/office/drawing/2014/main" id="{63CB89A4-9BCD-4029-80DC-F74060348609}"/>
                </a:ext>
              </a:extLst>
            </p:cNvPr>
            <p:cNvSpPr/>
            <p:nvPr/>
          </p:nvSpPr>
          <p:spPr>
            <a:xfrm>
              <a:off x="7572071"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1" name="任意多边形: 形状 1780">
              <a:extLst>
                <a:ext uri="{FF2B5EF4-FFF2-40B4-BE49-F238E27FC236}">
                  <a16:creationId xmlns:a16="http://schemas.microsoft.com/office/drawing/2014/main" id="{6AABE1D7-B17B-451A-885F-CCED101CA8D5}"/>
                </a:ext>
              </a:extLst>
            </p:cNvPr>
            <p:cNvSpPr/>
            <p:nvPr/>
          </p:nvSpPr>
          <p:spPr>
            <a:xfrm>
              <a:off x="7478647"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2" name="任意多边形: 形状 1781">
              <a:extLst>
                <a:ext uri="{FF2B5EF4-FFF2-40B4-BE49-F238E27FC236}">
                  <a16:creationId xmlns:a16="http://schemas.microsoft.com/office/drawing/2014/main" id="{09498875-676A-4D5A-8154-EE68E51B26D3}"/>
                </a:ext>
              </a:extLst>
            </p:cNvPr>
            <p:cNvSpPr/>
            <p:nvPr/>
          </p:nvSpPr>
          <p:spPr>
            <a:xfrm>
              <a:off x="7385222"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3" name="任意多边形: 形状 1782">
              <a:extLst>
                <a:ext uri="{FF2B5EF4-FFF2-40B4-BE49-F238E27FC236}">
                  <a16:creationId xmlns:a16="http://schemas.microsoft.com/office/drawing/2014/main" id="{7DE29287-92B8-4D2D-AF51-8C1AD6BF8B8D}"/>
                </a:ext>
              </a:extLst>
            </p:cNvPr>
            <p:cNvSpPr/>
            <p:nvPr/>
          </p:nvSpPr>
          <p:spPr>
            <a:xfrm>
              <a:off x="7310339"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4" name="任意多边形: 形状 1783">
              <a:extLst>
                <a:ext uri="{FF2B5EF4-FFF2-40B4-BE49-F238E27FC236}">
                  <a16:creationId xmlns:a16="http://schemas.microsoft.com/office/drawing/2014/main" id="{967C563A-B644-4CA3-A64E-D103EBBBEB47}"/>
                </a:ext>
              </a:extLst>
            </p:cNvPr>
            <p:cNvSpPr/>
            <p:nvPr/>
          </p:nvSpPr>
          <p:spPr>
            <a:xfrm>
              <a:off x="7692224" y="5968336"/>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5" name="任意多边形: 形状 1784">
              <a:extLst>
                <a:ext uri="{FF2B5EF4-FFF2-40B4-BE49-F238E27FC236}">
                  <a16:creationId xmlns:a16="http://schemas.microsoft.com/office/drawing/2014/main" id="{CE6DF1AB-B37B-4825-BF5C-7243411ED15E}"/>
                </a:ext>
              </a:extLst>
            </p:cNvPr>
            <p:cNvSpPr/>
            <p:nvPr/>
          </p:nvSpPr>
          <p:spPr>
            <a:xfrm>
              <a:off x="7596631" y="596833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6" name="任意多边形: 形状 1785">
              <a:extLst>
                <a:ext uri="{FF2B5EF4-FFF2-40B4-BE49-F238E27FC236}">
                  <a16:creationId xmlns:a16="http://schemas.microsoft.com/office/drawing/2014/main" id="{3F6673A6-2C62-4578-88CD-E0470517CC78}"/>
                </a:ext>
              </a:extLst>
            </p:cNvPr>
            <p:cNvSpPr/>
            <p:nvPr/>
          </p:nvSpPr>
          <p:spPr>
            <a:xfrm>
              <a:off x="7504411" y="596833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7" name="任意多边形: 形状 1786">
              <a:extLst>
                <a:ext uri="{FF2B5EF4-FFF2-40B4-BE49-F238E27FC236}">
                  <a16:creationId xmlns:a16="http://schemas.microsoft.com/office/drawing/2014/main" id="{C7129C8A-C2CE-4050-A6B1-4AEDEC50F7AA}"/>
                </a:ext>
              </a:extLst>
            </p:cNvPr>
            <p:cNvSpPr/>
            <p:nvPr/>
          </p:nvSpPr>
          <p:spPr>
            <a:xfrm>
              <a:off x="7411227" y="596833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8" name="任意多边形: 形状 1787">
              <a:extLst>
                <a:ext uri="{FF2B5EF4-FFF2-40B4-BE49-F238E27FC236}">
                  <a16:creationId xmlns:a16="http://schemas.microsoft.com/office/drawing/2014/main" id="{0DB7BB77-4F9A-4495-8D22-B32E7E293B03}"/>
                </a:ext>
              </a:extLst>
            </p:cNvPr>
            <p:cNvSpPr/>
            <p:nvPr/>
          </p:nvSpPr>
          <p:spPr>
            <a:xfrm>
              <a:off x="7310339" y="5968336"/>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9" name="任意多边形: 形状 1788">
              <a:extLst>
                <a:ext uri="{FF2B5EF4-FFF2-40B4-BE49-F238E27FC236}">
                  <a16:creationId xmlns:a16="http://schemas.microsoft.com/office/drawing/2014/main" id="{E2DED915-CC3F-42C7-B5F7-12C9F63CDF45}"/>
                </a:ext>
              </a:extLst>
            </p:cNvPr>
            <p:cNvSpPr/>
            <p:nvPr/>
          </p:nvSpPr>
          <p:spPr>
            <a:xfrm>
              <a:off x="7692224" y="5887445"/>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0" name="任意多边形: 形状 1789">
              <a:extLst>
                <a:ext uri="{FF2B5EF4-FFF2-40B4-BE49-F238E27FC236}">
                  <a16:creationId xmlns:a16="http://schemas.microsoft.com/office/drawing/2014/main" id="{182B36B3-77B1-4CFB-BBF7-9C698ED3A6AD}"/>
                </a:ext>
              </a:extLst>
            </p:cNvPr>
            <p:cNvSpPr/>
            <p:nvPr/>
          </p:nvSpPr>
          <p:spPr>
            <a:xfrm>
              <a:off x="7596631" y="5887445"/>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1" name="任意多边形: 形状 1790">
              <a:extLst>
                <a:ext uri="{FF2B5EF4-FFF2-40B4-BE49-F238E27FC236}">
                  <a16:creationId xmlns:a16="http://schemas.microsoft.com/office/drawing/2014/main" id="{97835EE7-92CF-46DB-A0D8-E131E629B740}"/>
                </a:ext>
              </a:extLst>
            </p:cNvPr>
            <p:cNvSpPr/>
            <p:nvPr/>
          </p:nvSpPr>
          <p:spPr>
            <a:xfrm>
              <a:off x="7504411" y="5887445"/>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2" name="任意多边形: 形状 1791">
              <a:extLst>
                <a:ext uri="{FF2B5EF4-FFF2-40B4-BE49-F238E27FC236}">
                  <a16:creationId xmlns:a16="http://schemas.microsoft.com/office/drawing/2014/main" id="{A504633D-2A01-4F74-BBCF-6B11FDB34C1C}"/>
                </a:ext>
              </a:extLst>
            </p:cNvPr>
            <p:cNvSpPr/>
            <p:nvPr/>
          </p:nvSpPr>
          <p:spPr>
            <a:xfrm>
              <a:off x="7411227" y="5887445"/>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3" name="任意多边形: 形状 1792">
              <a:extLst>
                <a:ext uri="{FF2B5EF4-FFF2-40B4-BE49-F238E27FC236}">
                  <a16:creationId xmlns:a16="http://schemas.microsoft.com/office/drawing/2014/main" id="{AFFCB8DC-6357-447B-96FE-04CB4FF9ED76}"/>
                </a:ext>
              </a:extLst>
            </p:cNvPr>
            <p:cNvSpPr/>
            <p:nvPr/>
          </p:nvSpPr>
          <p:spPr>
            <a:xfrm>
              <a:off x="7310339" y="5887445"/>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4" name="任意多边形: 形状 1793">
              <a:extLst>
                <a:ext uri="{FF2B5EF4-FFF2-40B4-BE49-F238E27FC236}">
                  <a16:creationId xmlns:a16="http://schemas.microsoft.com/office/drawing/2014/main" id="{FA3CE383-4987-47C5-AF8E-B103BE46FF2C}"/>
                </a:ext>
              </a:extLst>
            </p:cNvPr>
            <p:cNvSpPr/>
            <p:nvPr/>
          </p:nvSpPr>
          <p:spPr>
            <a:xfrm>
              <a:off x="7221850" y="5858638"/>
              <a:ext cx="654573" cy="12580"/>
            </a:xfrm>
            <a:custGeom>
              <a:avLst/>
              <a:gdLst>
                <a:gd name="connsiteX0" fmla="*/ 517874 w 517874"/>
                <a:gd name="connsiteY0" fmla="*/ 0 h 9525"/>
                <a:gd name="connsiteX1" fmla="*/ 0 w 517874"/>
                <a:gd name="connsiteY1" fmla="*/ 0 h 9525"/>
              </a:gdLst>
              <a:ahLst/>
              <a:cxnLst>
                <a:cxn ang="0">
                  <a:pos x="connsiteX0" y="connsiteY0"/>
                </a:cxn>
                <a:cxn ang="0">
                  <a:pos x="connsiteX1" y="connsiteY1"/>
                </a:cxn>
              </a:cxnLst>
              <a:rect l="l" t="t" r="r" b="b"/>
              <a:pathLst>
                <a:path w="517874" h="9525">
                  <a:moveTo>
                    <a:pt x="517874"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5" name="任意多边形: 形状 1794">
              <a:extLst>
                <a:ext uri="{FF2B5EF4-FFF2-40B4-BE49-F238E27FC236}">
                  <a16:creationId xmlns:a16="http://schemas.microsoft.com/office/drawing/2014/main" id="{61B040AE-5FF8-4C42-AA2F-F8443A091ECD}"/>
                </a:ext>
              </a:extLst>
            </p:cNvPr>
            <p:cNvSpPr/>
            <p:nvPr/>
          </p:nvSpPr>
          <p:spPr>
            <a:xfrm>
              <a:off x="7692224" y="6037526"/>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6" name="任意多边形: 形状 1795">
              <a:extLst>
                <a:ext uri="{FF2B5EF4-FFF2-40B4-BE49-F238E27FC236}">
                  <a16:creationId xmlns:a16="http://schemas.microsoft.com/office/drawing/2014/main" id="{0DD1019D-718B-4FF0-8F99-5E6F25460BF2}"/>
                </a:ext>
              </a:extLst>
            </p:cNvPr>
            <p:cNvSpPr/>
            <p:nvPr/>
          </p:nvSpPr>
          <p:spPr>
            <a:xfrm>
              <a:off x="7596631" y="603752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7" name="任意多边形: 形状 1796">
              <a:extLst>
                <a:ext uri="{FF2B5EF4-FFF2-40B4-BE49-F238E27FC236}">
                  <a16:creationId xmlns:a16="http://schemas.microsoft.com/office/drawing/2014/main" id="{F372896C-58D8-43BB-8782-832B90C1136A}"/>
                </a:ext>
              </a:extLst>
            </p:cNvPr>
            <p:cNvSpPr/>
            <p:nvPr/>
          </p:nvSpPr>
          <p:spPr>
            <a:xfrm>
              <a:off x="7504411" y="603752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8" name="任意多边形: 形状 1797">
              <a:extLst>
                <a:ext uri="{FF2B5EF4-FFF2-40B4-BE49-F238E27FC236}">
                  <a16:creationId xmlns:a16="http://schemas.microsoft.com/office/drawing/2014/main" id="{1BA871B0-C341-438B-84EB-2CD25DEDFD4D}"/>
                </a:ext>
              </a:extLst>
            </p:cNvPr>
            <p:cNvSpPr/>
            <p:nvPr/>
          </p:nvSpPr>
          <p:spPr>
            <a:xfrm>
              <a:off x="7411227" y="603752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9" name="任意多边形: 形状 1798">
              <a:extLst>
                <a:ext uri="{FF2B5EF4-FFF2-40B4-BE49-F238E27FC236}">
                  <a16:creationId xmlns:a16="http://schemas.microsoft.com/office/drawing/2014/main" id="{B6764506-74C3-4713-A92E-4214405AE86B}"/>
                </a:ext>
              </a:extLst>
            </p:cNvPr>
            <p:cNvSpPr/>
            <p:nvPr/>
          </p:nvSpPr>
          <p:spPr>
            <a:xfrm>
              <a:off x="7310339" y="6037526"/>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0" name="任意多边形: 形状 1799">
              <a:extLst>
                <a:ext uri="{FF2B5EF4-FFF2-40B4-BE49-F238E27FC236}">
                  <a16:creationId xmlns:a16="http://schemas.microsoft.com/office/drawing/2014/main" id="{77FD01B8-1F5F-4A17-AD52-3BBBA11B6E05}"/>
                </a:ext>
              </a:extLst>
            </p:cNvPr>
            <p:cNvSpPr/>
            <p:nvPr/>
          </p:nvSpPr>
          <p:spPr>
            <a:xfrm>
              <a:off x="7692224" y="6128103"/>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1" name="任意多边形: 形状 1800">
              <a:extLst>
                <a:ext uri="{FF2B5EF4-FFF2-40B4-BE49-F238E27FC236}">
                  <a16:creationId xmlns:a16="http://schemas.microsoft.com/office/drawing/2014/main" id="{78D77900-5BD1-4C5E-B413-3656EF33164D}"/>
                </a:ext>
              </a:extLst>
            </p:cNvPr>
            <p:cNvSpPr/>
            <p:nvPr/>
          </p:nvSpPr>
          <p:spPr>
            <a:xfrm>
              <a:off x="7596631" y="6128103"/>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2" name="任意多边形: 形状 1801">
              <a:extLst>
                <a:ext uri="{FF2B5EF4-FFF2-40B4-BE49-F238E27FC236}">
                  <a16:creationId xmlns:a16="http://schemas.microsoft.com/office/drawing/2014/main" id="{EBC13808-5A9E-465B-98B7-39250E2B37E3}"/>
                </a:ext>
              </a:extLst>
            </p:cNvPr>
            <p:cNvSpPr/>
            <p:nvPr/>
          </p:nvSpPr>
          <p:spPr>
            <a:xfrm>
              <a:off x="7504411" y="6128103"/>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3" name="任意多边形: 形状 1802">
              <a:extLst>
                <a:ext uri="{FF2B5EF4-FFF2-40B4-BE49-F238E27FC236}">
                  <a16:creationId xmlns:a16="http://schemas.microsoft.com/office/drawing/2014/main" id="{27D04B77-5CD6-407C-9512-5C5A2140EFC8}"/>
                </a:ext>
              </a:extLst>
            </p:cNvPr>
            <p:cNvSpPr/>
            <p:nvPr/>
          </p:nvSpPr>
          <p:spPr>
            <a:xfrm>
              <a:off x="7411227" y="6128103"/>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4" name="任意多边形: 形状 1803">
              <a:extLst>
                <a:ext uri="{FF2B5EF4-FFF2-40B4-BE49-F238E27FC236}">
                  <a16:creationId xmlns:a16="http://schemas.microsoft.com/office/drawing/2014/main" id="{EF8A4EFB-97E4-43AC-9A15-C9E095CA34D8}"/>
                </a:ext>
              </a:extLst>
            </p:cNvPr>
            <p:cNvSpPr/>
            <p:nvPr/>
          </p:nvSpPr>
          <p:spPr>
            <a:xfrm>
              <a:off x="7310339" y="6128103"/>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5" name="任意多边形: 形状 1804">
              <a:extLst>
                <a:ext uri="{FF2B5EF4-FFF2-40B4-BE49-F238E27FC236}">
                  <a16:creationId xmlns:a16="http://schemas.microsoft.com/office/drawing/2014/main" id="{A95A6C3F-3E48-4B76-9567-6FECFCD9EB92}"/>
                </a:ext>
              </a:extLst>
            </p:cNvPr>
            <p:cNvSpPr/>
            <p:nvPr/>
          </p:nvSpPr>
          <p:spPr>
            <a:xfrm>
              <a:off x="7692224" y="6210880"/>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6" name="任意多边形: 形状 1805">
              <a:extLst>
                <a:ext uri="{FF2B5EF4-FFF2-40B4-BE49-F238E27FC236}">
                  <a16:creationId xmlns:a16="http://schemas.microsoft.com/office/drawing/2014/main" id="{7079872F-B2BD-4336-AD4E-F1F3DFC198D6}"/>
                </a:ext>
              </a:extLst>
            </p:cNvPr>
            <p:cNvSpPr/>
            <p:nvPr/>
          </p:nvSpPr>
          <p:spPr>
            <a:xfrm>
              <a:off x="7596631" y="621088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7" name="任意多边形: 形状 1806">
              <a:extLst>
                <a:ext uri="{FF2B5EF4-FFF2-40B4-BE49-F238E27FC236}">
                  <a16:creationId xmlns:a16="http://schemas.microsoft.com/office/drawing/2014/main" id="{6E056118-07E4-4F40-B214-E19961C0F69D}"/>
                </a:ext>
              </a:extLst>
            </p:cNvPr>
            <p:cNvSpPr/>
            <p:nvPr/>
          </p:nvSpPr>
          <p:spPr>
            <a:xfrm>
              <a:off x="7504411" y="621088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8" name="任意多边形: 形状 1807">
              <a:extLst>
                <a:ext uri="{FF2B5EF4-FFF2-40B4-BE49-F238E27FC236}">
                  <a16:creationId xmlns:a16="http://schemas.microsoft.com/office/drawing/2014/main" id="{449CAD4A-9AF0-4D69-B8CC-AD2A639003D1}"/>
                </a:ext>
              </a:extLst>
            </p:cNvPr>
            <p:cNvSpPr/>
            <p:nvPr/>
          </p:nvSpPr>
          <p:spPr>
            <a:xfrm>
              <a:off x="7411227" y="621088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9" name="任意多边形: 形状 1808">
              <a:extLst>
                <a:ext uri="{FF2B5EF4-FFF2-40B4-BE49-F238E27FC236}">
                  <a16:creationId xmlns:a16="http://schemas.microsoft.com/office/drawing/2014/main" id="{7DC05ABB-59FA-4B72-A4E6-812A66ADC289}"/>
                </a:ext>
              </a:extLst>
            </p:cNvPr>
            <p:cNvSpPr/>
            <p:nvPr/>
          </p:nvSpPr>
          <p:spPr>
            <a:xfrm>
              <a:off x="7310339" y="6210880"/>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0" name="任意多边形: 形状 1809">
              <a:extLst>
                <a:ext uri="{FF2B5EF4-FFF2-40B4-BE49-F238E27FC236}">
                  <a16:creationId xmlns:a16="http://schemas.microsoft.com/office/drawing/2014/main" id="{F50B533B-1524-4C44-9C61-700403132E04}"/>
                </a:ext>
              </a:extLst>
            </p:cNvPr>
            <p:cNvSpPr/>
            <p:nvPr/>
          </p:nvSpPr>
          <p:spPr>
            <a:xfrm>
              <a:off x="7692224" y="6304476"/>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1" name="任意多边形: 形状 1810">
              <a:extLst>
                <a:ext uri="{FF2B5EF4-FFF2-40B4-BE49-F238E27FC236}">
                  <a16:creationId xmlns:a16="http://schemas.microsoft.com/office/drawing/2014/main" id="{544F021F-2B3D-44A0-8C6E-3E80483DFAAF}"/>
                </a:ext>
              </a:extLst>
            </p:cNvPr>
            <p:cNvSpPr/>
            <p:nvPr/>
          </p:nvSpPr>
          <p:spPr>
            <a:xfrm>
              <a:off x="7596631" y="630447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2" name="任意多边形: 形状 1811">
              <a:extLst>
                <a:ext uri="{FF2B5EF4-FFF2-40B4-BE49-F238E27FC236}">
                  <a16:creationId xmlns:a16="http://schemas.microsoft.com/office/drawing/2014/main" id="{76275557-AA17-4A58-B0A6-AE0244447A4C}"/>
                </a:ext>
              </a:extLst>
            </p:cNvPr>
            <p:cNvSpPr/>
            <p:nvPr/>
          </p:nvSpPr>
          <p:spPr>
            <a:xfrm>
              <a:off x="7504411" y="630447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3" name="任意多边形: 形状 1812">
              <a:extLst>
                <a:ext uri="{FF2B5EF4-FFF2-40B4-BE49-F238E27FC236}">
                  <a16:creationId xmlns:a16="http://schemas.microsoft.com/office/drawing/2014/main" id="{6E3A29CE-82AC-4260-9E5E-0622ED637669}"/>
                </a:ext>
              </a:extLst>
            </p:cNvPr>
            <p:cNvSpPr/>
            <p:nvPr/>
          </p:nvSpPr>
          <p:spPr>
            <a:xfrm>
              <a:off x="7411227" y="630447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4" name="任意多边形: 形状 1813">
              <a:extLst>
                <a:ext uri="{FF2B5EF4-FFF2-40B4-BE49-F238E27FC236}">
                  <a16:creationId xmlns:a16="http://schemas.microsoft.com/office/drawing/2014/main" id="{3052B1F4-DB76-4B78-8418-BFF5E1BDFE5E}"/>
                </a:ext>
              </a:extLst>
            </p:cNvPr>
            <p:cNvSpPr/>
            <p:nvPr/>
          </p:nvSpPr>
          <p:spPr>
            <a:xfrm>
              <a:off x="7310339" y="6304476"/>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5" name="任意多边形: 形状 1814">
              <a:extLst>
                <a:ext uri="{FF2B5EF4-FFF2-40B4-BE49-F238E27FC236}">
                  <a16:creationId xmlns:a16="http://schemas.microsoft.com/office/drawing/2014/main" id="{2C4C1499-4128-4D0E-841B-4FF039321689}"/>
                </a:ext>
              </a:extLst>
            </p:cNvPr>
            <p:cNvSpPr/>
            <p:nvPr/>
          </p:nvSpPr>
          <p:spPr>
            <a:xfrm>
              <a:off x="7692224" y="6381467"/>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6" name="任意多边形: 形状 1815">
              <a:extLst>
                <a:ext uri="{FF2B5EF4-FFF2-40B4-BE49-F238E27FC236}">
                  <a16:creationId xmlns:a16="http://schemas.microsoft.com/office/drawing/2014/main" id="{37F590E9-AA8A-4EF4-9E5A-14C1DC758356}"/>
                </a:ext>
              </a:extLst>
            </p:cNvPr>
            <p:cNvSpPr/>
            <p:nvPr/>
          </p:nvSpPr>
          <p:spPr>
            <a:xfrm>
              <a:off x="7596631" y="638146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7" name="任意多边形: 形状 1816">
              <a:extLst>
                <a:ext uri="{FF2B5EF4-FFF2-40B4-BE49-F238E27FC236}">
                  <a16:creationId xmlns:a16="http://schemas.microsoft.com/office/drawing/2014/main" id="{7ECFE487-0C98-4373-A9D0-E75091A7BF6D}"/>
                </a:ext>
              </a:extLst>
            </p:cNvPr>
            <p:cNvSpPr/>
            <p:nvPr/>
          </p:nvSpPr>
          <p:spPr>
            <a:xfrm>
              <a:off x="7504411" y="638146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8" name="任意多边形: 形状 1817">
              <a:extLst>
                <a:ext uri="{FF2B5EF4-FFF2-40B4-BE49-F238E27FC236}">
                  <a16:creationId xmlns:a16="http://schemas.microsoft.com/office/drawing/2014/main" id="{EB89760C-9EEA-4681-BE61-FDC4B4DFF5A9}"/>
                </a:ext>
              </a:extLst>
            </p:cNvPr>
            <p:cNvSpPr/>
            <p:nvPr/>
          </p:nvSpPr>
          <p:spPr>
            <a:xfrm>
              <a:off x="7411227" y="638146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9" name="任意多边形: 形状 1818">
              <a:extLst>
                <a:ext uri="{FF2B5EF4-FFF2-40B4-BE49-F238E27FC236}">
                  <a16:creationId xmlns:a16="http://schemas.microsoft.com/office/drawing/2014/main" id="{72F7E8CE-DCA8-43B9-AADB-EEA31E258461}"/>
                </a:ext>
              </a:extLst>
            </p:cNvPr>
            <p:cNvSpPr/>
            <p:nvPr/>
          </p:nvSpPr>
          <p:spPr>
            <a:xfrm>
              <a:off x="7310339" y="6381467"/>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0" name="任意多边形: 形状 1819">
              <a:extLst>
                <a:ext uri="{FF2B5EF4-FFF2-40B4-BE49-F238E27FC236}">
                  <a16:creationId xmlns:a16="http://schemas.microsoft.com/office/drawing/2014/main" id="{8D235098-DA53-491B-B942-6FA78C707215}"/>
                </a:ext>
              </a:extLst>
            </p:cNvPr>
            <p:cNvSpPr/>
            <p:nvPr/>
          </p:nvSpPr>
          <p:spPr>
            <a:xfrm>
              <a:off x="7692224" y="6479717"/>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1" name="任意多边形: 形状 1820">
              <a:extLst>
                <a:ext uri="{FF2B5EF4-FFF2-40B4-BE49-F238E27FC236}">
                  <a16:creationId xmlns:a16="http://schemas.microsoft.com/office/drawing/2014/main" id="{B8D93C8F-0444-4932-B0CE-AAD515A3D68B}"/>
                </a:ext>
              </a:extLst>
            </p:cNvPr>
            <p:cNvSpPr/>
            <p:nvPr/>
          </p:nvSpPr>
          <p:spPr>
            <a:xfrm>
              <a:off x="7596631" y="647971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2" name="任意多边形: 形状 1821">
              <a:extLst>
                <a:ext uri="{FF2B5EF4-FFF2-40B4-BE49-F238E27FC236}">
                  <a16:creationId xmlns:a16="http://schemas.microsoft.com/office/drawing/2014/main" id="{0044A4F7-BD32-4AC0-9EE8-0C0021DDAB3B}"/>
                </a:ext>
              </a:extLst>
            </p:cNvPr>
            <p:cNvSpPr/>
            <p:nvPr/>
          </p:nvSpPr>
          <p:spPr>
            <a:xfrm>
              <a:off x="7504411" y="647971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3" name="任意多边形: 形状 1822">
              <a:extLst>
                <a:ext uri="{FF2B5EF4-FFF2-40B4-BE49-F238E27FC236}">
                  <a16:creationId xmlns:a16="http://schemas.microsoft.com/office/drawing/2014/main" id="{06FD1670-B834-4C63-BF4A-94687046360F}"/>
                </a:ext>
              </a:extLst>
            </p:cNvPr>
            <p:cNvSpPr/>
            <p:nvPr/>
          </p:nvSpPr>
          <p:spPr>
            <a:xfrm>
              <a:off x="7411227" y="647971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4" name="任意多边形: 形状 1823">
              <a:extLst>
                <a:ext uri="{FF2B5EF4-FFF2-40B4-BE49-F238E27FC236}">
                  <a16:creationId xmlns:a16="http://schemas.microsoft.com/office/drawing/2014/main" id="{ABCE5274-931B-472A-8962-63635063ECFD}"/>
                </a:ext>
              </a:extLst>
            </p:cNvPr>
            <p:cNvSpPr/>
            <p:nvPr/>
          </p:nvSpPr>
          <p:spPr>
            <a:xfrm>
              <a:off x="7310339" y="6479717"/>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5" name="任意多边形: 形状 1824">
              <a:extLst>
                <a:ext uri="{FF2B5EF4-FFF2-40B4-BE49-F238E27FC236}">
                  <a16:creationId xmlns:a16="http://schemas.microsoft.com/office/drawing/2014/main" id="{3594A260-B959-4A6F-A5A7-5B30BB254B3B}"/>
                </a:ext>
              </a:extLst>
            </p:cNvPr>
            <p:cNvSpPr/>
            <p:nvPr/>
          </p:nvSpPr>
          <p:spPr>
            <a:xfrm>
              <a:off x="7692224" y="6553814"/>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6" name="任意多边形: 形状 1825">
              <a:extLst>
                <a:ext uri="{FF2B5EF4-FFF2-40B4-BE49-F238E27FC236}">
                  <a16:creationId xmlns:a16="http://schemas.microsoft.com/office/drawing/2014/main" id="{72C6B481-97D7-44B8-973B-66F96C47CC11}"/>
                </a:ext>
              </a:extLst>
            </p:cNvPr>
            <p:cNvSpPr/>
            <p:nvPr/>
          </p:nvSpPr>
          <p:spPr>
            <a:xfrm>
              <a:off x="7596631" y="6553814"/>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7" name="任意多边形: 形状 1826">
              <a:extLst>
                <a:ext uri="{FF2B5EF4-FFF2-40B4-BE49-F238E27FC236}">
                  <a16:creationId xmlns:a16="http://schemas.microsoft.com/office/drawing/2014/main" id="{EED936F1-81A6-42BC-BC1A-8B4B641CBD77}"/>
                </a:ext>
              </a:extLst>
            </p:cNvPr>
            <p:cNvSpPr/>
            <p:nvPr/>
          </p:nvSpPr>
          <p:spPr>
            <a:xfrm>
              <a:off x="7504411" y="6553814"/>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8" name="任意多边形: 形状 1827">
              <a:extLst>
                <a:ext uri="{FF2B5EF4-FFF2-40B4-BE49-F238E27FC236}">
                  <a16:creationId xmlns:a16="http://schemas.microsoft.com/office/drawing/2014/main" id="{A9B6ED77-0C02-4A65-B887-8B938F0D06EE}"/>
                </a:ext>
              </a:extLst>
            </p:cNvPr>
            <p:cNvSpPr/>
            <p:nvPr/>
          </p:nvSpPr>
          <p:spPr>
            <a:xfrm>
              <a:off x="7411227" y="6553814"/>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9" name="任意多边形: 形状 1828">
              <a:extLst>
                <a:ext uri="{FF2B5EF4-FFF2-40B4-BE49-F238E27FC236}">
                  <a16:creationId xmlns:a16="http://schemas.microsoft.com/office/drawing/2014/main" id="{85D9F2CD-5208-4253-9ABF-CC48E61B653A}"/>
                </a:ext>
              </a:extLst>
            </p:cNvPr>
            <p:cNvSpPr/>
            <p:nvPr/>
          </p:nvSpPr>
          <p:spPr>
            <a:xfrm>
              <a:off x="7310339" y="6553814"/>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0" name="任意多边形: 形状 1829">
              <a:extLst>
                <a:ext uri="{FF2B5EF4-FFF2-40B4-BE49-F238E27FC236}">
                  <a16:creationId xmlns:a16="http://schemas.microsoft.com/office/drawing/2014/main" id="{915F6A91-4090-4391-A3EE-67143AD88C4E}"/>
                </a:ext>
              </a:extLst>
            </p:cNvPr>
            <p:cNvSpPr/>
            <p:nvPr/>
          </p:nvSpPr>
          <p:spPr>
            <a:xfrm>
              <a:off x="7692224" y="6653070"/>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1" name="任意多边形: 形状 1830">
              <a:extLst>
                <a:ext uri="{FF2B5EF4-FFF2-40B4-BE49-F238E27FC236}">
                  <a16:creationId xmlns:a16="http://schemas.microsoft.com/office/drawing/2014/main" id="{F965F1BB-C6B4-47B3-8E7C-2790A62C7202}"/>
                </a:ext>
              </a:extLst>
            </p:cNvPr>
            <p:cNvSpPr/>
            <p:nvPr/>
          </p:nvSpPr>
          <p:spPr>
            <a:xfrm>
              <a:off x="7596631" y="665307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2" name="任意多边形: 形状 1831">
              <a:extLst>
                <a:ext uri="{FF2B5EF4-FFF2-40B4-BE49-F238E27FC236}">
                  <a16:creationId xmlns:a16="http://schemas.microsoft.com/office/drawing/2014/main" id="{4997210F-D347-42E2-8E11-27DEAE5645A6}"/>
                </a:ext>
              </a:extLst>
            </p:cNvPr>
            <p:cNvSpPr/>
            <p:nvPr/>
          </p:nvSpPr>
          <p:spPr>
            <a:xfrm>
              <a:off x="7504411" y="665307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3" name="任意多边形: 形状 1832">
              <a:extLst>
                <a:ext uri="{FF2B5EF4-FFF2-40B4-BE49-F238E27FC236}">
                  <a16:creationId xmlns:a16="http://schemas.microsoft.com/office/drawing/2014/main" id="{FD551B5B-7CD0-4596-83B6-437EFA8CB1E4}"/>
                </a:ext>
              </a:extLst>
            </p:cNvPr>
            <p:cNvSpPr/>
            <p:nvPr/>
          </p:nvSpPr>
          <p:spPr>
            <a:xfrm>
              <a:off x="7411227" y="665307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4" name="任意多边形: 形状 1833">
              <a:extLst>
                <a:ext uri="{FF2B5EF4-FFF2-40B4-BE49-F238E27FC236}">
                  <a16:creationId xmlns:a16="http://schemas.microsoft.com/office/drawing/2014/main" id="{AADFF044-D36E-4024-AA34-10246C039323}"/>
                </a:ext>
              </a:extLst>
            </p:cNvPr>
            <p:cNvSpPr/>
            <p:nvPr/>
          </p:nvSpPr>
          <p:spPr>
            <a:xfrm>
              <a:off x="7310339" y="6653070"/>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5" name="任意多边形: 形状 1834">
              <a:extLst>
                <a:ext uri="{FF2B5EF4-FFF2-40B4-BE49-F238E27FC236}">
                  <a16:creationId xmlns:a16="http://schemas.microsoft.com/office/drawing/2014/main" id="{A1D0838F-1F7B-42BD-85D0-E4C3BD2BED70}"/>
                </a:ext>
              </a:extLst>
            </p:cNvPr>
            <p:cNvSpPr/>
            <p:nvPr/>
          </p:nvSpPr>
          <p:spPr>
            <a:xfrm>
              <a:off x="7221850" y="5828948"/>
              <a:ext cx="654573" cy="12580"/>
            </a:xfrm>
            <a:custGeom>
              <a:avLst/>
              <a:gdLst>
                <a:gd name="connsiteX0" fmla="*/ 517874 w 517874"/>
                <a:gd name="connsiteY0" fmla="*/ 0 h 9525"/>
                <a:gd name="connsiteX1" fmla="*/ 0 w 517874"/>
                <a:gd name="connsiteY1" fmla="*/ 0 h 9525"/>
              </a:gdLst>
              <a:ahLst/>
              <a:cxnLst>
                <a:cxn ang="0">
                  <a:pos x="connsiteX0" y="connsiteY0"/>
                </a:cxn>
                <a:cxn ang="0">
                  <a:pos x="connsiteX1" y="connsiteY1"/>
                </a:cxn>
              </a:cxnLst>
              <a:rect l="l" t="t" r="r" b="b"/>
              <a:pathLst>
                <a:path w="517874" h="9525">
                  <a:moveTo>
                    <a:pt x="517874"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6" name="任意多边形: 形状 1835">
              <a:extLst>
                <a:ext uri="{FF2B5EF4-FFF2-40B4-BE49-F238E27FC236}">
                  <a16:creationId xmlns:a16="http://schemas.microsoft.com/office/drawing/2014/main" id="{D62E030B-0DC2-46C5-87CE-835300FD5689}"/>
                </a:ext>
              </a:extLst>
            </p:cNvPr>
            <p:cNvSpPr/>
            <p:nvPr/>
          </p:nvSpPr>
          <p:spPr>
            <a:xfrm>
              <a:off x="7221850" y="5758373"/>
              <a:ext cx="694904" cy="33463"/>
            </a:xfrm>
            <a:custGeom>
              <a:avLst/>
              <a:gdLst>
                <a:gd name="connsiteX0" fmla="*/ 0 w 549782"/>
                <a:gd name="connsiteY0" fmla="*/ 0 h 25336"/>
                <a:gd name="connsiteX1" fmla="*/ 549783 w 549782"/>
                <a:gd name="connsiteY1" fmla="*/ 0 h 25336"/>
                <a:gd name="connsiteX2" fmla="*/ 549783 w 549782"/>
                <a:gd name="connsiteY2" fmla="*/ 25337 h 25336"/>
                <a:gd name="connsiteX3" fmla="*/ 0 w 549782"/>
                <a:gd name="connsiteY3" fmla="*/ 25337 h 25336"/>
              </a:gdLst>
              <a:ahLst/>
              <a:cxnLst>
                <a:cxn ang="0">
                  <a:pos x="connsiteX0" y="connsiteY0"/>
                </a:cxn>
                <a:cxn ang="0">
                  <a:pos x="connsiteX1" y="connsiteY1"/>
                </a:cxn>
                <a:cxn ang="0">
                  <a:pos x="connsiteX2" y="connsiteY2"/>
                </a:cxn>
                <a:cxn ang="0">
                  <a:pos x="connsiteX3" y="connsiteY3"/>
                </a:cxn>
              </a:cxnLst>
              <a:rect l="l" t="t" r="r" b="b"/>
              <a:pathLst>
                <a:path w="549782" h="25336">
                  <a:moveTo>
                    <a:pt x="0" y="0"/>
                  </a:moveTo>
                  <a:lnTo>
                    <a:pt x="549783" y="0"/>
                  </a:lnTo>
                  <a:lnTo>
                    <a:pt x="549783" y="25337"/>
                  </a:lnTo>
                  <a:lnTo>
                    <a:pt x="0" y="25337"/>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7" name="任意多边形: 形状 1836">
              <a:extLst>
                <a:ext uri="{FF2B5EF4-FFF2-40B4-BE49-F238E27FC236}">
                  <a16:creationId xmlns:a16="http://schemas.microsoft.com/office/drawing/2014/main" id="{948C7D7C-0325-4FE9-8F32-B2358C1B216F}"/>
                </a:ext>
              </a:extLst>
            </p:cNvPr>
            <p:cNvSpPr/>
            <p:nvPr/>
          </p:nvSpPr>
          <p:spPr>
            <a:xfrm>
              <a:off x="7221850" y="5791837"/>
              <a:ext cx="670224" cy="37111"/>
            </a:xfrm>
            <a:custGeom>
              <a:avLst/>
              <a:gdLst>
                <a:gd name="connsiteX0" fmla="*/ 0 w 530256"/>
                <a:gd name="connsiteY0" fmla="*/ 0 h 28098"/>
                <a:gd name="connsiteX1" fmla="*/ 530257 w 530256"/>
                <a:gd name="connsiteY1" fmla="*/ 0 h 28098"/>
                <a:gd name="connsiteX2" fmla="*/ 530257 w 530256"/>
                <a:gd name="connsiteY2" fmla="*/ 28099 h 28098"/>
                <a:gd name="connsiteX3" fmla="*/ 0 w 530256"/>
                <a:gd name="connsiteY3" fmla="*/ 28099 h 28098"/>
              </a:gdLst>
              <a:ahLst/>
              <a:cxnLst>
                <a:cxn ang="0">
                  <a:pos x="connsiteX0" y="connsiteY0"/>
                </a:cxn>
                <a:cxn ang="0">
                  <a:pos x="connsiteX1" y="connsiteY1"/>
                </a:cxn>
                <a:cxn ang="0">
                  <a:pos x="connsiteX2" y="connsiteY2"/>
                </a:cxn>
                <a:cxn ang="0">
                  <a:pos x="connsiteX3" y="connsiteY3"/>
                </a:cxn>
              </a:cxnLst>
              <a:rect l="l" t="t" r="r" b="b"/>
              <a:pathLst>
                <a:path w="530256" h="28098">
                  <a:moveTo>
                    <a:pt x="0" y="0"/>
                  </a:moveTo>
                  <a:lnTo>
                    <a:pt x="530257" y="0"/>
                  </a:lnTo>
                  <a:lnTo>
                    <a:pt x="530257" y="28099"/>
                  </a:lnTo>
                  <a:lnTo>
                    <a:pt x="0" y="28099"/>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8" name="任意多边形: 形状 1837">
              <a:extLst>
                <a:ext uri="{FF2B5EF4-FFF2-40B4-BE49-F238E27FC236}">
                  <a16:creationId xmlns:a16="http://schemas.microsoft.com/office/drawing/2014/main" id="{13B81844-A245-4D07-8AA8-7DDF3CB239AE}"/>
                </a:ext>
              </a:extLst>
            </p:cNvPr>
            <p:cNvSpPr/>
            <p:nvPr/>
          </p:nvSpPr>
          <p:spPr>
            <a:xfrm>
              <a:off x="7729906"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9" name="任意多边形: 形状 1838">
              <a:extLst>
                <a:ext uri="{FF2B5EF4-FFF2-40B4-BE49-F238E27FC236}">
                  <a16:creationId xmlns:a16="http://schemas.microsoft.com/office/drawing/2014/main" id="{A30D5BD3-163F-4E96-BC4E-F220C9E75F63}"/>
                </a:ext>
              </a:extLst>
            </p:cNvPr>
            <p:cNvSpPr/>
            <p:nvPr/>
          </p:nvSpPr>
          <p:spPr>
            <a:xfrm>
              <a:off x="7538723"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0" name="任意多边形: 形状 1839">
              <a:extLst>
                <a:ext uri="{FF2B5EF4-FFF2-40B4-BE49-F238E27FC236}">
                  <a16:creationId xmlns:a16="http://schemas.microsoft.com/office/drawing/2014/main" id="{24E3E887-01CF-4467-B14D-59218FF8A991}"/>
                </a:ext>
              </a:extLst>
            </p:cNvPr>
            <p:cNvSpPr/>
            <p:nvPr/>
          </p:nvSpPr>
          <p:spPr>
            <a:xfrm>
              <a:off x="7347299"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1" name="任意多边形: 形状 1840">
              <a:extLst>
                <a:ext uri="{FF2B5EF4-FFF2-40B4-BE49-F238E27FC236}">
                  <a16:creationId xmlns:a16="http://schemas.microsoft.com/office/drawing/2014/main" id="{D4A5B9A1-6E1E-4F68-A44C-A21F968C1F7E}"/>
                </a:ext>
              </a:extLst>
            </p:cNvPr>
            <p:cNvSpPr/>
            <p:nvPr/>
          </p:nvSpPr>
          <p:spPr>
            <a:xfrm>
              <a:off x="7962624"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2" name="任意多边形: 形状 1841">
              <a:extLst>
                <a:ext uri="{FF2B5EF4-FFF2-40B4-BE49-F238E27FC236}">
                  <a16:creationId xmlns:a16="http://schemas.microsoft.com/office/drawing/2014/main" id="{A995088A-CE26-4772-A417-3B5B7DDDF0D1}"/>
                </a:ext>
              </a:extLst>
            </p:cNvPr>
            <p:cNvSpPr/>
            <p:nvPr/>
          </p:nvSpPr>
          <p:spPr>
            <a:xfrm>
              <a:off x="7982249"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3" name="任意多边形: 形状 1842">
              <a:extLst>
                <a:ext uri="{FF2B5EF4-FFF2-40B4-BE49-F238E27FC236}">
                  <a16:creationId xmlns:a16="http://schemas.microsoft.com/office/drawing/2014/main" id="{2BCC1EC9-2EEB-4F75-ADA3-F5B599E5C69C}"/>
                </a:ext>
              </a:extLst>
            </p:cNvPr>
            <p:cNvSpPr/>
            <p:nvPr/>
          </p:nvSpPr>
          <p:spPr>
            <a:xfrm>
              <a:off x="8074108"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4" name="任意多边形: 形状 1843">
              <a:extLst>
                <a:ext uri="{FF2B5EF4-FFF2-40B4-BE49-F238E27FC236}">
                  <a16:creationId xmlns:a16="http://schemas.microsoft.com/office/drawing/2014/main" id="{09D3C266-5673-4D4C-98C7-A60918759AEC}"/>
                </a:ext>
              </a:extLst>
            </p:cNvPr>
            <p:cNvSpPr/>
            <p:nvPr/>
          </p:nvSpPr>
          <p:spPr>
            <a:xfrm>
              <a:off x="8093733"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5" name="任意多边形: 形状 1844">
              <a:extLst>
                <a:ext uri="{FF2B5EF4-FFF2-40B4-BE49-F238E27FC236}">
                  <a16:creationId xmlns:a16="http://schemas.microsoft.com/office/drawing/2014/main" id="{E7C5642A-15BB-4B64-86BC-08EA502EAB35}"/>
                </a:ext>
              </a:extLst>
            </p:cNvPr>
            <p:cNvSpPr/>
            <p:nvPr/>
          </p:nvSpPr>
          <p:spPr>
            <a:xfrm>
              <a:off x="8185471"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6" name="任意多边形: 形状 1845">
              <a:extLst>
                <a:ext uri="{FF2B5EF4-FFF2-40B4-BE49-F238E27FC236}">
                  <a16:creationId xmlns:a16="http://schemas.microsoft.com/office/drawing/2014/main" id="{3FC0A225-9C1D-4716-BA53-BA36EA577856}"/>
                </a:ext>
              </a:extLst>
            </p:cNvPr>
            <p:cNvSpPr/>
            <p:nvPr/>
          </p:nvSpPr>
          <p:spPr>
            <a:xfrm>
              <a:off x="820521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7" name="任意多边形: 形状 1846">
              <a:extLst>
                <a:ext uri="{FF2B5EF4-FFF2-40B4-BE49-F238E27FC236}">
                  <a16:creationId xmlns:a16="http://schemas.microsoft.com/office/drawing/2014/main" id="{32CA270C-8372-46B4-900F-2CC87D7F0BA6}"/>
                </a:ext>
              </a:extLst>
            </p:cNvPr>
            <p:cNvSpPr/>
            <p:nvPr/>
          </p:nvSpPr>
          <p:spPr>
            <a:xfrm>
              <a:off x="829695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8" name="任意多边形: 形状 1847">
              <a:extLst>
                <a:ext uri="{FF2B5EF4-FFF2-40B4-BE49-F238E27FC236}">
                  <a16:creationId xmlns:a16="http://schemas.microsoft.com/office/drawing/2014/main" id="{80D7F56E-0E45-4CCE-A9C9-A8DCC8410C75}"/>
                </a:ext>
              </a:extLst>
            </p:cNvPr>
            <p:cNvSpPr/>
            <p:nvPr/>
          </p:nvSpPr>
          <p:spPr>
            <a:xfrm>
              <a:off x="8316578"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9" name="任意多边形: 形状 1848">
              <a:extLst>
                <a:ext uri="{FF2B5EF4-FFF2-40B4-BE49-F238E27FC236}">
                  <a16:creationId xmlns:a16="http://schemas.microsoft.com/office/drawing/2014/main" id="{9CA40F6A-00D8-4EDE-B4C5-B9D4682547F7}"/>
                </a:ext>
              </a:extLst>
            </p:cNvPr>
            <p:cNvSpPr/>
            <p:nvPr/>
          </p:nvSpPr>
          <p:spPr>
            <a:xfrm>
              <a:off x="8408438"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0" name="任意多边形: 形状 1849">
              <a:extLst>
                <a:ext uri="{FF2B5EF4-FFF2-40B4-BE49-F238E27FC236}">
                  <a16:creationId xmlns:a16="http://schemas.microsoft.com/office/drawing/2014/main" id="{520C8F0E-3CCF-4D00-B2D9-735D1B5F43A1}"/>
                </a:ext>
              </a:extLst>
            </p:cNvPr>
            <p:cNvSpPr/>
            <p:nvPr/>
          </p:nvSpPr>
          <p:spPr>
            <a:xfrm>
              <a:off x="8428062"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1" name="任意多边形: 形状 1850">
              <a:extLst>
                <a:ext uri="{FF2B5EF4-FFF2-40B4-BE49-F238E27FC236}">
                  <a16:creationId xmlns:a16="http://schemas.microsoft.com/office/drawing/2014/main" id="{0682C2A1-E9D1-4007-BCB4-0E66BC9E79E5}"/>
                </a:ext>
              </a:extLst>
            </p:cNvPr>
            <p:cNvSpPr/>
            <p:nvPr/>
          </p:nvSpPr>
          <p:spPr>
            <a:xfrm>
              <a:off x="8519801"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2" name="任意多边形: 形状 1851">
              <a:extLst>
                <a:ext uri="{FF2B5EF4-FFF2-40B4-BE49-F238E27FC236}">
                  <a16:creationId xmlns:a16="http://schemas.microsoft.com/office/drawing/2014/main" id="{EB084904-10D0-43EE-82A8-ED67BD38A618}"/>
                </a:ext>
              </a:extLst>
            </p:cNvPr>
            <p:cNvSpPr/>
            <p:nvPr/>
          </p:nvSpPr>
          <p:spPr>
            <a:xfrm>
              <a:off x="853954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3" name="任意多边形: 形状 1852">
              <a:extLst>
                <a:ext uri="{FF2B5EF4-FFF2-40B4-BE49-F238E27FC236}">
                  <a16:creationId xmlns:a16="http://schemas.microsoft.com/office/drawing/2014/main" id="{9212049E-6FFD-4628-A453-48C15F2449A9}"/>
                </a:ext>
              </a:extLst>
            </p:cNvPr>
            <p:cNvSpPr/>
            <p:nvPr/>
          </p:nvSpPr>
          <p:spPr>
            <a:xfrm>
              <a:off x="8428062" y="6155904"/>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4" name="任意多边形: 形状 1853">
              <a:extLst>
                <a:ext uri="{FF2B5EF4-FFF2-40B4-BE49-F238E27FC236}">
                  <a16:creationId xmlns:a16="http://schemas.microsoft.com/office/drawing/2014/main" id="{4978F14A-8E47-42FA-B653-FA01B265D4CA}"/>
                </a:ext>
              </a:extLst>
            </p:cNvPr>
            <p:cNvSpPr/>
            <p:nvPr/>
          </p:nvSpPr>
          <p:spPr>
            <a:xfrm>
              <a:off x="8316578" y="6155904"/>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5" name="任意多边形: 形状 1854">
              <a:extLst>
                <a:ext uri="{FF2B5EF4-FFF2-40B4-BE49-F238E27FC236}">
                  <a16:creationId xmlns:a16="http://schemas.microsoft.com/office/drawing/2014/main" id="{D93AB6E9-0A9F-44D8-8089-A1E7820F4003}"/>
                </a:ext>
              </a:extLst>
            </p:cNvPr>
            <p:cNvSpPr/>
            <p:nvPr/>
          </p:nvSpPr>
          <p:spPr>
            <a:xfrm>
              <a:off x="8205215" y="6155904"/>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6" name="任意多边形: 形状 1855">
              <a:extLst>
                <a:ext uri="{FF2B5EF4-FFF2-40B4-BE49-F238E27FC236}">
                  <a16:creationId xmlns:a16="http://schemas.microsoft.com/office/drawing/2014/main" id="{EFC262CD-EF42-40E4-B4C4-7ECA7BD20FB4}"/>
                </a:ext>
              </a:extLst>
            </p:cNvPr>
            <p:cNvSpPr/>
            <p:nvPr/>
          </p:nvSpPr>
          <p:spPr>
            <a:xfrm>
              <a:off x="8093733" y="6155904"/>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7" name="任意多边形: 形状 1856">
              <a:extLst>
                <a:ext uri="{FF2B5EF4-FFF2-40B4-BE49-F238E27FC236}">
                  <a16:creationId xmlns:a16="http://schemas.microsoft.com/office/drawing/2014/main" id="{222C7BF3-2138-49C9-98BA-FACC8DFF1718}"/>
                </a:ext>
              </a:extLst>
            </p:cNvPr>
            <p:cNvSpPr/>
            <p:nvPr/>
          </p:nvSpPr>
          <p:spPr>
            <a:xfrm>
              <a:off x="7982249" y="6155904"/>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8" name="任意多边形: 形状 1857">
              <a:extLst>
                <a:ext uri="{FF2B5EF4-FFF2-40B4-BE49-F238E27FC236}">
                  <a16:creationId xmlns:a16="http://schemas.microsoft.com/office/drawing/2014/main" id="{6BAF5CE4-B59D-41A4-AD43-D2E11D6D4C7E}"/>
                </a:ext>
              </a:extLst>
            </p:cNvPr>
            <p:cNvSpPr/>
            <p:nvPr/>
          </p:nvSpPr>
          <p:spPr>
            <a:xfrm>
              <a:off x="7876423" y="6155904"/>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9" name="任意多边形: 形状 1858">
              <a:extLst>
                <a:ext uri="{FF2B5EF4-FFF2-40B4-BE49-F238E27FC236}">
                  <a16:creationId xmlns:a16="http://schemas.microsoft.com/office/drawing/2014/main" id="{7F176284-B654-4F2C-9E02-7A70F689172A}"/>
                </a:ext>
              </a:extLst>
            </p:cNvPr>
            <p:cNvSpPr/>
            <p:nvPr/>
          </p:nvSpPr>
          <p:spPr>
            <a:xfrm>
              <a:off x="8428062" y="6196035"/>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0" name="任意多边形: 形状 1859">
              <a:extLst>
                <a:ext uri="{FF2B5EF4-FFF2-40B4-BE49-F238E27FC236}">
                  <a16:creationId xmlns:a16="http://schemas.microsoft.com/office/drawing/2014/main" id="{6DCB6790-B525-436D-94A9-BDDBA5AA2E0A}"/>
                </a:ext>
              </a:extLst>
            </p:cNvPr>
            <p:cNvSpPr/>
            <p:nvPr/>
          </p:nvSpPr>
          <p:spPr>
            <a:xfrm>
              <a:off x="8316578" y="6196035"/>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1" name="任意多边形: 形状 1860">
              <a:extLst>
                <a:ext uri="{FF2B5EF4-FFF2-40B4-BE49-F238E27FC236}">
                  <a16:creationId xmlns:a16="http://schemas.microsoft.com/office/drawing/2014/main" id="{391AE829-C013-473B-81F8-26F99A4FCA0C}"/>
                </a:ext>
              </a:extLst>
            </p:cNvPr>
            <p:cNvSpPr/>
            <p:nvPr/>
          </p:nvSpPr>
          <p:spPr>
            <a:xfrm>
              <a:off x="8205215" y="6196035"/>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2" name="任意多边形: 形状 1861">
              <a:extLst>
                <a:ext uri="{FF2B5EF4-FFF2-40B4-BE49-F238E27FC236}">
                  <a16:creationId xmlns:a16="http://schemas.microsoft.com/office/drawing/2014/main" id="{6D28FFA3-5331-40E7-AC99-D6972D3A2273}"/>
                </a:ext>
              </a:extLst>
            </p:cNvPr>
            <p:cNvSpPr/>
            <p:nvPr/>
          </p:nvSpPr>
          <p:spPr>
            <a:xfrm>
              <a:off x="8093733" y="6196035"/>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3" name="任意多边形: 形状 1862">
              <a:extLst>
                <a:ext uri="{FF2B5EF4-FFF2-40B4-BE49-F238E27FC236}">
                  <a16:creationId xmlns:a16="http://schemas.microsoft.com/office/drawing/2014/main" id="{3D097424-8DA8-4A7B-B72E-0868B40667B5}"/>
                </a:ext>
              </a:extLst>
            </p:cNvPr>
            <p:cNvSpPr/>
            <p:nvPr/>
          </p:nvSpPr>
          <p:spPr>
            <a:xfrm>
              <a:off x="7982249" y="6196035"/>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4" name="任意多边形: 形状 1863">
              <a:extLst>
                <a:ext uri="{FF2B5EF4-FFF2-40B4-BE49-F238E27FC236}">
                  <a16:creationId xmlns:a16="http://schemas.microsoft.com/office/drawing/2014/main" id="{B659AA7B-70EE-4E88-983A-2E53C03DE110}"/>
                </a:ext>
              </a:extLst>
            </p:cNvPr>
            <p:cNvSpPr/>
            <p:nvPr/>
          </p:nvSpPr>
          <p:spPr>
            <a:xfrm>
              <a:off x="7876423" y="6196035"/>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5" name="任意多边形: 形状 1864">
              <a:extLst>
                <a:ext uri="{FF2B5EF4-FFF2-40B4-BE49-F238E27FC236}">
                  <a16:creationId xmlns:a16="http://schemas.microsoft.com/office/drawing/2014/main" id="{28C6CA28-8BC1-4179-BC56-36A5E90E3A0E}"/>
                </a:ext>
              </a:extLst>
            </p:cNvPr>
            <p:cNvSpPr/>
            <p:nvPr/>
          </p:nvSpPr>
          <p:spPr>
            <a:xfrm>
              <a:off x="8428062" y="6214654"/>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6" name="任意多边形: 形状 1865">
              <a:extLst>
                <a:ext uri="{FF2B5EF4-FFF2-40B4-BE49-F238E27FC236}">
                  <a16:creationId xmlns:a16="http://schemas.microsoft.com/office/drawing/2014/main" id="{CD85D8FA-B2B2-4AD2-A11A-14A2B7F119D0}"/>
                </a:ext>
              </a:extLst>
            </p:cNvPr>
            <p:cNvSpPr/>
            <p:nvPr/>
          </p:nvSpPr>
          <p:spPr>
            <a:xfrm>
              <a:off x="8316578" y="6214654"/>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7" name="任意多边形: 形状 1866">
              <a:extLst>
                <a:ext uri="{FF2B5EF4-FFF2-40B4-BE49-F238E27FC236}">
                  <a16:creationId xmlns:a16="http://schemas.microsoft.com/office/drawing/2014/main" id="{D55B9216-AE17-484C-81C1-CD0ACA849548}"/>
                </a:ext>
              </a:extLst>
            </p:cNvPr>
            <p:cNvSpPr/>
            <p:nvPr/>
          </p:nvSpPr>
          <p:spPr>
            <a:xfrm>
              <a:off x="8205215" y="6214654"/>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8" name="任意多边形: 形状 1867">
              <a:extLst>
                <a:ext uri="{FF2B5EF4-FFF2-40B4-BE49-F238E27FC236}">
                  <a16:creationId xmlns:a16="http://schemas.microsoft.com/office/drawing/2014/main" id="{1F7B5132-F107-49EE-AE41-6F2483D674F6}"/>
                </a:ext>
              </a:extLst>
            </p:cNvPr>
            <p:cNvSpPr/>
            <p:nvPr/>
          </p:nvSpPr>
          <p:spPr>
            <a:xfrm>
              <a:off x="8093733" y="6214654"/>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9" name="任意多边形: 形状 1868">
              <a:extLst>
                <a:ext uri="{FF2B5EF4-FFF2-40B4-BE49-F238E27FC236}">
                  <a16:creationId xmlns:a16="http://schemas.microsoft.com/office/drawing/2014/main" id="{A4A8E594-E1D5-4F74-B3F2-AC94056B81C4}"/>
                </a:ext>
              </a:extLst>
            </p:cNvPr>
            <p:cNvSpPr/>
            <p:nvPr/>
          </p:nvSpPr>
          <p:spPr>
            <a:xfrm>
              <a:off x="7982249" y="6214654"/>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0" name="任意多边形: 形状 1869">
              <a:extLst>
                <a:ext uri="{FF2B5EF4-FFF2-40B4-BE49-F238E27FC236}">
                  <a16:creationId xmlns:a16="http://schemas.microsoft.com/office/drawing/2014/main" id="{01C75F71-349D-4069-977A-907C6FA6236B}"/>
                </a:ext>
              </a:extLst>
            </p:cNvPr>
            <p:cNvSpPr/>
            <p:nvPr/>
          </p:nvSpPr>
          <p:spPr>
            <a:xfrm>
              <a:off x="7876423" y="6214654"/>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1" name="任意多边形: 形状 1870">
              <a:extLst>
                <a:ext uri="{FF2B5EF4-FFF2-40B4-BE49-F238E27FC236}">
                  <a16:creationId xmlns:a16="http://schemas.microsoft.com/office/drawing/2014/main" id="{7FC7622A-FA98-45B1-9E5F-08654DF546F1}"/>
                </a:ext>
              </a:extLst>
            </p:cNvPr>
            <p:cNvSpPr/>
            <p:nvPr/>
          </p:nvSpPr>
          <p:spPr>
            <a:xfrm>
              <a:off x="8428062" y="6317182"/>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2" name="任意多边形: 形状 1871">
              <a:extLst>
                <a:ext uri="{FF2B5EF4-FFF2-40B4-BE49-F238E27FC236}">
                  <a16:creationId xmlns:a16="http://schemas.microsoft.com/office/drawing/2014/main" id="{D4CCBEDF-6EFD-4B3C-8AAF-F9F40B1F9355}"/>
                </a:ext>
              </a:extLst>
            </p:cNvPr>
            <p:cNvSpPr/>
            <p:nvPr/>
          </p:nvSpPr>
          <p:spPr>
            <a:xfrm>
              <a:off x="8316578" y="6317182"/>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3" name="任意多边形: 形状 1872">
              <a:extLst>
                <a:ext uri="{FF2B5EF4-FFF2-40B4-BE49-F238E27FC236}">
                  <a16:creationId xmlns:a16="http://schemas.microsoft.com/office/drawing/2014/main" id="{AFDA4F1C-BF36-4803-A03C-F5E70FE12D2F}"/>
                </a:ext>
              </a:extLst>
            </p:cNvPr>
            <p:cNvSpPr/>
            <p:nvPr/>
          </p:nvSpPr>
          <p:spPr>
            <a:xfrm>
              <a:off x="8205215" y="6317182"/>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4" name="任意多边形: 形状 1873">
              <a:extLst>
                <a:ext uri="{FF2B5EF4-FFF2-40B4-BE49-F238E27FC236}">
                  <a16:creationId xmlns:a16="http://schemas.microsoft.com/office/drawing/2014/main" id="{6D24CCD0-B351-4954-A307-C5FC93B04890}"/>
                </a:ext>
              </a:extLst>
            </p:cNvPr>
            <p:cNvSpPr/>
            <p:nvPr/>
          </p:nvSpPr>
          <p:spPr>
            <a:xfrm>
              <a:off x="8093733" y="6317182"/>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5" name="任意多边形: 形状 1874">
              <a:extLst>
                <a:ext uri="{FF2B5EF4-FFF2-40B4-BE49-F238E27FC236}">
                  <a16:creationId xmlns:a16="http://schemas.microsoft.com/office/drawing/2014/main" id="{C5158F3A-37A4-49D6-8F50-CF06E2528110}"/>
                </a:ext>
              </a:extLst>
            </p:cNvPr>
            <p:cNvSpPr/>
            <p:nvPr/>
          </p:nvSpPr>
          <p:spPr>
            <a:xfrm>
              <a:off x="7982249" y="6317182"/>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6" name="任意多边形: 形状 1875">
              <a:extLst>
                <a:ext uri="{FF2B5EF4-FFF2-40B4-BE49-F238E27FC236}">
                  <a16:creationId xmlns:a16="http://schemas.microsoft.com/office/drawing/2014/main" id="{4CD0CCF1-6CB4-478E-8AB2-019FCBDB1C8D}"/>
                </a:ext>
              </a:extLst>
            </p:cNvPr>
            <p:cNvSpPr/>
            <p:nvPr/>
          </p:nvSpPr>
          <p:spPr>
            <a:xfrm>
              <a:off x="7876423" y="6317182"/>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7" name="任意多边形: 形状 1876">
              <a:extLst>
                <a:ext uri="{FF2B5EF4-FFF2-40B4-BE49-F238E27FC236}">
                  <a16:creationId xmlns:a16="http://schemas.microsoft.com/office/drawing/2014/main" id="{A47AD01A-887C-4860-93E1-5EE8FE5E6BF3}"/>
                </a:ext>
              </a:extLst>
            </p:cNvPr>
            <p:cNvSpPr/>
            <p:nvPr/>
          </p:nvSpPr>
          <p:spPr>
            <a:xfrm>
              <a:off x="8428062" y="6357313"/>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8" name="任意多边形: 形状 1877">
              <a:extLst>
                <a:ext uri="{FF2B5EF4-FFF2-40B4-BE49-F238E27FC236}">
                  <a16:creationId xmlns:a16="http://schemas.microsoft.com/office/drawing/2014/main" id="{9D9C4BBA-3F9B-40D0-A82C-FC95251D0509}"/>
                </a:ext>
              </a:extLst>
            </p:cNvPr>
            <p:cNvSpPr/>
            <p:nvPr/>
          </p:nvSpPr>
          <p:spPr>
            <a:xfrm>
              <a:off x="8316578" y="6357313"/>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9" name="任意多边形: 形状 1878">
              <a:extLst>
                <a:ext uri="{FF2B5EF4-FFF2-40B4-BE49-F238E27FC236}">
                  <a16:creationId xmlns:a16="http://schemas.microsoft.com/office/drawing/2014/main" id="{0474EA9A-2B91-42FF-AF74-62B11EE0B31B}"/>
                </a:ext>
              </a:extLst>
            </p:cNvPr>
            <p:cNvSpPr/>
            <p:nvPr/>
          </p:nvSpPr>
          <p:spPr>
            <a:xfrm>
              <a:off x="8205215" y="6357313"/>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0" name="任意多边形: 形状 1879">
              <a:extLst>
                <a:ext uri="{FF2B5EF4-FFF2-40B4-BE49-F238E27FC236}">
                  <a16:creationId xmlns:a16="http://schemas.microsoft.com/office/drawing/2014/main" id="{BD975B3A-AECC-4B73-AD2A-A3963D518766}"/>
                </a:ext>
              </a:extLst>
            </p:cNvPr>
            <p:cNvSpPr/>
            <p:nvPr/>
          </p:nvSpPr>
          <p:spPr>
            <a:xfrm>
              <a:off x="8093733" y="6357313"/>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1" name="任意多边形: 形状 1880">
              <a:extLst>
                <a:ext uri="{FF2B5EF4-FFF2-40B4-BE49-F238E27FC236}">
                  <a16:creationId xmlns:a16="http://schemas.microsoft.com/office/drawing/2014/main" id="{BFCF84B7-4E1F-4D7A-A252-B5A340200DA9}"/>
                </a:ext>
              </a:extLst>
            </p:cNvPr>
            <p:cNvSpPr/>
            <p:nvPr/>
          </p:nvSpPr>
          <p:spPr>
            <a:xfrm>
              <a:off x="7982249" y="6357313"/>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2" name="任意多边形: 形状 1881">
              <a:extLst>
                <a:ext uri="{FF2B5EF4-FFF2-40B4-BE49-F238E27FC236}">
                  <a16:creationId xmlns:a16="http://schemas.microsoft.com/office/drawing/2014/main" id="{CB1F1E9D-787A-4E13-8379-EECC93A156E2}"/>
                </a:ext>
              </a:extLst>
            </p:cNvPr>
            <p:cNvSpPr/>
            <p:nvPr/>
          </p:nvSpPr>
          <p:spPr>
            <a:xfrm>
              <a:off x="7876423" y="6357313"/>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3" name="任意多边形: 形状 1882">
              <a:extLst>
                <a:ext uri="{FF2B5EF4-FFF2-40B4-BE49-F238E27FC236}">
                  <a16:creationId xmlns:a16="http://schemas.microsoft.com/office/drawing/2014/main" id="{E7CD195C-8C66-43EF-B3E1-F9F67AEDE0B6}"/>
                </a:ext>
              </a:extLst>
            </p:cNvPr>
            <p:cNvSpPr/>
            <p:nvPr/>
          </p:nvSpPr>
          <p:spPr>
            <a:xfrm>
              <a:off x="8428062" y="6375931"/>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4" name="任意多边形: 形状 1883">
              <a:extLst>
                <a:ext uri="{FF2B5EF4-FFF2-40B4-BE49-F238E27FC236}">
                  <a16:creationId xmlns:a16="http://schemas.microsoft.com/office/drawing/2014/main" id="{2C3A309C-8459-4339-9130-A14ECF4B28AC}"/>
                </a:ext>
              </a:extLst>
            </p:cNvPr>
            <p:cNvSpPr/>
            <p:nvPr/>
          </p:nvSpPr>
          <p:spPr>
            <a:xfrm>
              <a:off x="8316578" y="6375931"/>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5" name="任意多边形: 形状 1884">
              <a:extLst>
                <a:ext uri="{FF2B5EF4-FFF2-40B4-BE49-F238E27FC236}">
                  <a16:creationId xmlns:a16="http://schemas.microsoft.com/office/drawing/2014/main" id="{11B88C07-5224-4CFF-A300-9BC2F794F6BB}"/>
                </a:ext>
              </a:extLst>
            </p:cNvPr>
            <p:cNvSpPr/>
            <p:nvPr/>
          </p:nvSpPr>
          <p:spPr>
            <a:xfrm>
              <a:off x="8205215" y="6375931"/>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6" name="任意多边形: 形状 1885">
              <a:extLst>
                <a:ext uri="{FF2B5EF4-FFF2-40B4-BE49-F238E27FC236}">
                  <a16:creationId xmlns:a16="http://schemas.microsoft.com/office/drawing/2014/main" id="{345E6094-3052-4405-9807-A56A3FD266C6}"/>
                </a:ext>
              </a:extLst>
            </p:cNvPr>
            <p:cNvSpPr/>
            <p:nvPr/>
          </p:nvSpPr>
          <p:spPr>
            <a:xfrm>
              <a:off x="8093733" y="6375931"/>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7" name="任意多边形: 形状 1886">
              <a:extLst>
                <a:ext uri="{FF2B5EF4-FFF2-40B4-BE49-F238E27FC236}">
                  <a16:creationId xmlns:a16="http://schemas.microsoft.com/office/drawing/2014/main" id="{16054DDB-CA7F-4F7F-8BEB-80D0A431E3D3}"/>
                </a:ext>
              </a:extLst>
            </p:cNvPr>
            <p:cNvSpPr/>
            <p:nvPr/>
          </p:nvSpPr>
          <p:spPr>
            <a:xfrm>
              <a:off x="7982249" y="6375931"/>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8" name="任意多边形: 形状 1887">
              <a:extLst>
                <a:ext uri="{FF2B5EF4-FFF2-40B4-BE49-F238E27FC236}">
                  <a16:creationId xmlns:a16="http://schemas.microsoft.com/office/drawing/2014/main" id="{2B93C0E5-43A9-4FC6-9408-65D9C4926F50}"/>
                </a:ext>
              </a:extLst>
            </p:cNvPr>
            <p:cNvSpPr/>
            <p:nvPr/>
          </p:nvSpPr>
          <p:spPr>
            <a:xfrm>
              <a:off x="7876423" y="6375931"/>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9" name="任意多边形: 形状 1888">
              <a:extLst>
                <a:ext uri="{FF2B5EF4-FFF2-40B4-BE49-F238E27FC236}">
                  <a16:creationId xmlns:a16="http://schemas.microsoft.com/office/drawing/2014/main" id="{91FC97BB-6E3F-49E0-B785-564B9089E89D}"/>
                </a:ext>
              </a:extLst>
            </p:cNvPr>
            <p:cNvSpPr/>
            <p:nvPr/>
          </p:nvSpPr>
          <p:spPr>
            <a:xfrm>
              <a:off x="8428062" y="6468772"/>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0" name="任意多边形: 形状 1889">
              <a:extLst>
                <a:ext uri="{FF2B5EF4-FFF2-40B4-BE49-F238E27FC236}">
                  <a16:creationId xmlns:a16="http://schemas.microsoft.com/office/drawing/2014/main" id="{1C0C6456-C85E-4DA2-9F75-3FE9B5F15CD2}"/>
                </a:ext>
              </a:extLst>
            </p:cNvPr>
            <p:cNvSpPr/>
            <p:nvPr/>
          </p:nvSpPr>
          <p:spPr>
            <a:xfrm>
              <a:off x="8316578" y="6468772"/>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1" name="任意多边形: 形状 1890">
              <a:extLst>
                <a:ext uri="{FF2B5EF4-FFF2-40B4-BE49-F238E27FC236}">
                  <a16:creationId xmlns:a16="http://schemas.microsoft.com/office/drawing/2014/main" id="{2E8D3DFE-4B95-4517-9168-2F54F81488DC}"/>
                </a:ext>
              </a:extLst>
            </p:cNvPr>
            <p:cNvSpPr/>
            <p:nvPr/>
          </p:nvSpPr>
          <p:spPr>
            <a:xfrm>
              <a:off x="8205215" y="6468772"/>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2" name="任意多边形: 形状 1891">
              <a:extLst>
                <a:ext uri="{FF2B5EF4-FFF2-40B4-BE49-F238E27FC236}">
                  <a16:creationId xmlns:a16="http://schemas.microsoft.com/office/drawing/2014/main" id="{C96B155D-A3E3-4C22-AD49-C57F00F10689}"/>
                </a:ext>
              </a:extLst>
            </p:cNvPr>
            <p:cNvSpPr/>
            <p:nvPr/>
          </p:nvSpPr>
          <p:spPr>
            <a:xfrm>
              <a:off x="8093733" y="6468772"/>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3" name="任意多边形: 形状 1892">
              <a:extLst>
                <a:ext uri="{FF2B5EF4-FFF2-40B4-BE49-F238E27FC236}">
                  <a16:creationId xmlns:a16="http://schemas.microsoft.com/office/drawing/2014/main" id="{F924EC76-AC93-42B8-BCA5-0815B9BA093C}"/>
                </a:ext>
              </a:extLst>
            </p:cNvPr>
            <p:cNvSpPr/>
            <p:nvPr/>
          </p:nvSpPr>
          <p:spPr>
            <a:xfrm>
              <a:off x="7982249" y="6468772"/>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4" name="任意多边形: 形状 1893">
              <a:extLst>
                <a:ext uri="{FF2B5EF4-FFF2-40B4-BE49-F238E27FC236}">
                  <a16:creationId xmlns:a16="http://schemas.microsoft.com/office/drawing/2014/main" id="{27CAA048-BB35-4718-8406-FB16421E985E}"/>
                </a:ext>
              </a:extLst>
            </p:cNvPr>
            <p:cNvSpPr/>
            <p:nvPr/>
          </p:nvSpPr>
          <p:spPr>
            <a:xfrm>
              <a:off x="7876423" y="6468772"/>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5" name="任意多边形: 形状 1894">
              <a:extLst>
                <a:ext uri="{FF2B5EF4-FFF2-40B4-BE49-F238E27FC236}">
                  <a16:creationId xmlns:a16="http://schemas.microsoft.com/office/drawing/2014/main" id="{BE34C599-DF9F-4D38-A162-72FF96F34FA1}"/>
                </a:ext>
              </a:extLst>
            </p:cNvPr>
            <p:cNvSpPr/>
            <p:nvPr/>
          </p:nvSpPr>
          <p:spPr>
            <a:xfrm>
              <a:off x="8428062" y="6508903"/>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6" name="任意多边形: 形状 1895">
              <a:extLst>
                <a:ext uri="{FF2B5EF4-FFF2-40B4-BE49-F238E27FC236}">
                  <a16:creationId xmlns:a16="http://schemas.microsoft.com/office/drawing/2014/main" id="{102EFBEC-2B59-4309-8CC4-69B0C6D54F36}"/>
                </a:ext>
              </a:extLst>
            </p:cNvPr>
            <p:cNvSpPr/>
            <p:nvPr/>
          </p:nvSpPr>
          <p:spPr>
            <a:xfrm>
              <a:off x="8316578" y="6508903"/>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7" name="任意多边形: 形状 1896">
              <a:extLst>
                <a:ext uri="{FF2B5EF4-FFF2-40B4-BE49-F238E27FC236}">
                  <a16:creationId xmlns:a16="http://schemas.microsoft.com/office/drawing/2014/main" id="{4D830C55-2309-41D8-8152-5126BF51A4CA}"/>
                </a:ext>
              </a:extLst>
            </p:cNvPr>
            <p:cNvSpPr/>
            <p:nvPr/>
          </p:nvSpPr>
          <p:spPr>
            <a:xfrm>
              <a:off x="8205215" y="6508903"/>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8" name="任意多边形: 形状 1897">
              <a:extLst>
                <a:ext uri="{FF2B5EF4-FFF2-40B4-BE49-F238E27FC236}">
                  <a16:creationId xmlns:a16="http://schemas.microsoft.com/office/drawing/2014/main" id="{000C0565-0F4F-46CE-9F8A-0501F2F9DCFB}"/>
                </a:ext>
              </a:extLst>
            </p:cNvPr>
            <p:cNvSpPr/>
            <p:nvPr/>
          </p:nvSpPr>
          <p:spPr>
            <a:xfrm>
              <a:off x="8093733" y="6508903"/>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9" name="任意多边形: 形状 1898">
              <a:extLst>
                <a:ext uri="{FF2B5EF4-FFF2-40B4-BE49-F238E27FC236}">
                  <a16:creationId xmlns:a16="http://schemas.microsoft.com/office/drawing/2014/main" id="{7DAE6124-86C0-4D95-9C47-CBAC4F9CF254}"/>
                </a:ext>
              </a:extLst>
            </p:cNvPr>
            <p:cNvSpPr/>
            <p:nvPr/>
          </p:nvSpPr>
          <p:spPr>
            <a:xfrm>
              <a:off x="7982249" y="6508903"/>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0" name="任意多边形: 形状 1899">
              <a:extLst>
                <a:ext uri="{FF2B5EF4-FFF2-40B4-BE49-F238E27FC236}">
                  <a16:creationId xmlns:a16="http://schemas.microsoft.com/office/drawing/2014/main" id="{FD089216-33B1-4BF7-9DC1-6B08F8FB472E}"/>
                </a:ext>
              </a:extLst>
            </p:cNvPr>
            <p:cNvSpPr/>
            <p:nvPr/>
          </p:nvSpPr>
          <p:spPr>
            <a:xfrm>
              <a:off x="7876423" y="6508903"/>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1" name="任意多边形: 形状 1900">
              <a:extLst>
                <a:ext uri="{FF2B5EF4-FFF2-40B4-BE49-F238E27FC236}">
                  <a16:creationId xmlns:a16="http://schemas.microsoft.com/office/drawing/2014/main" id="{1DC89058-AD6F-4087-B474-C8DC411944D5}"/>
                </a:ext>
              </a:extLst>
            </p:cNvPr>
            <p:cNvSpPr/>
            <p:nvPr/>
          </p:nvSpPr>
          <p:spPr>
            <a:xfrm>
              <a:off x="8428062" y="6527521"/>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2" name="任意多边形: 形状 1901">
              <a:extLst>
                <a:ext uri="{FF2B5EF4-FFF2-40B4-BE49-F238E27FC236}">
                  <a16:creationId xmlns:a16="http://schemas.microsoft.com/office/drawing/2014/main" id="{813EDD27-24E5-44FE-A13F-8CE8F78DF186}"/>
                </a:ext>
              </a:extLst>
            </p:cNvPr>
            <p:cNvSpPr/>
            <p:nvPr/>
          </p:nvSpPr>
          <p:spPr>
            <a:xfrm>
              <a:off x="8316578" y="6527521"/>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3" name="任意多边形: 形状 1902">
              <a:extLst>
                <a:ext uri="{FF2B5EF4-FFF2-40B4-BE49-F238E27FC236}">
                  <a16:creationId xmlns:a16="http://schemas.microsoft.com/office/drawing/2014/main" id="{B2FD25EA-1706-4171-A4DD-C4D902A7FB29}"/>
                </a:ext>
              </a:extLst>
            </p:cNvPr>
            <p:cNvSpPr/>
            <p:nvPr/>
          </p:nvSpPr>
          <p:spPr>
            <a:xfrm>
              <a:off x="8205215" y="6527521"/>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4" name="任意多边形: 形状 1903">
              <a:extLst>
                <a:ext uri="{FF2B5EF4-FFF2-40B4-BE49-F238E27FC236}">
                  <a16:creationId xmlns:a16="http://schemas.microsoft.com/office/drawing/2014/main" id="{BF23B4FA-0781-4AB2-9868-31E0159AFBA2}"/>
                </a:ext>
              </a:extLst>
            </p:cNvPr>
            <p:cNvSpPr/>
            <p:nvPr/>
          </p:nvSpPr>
          <p:spPr>
            <a:xfrm>
              <a:off x="8093733" y="6527521"/>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5" name="任意多边形: 形状 1904">
              <a:extLst>
                <a:ext uri="{FF2B5EF4-FFF2-40B4-BE49-F238E27FC236}">
                  <a16:creationId xmlns:a16="http://schemas.microsoft.com/office/drawing/2014/main" id="{755371D2-55F0-4A9F-8239-7BD9207DC393}"/>
                </a:ext>
              </a:extLst>
            </p:cNvPr>
            <p:cNvSpPr/>
            <p:nvPr/>
          </p:nvSpPr>
          <p:spPr>
            <a:xfrm>
              <a:off x="7982249" y="6527521"/>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6" name="任意多边形: 形状 1905">
              <a:extLst>
                <a:ext uri="{FF2B5EF4-FFF2-40B4-BE49-F238E27FC236}">
                  <a16:creationId xmlns:a16="http://schemas.microsoft.com/office/drawing/2014/main" id="{C32941FA-06B0-4D5D-9201-24CFAA71B86A}"/>
                </a:ext>
              </a:extLst>
            </p:cNvPr>
            <p:cNvSpPr/>
            <p:nvPr/>
          </p:nvSpPr>
          <p:spPr>
            <a:xfrm>
              <a:off x="7876423" y="6527521"/>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7" name="任意多边形: 形状 1906">
              <a:extLst>
                <a:ext uri="{FF2B5EF4-FFF2-40B4-BE49-F238E27FC236}">
                  <a16:creationId xmlns:a16="http://schemas.microsoft.com/office/drawing/2014/main" id="{28C879B6-304C-4E08-B903-564577C85E31}"/>
                </a:ext>
              </a:extLst>
            </p:cNvPr>
            <p:cNvSpPr/>
            <p:nvPr/>
          </p:nvSpPr>
          <p:spPr>
            <a:xfrm>
              <a:off x="8428062" y="6078900"/>
              <a:ext cx="91738" cy="24421"/>
            </a:xfrm>
            <a:custGeom>
              <a:avLst/>
              <a:gdLst>
                <a:gd name="connsiteX0" fmla="*/ 72580 w 72580"/>
                <a:gd name="connsiteY0" fmla="*/ 18490 h 18490"/>
                <a:gd name="connsiteX1" fmla="*/ 9916 w 72580"/>
                <a:gd name="connsiteY1" fmla="*/ 8575 h 18490"/>
                <a:gd name="connsiteX2" fmla="*/ 0 w 72580"/>
                <a:gd name="connsiteY2" fmla="*/ 18490 h 18490"/>
              </a:gdLst>
              <a:ahLst/>
              <a:cxnLst>
                <a:cxn ang="0">
                  <a:pos x="connsiteX0" y="connsiteY0"/>
                </a:cxn>
                <a:cxn ang="0">
                  <a:pos x="connsiteX1" y="connsiteY1"/>
                </a:cxn>
                <a:cxn ang="0">
                  <a:pos x="connsiteX2" y="connsiteY2"/>
                </a:cxn>
              </a:cxnLst>
              <a:rect l="l" t="t" r="r" b="b"/>
              <a:pathLst>
                <a:path w="72580" h="18490">
                  <a:moveTo>
                    <a:pt x="72580" y="18490"/>
                  </a:moveTo>
                  <a:cubicBezTo>
                    <a:pt x="58017" y="-1552"/>
                    <a:pt x="29956" y="-5991"/>
                    <a:pt x="9916" y="8575"/>
                  </a:cubicBezTo>
                  <a:cubicBezTo>
                    <a:pt x="6115" y="11341"/>
                    <a:pt x="2762" y="14686"/>
                    <a:pt x="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8" name="任意多边形: 形状 1907">
              <a:extLst>
                <a:ext uri="{FF2B5EF4-FFF2-40B4-BE49-F238E27FC236}">
                  <a16:creationId xmlns:a16="http://schemas.microsoft.com/office/drawing/2014/main" id="{E2EBF460-FB30-4F11-BA8A-0F6CAB34DCD6}"/>
                </a:ext>
              </a:extLst>
            </p:cNvPr>
            <p:cNvSpPr/>
            <p:nvPr/>
          </p:nvSpPr>
          <p:spPr>
            <a:xfrm>
              <a:off x="8316338" y="6078901"/>
              <a:ext cx="91858" cy="24419"/>
            </a:xfrm>
            <a:custGeom>
              <a:avLst/>
              <a:gdLst>
                <a:gd name="connsiteX0" fmla="*/ 72676 w 72675"/>
                <a:gd name="connsiteY0" fmla="*/ 18489 h 18489"/>
                <a:gd name="connsiteX1" fmla="*/ 9868 w 72675"/>
                <a:gd name="connsiteY1" fmla="*/ 8623 h 18489"/>
                <a:gd name="connsiteX2" fmla="*/ 0 w 72675"/>
                <a:gd name="connsiteY2" fmla="*/ 18489 h 18489"/>
              </a:gdLst>
              <a:ahLst/>
              <a:cxnLst>
                <a:cxn ang="0">
                  <a:pos x="connsiteX0" y="connsiteY0"/>
                </a:cxn>
                <a:cxn ang="0">
                  <a:pos x="connsiteX1" y="connsiteY1"/>
                </a:cxn>
                <a:cxn ang="0">
                  <a:pos x="connsiteX2" y="connsiteY2"/>
                </a:cxn>
              </a:cxnLst>
              <a:rect l="l" t="t" r="r" b="b"/>
              <a:pathLst>
                <a:path w="72675" h="18489">
                  <a:moveTo>
                    <a:pt x="72676" y="18489"/>
                  </a:moveTo>
                  <a:cubicBezTo>
                    <a:pt x="58055" y="-1580"/>
                    <a:pt x="29937" y="-5997"/>
                    <a:pt x="9868" y="8623"/>
                  </a:cubicBezTo>
                  <a:cubicBezTo>
                    <a:pt x="6087" y="11379"/>
                    <a:pt x="2753" y="14708"/>
                    <a:pt x="0" y="18489"/>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9" name="任意多边形: 形状 1908">
              <a:extLst>
                <a:ext uri="{FF2B5EF4-FFF2-40B4-BE49-F238E27FC236}">
                  <a16:creationId xmlns:a16="http://schemas.microsoft.com/office/drawing/2014/main" id="{FD014C9D-7A4B-44AD-9912-7CFC61E92FF3}"/>
                </a:ext>
              </a:extLst>
            </p:cNvPr>
            <p:cNvSpPr/>
            <p:nvPr/>
          </p:nvSpPr>
          <p:spPr>
            <a:xfrm>
              <a:off x="8205215" y="6078900"/>
              <a:ext cx="91738" cy="24421"/>
            </a:xfrm>
            <a:custGeom>
              <a:avLst/>
              <a:gdLst>
                <a:gd name="connsiteX0" fmla="*/ 72580 w 72580"/>
                <a:gd name="connsiteY0" fmla="*/ 18490 h 18490"/>
                <a:gd name="connsiteX1" fmla="*/ 9915 w 72580"/>
                <a:gd name="connsiteY1" fmla="*/ 8575 h 18490"/>
                <a:gd name="connsiteX2" fmla="*/ 0 w 72580"/>
                <a:gd name="connsiteY2" fmla="*/ 18490 h 18490"/>
              </a:gdLst>
              <a:ahLst/>
              <a:cxnLst>
                <a:cxn ang="0">
                  <a:pos x="connsiteX0" y="connsiteY0"/>
                </a:cxn>
                <a:cxn ang="0">
                  <a:pos x="connsiteX1" y="connsiteY1"/>
                </a:cxn>
                <a:cxn ang="0">
                  <a:pos x="connsiteX2" y="connsiteY2"/>
                </a:cxn>
              </a:cxnLst>
              <a:rect l="l" t="t" r="r" b="b"/>
              <a:pathLst>
                <a:path w="72580" h="18490">
                  <a:moveTo>
                    <a:pt x="72580" y="18490"/>
                  </a:moveTo>
                  <a:cubicBezTo>
                    <a:pt x="58017" y="-1552"/>
                    <a:pt x="29956" y="-5991"/>
                    <a:pt x="9915" y="8575"/>
                  </a:cubicBezTo>
                  <a:cubicBezTo>
                    <a:pt x="6115" y="11341"/>
                    <a:pt x="2762" y="14686"/>
                    <a:pt x="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0" name="任意多边形: 形状 1909">
              <a:extLst>
                <a:ext uri="{FF2B5EF4-FFF2-40B4-BE49-F238E27FC236}">
                  <a16:creationId xmlns:a16="http://schemas.microsoft.com/office/drawing/2014/main" id="{71D20B4A-4474-4A40-8A7A-36AB5BED8B38}"/>
                </a:ext>
              </a:extLst>
            </p:cNvPr>
            <p:cNvSpPr/>
            <p:nvPr/>
          </p:nvSpPr>
          <p:spPr>
            <a:xfrm>
              <a:off x="8093733" y="6078900"/>
              <a:ext cx="91738" cy="24421"/>
            </a:xfrm>
            <a:custGeom>
              <a:avLst/>
              <a:gdLst>
                <a:gd name="connsiteX0" fmla="*/ 72580 w 72580"/>
                <a:gd name="connsiteY0" fmla="*/ 18490 h 18490"/>
                <a:gd name="connsiteX1" fmla="*/ 9915 w 72580"/>
                <a:gd name="connsiteY1" fmla="*/ 8575 h 18490"/>
                <a:gd name="connsiteX2" fmla="*/ 0 w 72580"/>
                <a:gd name="connsiteY2" fmla="*/ 18490 h 18490"/>
              </a:gdLst>
              <a:ahLst/>
              <a:cxnLst>
                <a:cxn ang="0">
                  <a:pos x="connsiteX0" y="connsiteY0"/>
                </a:cxn>
                <a:cxn ang="0">
                  <a:pos x="connsiteX1" y="connsiteY1"/>
                </a:cxn>
                <a:cxn ang="0">
                  <a:pos x="connsiteX2" y="connsiteY2"/>
                </a:cxn>
              </a:cxnLst>
              <a:rect l="l" t="t" r="r" b="b"/>
              <a:pathLst>
                <a:path w="72580" h="18490">
                  <a:moveTo>
                    <a:pt x="72580" y="18490"/>
                  </a:moveTo>
                  <a:cubicBezTo>
                    <a:pt x="58017" y="-1552"/>
                    <a:pt x="29956" y="-5991"/>
                    <a:pt x="9915" y="8575"/>
                  </a:cubicBezTo>
                  <a:cubicBezTo>
                    <a:pt x="6115" y="11341"/>
                    <a:pt x="2762" y="14686"/>
                    <a:pt x="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1" name="任意多边形: 形状 1910">
              <a:extLst>
                <a:ext uri="{FF2B5EF4-FFF2-40B4-BE49-F238E27FC236}">
                  <a16:creationId xmlns:a16="http://schemas.microsoft.com/office/drawing/2014/main" id="{2D7A8B16-58FD-4043-807A-83857D748514}"/>
                </a:ext>
              </a:extLst>
            </p:cNvPr>
            <p:cNvSpPr/>
            <p:nvPr/>
          </p:nvSpPr>
          <p:spPr>
            <a:xfrm>
              <a:off x="7982249" y="6078901"/>
              <a:ext cx="91858" cy="24419"/>
            </a:xfrm>
            <a:custGeom>
              <a:avLst/>
              <a:gdLst>
                <a:gd name="connsiteX0" fmla="*/ 72676 w 72675"/>
                <a:gd name="connsiteY0" fmla="*/ 18489 h 18489"/>
                <a:gd name="connsiteX1" fmla="*/ 9868 w 72675"/>
                <a:gd name="connsiteY1" fmla="*/ 8623 h 18489"/>
                <a:gd name="connsiteX2" fmla="*/ 0 w 72675"/>
                <a:gd name="connsiteY2" fmla="*/ 18489 h 18489"/>
              </a:gdLst>
              <a:ahLst/>
              <a:cxnLst>
                <a:cxn ang="0">
                  <a:pos x="connsiteX0" y="connsiteY0"/>
                </a:cxn>
                <a:cxn ang="0">
                  <a:pos x="connsiteX1" y="connsiteY1"/>
                </a:cxn>
                <a:cxn ang="0">
                  <a:pos x="connsiteX2" y="connsiteY2"/>
                </a:cxn>
              </a:cxnLst>
              <a:rect l="l" t="t" r="r" b="b"/>
              <a:pathLst>
                <a:path w="72675" h="18489">
                  <a:moveTo>
                    <a:pt x="72676" y="18489"/>
                  </a:moveTo>
                  <a:cubicBezTo>
                    <a:pt x="58055" y="-1580"/>
                    <a:pt x="29937" y="-5997"/>
                    <a:pt x="9868" y="8623"/>
                  </a:cubicBezTo>
                  <a:cubicBezTo>
                    <a:pt x="6087" y="11379"/>
                    <a:pt x="2753" y="14708"/>
                    <a:pt x="0" y="18489"/>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2" name="任意多边形: 形状 1911">
              <a:extLst>
                <a:ext uri="{FF2B5EF4-FFF2-40B4-BE49-F238E27FC236}">
                  <a16:creationId xmlns:a16="http://schemas.microsoft.com/office/drawing/2014/main" id="{26439A2A-086B-471F-A5FD-8E4F3AB31C74}"/>
                </a:ext>
              </a:extLst>
            </p:cNvPr>
            <p:cNvSpPr/>
            <p:nvPr/>
          </p:nvSpPr>
          <p:spPr>
            <a:xfrm>
              <a:off x="7876543" y="6078874"/>
              <a:ext cx="86201" cy="24444"/>
            </a:xfrm>
            <a:custGeom>
              <a:avLst/>
              <a:gdLst>
                <a:gd name="connsiteX0" fmla="*/ 68199 w 68199"/>
                <a:gd name="connsiteY0" fmla="*/ 18509 h 18508"/>
                <a:gd name="connsiteX1" fmla="*/ 11935 w 68199"/>
                <a:gd name="connsiteY1" fmla="*/ 6577 h 18508"/>
                <a:gd name="connsiteX2" fmla="*/ 0 w 68199"/>
                <a:gd name="connsiteY2" fmla="*/ 18509 h 18508"/>
              </a:gdLst>
              <a:ahLst/>
              <a:cxnLst>
                <a:cxn ang="0">
                  <a:pos x="connsiteX0" y="connsiteY0"/>
                </a:cxn>
                <a:cxn ang="0">
                  <a:pos x="connsiteX1" y="connsiteY1"/>
                </a:cxn>
                <a:cxn ang="0">
                  <a:pos x="connsiteX2" y="connsiteY2"/>
                </a:cxn>
              </a:cxnLst>
              <a:rect l="l" t="t" r="r" b="b"/>
              <a:pathLst>
                <a:path w="68199" h="18508">
                  <a:moveTo>
                    <a:pt x="68199" y="18509"/>
                  </a:moveTo>
                  <a:cubicBezTo>
                    <a:pt x="55959" y="-324"/>
                    <a:pt x="30766" y="-5666"/>
                    <a:pt x="11935" y="6577"/>
                  </a:cubicBezTo>
                  <a:cubicBezTo>
                    <a:pt x="7163" y="9676"/>
                    <a:pt x="3096" y="13741"/>
                    <a:pt x="0" y="18509"/>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3" name="任意多边形: 形状 1912">
              <a:extLst>
                <a:ext uri="{FF2B5EF4-FFF2-40B4-BE49-F238E27FC236}">
                  <a16:creationId xmlns:a16="http://schemas.microsoft.com/office/drawing/2014/main" id="{25C066E7-6109-444D-AC47-4822E960EFBD}"/>
                </a:ext>
              </a:extLst>
            </p:cNvPr>
            <p:cNvSpPr/>
            <p:nvPr/>
          </p:nvSpPr>
          <p:spPr>
            <a:xfrm>
              <a:off x="8637304" y="5962548"/>
              <a:ext cx="12039" cy="826261"/>
            </a:xfrm>
            <a:custGeom>
              <a:avLst/>
              <a:gdLst>
                <a:gd name="connsiteX0" fmla="*/ 0 w 9525"/>
                <a:gd name="connsiteY0" fmla="*/ 0 h 625602"/>
                <a:gd name="connsiteX1" fmla="*/ 0 w 9525"/>
                <a:gd name="connsiteY1" fmla="*/ 625602 h 625602"/>
              </a:gdLst>
              <a:ahLst/>
              <a:cxnLst>
                <a:cxn ang="0">
                  <a:pos x="connsiteX0" y="connsiteY0"/>
                </a:cxn>
                <a:cxn ang="0">
                  <a:pos x="connsiteX1" y="connsiteY1"/>
                </a:cxn>
              </a:cxnLst>
              <a:rect l="l" t="t" r="r" b="b"/>
              <a:pathLst>
                <a:path w="9525" h="625602">
                  <a:moveTo>
                    <a:pt x="0" y="0"/>
                  </a:moveTo>
                  <a:lnTo>
                    <a:pt x="0" y="625602"/>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4" name="任意多边形: 形状 1913">
              <a:extLst>
                <a:ext uri="{FF2B5EF4-FFF2-40B4-BE49-F238E27FC236}">
                  <a16:creationId xmlns:a16="http://schemas.microsoft.com/office/drawing/2014/main" id="{E984F316-DC72-40E4-8E5D-CC580FA2BEFE}"/>
                </a:ext>
              </a:extLst>
            </p:cNvPr>
            <p:cNvSpPr/>
            <p:nvPr/>
          </p:nvSpPr>
          <p:spPr>
            <a:xfrm>
              <a:off x="3195205" y="6845421"/>
              <a:ext cx="5801591" cy="12580"/>
            </a:xfrm>
            <a:custGeom>
              <a:avLst/>
              <a:gdLst>
                <a:gd name="connsiteX0" fmla="*/ 0 w 4590002"/>
                <a:gd name="connsiteY0" fmla="*/ 0 h 9525"/>
                <a:gd name="connsiteX1" fmla="*/ 4590003 w 4590002"/>
                <a:gd name="connsiteY1" fmla="*/ 0 h 9525"/>
              </a:gdLst>
              <a:ahLst/>
              <a:cxnLst>
                <a:cxn ang="0">
                  <a:pos x="connsiteX0" y="connsiteY0"/>
                </a:cxn>
                <a:cxn ang="0">
                  <a:pos x="connsiteX1" y="connsiteY1"/>
                </a:cxn>
              </a:cxnLst>
              <a:rect l="l" t="t" r="r" b="b"/>
              <a:pathLst>
                <a:path w="4590002" h="9525">
                  <a:moveTo>
                    <a:pt x="0" y="0"/>
                  </a:moveTo>
                  <a:lnTo>
                    <a:pt x="45900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1915" name="组合 1914">
            <a:extLst>
              <a:ext uri="{FF2B5EF4-FFF2-40B4-BE49-F238E27FC236}">
                <a16:creationId xmlns:a16="http://schemas.microsoft.com/office/drawing/2014/main" id="{30DE8C64-6284-49D7-9C7D-52E81F4C5779}"/>
              </a:ext>
            </a:extLst>
          </p:cNvPr>
          <p:cNvGrpSpPr/>
          <p:nvPr/>
        </p:nvGrpSpPr>
        <p:grpSpPr>
          <a:xfrm>
            <a:off x="5148627" y="5808850"/>
            <a:ext cx="1876437" cy="996007"/>
            <a:chOff x="4999887" y="5734072"/>
            <a:chExt cx="2189095" cy="1112008"/>
          </a:xfrm>
        </p:grpSpPr>
        <p:sp>
          <p:nvSpPr>
            <p:cNvPr id="1916" name="任意多边形: 形状 1915">
              <a:extLst>
                <a:ext uri="{FF2B5EF4-FFF2-40B4-BE49-F238E27FC236}">
                  <a16:creationId xmlns:a16="http://schemas.microsoft.com/office/drawing/2014/main" id="{D65FDEF7-45D9-40DA-ABD5-1891FF922885}"/>
                </a:ext>
              </a:extLst>
            </p:cNvPr>
            <p:cNvSpPr/>
            <p:nvPr/>
          </p:nvSpPr>
          <p:spPr>
            <a:xfrm>
              <a:off x="5178309" y="6534505"/>
              <a:ext cx="181912" cy="12039"/>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7" name="任意多边形: 形状 1916">
              <a:extLst>
                <a:ext uri="{FF2B5EF4-FFF2-40B4-BE49-F238E27FC236}">
                  <a16:creationId xmlns:a16="http://schemas.microsoft.com/office/drawing/2014/main" id="{E832ED96-E21A-4F32-A99A-647A2D0A8182}"/>
                </a:ext>
              </a:extLst>
            </p:cNvPr>
            <p:cNvSpPr/>
            <p:nvPr/>
          </p:nvSpPr>
          <p:spPr>
            <a:xfrm>
              <a:off x="5178309" y="6639487"/>
              <a:ext cx="181912" cy="12039"/>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8" name="任意多边形: 形状 1917">
              <a:extLst>
                <a:ext uri="{FF2B5EF4-FFF2-40B4-BE49-F238E27FC236}">
                  <a16:creationId xmlns:a16="http://schemas.microsoft.com/office/drawing/2014/main" id="{36C82D48-FAC7-4CE4-8EE0-55A1558931DC}"/>
                </a:ext>
              </a:extLst>
            </p:cNvPr>
            <p:cNvSpPr/>
            <p:nvPr/>
          </p:nvSpPr>
          <p:spPr>
            <a:xfrm>
              <a:off x="5406452" y="6534505"/>
              <a:ext cx="157473" cy="12039"/>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9" name="任意多边形: 形状 1918">
              <a:extLst>
                <a:ext uri="{FF2B5EF4-FFF2-40B4-BE49-F238E27FC236}">
                  <a16:creationId xmlns:a16="http://schemas.microsoft.com/office/drawing/2014/main" id="{74319C16-688A-49D6-82BA-3B89E477DDFC}"/>
                </a:ext>
              </a:extLst>
            </p:cNvPr>
            <p:cNvSpPr/>
            <p:nvPr/>
          </p:nvSpPr>
          <p:spPr>
            <a:xfrm>
              <a:off x="5406452" y="6639487"/>
              <a:ext cx="157473" cy="12039"/>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0" name="任意多边形: 形状 1919">
              <a:extLst>
                <a:ext uri="{FF2B5EF4-FFF2-40B4-BE49-F238E27FC236}">
                  <a16:creationId xmlns:a16="http://schemas.microsoft.com/office/drawing/2014/main" id="{3074A823-42E0-4D4F-AC14-3553603E889B}"/>
                </a:ext>
              </a:extLst>
            </p:cNvPr>
            <p:cNvSpPr/>
            <p:nvPr/>
          </p:nvSpPr>
          <p:spPr>
            <a:xfrm>
              <a:off x="5610156"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1" name="任意多边形: 形状 1920">
              <a:extLst>
                <a:ext uri="{FF2B5EF4-FFF2-40B4-BE49-F238E27FC236}">
                  <a16:creationId xmlns:a16="http://schemas.microsoft.com/office/drawing/2014/main" id="{E271876E-6164-4769-B409-DACE30891207}"/>
                </a:ext>
              </a:extLst>
            </p:cNvPr>
            <p:cNvSpPr/>
            <p:nvPr/>
          </p:nvSpPr>
          <p:spPr>
            <a:xfrm>
              <a:off x="5610156"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2" name="任意多边形: 形状 1921">
              <a:extLst>
                <a:ext uri="{FF2B5EF4-FFF2-40B4-BE49-F238E27FC236}">
                  <a16:creationId xmlns:a16="http://schemas.microsoft.com/office/drawing/2014/main" id="{B8AFD035-8199-4819-BE20-0C928DCA0D6B}"/>
                </a:ext>
              </a:extLst>
            </p:cNvPr>
            <p:cNvSpPr/>
            <p:nvPr/>
          </p:nvSpPr>
          <p:spPr>
            <a:xfrm>
              <a:off x="5813740"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3" name="任意多边形: 形状 1922">
              <a:extLst>
                <a:ext uri="{FF2B5EF4-FFF2-40B4-BE49-F238E27FC236}">
                  <a16:creationId xmlns:a16="http://schemas.microsoft.com/office/drawing/2014/main" id="{FB5C04AF-1892-449C-9C0E-1F969DDA9CAE}"/>
                </a:ext>
              </a:extLst>
            </p:cNvPr>
            <p:cNvSpPr/>
            <p:nvPr/>
          </p:nvSpPr>
          <p:spPr>
            <a:xfrm>
              <a:off x="5813740"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4" name="任意多边形: 形状 1923">
              <a:extLst>
                <a:ext uri="{FF2B5EF4-FFF2-40B4-BE49-F238E27FC236}">
                  <a16:creationId xmlns:a16="http://schemas.microsoft.com/office/drawing/2014/main" id="{33EA4148-E398-4EB3-895A-D97F9EA84FCC}"/>
                </a:ext>
              </a:extLst>
            </p:cNvPr>
            <p:cNvSpPr/>
            <p:nvPr/>
          </p:nvSpPr>
          <p:spPr>
            <a:xfrm>
              <a:off x="6017324"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5" name="任意多边形: 形状 1924">
              <a:extLst>
                <a:ext uri="{FF2B5EF4-FFF2-40B4-BE49-F238E27FC236}">
                  <a16:creationId xmlns:a16="http://schemas.microsoft.com/office/drawing/2014/main" id="{078DD749-C419-43B8-BA20-40D10F88BCB6}"/>
                </a:ext>
              </a:extLst>
            </p:cNvPr>
            <p:cNvSpPr/>
            <p:nvPr/>
          </p:nvSpPr>
          <p:spPr>
            <a:xfrm>
              <a:off x="6017324"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6" name="任意多边形: 形状 1925">
              <a:extLst>
                <a:ext uri="{FF2B5EF4-FFF2-40B4-BE49-F238E27FC236}">
                  <a16:creationId xmlns:a16="http://schemas.microsoft.com/office/drawing/2014/main" id="{396DE378-2ECF-4666-8FD3-7429CD5F155D}"/>
                </a:ext>
              </a:extLst>
            </p:cNvPr>
            <p:cNvSpPr/>
            <p:nvPr/>
          </p:nvSpPr>
          <p:spPr>
            <a:xfrm>
              <a:off x="6220908"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7" name="任意多边形: 形状 1926">
              <a:extLst>
                <a:ext uri="{FF2B5EF4-FFF2-40B4-BE49-F238E27FC236}">
                  <a16:creationId xmlns:a16="http://schemas.microsoft.com/office/drawing/2014/main" id="{3D40B755-6FF3-4D22-A304-A40206AD61B7}"/>
                </a:ext>
              </a:extLst>
            </p:cNvPr>
            <p:cNvSpPr/>
            <p:nvPr/>
          </p:nvSpPr>
          <p:spPr>
            <a:xfrm>
              <a:off x="6220908"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8" name="任意多边形: 形状 1927">
              <a:extLst>
                <a:ext uri="{FF2B5EF4-FFF2-40B4-BE49-F238E27FC236}">
                  <a16:creationId xmlns:a16="http://schemas.microsoft.com/office/drawing/2014/main" id="{3F757300-412C-4A89-9620-D016DDF7275C}"/>
                </a:ext>
              </a:extLst>
            </p:cNvPr>
            <p:cNvSpPr/>
            <p:nvPr/>
          </p:nvSpPr>
          <p:spPr>
            <a:xfrm>
              <a:off x="6424490"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9" name="任意多边形: 形状 1928">
              <a:extLst>
                <a:ext uri="{FF2B5EF4-FFF2-40B4-BE49-F238E27FC236}">
                  <a16:creationId xmlns:a16="http://schemas.microsoft.com/office/drawing/2014/main" id="{C57E9961-A47F-47AA-8121-D62008FC4DF8}"/>
                </a:ext>
              </a:extLst>
            </p:cNvPr>
            <p:cNvSpPr/>
            <p:nvPr/>
          </p:nvSpPr>
          <p:spPr>
            <a:xfrm>
              <a:off x="6424490"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0" name="任意多边形: 形状 1929">
              <a:extLst>
                <a:ext uri="{FF2B5EF4-FFF2-40B4-BE49-F238E27FC236}">
                  <a16:creationId xmlns:a16="http://schemas.microsoft.com/office/drawing/2014/main" id="{26C6EA1C-87CD-47E6-9501-994714CC9878}"/>
                </a:ext>
              </a:extLst>
            </p:cNvPr>
            <p:cNvSpPr/>
            <p:nvPr/>
          </p:nvSpPr>
          <p:spPr>
            <a:xfrm>
              <a:off x="6628194"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1" name="任意多边形: 形状 1930">
              <a:extLst>
                <a:ext uri="{FF2B5EF4-FFF2-40B4-BE49-F238E27FC236}">
                  <a16:creationId xmlns:a16="http://schemas.microsoft.com/office/drawing/2014/main" id="{24ABC0D3-4083-4E5E-8E0E-4EEF61895DE1}"/>
                </a:ext>
              </a:extLst>
            </p:cNvPr>
            <p:cNvSpPr/>
            <p:nvPr/>
          </p:nvSpPr>
          <p:spPr>
            <a:xfrm>
              <a:off x="6628194"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2" name="任意多边形: 形状 1931">
              <a:extLst>
                <a:ext uri="{FF2B5EF4-FFF2-40B4-BE49-F238E27FC236}">
                  <a16:creationId xmlns:a16="http://schemas.microsoft.com/office/drawing/2014/main" id="{1AA3276F-DB44-4FDE-9600-BE44CF2021BB}"/>
                </a:ext>
              </a:extLst>
            </p:cNvPr>
            <p:cNvSpPr/>
            <p:nvPr/>
          </p:nvSpPr>
          <p:spPr>
            <a:xfrm>
              <a:off x="6831778" y="6534505"/>
              <a:ext cx="163974" cy="12039"/>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3" name="任意多边形: 形状 1932">
              <a:extLst>
                <a:ext uri="{FF2B5EF4-FFF2-40B4-BE49-F238E27FC236}">
                  <a16:creationId xmlns:a16="http://schemas.microsoft.com/office/drawing/2014/main" id="{582CAF1F-3F83-4CD2-A064-6824135359A0}"/>
                </a:ext>
              </a:extLst>
            </p:cNvPr>
            <p:cNvSpPr/>
            <p:nvPr/>
          </p:nvSpPr>
          <p:spPr>
            <a:xfrm>
              <a:off x="6831778" y="6639487"/>
              <a:ext cx="163974" cy="12039"/>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4" name="任意多边形: 形状 1933">
              <a:extLst>
                <a:ext uri="{FF2B5EF4-FFF2-40B4-BE49-F238E27FC236}">
                  <a16:creationId xmlns:a16="http://schemas.microsoft.com/office/drawing/2014/main" id="{3C6B50F5-DE83-4D1E-8824-973CA1E76BD0}"/>
                </a:ext>
              </a:extLst>
            </p:cNvPr>
            <p:cNvSpPr/>
            <p:nvPr/>
          </p:nvSpPr>
          <p:spPr>
            <a:xfrm>
              <a:off x="5961076" y="5734072"/>
              <a:ext cx="284632" cy="951525"/>
            </a:xfrm>
            <a:custGeom>
              <a:avLst/>
              <a:gdLst>
                <a:gd name="connsiteX0" fmla="*/ 1924 w 225190"/>
                <a:gd name="connsiteY0" fmla="*/ 752812 h 752811"/>
                <a:gd name="connsiteX1" fmla="*/ 16307 w 225190"/>
                <a:gd name="connsiteY1" fmla="*/ 506591 h 752811"/>
                <a:gd name="connsiteX2" fmla="*/ 28022 w 225190"/>
                <a:gd name="connsiteY2" fmla="*/ 506591 h 752811"/>
                <a:gd name="connsiteX3" fmla="*/ 28784 w 225190"/>
                <a:gd name="connsiteY3" fmla="*/ 492970 h 752811"/>
                <a:gd name="connsiteX4" fmla="*/ 58979 w 225190"/>
                <a:gd name="connsiteY4" fmla="*/ 492970 h 752811"/>
                <a:gd name="connsiteX5" fmla="*/ 61170 w 225190"/>
                <a:gd name="connsiteY5" fmla="*/ 381432 h 752811"/>
                <a:gd name="connsiteX6" fmla="*/ 61170 w 225190"/>
                <a:gd name="connsiteY6" fmla="*/ 340665 h 752811"/>
                <a:gd name="connsiteX7" fmla="*/ 57359 w 225190"/>
                <a:gd name="connsiteY7" fmla="*/ 322472 h 752811"/>
                <a:gd name="connsiteX8" fmla="*/ 46120 w 225190"/>
                <a:gd name="connsiteY8" fmla="*/ 297993 h 752811"/>
                <a:gd name="connsiteX9" fmla="*/ 47072 w 225190"/>
                <a:gd name="connsiteY9" fmla="*/ 237128 h 752811"/>
                <a:gd name="connsiteX10" fmla="*/ 51930 w 225190"/>
                <a:gd name="connsiteY10" fmla="*/ 191694 h 752811"/>
                <a:gd name="connsiteX11" fmla="*/ 40596 w 225190"/>
                <a:gd name="connsiteY11" fmla="*/ 176930 h 752811"/>
                <a:gd name="connsiteX12" fmla="*/ 305 w 225190"/>
                <a:gd name="connsiteY12" fmla="*/ 102826 h 752811"/>
                <a:gd name="connsiteX13" fmla="*/ 2305 w 225190"/>
                <a:gd name="connsiteY13" fmla="*/ 61773 h 752811"/>
                <a:gd name="connsiteX14" fmla="*/ 10401 w 225190"/>
                <a:gd name="connsiteY14" fmla="*/ 56058 h 752811"/>
                <a:gd name="connsiteX15" fmla="*/ 8972 w 225190"/>
                <a:gd name="connsiteY15" fmla="*/ 27483 h 752811"/>
                <a:gd name="connsiteX16" fmla="*/ 9544 w 225190"/>
                <a:gd name="connsiteY16" fmla="*/ 12815 h 752811"/>
                <a:gd name="connsiteX17" fmla="*/ 27165 w 225190"/>
                <a:gd name="connsiteY17" fmla="*/ 908 h 752811"/>
                <a:gd name="connsiteX18" fmla="*/ 35071 w 225190"/>
                <a:gd name="connsiteY18" fmla="*/ 13958 h 752811"/>
                <a:gd name="connsiteX19" fmla="*/ 39548 w 225190"/>
                <a:gd name="connsiteY19" fmla="*/ 27483 h 752811"/>
                <a:gd name="connsiteX20" fmla="*/ 45644 w 225190"/>
                <a:gd name="connsiteY20" fmla="*/ 23768 h 752811"/>
                <a:gd name="connsiteX21" fmla="*/ 50406 w 225190"/>
                <a:gd name="connsiteY21" fmla="*/ 23768 h 752811"/>
                <a:gd name="connsiteX22" fmla="*/ 46501 w 225190"/>
                <a:gd name="connsiteY22" fmla="*/ 47962 h 752811"/>
                <a:gd name="connsiteX23" fmla="*/ 39262 w 225190"/>
                <a:gd name="connsiteY23" fmla="*/ 86062 h 752811"/>
                <a:gd name="connsiteX24" fmla="*/ 42120 w 225190"/>
                <a:gd name="connsiteY24" fmla="*/ 111494 h 752811"/>
                <a:gd name="connsiteX25" fmla="*/ 63360 w 225190"/>
                <a:gd name="connsiteY25" fmla="*/ 134163 h 752811"/>
                <a:gd name="connsiteX26" fmla="*/ 74600 w 225190"/>
                <a:gd name="connsiteY26" fmla="*/ 138545 h 752811"/>
                <a:gd name="connsiteX27" fmla="*/ 85077 w 225190"/>
                <a:gd name="connsiteY27" fmla="*/ 141593 h 752811"/>
                <a:gd name="connsiteX28" fmla="*/ 90411 w 225190"/>
                <a:gd name="connsiteY28" fmla="*/ 141593 h 752811"/>
                <a:gd name="connsiteX29" fmla="*/ 94697 w 225190"/>
                <a:gd name="connsiteY29" fmla="*/ 134639 h 752811"/>
                <a:gd name="connsiteX30" fmla="*/ 88887 w 225190"/>
                <a:gd name="connsiteY30" fmla="*/ 123305 h 752811"/>
                <a:gd name="connsiteX31" fmla="*/ 88887 w 225190"/>
                <a:gd name="connsiteY31" fmla="*/ 106064 h 752811"/>
                <a:gd name="connsiteX32" fmla="*/ 86411 w 225190"/>
                <a:gd name="connsiteY32" fmla="*/ 93301 h 752811"/>
                <a:gd name="connsiteX33" fmla="*/ 96698 w 225190"/>
                <a:gd name="connsiteY33" fmla="*/ 82252 h 752811"/>
                <a:gd name="connsiteX34" fmla="*/ 112700 w 225190"/>
                <a:gd name="connsiteY34" fmla="*/ 82252 h 752811"/>
                <a:gd name="connsiteX35" fmla="*/ 128226 w 225190"/>
                <a:gd name="connsiteY35" fmla="*/ 83109 h 752811"/>
                <a:gd name="connsiteX36" fmla="*/ 134226 w 225190"/>
                <a:gd name="connsiteY36" fmla="*/ 90824 h 752811"/>
                <a:gd name="connsiteX37" fmla="*/ 134226 w 225190"/>
                <a:gd name="connsiteY37" fmla="*/ 104064 h 752811"/>
                <a:gd name="connsiteX38" fmla="*/ 130797 w 225190"/>
                <a:gd name="connsiteY38" fmla="*/ 123114 h 752811"/>
                <a:gd name="connsiteX39" fmla="*/ 127178 w 225190"/>
                <a:gd name="connsiteY39" fmla="*/ 131115 h 752811"/>
                <a:gd name="connsiteX40" fmla="*/ 132893 w 225190"/>
                <a:gd name="connsiteY40" fmla="*/ 147498 h 752811"/>
                <a:gd name="connsiteX41" fmla="*/ 162516 w 225190"/>
                <a:gd name="connsiteY41" fmla="*/ 152832 h 752811"/>
                <a:gd name="connsiteX42" fmla="*/ 176803 w 225190"/>
                <a:gd name="connsiteY42" fmla="*/ 166929 h 752811"/>
                <a:gd name="connsiteX43" fmla="*/ 178899 w 225190"/>
                <a:gd name="connsiteY43" fmla="*/ 201505 h 752811"/>
                <a:gd name="connsiteX44" fmla="*/ 183947 w 225190"/>
                <a:gd name="connsiteY44" fmla="*/ 258655 h 752811"/>
                <a:gd name="connsiteX45" fmla="*/ 184613 w 225190"/>
                <a:gd name="connsiteY45" fmla="*/ 321901 h 752811"/>
                <a:gd name="connsiteX46" fmla="*/ 165563 w 225190"/>
                <a:gd name="connsiteY46" fmla="*/ 329807 h 752811"/>
                <a:gd name="connsiteX47" fmla="*/ 161277 w 225190"/>
                <a:gd name="connsiteY47" fmla="*/ 350762 h 752811"/>
                <a:gd name="connsiteX48" fmla="*/ 161754 w 225190"/>
                <a:gd name="connsiteY48" fmla="*/ 423628 h 752811"/>
                <a:gd name="connsiteX49" fmla="*/ 159277 w 225190"/>
                <a:gd name="connsiteY49" fmla="*/ 458775 h 752811"/>
                <a:gd name="connsiteX50" fmla="*/ 160515 w 225190"/>
                <a:gd name="connsiteY50" fmla="*/ 489922 h 752811"/>
                <a:gd name="connsiteX51" fmla="*/ 157753 w 225190"/>
                <a:gd name="connsiteY51" fmla="*/ 492970 h 752811"/>
                <a:gd name="connsiteX52" fmla="*/ 198330 w 225190"/>
                <a:gd name="connsiteY52" fmla="*/ 492970 h 752811"/>
                <a:gd name="connsiteX53" fmla="*/ 199187 w 225190"/>
                <a:gd name="connsiteY53" fmla="*/ 506591 h 752811"/>
                <a:gd name="connsiteX54" fmla="*/ 210903 w 225190"/>
                <a:gd name="connsiteY54" fmla="*/ 506591 h 752811"/>
                <a:gd name="connsiteX55" fmla="*/ 225190 w 225190"/>
                <a:gd name="connsiteY55" fmla="*/ 752812 h 752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25190" h="752811">
                  <a:moveTo>
                    <a:pt x="1924" y="752812"/>
                  </a:moveTo>
                  <a:lnTo>
                    <a:pt x="16307" y="506591"/>
                  </a:lnTo>
                  <a:lnTo>
                    <a:pt x="28022" y="506591"/>
                  </a:lnTo>
                  <a:lnTo>
                    <a:pt x="28784" y="492970"/>
                  </a:lnTo>
                  <a:lnTo>
                    <a:pt x="58979" y="492970"/>
                  </a:lnTo>
                  <a:lnTo>
                    <a:pt x="61170" y="381432"/>
                  </a:lnTo>
                  <a:lnTo>
                    <a:pt x="61170" y="340665"/>
                  </a:lnTo>
                  <a:lnTo>
                    <a:pt x="57359" y="322472"/>
                  </a:lnTo>
                  <a:cubicBezTo>
                    <a:pt x="54312" y="307709"/>
                    <a:pt x="42024" y="320948"/>
                    <a:pt x="46120" y="297993"/>
                  </a:cubicBezTo>
                  <a:cubicBezTo>
                    <a:pt x="47577" y="277738"/>
                    <a:pt x="47892" y="257418"/>
                    <a:pt x="47072" y="237128"/>
                  </a:cubicBezTo>
                  <a:cubicBezTo>
                    <a:pt x="47072" y="222460"/>
                    <a:pt x="51930" y="205886"/>
                    <a:pt x="51930" y="191694"/>
                  </a:cubicBezTo>
                  <a:cubicBezTo>
                    <a:pt x="50025" y="184550"/>
                    <a:pt x="45167" y="182169"/>
                    <a:pt x="40596" y="176930"/>
                  </a:cubicBezTo>
                  <a:cubicBezTo>
                    <a:pt x="24975" y="157880"/>
                    <a:pt x="305" y="139592"/>
                    <a:pt x="305" y="102826"/>
                  </a:cubicBezTo>
                  <a:cubicBezTo>
                    <a:pt x="-457" y="89109"/>
                    <a:pt x="209" y="75351"/>
                    <a:pt x="2305" y="61773"/>
                  </a:cubicBezTo>
                  <a:cubicBezTo>
                    <a:pt x="2781" y="59868"/>
                    <a:pt x="9925" y="58058"/>
                    <a:pt x="10401" y="56058"/>
                  </a:cubicBezTo>
                  <a:cubicBezTo>
                    <a:pt x="10554" y="46512"/>
                    <a:pt x="10077" y="36966"/>
                    <a:pt x="8972" y="27483"/>
                  </a:cubicBezTo>
                  <a:cubicBezTo>
                    <a:pt x="8972" y="22244"/>
                    <a:pt x="6496" y="16720"/>
                    <a:pt x="9544" y="12815"/>
                  </a:cubicBezTo>
                  <a:cubicBezTo>
                    <a:pt x="14326" y="7432"/>
                    <a:pt x="20384" y="3337"/>
                    <a:pt x="27165" y="908"/>
                  </a:cubicBezTo>
                  <a:cubicBezTo>
                    <a:pt x="32880" y="-1378"/>
                    <a:pt x="35071" y="-139"/>
                    <a:pt x="35071" y="13958"/>
                  </a:cubicBezTo>
                  <a:cubicBezTo>
                    <a:pt x="35243" y="18800"/>
                    <a:pt x="36795" y="23493"/>
                    <a:pt x="39548" y="27483"/>
                  </a:cubicBezTo>
                  <a:cubicBezTo>
                    <a:pt x="41358" y="29007"/>
                    <a:pt x="43548" y="25388"/>
                    <a:pt x="45644" y="23768"/>
                  </a:cubicBezTo>
                  <a:cubicBezTo>
                    <a:pt x="47739" y="22149"/>
                    <a:pt x="49168" y="21959"/>
                    <a:pt x="50406" y="23768"/>
                  </a:cubicBezTo>
                  <a:cubicBezTo>
                    <a:pt x="54512" y="31824"/>
                    <a:pt x="52930" y="41607"/>
                    <a:pt x="46501" y="47962"/>
                  </a:cubicBezTo>
                  <a:cubicBezTo>
                    <a:pt x="39357" y="55010"/>
                    <a:pt x="38691" y="71393"/>
                    <a:pt x="39262" y="86062"/>
                  </a:cubicBezTo>
                  <a:cubicBezTo>
                    <a:pt x="38681" y="94642"/>
                    <a:pt x="39653" y="103255"/>
                    <a:pt x="42120" y="111494"/>
                  </a:cubicBezTo>
                  <a:cubicBezTo>
                    <a:pt x="45949" y="121546"/>
                    <a:pt x="53578" y="129689"/>
                    <a:pt x="63360" y="134163"/>
                  </a:cubicBezTo>
                  <a:cubicBezTo>
                    <a:pt x="67008" y="135869"/>
                    <a:pt x="70761" y="137333"/>
                    <a:pt x="74600" y="138545"/>
                  </a:cubicBezTo>
                  <a:cubicBezTo>
                    <a:pt x="77924" y="140070"/>
                    <a:pt x="81458" y="141098"/>
                    <a:pt x="85077" y="141593"/>
                  </a:cubicBezTo>
                  <a:cubicBezTo>
                    <a:pt x="86506" y="141593"/>
                    <a:pt x="88983" y="142831"/>
                    <a:pt x="90411" y="141593"/>
                  </a:cubicBezTo>
                  <a:cubicBezTo>
                    <a:pt x="92554" y="139798"/>
                    <a:pt x="94059" y="137359"/>
                    <a:pt x="94697" y="134639"/>
                  </a:cubicBezTo>
                  <a:cubicBezTo>
                    <a:pt x="95364" y="131020"/>
                    <a:pt x="90316" y="128829"/>
                    <a:pt x="88887" y="123305"/>
                  </a:cubicBezTo>
                  <a:cubicBezTo>
                    <a:pt x="88497" y="117565"/>
                    <a:pt x="88497" y="111804"/>
                    <a:pt x="88887" y="106064"/>
                  </a:cubicBezTo>
                  <a:cubicBezTo>
                    <a:pt x="88316" y="100921"/>
                    <a:pt x="85172" y="98063"/>
                    <a:pt x="86411" y="93301"/>
                  </a:cubicBezTo>
                  <a:cubicBezTo>
                    <a:pt x="87430" y="87949"/>
                    <a:pt x="91431" y="83655"/>
                    <a:pt x="96698" y="82252"/>
                  </a:cubicBezTo>
                  <a:cubicBezTo>
                    <a:pt x="102022" y="81876"/>
                    <a:pt x="107375" y="81876"/>
                    <a:pt x="112700" y="82252"/>
                  </a:cubicBezTo>
                  <a:cubicBezTo>
                    <a:pt x="117881" y="81536"/>
                    <a:pt x="123149" y="81828"/>
                    <a:pt x="128226" y="83109"/>
                  </a:cubicBezTo>
                  <a:cubicBezTo>
                    <a:pt x="131559" y="84252"/>
                    <a:pt x="132893" y="87776"/>
                    <a:pt x="134226" y="90824"/>
                  </a:cubicBezTo>
                  <a:cubicBezTo>
                    <a:pt x="136112" y="95036"/>
                    <a:pt x="136112" y="99852"/>
                    <a:pt x="134226" y="104064"/>
                  </a:cubicBezTo>
                  <a:cubicBezTo>
                    <a:pt x="130988" y="112446"/>
                    <a:pt x="133274" y="117971"/>
                    <a:pt x="130797" y="123114"/>
                  </a:cubicBezTo>
                  <a:cubicBezTo>
                    <a:pt x="129264" y="125622"/>
                    <a:pt x="128054" y="128309"/>
                    <a:pt x="127178" y="131115"/>
                  </a:cubicBezTo>
                  <a:cubicBezTo>
                    <a:pt x="125997" y="137206"/>
                    <a:pt x="128178" y="143463"/>
                    <a:pt x="132893" y="147498"/>
                  </a:cubicBezTo>
                  <a:cubicBezTo>
                    <a:pt x="139084" y="152165"/>
                    <a:pt x="154705" y="151689"/>
                    <a:pt x="162516" y="152832"/>
                  </a:cubicBezTo>
                  <a:cubicBezTo>
                    <a:pt x="170326" y="153975"/>
                    <a:pt x="176803" y="157023"/>
                    <a:pt x="176803" y="166929"/>
                  </a:cubicBezTo>
                  <a:cubicBezTo>
                    <a:pt x="176765" y="178487"/>
                    <a:pt x="177470" y="190036"/>
                    <a:pt x="178899" y="201505"/>
                  </a:cubicBezTo>
                  <a:cubicBezTo>
                    <a:pt x="181184" y="220079"/>
                    <a:pt x="182423" y="240557"/>
                    <a:pt x="183947" y="258655"/>
                  </a:cubicBezTo>
                  <a:cubicBezTo>
                    <a:pt x="186233" y="283515"/>
                    <a:pt x="190900" y="309518"/>
                    <a:pt x="184613" y="321901"/>
                  </a:cubicBezTo>
                  <a:cubicBezTo>
                    <a:pt x="178403" y="324854"/>
                    <a:pt x="172041" y="327492"/>
                    <a:pt x="165563" y="329807"/>
                  </a:cubicBezTo>
                  <a:cubicBezTo>
                    <a:pt x="158801" y="332283"/>
                    <a:pt x="161944" y="338189"/>
                    <a:pt x="161277" y="350762"/>
                  </a:cubicBezTo>
                  <a:cubicBezTo>
                    <a:pt x="160230" y="372479"/>
                    <a:pt x="161754" y="407912"/>
                    <a:pt x="161754" y="423628"/>
                  </a:cubicBezTo>
                  <a:cubicBezTo>
                    <a:pt x="161754" y="433820"/>
                    <a:pt x="156801" y="449060"/>
                    <a:pt x="159277" y="458775"/>
                  </a:cubicBezTo>
                  <a:cubicBezTo>
                    <a:pt x="161096" y="469054"/>
                    <a:pt x="161515" y="479531"/>
                    <a:pt x="160515" y="489922"/>
                  </a:cubicBezTo>
                  <a:cubicBezTo>
                    <a:pt x="160515" y="490493"/>
                    <a:pt x="159468" y="491636"/>
                    <a:pt x="157753" y="492970"/>
                  </a:cubicBezTo>
                  <a:lnTo>
                    <a:pt x="198330" y="492970"/>
                  </a:lnTo>
                  <a:lnTo>
                    <a:pt x="199187" y="506591"/>
                  </a:lnTo>
                  <a:lnTo>
                    <a:pt x="210903" y="506591"/>
                  </a:lnTo>
                  <a:lnTo>
                    <a:pt x="225190" y="752812"/>
                  </a:lnTo>
                  <a:close/>
                </a:path>
              </a:pathLst>
            </a:custGeom>
            <a:solidFill>
              <a:schemeClr val="accent1"/>
            </a:solidFill>
            <a:ln w="80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5" name="任意多边形: 形状 1934">
              <a:extLst>
                <a:ext uri="{FF2B5EF4-FFF2-40B4-BE49-F238E27FC236}">
                  <a16:creationId xmlns:a16="http://schemas.microsoft.com/office/drawing/2014/main" id="{F8BBAB52-DC55-40B7-AC87-A238AD9E8007}"/>
                </a:ext>
              </a:extLst>
            </p:cNvPr>
            <p:cNvSpPr/>
            <p:nvPr/>
          </p:nvSpPr>
          <p:spPr>
            <a:xfrm>
              <a:off x="4999887" y="6512955"/>
              <a:ext cx="2189095" cy="333125"/>
            </a:xfrm>
            <a:custGeom>
              <a:avLst/>
              <a:gdLst>
                <a:gd name="connsiteX0" fmla="*/ 0 w 1731930"/>
                <a:gd name="connsiteY0" fmla="*/ 261556 h 263556"/>
                <a:gd name="connsiteX1" fmla="*/ 33814 w 1731930"/>
                <a:gd name="connsiteY1" fmla="*/ 0 h 263556"/>
                <a:gd name="connsiteX2" fmla="*/ 1698117 w 1731930"/>
                <a:gd name="connsiteY2" fmla="*/ 0 h 263556"/>
                <a:gd name="connsiteX3" fmla="*/ 1731931 w 1731930"/>
                <a:gd name="connsiteY3" fmla="*/ 261556 h 263556"/>
                <a:gd name="connsiteX4" fmla="*/ 0 w 1731930"/>
                <a:gd name="connsiteY4" fmla="*/ 261556 h 263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1930" h="263556">
                  <a:moveTo>
                    <a:pt x="0" y="261556"/>
                  </a:moveTo>
                  <a:lnTo>
                    <a:pt x="33814" y="0"/>
                  </a:lnTo>
                  <a:lnTo>
                    <a:pt x="1698117" y="0"/>
                  </a:lnTo>
                  <a:lnTo>
                    <a:pt x="1731931" y="261556"/>
                  </a:lnTo>
                  <a:cubicBezTo>
                    <a:pt x="1153478" y="264224"/>
                    <a:pt x="578358" y="264224"/>
                    <a:pt x="0" y="261556"/>
                  </a:cubicBezTo>
                  <a:close/>
                </a:path>
              </a:pathLst>
            </a:custGeom>
            <a:solidFill>
              <a:schemeClr val="accent1"/>
            </a:solidFill>
            <a:ln w="809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6" name="任意多边形: 形状 1935">
              <a:extLst>
                <a:ext uri="{FF2B5EF4-FFF2-40B4-BE49-F238E27FC236}">
                  <a16:creationId xmlns:a16="http://schemas.microsoft.com/office/drawing/2014/main" id="{F1720217-13AE-4B61-923C-B26D5F54BC51}"/>
                </a:ext>
              </a:extLst>
            </p:cNvPr>
            <p:cNvSpPr/>
            <p:nvPr/>
          </p:nvSpPr>
          <p:spPr>
            <a:xfrm>
              <a:off x="5393209" y="6574596"/>
              <a:ext cx="395319" cy="202542"/>
            </a:xfrm>
            <a:custGeom>
              <a:avLst/>
              <a:gdLst>
                <a:gd name="connsiteX0" fmla="*/ 233934 w 312762"/>
                <a:gd name="connsiteY0" fmla="*/ 81915 h 160244"/>
                <a:gd name="connsiteX1" fmla="*/ 232505 w 312762"/>
                <a:gd name="connsiteY1" fmla="*/ 88106 h 160244"/>
                <a:gd name="connsiteX2" fmla="*/ 213455 w 312762"/>
                <a:gd name="connsiteY2" fmla="*/ 155924 h 160244"/>
                <a:gd name="connsiteX3" fmla="*/ 212693 w 312762"/>
                <a:gd name="connsiteY3" fmla="*/ 159925 h 160244"/>
                <a:gd name="connsiteX4" fmla="*/ 239839 w 312762"/>
                <a:gd name="connsiteY4" fmla="*/ 159925 h 160244"/>
                <a:gd name="connsiteX5" fmla="*/ 241268 w 312762"/>
                <a:gd name="connsiteY5" fmla="*/ 156115 h 160244"/>
                <a:gd name="connsiteX6" fmla="*/ 247459 w 312762"/>
                <a:gd name="connsiteY6" fmla="*/ 134493 h 160244"/>
                <a:gd name="connsiteX7" fmla="*/ 261556 w 312762"/>
                <a:gd name="connsiteY7" fmla="*/ 86296 h 160244"/>
                <a:gd name="connsiteX8" fmla="*/ 266795 w 312762"/>
                <a:gd name="connsiteY8" fmla="*/ 82296 h 160244"/>
                <a:gd name="connsiteX9" fmla="*/ 276320 w 312762"/>
                <a:gd name="connsiteY9" fmla="*/ 82296 h 160244"/>
                <a:gd name="connsiteX10" fmla="*/ 282988 w 312762"/>
                <a:gd name="connsiteY10" fmla="*/ 79534 h 160244"/>
                <a:gd name="connsiteX11" fmla="*/ 304895 w 312762"/>
                <a:gd name="connsiteY11" fmla="*/ 55626 h 160244"/>
                <a:gd name="connsiteX12" fmla="*/ 312039 w 312762"/>
                <a:gd name="connsiteY12" fmla="*/ 40958 h 160244"/>
                <a:gd name="connsiteX13" fmla="*/ 304419 w 312762"/>
                <a:gd name="connsiteY13" fmla="*/ 20002 h 160244"/>
                <a:gd name="connsiteX14" fmla="*/ 287369 w 312762"/>
                <a:gd name="connsiteY14" fmla="*/ 11621 h 160244"/>
                <a:gd name="connsiteX15" fmla="*/ 250984 w 312762"/>
                <a:gd name="connsiteY15" fmla="*/ 3238 h 160244"/>
                <a:gd name="connsiteX16" fmla="*/ 226981 w 312762"/>
                <a:gd name="connsiteY16" fmla="*/ 0 h 160244"/>
                <a:gd name="connsiteX17" fmla="*/ 181070 w 312762"/>
                <a:gd name="connsiteY17" fmla="*/ 571 h 160244"/>
                <a:gd name="connsiteX18" fmla="*/ 146971 w 312762"/>
                <a:gd name="connsiteY18" fmla="*/ 4953 h 160244"/>
                <a:gd name="connsiteX19" fmla="*/ 117443 w 312762"/>
                <a:gd name="connsiteY19" fmla="*/ 18669 h 160244"/>
                <a:gd name="connsiteX20" fmla="*/ 112300 w 312762"/>
                <a:gd name="connsiteY20" fmla="*/ 20193 h 160244"/>
                <a:gd name="connsiteX21" fmla="*/ 96774 w 312762"/>
                <a:gd name="connsiteY21" fmla="*/ 22098 h 160244"/>
                <a:gd name="connsiteX22" fmla="*/ 88678 w 312762"/>
                <a:gd name="connsiteY22" fmla="*/ 26479 h 160244"/>
                <a:gd name="connsiteX23" fmla="*/ 86496 w 312762"/>
                <a:gd name="connsiteY23" fmla="*/ 39776 h 160244"/>
                <a:gd name="connsiteX24" fmla="*/ 87058 w 312762"/>
                <a:gd name="connsiteY24" fmla="*/ 40481 h 160244"/>
                <a:gd name="connsiteX25" fmla="*/ 93345 w 312762"/>
                <a:gd name="connsiteY25" fmla="*/ 46768 h 160244"/>
                <a:gd name="connsiteX26" fmla="*/ 106585 w 312762"/>
                <a:gd name="connsiteY26" fmla="*/ 54388 h 160244"/>
                <a:gd name="connsiteX27" fmla="*/ 161258 w 312762"/>
                <a:gd name="connsiteY27" fmla="*/ 76771 h 160244"/>
                <a:gd name="connsiteX28" fmla="*/ 179356 w 312762"/>
                <a:gd name="connsiteY28" fmla="*/ 91535 h 160244"/>
                <a:gd name="connsiteX29" fmla="*/ 182975 w 312762"/>
                <a:gd name="connsiteY29" fmla="*/ 106966 h 160244"/>
                <a:gd name="connsiteX30" fmla="*/ 177736 w 312762"/>
                <a:gd name="connsiteY30" fmla="*/ 121253 h 160244"/>
                <a:gd name="connsiteX31" fmla="*/ 146304 w 312762"/>
                <a:gd name="connsiteY31" fmla="*/ 144494 h 160244"/>
                <a:gd name="connsiteX32" fmla="*/ 102775 w 312762"/>
                <a:gd name="connsiteY32" fmla="*/ 151162 h 160244"/>
                <a:gd name="connsiteX33" fmla="*/ 44101 w 312762"/>
                <a:gd name="connsiteY33" fmla="*/ 150304 h 160244"/>
                <a:gd name="connsiteX34" fmla="*/ 29242 w 312762"/>
                <a:gd name="connsiteY34" fmla="*/ 148971 h 160244"/>
                <a:gd name="connsiteX35" fmla="*/ 21431 w 312762"/>
                <a:gd name="connsiteY35" fmla="*/ 149828 h 160244"/>
                <a:gd name="connsiteX36" fmla="*/ 3238 w 312762"/>
                <a:gd name="connsiteY36" fmla="*/ 158210 h 160244"/>
                <a:gd name="connsiteX37" fmla="*/ 0 w 312762"/>
                <a:gd name="connsiteY37" fmla="*/ 160211 h 160244"/>
                <a:gd name="connsiteX38" fmla="*/ 191643 w 312762"/>
                <a:gd name="connsiteY38" fmla="*/ 160211 h 160244"/>
                <a:gd name="connsiteX39" fmla="*/ 196120 w 312762"/>
                <a:gd name="connsiteY39" fmla="*/ 158401 h 160244"/>
                <a:gd name="connsiteX40" fmla="*/ 208121 w 312762"/>
                <a:gd name="connsiteY40" fmla="*/ 145161 h 160244"/>
                <a:gd name="connsiteX41" fmla="*/ 217646 w 312762"/>
                <a:gd name="connsiteY41" fmla="*/ 123539 h 160244"/>
                <a:gd name="connsiteX42" fmla="*/ 214884 w 312762"/>
                <a:gd name="connsiteY42" fmla="*/ 115633 h 160244"/>
                <a:gd name="connsiteX43" fmla="*/ 185261 w 312762"/>
                <a:gd name="connsiteY43" fmla="*/ 87058 h 160244"/>
                <a:gd name="connsiteX44" fmla="*/ 155829 w 312762"/>
                <a:gd name="connsiteY44" fmla="*/ 62103 h 160244"/>
                <a:gd name="connsiteX45" fmla="*/ 119348 w 312762"/>
                <a:gd name="connsiteY45" fmla="*/ 37052 h 160244"/>
                <a:gd name="connsiteX46" fmla="*/ 114871 w 312762"/>
                <a:gd name="connsiteY46" fmla="*/ 28480 h 160244"/>
                <a:gd name="connsiteX47" fmla="*/ 121825 w 312762"/>
                <a:gd name="connsiteY47" fmla="*/ 21908 h 160244"/>
                <a:gd name="connsiteX48" fmla="*/ 131921 w 312762"/>
                <a:gd name="connsiteY48" fmla="*/ 21050 h 160244"/>
                <a:gd name="connsiteX49" fmla="*/ 171640 w 312762"/>
                <a:gd name="connsiteY49" fmla="*/ 25622 h 160244"/>
                <a:gd name="connsiteX50" fmla="*/ 245078 w 312762"/>
                <a:gd name="connsiteY50" fmla="*/ 43148 h 160244"/>
                <a:gd name="connsiteX51" fmla="*/ 279368 w 312762"/>
                <a:gd name="connsiteY51" fmla="*/ 56769 h 160244"/>
                <a:gd name="connsiteX52" fmla="*/ 284131 w 312762"/>
                <a:gd name="connsiteY52" fmla="*/ 59627 h 160244"/>
                <a:gd name="connsiteX53" fmla="*/ 283083 w 312762"/>
                <a:gd name="connsiteY53" fmla="*/ 64294 h 160244"/>
                <a:gd name="connsiteX54" fmla="*/ 278892 w 312762"/>
                <a:gd name="connsiteY54" fmla="*/ 64294 h 160244"/>
                <a:gd name="connsiteX55" fmla="*/ 232696 w 312762"/>
                <a:gd name="connsiteY55" fmla="*/ 64960 h 160244"/>
                <a:gd name="connsiteX56" fmla="*/ 209836 w 312762"/>
                <a:gd name="connsiteY56" fmla="*/ 81629 h 160244"/>
                <a:gd name="connsiteX57" fmla="*/ 66389 w 312762"/>
                <a:gd name="connsiteY57" fmla="*/ 82867 h 160244"/>
                <a:gd name="connsiteX58" fmla="*/ 56197 w 312762"/>
                <a:gd name="connsiteY58" fmla="*/ 118777 h 160244"/>
                <a:gd name="connsiteX59" fmla="*/ 63436 w 312762"/>
                <a:gd name="connsiteY59" fmla="*/ 118777 h 160244"/>
                <a:gd name="connsiteX60" fmla="*/ 66199 w 312762"/>
                <a:gd name="connsiteY60" fmla="*/ 115538 h 160244"/>
                <a:gd name="connsiteX61" fmla="*/ 72009 w 312762"/>
                <a:gd name="connsiteY61" fmla="*/ 95631 h 160244"/>
                <a:gd name="connsiteX62" fmla="*/ 75247 w 312762"/>
                <a:gd name="connsiteY62" fmla="*/ 84582 h 160244"/>
                <a:gd name="connsiteX63" fmla="*/ 77819 w 312762"/>
                <a:gd name="connsiteY63" fmla="*/ 82296 h 160244"/>
                <a:gd name="connsiteX64" fmla="*/ 99346 w 312762"/>
                <a:gd name="connsiteY64" fmla="*/ 82296 h 160244"/>
                <a:gd name="connsiteX65" fmla="*/ 82296 w 312762"/>
                <a:gd name="connsiteY65" fmla="*/ 140875 h 160244"/>
                <a:gd name="connsiteX66" fmla="*/ 59531 w 312762"/>
                <a:gd name="connsiteY66" fmla="*/ 140875 h 160244"/>
                <a:gd name="connsiteX67" fmla="*/ 63532 w 312762"/>
                <a:gd name="connsiteY67" fmla="*/ 125730 h 160244"/>
                <a:gd name="connsiteX68" fmla="*/ 60674 w 312762"/>
                <a:gd name="connsiteY68" fmla="*/ 125158 h 160244"/>
                <a:gd name="connsiteX69" fmla="*/ 53149 w 312762"/>
                <a:gd name="connsiteY69" fmla="*/ 130683 h 160244"/>
                <a:gd name="connsiteX70" fmla="*/ 50673 w 312762"/>
                <a:gd name="connsiteY70" fmla="*/ 138875 h 160244"/>
                <a:gd name="connsiteX71" fmla="*/ 48196 w 312762"/>
                <a:gd name="connsiteY71" fmla="*/ 141161 h 160244"/>
                <a:gd name="connsiteX72" fmla="*/ 27527 w 312762"/>
                <a:gd name="connsiteY72" fmla="*/ 141161 h 160244"/>
                <a:gd name="connsiteX73" fmla="*/ 27527 w 312762"/>
                <a:gd name="connsiteY73" fmla="*/ 138017 h 160244"/>
                <a:gd name="connsiteX74" fmla="*/ 42672 w 312762"/>
                <a:gd name="connsiteY74" fmla="*/ 85820 h 160244"/>
                <a:gd name="connsiteX75" fmla="*/ 47339 w 312762"/>
                <a:gd name="connsiteY75" fmla="*/ 82201 h 160244"/>
                <a:gd name="connsiteX76" fmla="*/ 63436 w 312762"/>
                <a:gd name="connsiteY76" fmla="*/ 82201 h 160244"/>
                <a:gd name="connsiteX77" fmla="*/ 66675 w 312762"/>
                <a:gd name="connsiteY77" fmla="*/ 82201 h 160244"/>
                <a:gd name="connsiteX78" fmla="*/ 130397 w 312762"/>
                <a:gd name="connsiteY78" fmla="*/ 82867 h 160244"/>
                <a:gd name="connsiteX79" fmla="*/ 129064 w 312762"/>
                <a:gd name="connsiteY79" fmla="*/ 88487 h 160244"/>
                <a:gd name="connsiteX80" fmla="*/ 117253 w 312762"/>
                <a:gd name="connsiteY80" fmla="*/ 130207 h 160244"/>
                <a:gd name="connsiteX81" fmla="*/ 116300 w 312762"/>
                <a:gd name="connsiteY81" fmla="*/ 134779 h 160244"/>
                <a:gd name="connsiteX82" fmla="*/ 118777 w 312762"/>
                <a:gd name="connsiteY82" fmla="*/ 134779 h 160244"/>
                <a:gd name="connsiteX83" fmla="*/ 126206 w 312762"/>
                <a:gd name="connsiteY83" fmla="*/ 129635 h 160244"/>
                <a:gd name="connsiteX84" fmla="*/ 138779 w 312762"/>
                <a:gd name="connsiteY84" fmla="*/ 86773 h 160244"/>
                <a:gd name="connsiteX85" fmla="*/ 140303 w 312762"/>
                <a:gd name="connsiteY85" fmla="*/ 82391 h 160244"/>
                <a:gd name="connsiteX86" fmla="*/ 162782 w 312762"/>
                <a:gd name="connsiteY86" fmla="*/ 82391 h 160244"/>
                <a:gd name="connsiteX87" fmla="*/ 154400 w 312762"/>
                <a:gd name="connsiteY87" fmla="*/ 111919 h 160244"/>
                <a:gd name="connsiteX88" fmla="*/ 146018 w 312762"/>
                <a:gd name="connsiteY88" fmla="*/ 140494 h 160244"/>
                <a:gd name="connsiteX89" fmla="*/ 90868 w 312762"/>
                <a:gd name="connsiteY89" fmla="*/ 140494 h 160244"/>
                <a:gd name="connsiteX90" fmla="*/ 91630 w 312762"/>
                <a:gd name="connsiteY90" fmla="*/ 136684 h 160244"/>
                <a:gd name="connsiteX91" fmla="*/ 106489 w 312762"/>
                <a:gd name="connsiteY91" fmla="*/ 85725 h 160244"/>
                <a:gd name="connsiteX92" fmla="*/ 111633 w 312762"/>
                <a:gd name="connsiteY92" fmla="*/ 81725 h 160244"/>
                <a:gd name="connsiteX93" fmla="*/ 126111 w 312762"/>
                <a:gd name="connsiteY93" fmla="*/ 81725 h 160244"/>
                <a:gd name="connsiteX94" fmla="*/ 130397 w 312762"/>
                <a:gd name="connsiteY94" fmla="*/ 81725 h 160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12762" h="160244">
                  <a:moveTo>
                    <a:pt x="233934" y="81915"/>
                  </a:moveTo>
                  <a:cubicBezTo>
                    <a:pt x="233363" y="84392"/>
                    <a:pt x="233077" y="86201"/>
                    <a:pt x="232505" y="88106"/>
                  </a:cubicBezTo>
                  <a:cubicBezTo>
                    <a:pt x="226152" y="110652"/>
                    <a:pt x="219808" y="133255"/>
                    <a:pt x="213455" y="155924"/>
                  </a:cubicBezTo>
                  <a:cubicBezTo>
                    <a:pt x="213455" y="157163"/>
                    <a:pt x="212979" y="158496"/>
                    <a:pt x="212693" y="159925"/>
                  </a:cubicBezTo>
                  <a:lnTo>
                    <a:pt x="239839" y="159925"/>
                  </a:lnTo>
                  <a:cubicBezTo>
                    <a:pt x="240411" y="158496"/>
                    <a:pt x="240887" y="157353"/>
                    <a:pt x="241268" y="156115"/>
                  </a:cubicBezTo>
                  <a:lnTo>
                    <a:pt x="247459" y="134493"/>
                  </a:lnTo>
                  <a:cubicBezTo>
                    <a:pt x="252127" y="118396"/>
                    <a:pt x="256984" y="102394"/>
                    <a:pt x="261556" y="86296"/>
                  </a:cubicBezTo>
                  <a:cubicBezTo>
                    <a:pt x="262699" y="82391"/>
                    <a:pt x="262795" y="82391"/>
                    <a:pt x="266795" y="82296"/>
                  </a:cubicBezTo>
                  <a:cubicBezTo>
                    <a:pt x="270796" y="82201"/>
                    <a:pt x="273082" y="82296"/>
                    <a:pt x="276320" y="82296"/>
                  </a:cubicBezTo>
                  <a:cubicBezTo>
                    <a:pt x="278854" y="82467"/>
                    <a:pt x="281321" y="81448"/>
                    <a:pt x="282988" y="79534"/>
                  </a:cubicBezTo>
                  <a:cubicBezTo>
                    <a:pt x="290227" y="71533"/>
                    <a:pt x="297561" y="63627"/>
                    <a:pt x="304895" y="55626"/>
                  </a:cubicBezTo>
                  <a:cubicBezTo>
                    <a:pt x="308591" y="51492"/>
                    <a:pt x="311067" y="46415"/>
                    <a:pt x="312039" y="40958"/>
                  </a:cubicBezTo>
                  <a:cubicBezTo>
                    <a:pt x="314277" y="33060"/>
                    <a:pt x="311210" y="24616"/>
                    <a:pt x="304419" y="20002"/>
                  </a:cubicBezTo>
                  <a:cubicBezTo>
                    <a:pt x="299161" y="16419"/>
                    <a:pt x="293418" y="13597"/>
                    <a:pt x="287369" y="11621"/>
                  </a:cubicBezTo>
                  <a:cubicBezTo>
                    <a:pt x="275482" y="7885"/>
                    <a:pt x="263309" y="5082"/>
                    <a:pt x="250984" y="3238"/>
                  </a:cubicBezTo>
                  <a:cubicBezTo>
                    <a:pt x="243068" y="1599"/>
                    <a:pt x="235048" y="517"/>
                    <a:pt x="226981" y="0"/>
                  </a:cubicBezTo>
                  <a:cubicBezTo>
                    <a:pt x="211741" y="0"/>
                    <a:pt x="196405" y="0"/>
                    <a:pt x="181070" y="571"/>
                  </a:cubicBezTo>
                  <a:cubicBezTo>
                    <a:pt x="169602" y="1080"/>
                    <a:pt x="158191" y="2546"/>
                    <a:pt x="146971" y="4953"/>
                  </a:cubicBezTo>
                  <a:cubicBezTo>
                    <a:pt x="135950" y="6361"/>
                    <a:pt x="125635" y="11153"/>
                    <a:pt x="117443" y="18669"/>
                  </a:cubicBezTo>
                  <a:cubicBezTo>
                    <a:pt x="116033" y="19897"/>
                    <a:pt x="114157" y="20452"/>
                    <a:pt x="112300" y="20193"/>
                  </a:cubicBezTo>
                  <a:cubicBezTo>
                    <a:pt x="107051" y="19772"/>
                    <a:pt x="101765" y="20420"/>
                    <a:pt x="96774" y="22098"/>
                  </a:cubicBezTo>
                  <a:cubicBezTo>
                    <a:pt x="93850" y="23097"/>
                    <a:pt x="91116" y="24578"/>
                    <a:pt x="88678" y="26479"/>
                  </a:cubicBezTo>
                  <a:cubicBezTo>
                    <a:pt x="84401" y="29547"/>
                    <a:pt x="83429" y="35499"/>
                    <a:pt x="86496" y="39776"/>
                  </a:cubicBezTo>
                  <a:cubicBezTo>
                    <a:pt x="86668" y="40014"/>
                    <a:pt x="86858" y="40253"/>
                    <a:pt x="87058" y="40481"/>
                  </a:cubicBezTo>
                  <a:cubicBezTo>
                    <a:pt x="88859" y="42853"/>
                    <a:pt x="90973" y="44968"/>
                    <a:pt x="93345" y="46768"/>
                  </a:cubicBezTo>
                  <a:cubicBezTo>
                    <a:pt x="97479" y="49759"/>
                    <a:pt x="101917" y="52311"/>
                    <a:pt x="106585" y="54388"/>
                  </a:cubicBezTo>
                  <a:cubicBezTo>
                    <a:pt x="124682" y="62103"/>
                    <a:pt x="142970" y="69437"/>
                    <a:pt x="161258" y="76771"/>
                  </a:cubicBezTo>
                  <a:cubicBezTo>
                    <a:pt x="168745" y="79572"/>
                    <a:pt x="175107" y="84763"/>
                    <a:pt x="179356" y="91535"/>
                  </a:cubicBezTo>
                  <a:cubicBezTo>
                    <a:pt x="182470" y="96031"/>
                    <a:pt x="183766" y="101546"/>
                    <a:pt x="182975" y="106966"/>
                  </a:cubicBezTo>
                  <a:cubicBezTo>
                    <a:pt x="182137" y="112014"/>
                    <a:pt x="180356" y="116862"/>
                    <a:pt x="177736" y="121253"/>
                  </a:cubicBezTo>
                  <a:cubicBezTo>
                    <a:pt x="170574" y="132693"/>
                    <a:pt x="159344" y="140999"/>
                    <a:pt x="146304" y="144494"/>
                  </a:cubicBezTo>
                  <a:cubicBezTo>
                    <a:pt x="132131" y="148523"/>
                    <a:pt x="117510" y="150762"/>
                    <a:pt x="102775" y="151162"/>
                  </a:cubicBezTo>
                  <a:cubicBezTo>
                    <a:pt x="83220" y="151971"/>
                    <a:pt x="63627" y="151686"/>
                    <a:pt x="44101" y="150304"/>
                  </a:cubicBezTo>
                  <a:cubicBezTo>
                    <a:pt x="39148" y="150304"/>
                    <a:pt x="34576" y="149257"/>
                    <a:pt x="29242" y="148971"/>
                  </a:cubicBezTo>
                  <a:cubicBezTo>
                    <a:pt x="26603" y="148723"/>
                    <a:pt x="23946" y="149019"/>
                    <a:pt x="21431" y="149828"/>
                  </a:cubicBezTo>
                  <a:cubicBezTo>
                    <a:pt x="15240" y="152305"/>
                    <a:pt x="9239" y="155353"/>
                    <a:pt x="3238" y="158210"/>
                  </a:cubicBezTo>
                  <a:cubicBezTo>
                    <a:pt x="2115" y="158791"/>
                    <a:pt x="1029" y="159468"/>
                    <a:pt x="0" y="160211"/>
                  </a:cubicBezTo>
                  <a:lnTo>
                    <a:pt x="191643" y="160211"/>
                  </a:lnTo>
                  <a:cubicBezTo>
                    <a:pt x="193348" y="160411"/>
                    <a:pt x="195034" y="159725"/>
                    <a:pt x="196120" y="158401"/>
                  </a:cubicBezTo>
                  <a:cubicBezTo>
                    <a:pt x="200120" y="154019"/>
                    <a:pt x="204311" y="149733"/>
                    <a:pt x="208121" y="145161"/>
                  </a:cubicBezTo>
                  <a:cubicBezTo>
                    <a:pt x="213303" y="139017"/>
                    <a:pt x="216608" y="131512"/>
                    <a:pt x="217646" y="123539"/>
                  </a:cubicBezTo>
                  <a:cubicBezTo>
                    <a:pt x="218227" y="120596"/>
                    <a:pt x="217170" y="117577"/>
                    <a:pt x="214884" y="115633"/>
                  </a:cubicBezTo>
                  <a:cubicBezTo>
                    <a:pt x="204883" y="106108"/>
                    <a:pt x="194596" y="96583"/>
                    <a:pt x="185261" y="87058"/>
                  </a:cubicBezTo>
                  <a:cubicBezTo>
                    <a:pt x="176470" y="77610"/>
                    <a:pt x="166592" y="69228"/>
                    <a:pt x="155829" y="62103"/>
                  </a:cubicBezTo>
                  <a:cubicBezTo>
                    <a:pt x="143542" y="54007"/>
                    <a:pt x="131540" y="45339"/>
                    <a:pt x="119348" y="37052"/>
                  </a:cubicBezTo>
                  <a:cubicBezTo>
                    <a:pt x="116253" y="35370"/>
                    <a:pt x="114481" y="31981"/>
                    <a:pt x="114871" y="28480"/>
                  </a:cubicBezTo>
                  <a:cubicBezTo>
                    <a:pt x="115481" y="24992"/>
                    <a:pt x="118310" y="22318"/>
                    <a:pt x="121825" y="21908"/>
                  </a:cubicBezTo>
                  <a:cubicBezTo>
                    <a:pt x="125130" y="21149"/>
                    <a:pt x="128530" y="20861"/>
                    <a:pt x="131921" y="21050"/>
                  </a:cubicBezTo>
                  <a:cubicBezTo>
                    <a:pt x="145237" y="21810"/>
                    <a:pt x="158496" y="23337"/>
                    <a:pt x="171640" y="25622"/>
                  </a:cubicBezTo>
                  <a:cubicBezTo>
                    <a:pt x="196529" y="29613"/>
                    <a:pt x="221075" y="35471"/>
                    <a:pt x="245078" y="43148"/>
                  </a:cubicBezTo>
                  <a:cubicBezTo>
                    <a:pt x="256880" y="46682"/>
                    <a:pt x="268357" y="51244"/>
                    <a:pt x="279368" y="56769"/>
                  </a:cubicBezTo>
                  <a:cubicBezTo>
                    <a:pt x="281073" y="57512"/>
                    <a:pt x="282673" y="58474"/>
                    <a:pt x="284131" y="59627"/>
                  </a:cubicBezTo>
                  <a:cubicBezTo>
                    <a:pt x="286226" y="61341"/>
                    <a:pt x="285750" y="63532"/>
                    <a:pt x="283083" y="64294"/>
                  </a:cubicBezTo>
                  <a:cubicBezTo>
                    <a:pt x="281692" y="64484"/>
                    <a:pt x="280283" y="64484"/>
                    <a:pt x="278892" y="64294"/>
                  </a:cubicBezTo>
                  <a:lnTo>
                    <a:pt x="232696" y="64960"/>
                  </a:lnTo>
                  <a:cubicBezTo>
                    <a:pt x="222418" y="65427"/>
                    <a:pt x="213417" y="71990"/>
                    <a:pt x="209836" y="81629"/>
                  </a:cubicBezTo>
                  <a:close/>
                  <a:moveTo>
                    <a:pt x="66389" y="82867"/>
                  </a:moveTo>
                  <a:cubicBezTo>
                    <a:pt x="63055" y="94869"/>
                    <a:pt x="59722" y="106490"/>
                    <a:pt x="56197" y="118777"/>
                  </a:cubicBezTo>
                  <a:lnTo>
                    <a:pt x="63436" y="118777"/>
                  </a:lnTo>
                  <a:cubicBezTo>
                    <a:pt x="65532" y="118777"/>
                    <a:pt x="65722" y="117062"/>
                    <a:pt x="66199" y="115538"/>
                  </a:cubicBezTo>
                  <a:cubicBezTo>
                    <a:pt x="68104" y="108871"/>
                    <a:pt x="70104" y="102203"/>
                    <a:pt x="72009" y="95631"/>
                  </a:cubicBezTo>
                  <a:cubicBezTo>
                    <a:pt x="73152" y="91916"/>
                    <a:pt x="74200" y="88297"/>
                    <a:pt x="75247" y="84582"/>
                  </a:cubicBezTo>
                  <a:cubicBezTo>
                    <a:pt x="75247" y="83248"/>
                    <a:pt x="76295" y="82296"/>
                    <a:pt x="77819" y="82296"/>
                  </a:cubicBezTo>
                  <a:lnTo>
                    <a:pt x="99346" y="82296"/>
                  </a:lnTo>
                  <a:cubicBezTo>
                    <a:pt x="93726" y="102203"/>
                    <a:pt x="88011" y="121539"/>
                    <a:pt x="82296" y="140875"/>
                  </a:cubicBezTo>
                  <a:lnTo>
                    <a:pt x="59531" y="140875"/>
                  </a:lnTo>
                  <a:cubicBezTo>
                    <a:pt x="60960" y="135636"/>
                    <a:pt x="62198" y="130778"/>
                    <a:pt x="63532" y="125730"/>
                  </a:cubicBezTo>
                  <a:cubicBezTo>
                    <a:pt x="62598" y="125444"/>
                    <a:pt x="61646" y="125254"/>
                    <a:pt x="60674" y="125158"/>
                  </a:cubicBezTo>
                  <a:cubicBezTo>
                    <a:pt x="54864" y="125158"/>
                    <a:pt x="54864" y="125158"/>
                    <a:pt x="53149" y="130683"/>
                  </a:cubicBezTo>
                  <a:cubicBezTo>
                    <a:pt x="52388" y="133445"/>
                    <a:pt x="51530" y="136112"/>
                    <a:pt x="50673" y="138875"/>
                  </a:cubicBezTo>
                  <a:cubicBezTo>
                    <a:pt x="50673" y="140208"/>
                    <a:pt x="49816" y="141161"/>
                    <a:pt x="48196" y="141161"/>
                  </a:cubicBezTo>
                  <a:lnTo>
                    <a:pt x="27527" y="141161"/>
                  </a:lnTo>
                  <a:cubicBezTo>
                    <a:pt x="27422" y="140113"/>
                    <a:pt x="27422" y="139065"/>
                    <a:pt x="27527" y="138017"/>
                  </a:cubicBezTo>
                  <a:lnTo>
                    <a:pt x="42672" y="85820"/>
                  </a:lnTo>
                  <a:cubicBezTo>
                    <a:pt x="43720" y="82296"/>
                    <a:pt x="43815" y="82296"/>
                    <a:pt x="47339" y="82201"/>
                  </a:cubicBezTo>
                  <a:lnTo>
                    <a:pt x="63436" y="82201"/>
                  </a:lnTo>
                  <a:cubicBezTo>
                    <a:pt x="64513" y="82134"/>
                    <a:pt x="65599" y="82134"/>
                    <a:pt x="66675" y="82201"/>
                  </a:cubicBezTo>
                  <a:close/>
                  <a:moveTo>
                    <a:pt x="130397" y="82867"/>
                  </a:moveTo>
                  <a:cubicBezTo>
                    <a:pt x="130397" y="84963"/>
                    <a:pt x="129540" y="86773"/>
                    <a:pt x="129064" y="88487"/>
                  </a:cubicBezTo>
                  <a:cubicBezTo>
                    <a:pt x="125158" y="102394"/>
                    <a:pt x="121158" y="116300"/>
                    <a:pt x="117253" y="130207"/>
                  </a:cubicBezTo>
                  <a:cubicBezTo>
                    <a:pt x="117253" y="131636"/>
                    <a:pt x="116681" y="133064"/>
                    <a:pt x="116300" y="134779"/>
                  </a:cubicBezTo>
                  <a:lnTo>
                    <a:pt x="118777" y="134779"/>
                  </a:lnTo>
                  <a:cubicBezTo>
                    <a:pt x="124492" y="134779"/>
                    <a:pt x="124682" y="134779"/>
                    <a:pt x="126206" y="129635"/>
                  </a:cubicBezTo>
                  <a:lnTo>
                    <a:pt x="138779" y="86773"/>
                  </a:lnTo>
                  <a:cubicBezTo>
                    <a:pt x="139255" y="85344"/>
                    <a:pt x="139827" y="83915"/>
                    <a:pt x="140303" y="82391"/>
                  </a:cubicBezTo>
                  <a:lnTo>
                    <a:pt x="162782" y="82391"/>
                  </a:lnTo>
                  <a:cubicBezTo>
                    <a:pt x="160496" y="92583"/>
                    <a:pt x="157163" y="102203"/>
                    <a:pt x="154400" y="111919"/>
                  </a:cubicBezTo>
                  <a:cubicBezTo>
                    <a:pt x="151638" y="121634"/>
                    <a:pt x="148876" y="130969"/>
                    <a:pt x="146018" y="140494"/>
                  </a:cubicBezTo>
                  <a:lnTo>
                    <a:pt x="90868" y="140494"/>
                  </a:lnTo>
                  <a:cubicBezTo>
                    <a:pt x="91049" y="139208"/>
                    <a:pt x="91307" y="137941"/>
                    <a:pt x="91630" y="136684"/>
                  </a:cubicBezTo>
                  <a:lnTo>
                    <a:pt x="106489" y="85725"/>
                  </a:lnTo>
                  <a:cubicBezTo>
                    <a:pt x="107632" y="81820"/>
                    <a:pt x="107728" y="81725"/>
                    <a:pt x="111633" y="81725"/>
                  </a:cubicBezTo>
                  <a:lnTo>
                    <a:pt x="126111" y="81725"/>
                  </a:lnTo>
                  <a:lnTo>
                    <a:pt x="130397" y="81725"/>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7" name="任意多边形: 形状 1936">
              <a:extLst>
                <a:ext uri="{FF2B5EF4-FFF2-40B4-BE49-F238E27FC236}">
                  <a16:creationId xmlns:a16="http://schemas.microsoft.com/office/drawing/2014/main" id="{C4BB768C-1669-43D4-AB5A-9145CB39D9E8}"/>
                </a:ext>
              </a:extLst>
            </p:cNvPr>
            <p:cNvSpPr/>
            <p:nvPr/>
          </p:nvSpPr>
          <p:spPr>
            <a:xfrm>
              <a:off x="6668766" y="6559158"/>
              <a:ext cx="133385" cy="179438"/>
            </a:xfrm>
            <a:custGeom>
              <a:avLst/>
              <a:gdLst>
                <a:gd name="connsiteX0" fmla="*/ 64865 w 105529"/>
                <a:gd name="connsiteY0" fmla="*/ 25168 h 141965"/>
                <a:gd name="connsiteX1" fmla="*/ 68390 w 105529"/>
                <a:gd name="connsiteY1" fmla="*/ 33835 h 141965"/>
                <a:gd name="connsiteX2" fmla="*/ 66294 w 105529"/>
                <a:gd name="connsiteY2" fmla="*/ 44218 h 141965"/>
                <a:gd name="connsiteX3" fmla="*/ 61627 w 105529"/>
                <a:gd name="connsiteY3" fmla="*/ 48694 h 141965"/>
                <a:gd name="connsiteX4" fmla="*/ 56007 w 105529"/>
                <a:gd name="connsiteY4" fmla="*/ 50123 h 141965"/>
                <a:gd name="connsiteX5" fmla="*/ 54578 w 105529"/>
                <a:gd name="connsiteY5" fmla="*/ 50123 h 141965"/>
                <a:gd name="connsiteX6" fmla="*/ 46387 w 105529"/>
                <a:gd name="connsiteY6" fmla="*/ 35455 h 141965"/>
                <a:gd name="connsiteX7" fmla="*/ 49149 w 105529"/>
                <a:gd name="connsiteY7" fmla="*/ 30406 h 141965"/>
                <a:gd name="connsiteX8" fmla="*/ 49149 w 105529"/>
                <a:gd name="connsiteY8" fmla="*/ 28025 h 141965"/>
                <a:gd name="connsiteX9" fmla="*/ 46958 w 105529"/>
                <a:gd name="connsiteY9" fmla="*/ 28025 h 141965"/>
                <a:gd name="connsiteX10" fmla="*/ 36767 w 105529"/>
                <a:gd name="connsiteY10" fmla="*/ 35264 h 141965"/>
                <a:gd name="connsiteX11" fmla="*/ 41529 w 105529"/>
                <a:gd name="connsiteY11" fmla="*/ 45551 h 141965"/>
                <a:gd name="connsiteX12" fmla="*/ 42291 w 105529"/>
                <a:gd name="connsiteY12" fmla="*/ 51742 h 141965"/>
                <a:gd name="connsiteX13" fmla="*/ 38053 w 105529"/>
                <a:gd name="connsiteY13" fmla="*/ 55276 h 141965"/>
                <a:gd name="connsiteX14" fmla="*/ 35814 w 105529"/>
                <a:gd name="connsiteY14" fmla="*/ 54314 h 141965"/>
                <a:gd name="connsiteX15" fmla="*/ 32195 w 105529"/>
                <a:gd name="connsiteY15" fmla="*/ 51171 h 141965"/>
                <a:gd name="connsiteX16" fmla="*/ 30766 w 105529"/>
                <a:gd name="connsiteY16" fmla="*/ 49742 h 141965"/>
                <a:gd name="connsiteX17" fmla="*/ 28861 w 105529"/>
                <a:gd name="connsiteY17" fmla="*/ 49742 h 141965"/>
                <a:gd name="connsiteX18" fmla="*/ 28099 w 105529"/>
                <a:gd name="connsiteY18" fmla="*/ 51361 h 141965"/>
                <a:gd name="connsiteX19" fmla="*/ 28099 w 105529"/>
                <a:gd name="connsiteY19" fmla="*/ 54409 h 141965"/>
                <a:gd name="connsiteX20" fmla="*/ 28099 w 105529"/>
                <a:gd name="connsiteY20" fmla="*/ 56695 h 141965"/>
                <a:gd name="connsiteX21" fmla="*/ 26003 w 105529"/>
                <a:gd name="connsiteY21" fmla="*/ 60315 h 141965"/>
                <a:gd name="connsiteX22" fmla="*/ 22955 w 105529"/>
                <a:gd name="connsiteY22" fmla="*/ 58029 h 141965"/>
                <a:gd name="connsiteX23" fmla="*/ 20955 w 105529"/>
                <a:gd name="connsiteY23" fmla="*/ 54505 h 141965"/>
                <a:gd name="connsiteX24" fmla="*/ 16097 w 105529"/>
                <a:gd name="connsiteY24" fmla="*/ 43646 h 141965"/>
                <a:gd name="connsiteX25" fmla="*/ 9811 w 105529"/>
                <a:gd name="connsiteY25" fmla="*/ 32883 h 141965"/>
                <a:gd name="connsiteX26" fmla="*/ 8668 w 105529"/>
                <a:gd name="connsiteY26" fmla="*/ 28692 h 141965"/>
                <a:gd name="connsiteX27" fmla="*/ 13335 w 105529"/>
                <a:gd name="connsiteY27" fmla="*/ 28692 h 141965"/>
                <a:gd name="connsiteX28" fmla="*/ 21336 w 105529"/>
                <a:gd name="connsiteY28" fmla="*/ 35455 h 141965"/>
                <a:gd name="connsiteX29" fmla="*/ 23622 w 105529"/>
                <a:gd name="connsiteY29" fmla="*/ 37741 h 141965"/>
                <a:gd name="connsiteX30" fmla="*/ 24098 w 105529"/>
                <a:gd name="connsiteY30" fmla="*/ 34693 h 141965"/>
                <a:gd name="connsiteX31" fmla="*/ 14097 w 105529"/>
                <a:gd name="connsiteY31" fmla="*/ 17643 h 141965"/>
                <a:gd name="connsiteX32" fmla="*/ 10859 w 105529"/>
                <a:gd name="connsiteY32" fmla="*/ 14214 h 141965"/>
                <a:gd name="connsiteX33" fmla="*/ 10287 w 105529"/>
                <a:gd name="connsiteY33" fmla="*/ 11547 h 141965"/>
                <a:gd name="connsiteX34" fmla="*/ 12859 w 105529"/>
                <a:gd name="connsiteY34" fmla="*/ 10594 h 141965"/>
                <a:gd name="connsiteX35" fmla="*/ 20384 w 105529"/>
                <a:gd name="connsiteY35" fmla="*/ 14309 h 141965"/>
                <a:gd name="connsiteX36" fmla="*/ 31718 w 105529"/>
                <a:gd name="connsiteY36" fmla="*/ 27263 h 141965"/>
                <a:gd name="connsiteX37" fmla="*/ 37814 w 105529"/>
                <a:gd name="connsiteY37" fmla="*/ 28406 h 141965"/>
                <a:gd name="connsiteX38" fmla="*/ 41624 w 105529"/>
                <a:gd name="connsiteY38" fmla="*/ 24977 h 141965"/>
                <a:gd name="connsiteX39" fmla="*/ 41624 w 105529"/>
                <a:gd name="connsiteY39" fmla="*/ 20500 h 141965"/>
                <a:gd name="connsiteX40" fmla="*/ 36767 w 105529"/>
                <a:gd name="connsiteY40" fmla="*/ 16881 h 141965"/>
                <a:gd name="connsiteX41" fmla="*/ 35052 w 105529"/>
                <a:gd name="connsiteY41" fmla="*/ 14881 h 141965"/>
                <a:gd name="connsiteX42" fmla="*/ 36757 w 105529"/>
                <a:gd name="connsiteY42" fmla="*/ 11977 h 141965"/>
                <a:gd name="connsiteX43" fmla="*/ 37719 w 105529"/>
                <a:gd name="connsiteY43" fmla="*/ 11928 h 141965"/>
                <a:gd name="connsiteX44" fmla="*/ 44101 w 105529"/>
                <a:gd name="connsiteY44" fmla="*/ 12976 h 141965"/>
                <a:gd name="connsiteX45" fmla="*/ 51721 w 105529"/>
                <a:gd name="connsiteY45" fmla="*/ 9547 h 141965"/>
                <a:gd name="connsiteX46" fmla="*/ 53721 w 105529"/>
                <a:gd name="connsiteY46" fmla="*/ 3451 h 141965"/>
                <a:gd name="connsiteX47" fmla="*/ 56540 w 105529"/>
                <a:gd name="connsiteY47" fmla="*/ 15 h 141965"/>
                <a:gd name="connsiteX48" fmla="*/ 58388 w 105529"/>
                <a:gd name="connsiteY48" fmla="*/ 403 h 141965"/>
                <a:gd name="connsiteX49" fmla="*/ 67913 w 105529"/>
                <a:gd name="connsiteY49" fmla="*/ 8118 h 141965"/>
                <a:gd name="connsiteX50" fmla="*/ 67246 w 105529"/>
                <a:gd name="connsiteY50" fmla="*/ 12404 h 141965"/>
                <a:gd name="connsiteX51" fmla="*/ 61627 w 105529"/>
                <a:gd name="connsiteY51" fmla="*/ 18310 h 141965"/>
                <a:gd name="connsiteX52" fmla="*/ 60770 w 105529"/>
                <a:gd name="connsiteY52" fmla="*/ 19357 h 141965"/>
                <a:gd name="connsiteX53" fmla="*/ 64484 w 105529"/>
                <a:gd name="connsiteY53" fmla="*/ 19357 h 141965"/>
                <a:gd name="connsiteX54" fmla="*/ 86963 w 105529"/>
                <a:gd name="connsiteY54" fmla="*/ 6213 h 141965"/>
                <a:gd name="connsiteX55" fmla="*/ 91059 w 105529"/>
                <a:gd name="connsiteY55" fmla="*/ 5451 h 141965"/>
                <a:gd name="connsiteX56" fmla="*/ 103442 w 105529"/>
                <a:gd name="connsiteY56" fmla="*/ 13261 h 141965"/>
                <a:gd name="connsiteX57" fmla="*/ 105442 w 105529"/>
                <a:gd name="connsiteY57" fmla="*/ 21548 h 141965"/>
                <a:gd name="connsiteX58" fmla="*/ 101822 w 105529"/>
                <a:gd name="connsiteY58" fmla="*/ 27358 h 141965"/>
                <a:gd name="connsiteX59" fmla="*/ 95441 w 105529"/>
                <a:gd name="connsiteY59" fmla="*/ 30597 h 141965"/>
                <a:gd name="connsiteX60" fmla="*/ 79058 w 105529"/>
                <a:gd name="connsiteY60" fmla="*/ 42979 h 141965"/>
                <a:gd name="connsiteX61" fmla="*/ 77534 w 105529"/>
                <a:gd name="connsiteY61" fmla="*/ 45170 h 141965"/>
                <a:gd name="connsiteX62" fmla="*/ 80105 w 105529"/>
                <a:gd name="connsiteY62" fmla="*/ 46885 h 141965"/>
                <a:gd name="connsiteX63" fmla="*/ 85439 w 105529"/>
                <a:gd name="connsiteY63" fmla="*/ 51552 h 141965"/>
                <a:gd name="connsiteX64" fmla="*/ 85935 w 105529"/>
                <a:gd name="connsiteY64" fmla="*/ 56105 h 141965"/>
                <a:gd name="connsiteX65" fmla="*/ 85439 w 105529"/>
                <a:gd name="connsiteY65" fmla="*/ 56600 h 141965"/>
                <a:gd name="connsiteX66" fmla="*/ 82582 w 105529"/>
                <a:gd name="connsiteY66" fmla="*/ 58981 h 141965"/>
                <a:gd name="connsiteX67" fmla="*/ 73819 w 105529"/>
                <a:gd name="connsiteY67" fmla="*/ 65935 h 141965"/>
                <a:gd name="connsiteX68" fmla="*/ 70866 w 105529"/>
                <a:gd name="connsiteY68" fmla="*/ 68983 h 141965"/>
                <a:gd name="connsiteX69" fmla="*/ 73533 w 105529"/>
                <a:gd name="connsiteY69" fmla="*/ 70126 h 141965"/>
                <a:gd name="connsiteX70" fmla="*/ 90488 w 105529"/>
                <a:gd name="connsiteY70" fmla="*/ 76031 h 141965"/>
                <a:gd name="connsiteX71" fmla="*/ 90897 w 105529"/>
                <a:gd name="connsiteY71" fmla="*/ 79241 h 141965"/>
                <a:gd name="connsiteX72" fmla="*/ 90488 w 105529"/>
                <a:gd name="connsiteY72" fmla="*/ 79651 h 141965"/>
                <a:gd name="connsiteX73" fmla="*/ 85820 w 105529"/>
                <a:gd name="connsiteY73" fmla="*/ 83365 h 141965"/>
                <a:gd name="connsiteX74" fmla="*/ 75057 w 105529"/>
                <a:gd name="connsiteY74" fmla="*/ 88985 h 141965"/>
                <a:gd name="connsiteX75" fmla="*/ 73628 w 105529"/>
                <a:gd name="connsiteY75" fmla="*/ 88985 h 141965"/>
                <a:gd name="connsiteX76" fmla="*/ 73057 w 105529"/>
                <a:gd name="connsiteY76" fmla="*/ 86985 h 141965"/>
                <a:gd name="connsiteX77" fmla="*/ 73057 w 105529"/>
                <a:gd name="connsiteY77" fmla="*/ 82603 h 141965"/>
                <a:gd name="connsiteX78" fmla="*/ 70580 w 105529"/>
                <a:gd name="connsiteY78" fmla="*/ 78793 h 141965"/>
                <a:gd name="connsiteX79" fmla="*/ 65246 w 105529"/>
                <a:gd name="connsiteY79" fmla="*/ 82032 h 141965"/>
                <a:gd name="connsiteX80" fmla="*/ 64770 w 105529"/>
                <a:gd name="connsiteY80" fmla="*/ 88128 h 141965"/>
                <a:gd name="connsiteX81" fmla="*/ 65246 w 105529"/>
                <a:gd name="connsiteY81" fmla="*/ 104035 h 141965"/>
                <a:gd name="connsiteX82" fmla="*/ 66294 w 105529"/>
                <a:gd name="connsiteY82" fmla="*/ 120608 h 141965"/>
                <a:gd name="connsiteX83" fmla="*/ 67056 w 105529"/>
                <a:gd name="connsiteY83" fmla="*/ 125275 h 141965"/>
                <a:gd name="connsiteX84" fmla="*/ 66485 w 105529"/>
                <a:gd name="connsiteY84" fmla="*/ 137086 h 141965"/>
                <a:gd name="connsiteX85" fmla="*/ 58579 w 105529"/>
                <a:gd name="connsiteY85" fmla="*/ 141849 h 141965"/>
                <a:gd name="connsiteX86" fmla="*/ 49816 w 105529"/>
                <a:gd name="connsiteY86" fmla="*/ 139182 h 141965"/>
                <a:gd name="connsiteX87" fmla="*/ 36195 w 105529"/>
                <a:gd name="connsiteY87" fmla="*/ 134038 h 141965"/>
                <a:gd name="connsiteX88" fmla="*/ 33528 w 105529"/>
                <a:gd name="connsiteY88" fmla="*/ 131467 h 141965"/>
                <a:gd name="connsiteX89" fmla="*/ 36386 w 105529"/>
                <a:gd name="connsiteY89" fmla="*/ 131467 h 141965"/>
                <a:gd name="connsiteX90" fmla="*/ 45911 w 105529"/>
                <a:gd name="connsiteY90" fmla="*/ 130895 h 141965"/>
                <a:gd name="connsiteX91" fmla="*/ 49625 w 105529"/>
                <a:gd name="connsiteY91" fmla="*/ 130228 h 141965"/>
                <a:gd name="connsiteX92" fmla="*/ 54102 w 105529"/>
                <a:gd name="connsiteY92" fmla="*/ 124513 h 141965"/>
                <a:gd name="connsiteX93" fmla="*/ 54769 w 105529"/>
                <a:gd name="connsiteY93" fmla="*/ 101463 h 141965"/>
                <a:gd name="connsiteX94" fmla="*/ 54769 w 105529"/>
                <a:gd name="connsiteY94" fmla="*/ 90604 h 141965"/>
                <a:gd name="connsiteX95" fmla="*/ 51245 w 105529"/>
                <a:gd name="connsiteY95" fmla="*/ 88509 h 141965"/>
                <a:gd name="connsiteX96" fmla="*/ 47911 w 105529"/>
                <a:gd name="connsiteY96" fmla="*/ 90795 h 141965"/>
                <a:gd name="connsiteX97" fmla="*/ 31813 w 105529"/>
                <a:gd name="connsiteY97" fmla="*/ 105844 h 141965"/>
                <a:gd name="connsiteX98" fmla="*/ 23432 w 105529"/>
                <a:gd name="connsiteY98" fmla="*/ 114322 h 141965"/>
                <a:gd name="connsiteX99" fmla="*/ 15650 w 105529"/>
                <a:gd name="connsiteY99" fmla="*/ 115931 h 141965"/>
                <a:gd name="connsiteX100" fmla="*/ 15526 w 105529"/>
                <a:gd name="connsiteY100" fmla="*/ 115846 h 141965"/>
                <a:gd name="connsiteX101" fmla="*/ 2667 w 105529"/>
                <a:gd name="connsiteY101" fmla="*/ 108321 h 141965"/>
                <a:gd name="connsiteX102" fmla="*/ 0 w 105529"/>
                <a:gd name="connsiteY102" fmla="*/ 105654 h 141965"/>
                <a:gd name="connsiteX103" fmla="*/ 3143 w 105529"/>
                <a:gd name="connsiteY103" fmla="*/ 103844 h 141965"/>
                <a:gd name="connsiteX104" fmla="*/ 33242 w 105529"/>
                <a:gd name="connsiteY104" fmla="*/ 89080 h 141965"/>
                <a:gd name="connsiteX105" fmla="*/ 45720 w 105529"/>
                <a:gd name="connsiteY105" fmla="*/ 82413 h 141965"/>
                <a:gd name="connsiteX106" fmla="*/ 55912 w 105529"/>
                <a:gd name="connsiteY106" fmla="*/ 76222 h 141965"/>
                <a:gd name="connsiteX107" fmla="*/ 61055 w 105529"/>
                <a:gd name="connsiteY107" fmla="*/ 69173 h 141965"/>
                <a:gd name="connsiteX108" fmla="*/ 64579 w 105529"/>
                <a:gd name="connsiteY108" fmla="*/ 61077 h 141965"/>
                <a:gd name="connsiteX109" fmla="*/ 64579 w 105529"/>
                <a:gd name="connsiteY109" fmla="*/ 58696 h 141965"/>
                <a:gd name="connsiteX110" fmla="*/ 62103 w 105529"/>
                <a:gd name="connsiteY110" fmla="*/ 58696 h 141965"/>
                <a:gd name="connsiteX111" fmla="*/ 59722 w 105529"/>
                <a:gd name="connsiteY111" fmla="*/ 59934 h 141965"/>
                <a:gd name="connsiteX112" fmla="*/ 46768 w 105529"/>
                <a:gd name="connsiteY112" fmla="*/ 68030 h 141965"/>
                <a:gd name="connsiteX113" fmla="*/ 42958 w 105529"/>
                <a:gd name="connsiteY113" fmla="*/ 70316 h 141965"/>
                <a:gd name="connsiteX114" fmla="*/ 31433 w 105529"/>
                <a:gd name="connsiteY114" fmla="*/ 70316 h 141965"/>
                <a:gd name="connsiteX115" fmla="*/ 29909 w 105529"/>
                <a:gd name="connsiteY115" fmla="*/ 68792 h 141965"/>
                <a:gd name="connsiteX116" fmla="*/ 31528 w 105529"/>
                <a:gd name="connsiteY116" fmla="*/ 66982 h 141965"/>
                <a:gd name="connsiteX117" fmla="*/ 45339 w 105529"/>
                <a:gd name="connsiteY117" fmla="*/ 60410 h 141965"/>
                <a:gd name="connsiteX118" fmla="*/ 66389 w 105529"/>
                <a:gd name="connsiteY118" fmla="*/ 50123 h 141965"/>
                <a:gd name="connsiteX119" fmla="*/ 71819 w 105529"/>
                <a:gd name="connsiteY119" fmla="*/ 45265 h 141965"/>
                <a:gd name="connsiteX120" fmla="*/ 83534 w 105529"/>
                <a:gd name="connsiteY120" fmla="*/ 26215 h 141965"/>
                <a:gd name="connsiteX121" fmla="*/ 84773 w 105529"/>
                <a:gd name="connsiteY121" fmla="*/ 23072 h 141965"/>
                <a:gd name="connsiteX122" fmla="*/ 81058 w 105529"/>
                <a:gd name="connsiteY122" fmla="*/ 18881 h 141965"/>
                <a:gd name="connsiteX123" fmla="*/ 65723 w 105529"/>
                <a:gd name="connsiteY123" fmla="*/ 25263 h 141965"/>
                <a:gd name="connsiteX124" fmla="*/ 62198 w 105529"/>
                <a:gd name="connsiteY124" fmla="*/ 38407 h 141965"/>
                <a:gd name="connsiteX125" fmla="*/ 62198 w 105529"/>
                <a:gd name="connsiteY125" fmla="*/ 38407 h 141965"/>
                <a:gd name="connsiteX126" fmla="*/ 60388 w 105529"/>
                <a:gd name="connsiteY126" fmla="*/ 33454 h 141965"/>
                <a:gd name="connsiteX127" fmla="*/ 57407 w 105529"/>
                <a:gd name="connsiteY127" fmla="*/ 32211 h 141965"/>
                <a:gd name="connsiteX128" fmla="*/ 56674 w 105529"/>
                <a:gd name="connsiteY128" fmla="*/ 32692 h 141965"/>
                <a:gd name="connsiteX129" fmla="*/ 54007 w 105529"/>
                <a:gd name="connsiteY129" fmla="*/ 36502 h 141965"/>
                <a:gd name="connsiteX130" fmla="*/ 55436 w 105529"/>
                <a:gd name="connsiteY130" fmla="*/ 40408 h 141965"/>
                <a:gd name="connsiteX131" fmla="*/ 60198 w 105529"/>
                <a:gd name="connsiteY131" fmla="*/ 41265 h 141965"/>
                <a:gd name="connsiteX132" fmla="*/ 62198 w 105529"/>
                <a:gd name="connsiteY132" fmla="*/ 38407 h 14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105529" h="141965">
                  <a:moveTo>
                    <a:pt x="64865" y="25168"/>
                  </a:moveTo>
                  <a:cubicBezTo>
                    <a:pt x="66199" y="28406"/>
                    <a:pt x="67532" y="31073"/>
                    <a:pt x="68390" y="33835"/>
                  </a:cubicBezTo>
                  <a:cubicBezTo>
                    <a:pt x="69856" y="37402"/>
                    <a:pt x="69028" y="41500"/>
                    <a:pt x="66294" y="44218"/>
                  </a:cubicBezTo>
                  <a:cubicBezTo>
                    <a:pt x="64904" y="45875"/>
                    <a:pt x="63341" y="47376"/>
                    <a:pt x="61627" y="48694"/>
                  </a:cubicBezTo>
                  <a:cubicBezTo>
                    <a:pt x="60093" y="50047"/>
                    <a:pt x="57998" y="50571"/>
                    <a:pt x="56007" y="50123"/>
                  </a:cubicBezTo>
                  <a:cubicBezTo>
                    <a:pt x="55531" y="50028"/>
                    <a:pt x="55054" y="50028"/>
                    <a:pt x="54578" y="50123"/>
                  </a:cubicBezTo>
                  <a:cubicBezTo>
                    <a:pt x="45053" y="49456"/>
                    <a:pt x="43815" y="43551"/>
                    <a:pt x="46387" y="35455"/>
                  </a:cubicBezTo>
                  <a:cubicBezTo>
                    <a:pt x="47215" y="33724"/>
                    <a:pt x="48140" y="32039"/>
                    <a:pt x="49149" y="30406"/>
                  </a:cubicBezTo>
                  <a:cubicBezTo>
                    <a:pt x="49244" y="29616"/>
                    <a:pt x="49244" y="28816"/>
                    <a:pt x="49149" y="28025"/>
                  </a:cubicBezTo>
                  <a:cubicBezTo>
                    <a:pt x="48387" y="28025"/>
                    <a:pt x="47530" y="28025"/>
                    <a:pt x="46958" y="28025"/>
                  </a:cubicBezTo>
                  <a:cubicBezTo>
                    <a:pt x="43053" y="29624"/>
                    <a:pt x="39567" y="32102"/>
                    <a:pt x="36767" y="35264"/>
                  </a:cubicBezTo>
                  <a:cubicBezTo>
                    <a:pt x="38291" y="38598"/>
                    <a:pt x="39719" y="42217"/>
                    <a:pt x="41529" y="45551"/>
                  </a:cubicBezTo>
                  <a:cubicBezTo>
                    <a:pt x="42529" y="47454"/>
                    <a:pt x="42796" y="49656"/>
                    <a:pt x="42291" y="51742"/>
                  </a:cubicBezTo>
                  <a:cubicBezTo>
                    <a:pt x="42101" y="53895"/>
                    <a:pt x="40196" y="55476"/>
                    <a:pt x="38053" y="55276"/>
                  </a:cubicBezTo>
                  <a:cubicBezTo>
                    <a:pt x="37224" y="55200"/>
                    <a:pt x="36433" y="54867"/>
                    <a:pt x="35814" y="54314"/>
                  </a:cubicBezTo>
                  <a:cubicBezTo>
                    <a:pt x="34481" y="53362"/>
                    <a:pt x="33433" y="52219"/>
                    <a:pt x="32195" y="51171"/>
                  </a:cubicBezTo>
                  <a:cubicBezTo>
                    <a:pt x="31766" y="50647"/>
                    <a:pt x="31290" y="50171"/>
                    <a:pt x="30766" y="49742"/>
                  </a:cubicBezTo>
                  <a:cubicBezTo>
                    <a:pt x="30166" y="49466"/>
                    <a:pt x="29461" y="49466"/>
                    <a:pt x="28861" y="49742"/>
                  </a:cubicBezTo>
                  <a:cubicBezTo>
                    <a:pt x="28385" y="50152"/>
                    <a:pt x="28108" y="50742"/>
                    <a:pt x="28099" y="51361"/>
                  </a:cubicBezTo>
                  <a:cubicBezTo>
                    <a:pt x="28013" y="52371"/>
                    <a:pt x="28013" y="53400"/>
                    <a:pt x="28099" y="54409"/>
                  </a:cubicBezTo>
                  <a:cubicBezTo>
                    <a:pt x="28147" y="55171"/>
                    <a:pt x="28147" y="55933"/>
                    <a:pt x="28099" y="56695"/>
                  </a:cubicBezTo>
                  <a:cubicBezTo>
                    <a:pt x="28099" y="58124"/>
                    <a:pt x="28099" y="59934"/>
                    <a:pt x="26003" y="60315"/>
                  </a:cubicBezTo>
                  <a:cubicBezTo>
                    <a:pt x="23908" y="60696"/>
                    <a:pt x="23717" y="59172"/>
                    <a:pt x="22955" y="58029"/>
                  </a:cubicBezTo>
                  <a:cubicBezTo>
                    <a:pt x="22193" y="56905"/>
                    <a:pt x="21527" y="55733"/>
                    <a:pt x="20955" y="54505"/>
                  </a:cubicBezTo>
                  <a:cubicBezTo>
                    <a:pt x="19336" y="50885"/>
                    <a:pt x="17621" y="47266"/>
                    <a:pt x="16097" y="43646"/>
                  </a:cubicBezTo>
                  <a:cubicBezTo>
                    <a:pt x="14621" y="39730"/>
                    <a:pt x="12497" y="36091"/>
                    <a:pt x="9811" y="32883"/>
                  </a:cubicBezTo>
                  <a:cubicBezTo>
                    <a:pt x="8763" y="31740"/>
                    <a:pt x="7620" y="30406"/>
                    <a:pt x="8668" y="28692"/>
                  </a:cubicBezTo>
                  <a:cubicBezTo>
                    <a:pt x="9716" y="26977"/>
                    <a:pt x="11621" y="27549"/>
                    <a:pt x="13335" y="28692"/>
                  </a:cubicBezTo>
                  <a:cubicBezTo>
                    <a:pt x="15050" y="29835"/>
                    <a:pt x="18764" y="33169"/>
                    <a:pt x="21336" y="35455"/>
                  </a:cubicBezTo>
                  <a:cubicBezTo>
                    <a:pt x="22146" y="36168"/>
                    <a:pt x="22908" y="36932"/>
                    <a:pt x="23622" y="37741"/>
                  </a:cubicBezTo>
                  <a:cubicBezTo>
                    <a:pt x="25051" y="36502"/>
                    <a:pt x="24384" y="35550"/>
                    <a:pt x="24098" y="34693"/>
                  </a:cubicBezTo>
                  <a:cubicBezTo>
                    <a:pt x="22136" y="28308"/>
                    <a:pt x="18717" y="22469"/>
                    <a:pt x="14097" y="17643"/>
                  </a:cubicBezTo>
                  <a:cubicBezTo>
                    <a:pt x="12878" y="16643"/>
                    <a:pt x="11782" y="15490"/>
                    <a:pt x="10859" y="14214"/>
                  </a:cubicBezTo>
                  <a:cubicBezTo>
                    <a:pt x="10230" y="13480"/>
                    <a:pt x="10011" y="12476"/>
                    <a:pt x="10287" y="11547"/>
                  </a:cubicBezTo>
                  <a:cubicBezTo>
                    <a:pt x="10963" y="10864"/>
                    <a:pt x="11906" y="10515"/>
                    <a:pt x="12859" y="10594"/>
                  </a:cubicBezTo>
                  <a:cubicBezTo>
                    <a:pt x="15488" y="11581"/>
                    <a:pt x="18002" y="12825"/>
                    <a:pt x="20384" y="14309"/>
                  </a:cubicBezTo>
                  <a:cubicBezTo>
                    <a:pt x="24984" y="17830"/>
                    <a:pt x="28842" y="22234"/>
                    <a:pt x="31718" y="27263"/>
                  </a:cubicBezTo>
                  <a:cubicBezTo>
                    <a:pt x="33623" y="30502"/>
                    <a:pt x="34862" y="30692"/>
                    <a:pt x="37814" y="28406"/>
                  </a:cubicBezTo>
                  <a:cubicBezTo>
                    <a:pt x="39148" y="27340"/>
                    <a:pt x="40424" y="26195"/>
                    <a:pt x="41624" y="24977"/>
                  </a:cubicBezTo>
                  <a:cubicBezTo>
                    <a:pt x="43434" y="23167"/>
                    <a:pt x="43434" y="22310"/>
                    <a:pt x="41624" y="20500"/>
                  </a:cubicBezTo>
                  <a:cubicBezTo>
                    <a:pt x="39815" y="18691"/>
                    <a:pt x="38291" y="18214"/>
                    <a:pt x="36767" y="16881"/>
                  </a:cubicBezTo>
                  <a:cubicBezTo>
                    <a:pt x="36024" y="16381"/>
                    <a:pt x="35433" y="15690"/>
                    <a:pt x="35052" y="14881"/>
                  </a:cubicBezTo>
                  <a:cubicBezTo>
                    <a:pt x="34719" y="13608"/>
                    <a:pt x="35481" y="12308"/>
                    <a:pt x="36757" y="11977"/>
                  </a:cubicBezTo>
                  <a:cubicBezTo>
                    <a:pt x="37071" y="11896"/>
                    <a:pt x="37395" y="11878"/>
                    <a:pt x="37719" y="11928"/>
                  </a:cubicBezTo>
                  <a:cubicBezTo>
                    <a:pt x="39872" y="12137"/>
                    <a:pt x="41996" y="12488"/>
                    <a:pt x="44101" y="12976"/>
                  </a:cubicBezTo>
                  <a:cubicBezTo>
                    <a:pt x="48768" y="13928"/>
                    <a:pt x="49435" y="13642"/>
                    <a:pt x="51721" y="9547"/>
                  </a:cubicBezTo>
                  <a:cubicBezTo>
                    <a:pt x="52826" y="7685"/>
                    <a:pt x="53502" y="5604"/>
                    <a:pt x="53721" y="3451"/>
                  </a:cubicBezTo>
                  <a:cubicBezTo>
                    <a:pt x="53550" y="1723"/>
                    <a:pt x="54816" y="185"/>
                    <a:pt x="56540" y="15"/>
                  </a:cubicBezTo>
                  <a:cubicBezTo>
                    <a:pt x="57179" y="-48"/>
                    <a:pt x="57826" y="87"/>
                    <a:pt x="58388" y="403"/>
                  </a:cubicBezTo>
                  <a:cubicBezTo>
                    <a:pt x="62236" y="2002"/>
                    <a:pt x="65551" y="4681"/>
                    <a:pt x="67913" y="8118"/>
                  </a:cubicBezTo>
                  <a:cubicBezTo>
                    <a:pt x="68866" y="9495"/>
                    <a:pt x="68580" y="11382"/>
                    <a:pt x="67246" y="12404"/>
                  </a:cubicBezTo>
                  <a:cubicBezTo>
                    <a:pt x="65437" y="14404"/>
                    <a:pt x="63532" y="16309"/>
                    <a:pt x="61627" y="18310"/>
                  </a:cubicBezTo>
                  <a:lnTo>
                    <a:pt x="60770" y="19357"/>
                  </a:lnTo>
                  <a:cubicBezTo>
                    <a:pt x="61913" y="21358"/>
                    <a:pt x="63437" y="20786"/>
                    <a:pt x="64484" y="19357"/>
                  </a:cubicBezTo>
                  <a:cubicBezTo>
                    <a:pt x="71542" y="14267"/>
                    <a:pt x="79067" y="9866"/>
                    <a:pt x="86963" y="6213"/>
                  </a:cubicBezTo>
                  <a:cubicBezTo>
                    <a:pt x="88164" y="5403"/>
                    <a:pt x="89649" y="5128"/>
                    <a:pt x="91059" y="5451"/>
                  </a:cubicBezTo>
                  <a:cubicBezTo>
                    <a:pt x="96060" y="6302"/>
                    <a:pt x="100517" y="9112"/>
                    <a:pt x="103442" y="13261"/>
                  </a:cubicBezTo>
                  <a:cubicBezTo>
                    <a:pt x="105080" y="15693"/>
                    <a:pt x="105794" y="18635"/>
                    <a:pt x="105442" y="21548"/>
                  </a:cubicBezTo>
                  <a:cubicBezTo>
                    <a:pt x="105299" y="23974"/>
                    <a:pt x="103937" y="26163"/>
                    <a:pt x="101822" y="27358"/>
                  </a:cubicBezTo>
                  <a:cubicBezTo>
                    <a:pt x="99727" y="28501"/>
                    <a:pt x="97631" y="29644"/>
                    <a:pt x="95441" y="30597"/>
                  </a:cubicBezTo>
                  <a:cubicBezTo>
                    <a:pt x="89268" y="33687"/>
                    <a:pt x="83715" y="37884"/>
                    <a:pt x="79058" y="42979"/>
                  </a:cubicBezTo>
                  <a:cubicBezTo>
                    <a:pt x="78457" y="43644"/>
                    <a:pt x="77953" y="44381"/>
                    <a:pt x="77534" y="45170"/>
                  </a:cubicBezTo>
                  <a:cubicBezTo>
                    <a:pt x="78439" y="45664"/>
                    <a:pt x="79305" y="46237"/>
                    <a:pt x="80105" y="46885"/>
                  </a:cubicBezTo>
                  <a:cubicBezTo>
                    <a:pt x="81972" y="48338"/>
                    <a:pt x="83753" y="49895"/>
                    <a:pt x="85439" y="51552"/>
                  </a:cubicBezTo>
                  <a:cubicBezTo>
                    <a:pt x="86830" y="52676"/>
                    <a:pt x="87059" y="54714"/>
                    <a:pt x="85935" y="56105"/>
                  </a:cubicBezTo>
                  <a:cubicBezTo>
                    <a:pt x="85792" y="56286"/>
                    <a:pt x="85620" y="56457"/>
                    <a:pt x="85439" y="56600"/>
                  </a:cubicBezTo>
                  <a:cubicBezTo>
                    <a:pt x="84534" y="57448"/>
                    <a:pt x="83573" y="58239"/>
                    <a:pt x="82582" y="58981"/>
                  </a:cubicBezTo>
                  <a:cubicBezTo>
                    <a:pt x="79629" y="61267"/>
                    <a:pt x="76676" y="63553"/>
                    <a:pt x="73819" y="65935"/>
                  </a:cubicBezTo>
                  <a:cubicBezTo>
                    <a:pt x="72676" y="66887"/>
                    <a:pt x="71819" y="68030"/>
                    <a:pt x="70866" y="68983"/>
                  </a:cubicBezTo>
                  <a:cubicBezTo>
                    <a:pt x="71533" y="70507"/>
                    <a:pt x="72485" y="70411"/>
                    <a:pt x="73533" y="70126"/>
                  </a:cubicBezTo>
                  <a:cubicBezTo>
                    <a:pt x="79820" y="69145"/>
                    <a:pt x="86173" y="71354"/>
                    <a:pt x="90488" y="76031"/>
                  </a:cubicBezTo>
                  <a:cubicBezTo>
                    <a:pt x="91488" y="76803"/>
                    <a:pt x="91669" y="78241"/>
                    <a:pt x="90897" y="79241"/>
                  </a:cubicBezTo>
                  <a:cubicBezTo>
                    <a:pt x="90783" y="79394"/>
                    <a:pt x="90640" y="79527"/>
                    <a:pt x="90488" y="79651"/>
                  </a:cubicBezTo>
                  <a:cubicBezTo>
                    <a:pt x="89087" y="81070"/>
                    <a:pt x="87516" y="82318"/>
                    <a:pt x="85820" y="83365"/>
                  </a:cubicBezTo>
                  <a:cubicBezTo>
                    <a:pt x="82296" y="85366"/>
                    <a:pt x="78581" y="87175"/>
                    <a:pt x="75057" y="88985"/>
                  </a:cubicBezTo>
                  <a:lnTo>
                    <a:pt x="73628" y="88985"/>
                  </a:lnTo>
                  <a:cubicBezTo>
                    <a:pt x="73323" y="88357"/>
                    <a:pt x="73123" y="87680"/>
                    <a:pt x="73057" y="86985"/>
                  </a:cubicBezTo>
                  <a:cubicBezTo>
                    <a:pt x="73057" y="85556"/>
                    <a:pt x="73057" y="84032"/>
                    <a:pt x="73057" y="82603"/>
                  </a:cubicBezTo>
                  <a:cubicBezTo>
                    <a:pt x="73057" y="81175"/>
                    <a:pt x="72295" y="79079"/>
                    <a:pt x="70580" y="78793"/>
                  </a:cubicBezTo>
                  <a:cubicBezTo>
                    <a:pt x="68266" y="78517"/>
                    <a:pt x="66065" y="79851"/>
                    <a:pt x="65246" y="82032"/>
                  </a:cubicBezTo>
                  <a:cubicBezTo>
                    <a:pt x="64942" y="84051"/>
                    <a:pt x="64789" y="86090"/>
                    <a:pt x="64770" y="88128"/>
                  </a:cubicBezTo>
                  <a:cubicBezTo>
                    <a:pt x="64770" y="93462"/>
                    <a:pt x="64770" y="98796"/>
                    <a:pt x="65246" y="104035"/>
                  </a:cubicBezTo>
                  <a:cubicBezTo>
                    <a:pt x="65723" y="109273"/>
                    <a:pt x="65913" y="115084"/>
                    <a:pt x="66294" y="120608"/>
                  </a:cubicBezTo>
                  <a:cubicBezTo>
                    <a:pt x="66456" y="122180"/>
                    <a:pt x="66713" y="123732"/>
                    <a:pt x="67056" y="125275"/>
                  </a:cubicBezTo>
                  <a:cubicBezTo>
                    <a:pt x="67771" y="129200"/>
                    <a:pt x="67580" y="133248"/>
                    <a:pt x="66485" y="137086"/>
                  </a:cubicBezTo>
                  <a:cubicBezTo>
                    <a:pt x="65437" y="140449"/>
                    <a:pt x="62036" y="142487"/>
                    <a:pt x="58579" y="141849"/>
                  </a:cubicBezTo>
                  <a:cubicBezTo>
                    <a:pt x="55607" y="141144"/>
                    <a:pt x="52673" y="140258"/>
                    <a:pt x="49816" y="139182"/>
                  </a:cubicBezTo>
                  <a:cubicBezTo>
                    <a:pt x="45244" y="137563"/>
                    <a:pt x="40767" y="135753"/>
                    <a:pt x="36195" y="134038"/>
                  </a:cubicBezTo>
                  <a:cubicBezTo>
                    <a:pt x="35052" y="134038"/>
                    <a:pt x="33719" y="133467"/>
                    <a:pt x="33528" y="131467"/>
                  </a:cubicBezTo>
                  <a:cubicBezTo>
                    <a:pt x="34481" y="131371"/>
                    <a:pt x="35433" y="131371"/>
                    <a:pt x="36386" y="131467"/>
                  </a:cubicBezTo>
                  <a:cubicBezTo>
                    <a:pt x="39624" y="131467"/>
                    <a:pt x="42958" y="131467"/>
                    <a:pt x="45911" y="130895"/>
                  </a:cubicBezTo>
                  <a:cubicBezTo>
                    <a:pt x="47168" y="130809"/>
                    <a:pt x="48416" y="130590"/>
                    <a:pt x="49625" y="130228"/>
                  </a:cubicBezTo>
                  <a:cubicBezTo>
                    <a:pt x="52254" y="129571"/>
                    <a:pt x="54093" y="127219"/>
                    <a:pt x="54102" y="124513"/>
                  </a:cubicBezTo>
                  <a:cubicBezTo>
                    <a:pt x="54102" y="116893"/>
                    <a:pt x="54674" y="109178"/>
                    <a:pt x="54769" y="101463"/>
                  </a:cubicBezTo>
                  <a:cubicBezTo>
                    <a:pt x="54769" y="97843"/>
                    <a:pt x="54769" y="94224"/>
                    <a:pt x="54769" y="90604"/>
                  </a:cubicBezTo>
                  <a:cubicBezTo>
                    <a:pt x="54769" y="86985"/>
                    <a:pt x="53531" y="87366"/>
                    <a:pt x="51245" y="88509"/>
                  </a:cubicBezTo>
                  <a:cubicBezTo>
                    <a:pt x="50064" y="89157"/>
                    <a:pt x="48949" y="89928"/>
                    <a:pt x="47911" y="90795"/>
                  </a:cubicBezTo>
                  <a:cubicBezTo>
                    <a:pt x="42482" y="95843"/>
                    <a:pt x="37052" y="100796"/>
                    <a:pt x="31813" y="105844"/>
                  </a:cubicBezTo>
                  <a:cubicBezTo>
                    <a:pt x="28861" y="108607"/>
                    <a:pt x="26289" y="111559"/>
                    <a:pt x="23432" y="114322"/>
                  </a:cubicBezTo>
                  <a:cubicBezTo>
                    <a:pt x="21727" y="116912"/>
                    <a:pt x="18240" y="117636"/>
                    <a:pt x="15650" y="115931"/>
                  </a:cubicBezTo>
                  <a:cubicBezTo>
                    <a:pt x="15612" y="115903"/>
                    <a:pt x="15564" y="115874"/>
                    <a:pt x="15526" y="115846"/>
                  </a:cubicBezTo>
                  <a:cubicBezTo>
                    <a:pt x="11144" y="113560"/>
                    <a:pt x="6953" y="110893"/>
                    <a:pt x="2667" y="108321"/>
                  </a:cubicBezTo>
                  <a:cubicBezTo>
                    <a:pt x="1705" y="107502"/>
                    <a:pt x="819" y="106616"/>
                    <a:pt x="0" y="105654"/>
                  </a:cubicBezTo>
                  <a:cubicBezTo>
                    <a:pt x="991" y="104949"/>
                    <a:pt x="2039" y="104349"/>
                    <a:pt x="3143" y="103844"/>
                  </a:cubicBezTo>
                  <a:cubicBezTo>
                    <a:pt x="13649" y="99948"/>
                    <a:pt x="23736" y="95005"/>
                    <a:pt x="33242" y="89080"/>
                  </a:cubicBezTo>
                  <a:cubicBezTo>
                    <a:pt x="37338" y="86794"/>
                    <a:pt x="41624" y="84699"/>
                    <a:pt x="45720" y="82413"/>
                  </a:cubicBezTo>
                  <a:cubicBezTo>
                    <a:pt x="49816" y="80127"/>
                    <a:pt x="52578" y="78317"/>
                    <a:pt x="55912" y="76222"/>
                  </a:cubicBezTo>
                  <a:cubicBezTo>
                    <a:pt x="58179" y="74326"/>
                    <a:pt x="59941" y="71907"/>
                    <a:pt x="61055" y="69173"/>
                  </a:cubicBezTo>
                  <a:cubicBezTo>
                    <a:pt x="62427" y="66563"/>
                    <a:pt x="63598" y="63858"/>
                    <a:pt x="64579" y="61077"/>
                  </a:cubicBezTo>
                  <a:cubicBezTo>
                    <a:pt x="64922" y="60325"/>
                    <a:pt x="64922" y="59448"/>
                    <a:pt x="64579" y="58696"/>
                  </a:cubicBezTo>
                  <a:cubicBezTo>
                    <a:pt x="63789" y="58353"/>
                    <a:pt x="62894" y="58353"/>
                    <a:pt x="62103" y="58696"/>
                  </a:cubicBezTo>
                  <a:cubicBezTo>
                    <a:pt x="61246" y="58972"/>
                    <a:pt x="60446" y="59391"/>
                    <a:pt x="59722" y="59934"/>
                  </a:cubicBezTo>
                  <a:lnTo>
                    <a:pt x="46768" y="68030"/>
                  </a:lnTo>
                  <a:cubicBezTo>
                    <a:pt x="45529" y="68792"/>
                    <a:pt x="44196" y="69459"/>
                    <a:pt x="42958" y="70316"/>
                  </a:cubicBezTo>
                  <a:cubicBezTo>
                    <a:pt x="39424" y="72497"/>
                    <a:pt x="34966" y="72497"/>
                    <a:pt x="31433" y="70316"/>
                  </a:cubicBezTo>
                  <a:cubicBezTo>
                    <a:pt x="30766" y="70316"/>
                    <a:pt x="29813" y="69173"/>
                    <a:pt x="29909" y="68792"/>
                  </a:cubicBezTo>
                  <a:cubicBezTo>
                    <a:pt x="30175" y="67992"/>
                    <a:pt x="30756" y="67335"/>
                    <a:pt x="31528" y="66982"/>
                  </a:cubicBezTo>
                  <a:cubicBezTo>
                    <a:pt x="36100" y="64696"/>
                    <a:pt x="41053" y="62601"/>
                    <a:pt x="45339" y="60410"/>
                  </a:cubicBezTo>
                  <a:cubicBezTo>
                    <a:pt x="52388" y="57076"/>
                    <a:pt x="59436" y="53743"/>
                    <a:pt x="66389" y="50123"/>
                  </a:cubicBezTo>
                  <a:cubicBezTo>
                    <a:pt x="68580" y="48980"/>
                    <a:pt x="70447" y="47313"/>
                    <a:pt x="71819" y="45265"/>
                  </a:cubicBezTo>
                  <a:cubicBezTo>
                    <a:pt x="75914" y="38884"/>
                    <a:pt x="79629" y="32311"/>
                    <a:pt x="83534" y="26215"/>
                  </a:cubicBezTo>
                  <a:cubicBezTo>
                    <a:pt x="84096" y="25235"/>
                    <a:pt x="84515" y="24175"/>
                    <a:pt x="84773" y="23072"/>
                  </a:cubicBezTo>
                  <a:cubicBezTo>
                    <a:pt x="85535" y="20405"/>
                    <a:pt x="83725" y="18119"/>
                    <a:pt x="81058" y="18881"/>
                  </a:cubicBezTo>
                  <a:cubicBezTo>
                    <a:pt x="75686" y="20305"/>
                    <a:pt x="70523" y="22452"/>
                    <a:pt x="65723" y="25263"/>
                  </a:cubicBezTo>
                  <a:close/>
                  <a:moveTo>
                    <a:pt x="62198" y="38407"/>
                  </a:moveTo>
                  <a:lnTo>
                    <a:pt x="62198" y="38407"/>
                  </a:lnTo>
                  <a:cubicBezTo>
                    <a:pt x="61713" y="36715"/>
                    <a:pt x="61113" y="35059"/>
                    <a:pt x="60388" y="33454"/>
                  </a:cubicBezTo>
                  <a:cubicBezTo>
                    <a:pt x="59912" y="32287"/>
                    <a:pt x="58569" y="31730"/>
                    <a:pt x="57407" y="32211"/>
                  </a:cubicBezTo>
                  <a:cubicBezTo>
                    <a:pt x="57131" y="32323"/>
                    <a:pt x="56883" y="32486"/>
                    <a:pt x="56674" y="32692"/>
                  </a:cubicBezTo>
                  <a:cubicBezTo>
                    <a:pt x="55569" y="33794"/>
                    <a:pt x="54664" y="35084"/>
                    <a:pt x="54007" y="36502"/>
                  </a:cubicBezTo>
                  <a:cubicBezTo>
                    <a:pt x="53388" y="37978"/>
                    <a:pt x="54007" y="39684"/>
                    <a:pt x="55436" y="40408"/>
                  </a:cubicBezTo>
                  <a:cubicBezTo>
                    <a:pt x="56912" y="41130"/>
                    <a:pt x="58560" y="41427"/>
                    <a:pt x="60198" y="41265"/>
                  </a:cubicBezTo>
                  <a:cubicBezTo>
                    <a:pt x="60960" y="41170"/>
                    <a:pt x="61722" y="39074"/>
                    <a:pt x="62198" y="3840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8" name="任意多边形: 形状 1937">
              <a:extLst>
                <a:ext uri="{FF2B5EF4-FFF2-40B4-BE49-F238E27FC236}">
                  <a16:creationId xmlns:a16="http://schemas.microsoft.com/office/drawing/2014/main" id="{A4C9E090-E301-4246-8BD2-AC0E49404DE3}"/>
                </a:ext>
              </a:extLst>
            </p:cNvPr>
            <p:cNvSpPr/>
            <p:nvPr/>
          </p:nvSpPr>
          <p:spPr>
            <a:xfrm>
              <a:off x="5883834" y="6561557"/>
              <a:ext cx="137276" cy="179273"/>
            </a:xfrm>
            <a:custGeom>
              <a:avLst/>
              <a:gdLst>
                <a:gd name="connsiteX0" fmla="*/ 65226 w 108608"/>
                <a:gd name="connsiteY0" fmla="*/ 42891 h 141834"/>
                <a:gd name="connsiteX1" fmla="*/ 67607 w 108608"/>
                <a:gd name="connsiteY1" fmla="*/ 45463 h 141834"/>
                <a:gd name="connsiteX2" fmla="*/ 71798 w 108608"/>
                <a:gd name="connsiteY2" fmla="*/ 49273 h 141834"/>
                <a:gd name="connsiteX3" fmla="*/ 79227 w 108608"/>
                <a:gd name="connsiteY3" fmla="*/ 45368 h 141834"/>
                <a:gd name="connsiteX4" fmla="*/ 82656 w 108608"/>
                <a:gd name="connsiteY4" fmla="*/ 37176 h 141834"/>
                <a:gd name="connsiteX5" fmla="*/ 82656 w 108608"/>
                <a:gd name="connsiteY5" fmla="*/ 35176 h 141834"/>
                <a:gd name="connsiteX6" fmla="*/ 85609 w 108608"/>
                <a:gd name="connsiteY6" fmla="*/ 32414 h 141834"/>
                <a:gd name="connsiteX7" fmla="*/ 87228 w 108608"/>
                <a:gd name="connsiteY7" fmla="*/ 32985 h 141834"/>
                <a:gd name="connsiteX8" fmla="*/ 89419 w 108608"/>
                <a:gd name="connsiteY8" fmla="*/ 34700 h 141834"/>
                <a:gd name="connsiteX9" fmla="*/ 95991 w 108608"/>
                <a:gd name="connsiteY9" fmla="*/ 39272 h 141834"/>
                <a:gd name="connsiteX10" fmla="*/ 96658 w 108608"/>
                <a:gd name="connsiteY10" fmla="*/ 44987 h 141834"/>
                <a:gd name="connsiteX11" fmla="*/ 90943 w 108608"/>
                <a:gd name="connsiteY11" fmla="*/ 48606 h 141834"/>
                <a:gd name="connsiteX12" fmla="*/ 86181 w 108608"/>
                <a:gd name="connsiteY12" fmla="*/ 52226 h 141834"/>
                <a:gd name="connsiteX13" fmla="*/ 82466 w 108608"/>
                <a:gd name="connsiteY13" fmla="*/ 57083 h 141834"/>
                <a:gd name="connsiteX14" fmla="*/ 80942 w 108608"/>
                <a:gd name="connsiteY14" fmla="*/ 60036 h 141834"/>
                <a:gd name="connsiteX15" fmla="*/ 83990 w 108608"/>
                <a:gd name="connsiteY15" fmla="*/ 59465 h 141834"/>
                <a:gd name="connsiteX16" fmla="*/ 95134 w 108608"/>
                <a:gd name="connsiteY16" fmla="*/ 53750 h 141834"/>
                <a:gd name="connsiteX17" fmla="*/ 107612 w 108608"/>
                <a:gd name="connsiteY17" fmla="*/ 57846 h 141834"/>
                <a:gd name="connsiteX18" fmla="*/ 105707 w 108608"/>
                <a:gd name="connsiteY18" fmla="*/ 63656 h 141834"/>
                <a:gd name="connsiteX19" fmla="*/ 83704 w 108608"/>
                <a:gd name="connsiteY19" fmla="*/ 73181 h 141834"/>
                <a:gd name="connsiteX20" fmla="*/ 76941 w 108608"/>
                <a:gd name="connsiteY20" fmla="*/ 77181 h 141834"/>
                <a:gd name="connsiteX21" fmla="*/ 79513 w 108608"/>
                <a:gd name="connsiteY21" fmla="*/ 79277 h 141834"/>
                <a:gd name="connsiteX22" fmla="*/ 89038 w 108608"/>
                <a:gd name="connsiteY22" fmla="*/ 85278 h 141834"/>
                <a:gd name="connsiteX23" fmla="*/ 89038 w 108608"/>
                <a:gd name="connsiteY23" fmla="*/ 90326 h 141834"/>
                <a:gd name="connsiteX24" fmla="*/ 86085 w 108608"/>
                <a:gd name="connsiteY24" fmla="*/ 91945 h 141834"/>
                <a:gd name="connsiteX25" fmla="*/ 75798 w 108608"/>
                <a:gd name="connsiteY25" fmla="*/ 95469 h 141834"/>
                <a:gd name="connsiteX26" fmla="*/ 72274 w 108608"/>
                <a:gd name="connsiteY26" fmla="*/ 96803 h 141834"/>
                <a:gd name="connsiteX27" fmla="*/ 69893 w 108608"/>
                <a:gd name="connsiteY27" fmla="*/ 100422 h 141834"/>
                <a:gd name="connsiteX28" fmla="*/ 69893 w 108608"/>
                <a:gd name="connsiteY28" fmla="*/ 117758 h 141834"/>
                <a:gd name="connsiteX29" fmla="*/ 68083 w 108608"/>
                <a:gd name="connsiteY29" fmla="*/ 133093 h 141834"/>
                <a:gd name="connsiteX30" fmla="*/ 62273 w 108608"/>
                <a:gd name="connsiteY30" fmla="*/ 141285 h 141834"/>
                <a:gd name="connsiteX31" fmla="*/ 59511 w 108608"/>
                <a:gd name="connsiteY31" fmla="*/ 141285 h 141834"/>
                <a:gd name="connsiteX32" fmla="*/ 55986 w 108608"/>
                <a:gd name="connsiteY32" fmla="*/ 133283 h 141834"/>
                <a:gd name="connsiteX33" fmla="*/ 55986 w 108608"/>
                <a:gd name="connsiteY33" fmla="*/ 110614 h 141834"/>
                <a:gd name="connsiteX34" fmla="*/ 55986 w 108608"/>
                <a:gd name="connsiteY34" fmla="*/ 106899 h 141834"/>
                <a:gd name="connsiteX35" fmla="*/ 56558 w 108608"/>
                <a:gd name="connsiteY35" fmla="*/ 103375 h 141834"/>
                <a:gd name="connsiteX36" fmla="*/ 53224 w 108608"/>
                <a:gd name="connsiteY36" fmla="*/ 103375 h 141834"/>
                <a:gd name="connsiteX37" fmla="*/ 38937 w 108608"/>
                <a:gd name="connsiteY37" fmla="*/ 108709 h 141834"/>
                <a:gd name="connsiteX38" fmla="*/ 27221 w 108608"/>
                <a:gd name="connsiteY38" fmla="*/ 112233 h 141834"/>
                <a:gd name="connsiteX39" fmla="*/ 20458 w 108608"/>
                <a:gd name="connsiteY39" fmla="*/ 109947 h 141834"/>
                <a:gd name="connsiteX40" fmla="*/ 19991 w 108608"/>
                <a:gd name="connsiteY40" fmla="*/ 107842 h 141834"/>
                <a:gd name="connsiteX41" fmla="*/ 20458 w 108608"/>
                <a:gd name="connsiteY41" fmla="*/ 107376 h 141834"/>
                <a:gd name="connsiteX42" fmla="*/ 22935 w 108608"/>
                <a:gd name="connsiteY42" fmla="*/ 104994 h 141834"/>
                <a:gd name="connsiteX43" fmla="*/ 51510 w 108608"/>
                <a:gd name="connsiteY43" fmla="*/ 85278 h 141834"/>
                <a:gd name="connsiteX44" fmla="*/ 54653 w 108608"/>
                <a:gd name="connsiteY44" fmla="*/ 83373 h 141834"/>
                <a:gd name="connsiteX45" fmla="*/ 55986 w 108608"/>
                <a:gd name="connsiteY45" fmla="*/ 76419 h 141834"/>
                <a:gd name="connsiteX46" fmla="*/ 53319 w 108608"/>
                <a:gd name="connsiteY46" fmla="*/ 76419 h 141834"/>
                <a:gd name="connsiteX47" fmla="*/ 21792 w 108608"/>
                <a:gd name="connsiteY47" fmla="*/ 91564 h 141834"/>
                <a:gd name="connsiteX48" fmla="*/ 8838 w 108608"/>
                <a:gd name="connsiteY48" fmla="*/ 91564 h 141834"/>
                <a:gd name="connsiteX49" fmla="*/ 1980 w 108608"/>
                <a:gd name="connsiteY49" fmla="*/ 87754 h 141834"/>
                <a:gd name="connsiteX50" fmla="*/ 75 w 108608"/>
                <a:gd name="connsiteY50" fmla="*/ 84230 h 141834"/>
                <a:gd name="connsiteX51" fmla="*/ 3123 w 108608"/>
                <a:gd name="connsiteY51" fmla="*/ 82134 h 141834"/>
                <a:gd name="connsiteX52" fmla="*/ 52843 w 108608"/>
                <a:gd name="connsiteY52" fmla="*/ 70228 h 141834"/>
                <a:gd name="connsiteX53" fmla="*/ 56177 w 108608"/>
                <a:gd name="connsiteY53" fmla="*/ 66228 h 141834"/>
                <a:gd name="connsiteX54" fmla="*/ 56177 w 108608"/>
                <a:gd name="connsiteY54" fmla="*/ 61560 h 141834"/>
                <a:gd name="connsiteX55" fmla="*/ 53415 w 108608"/>
                <a:gd name="connsiteY55" fmla="*/ 60417 h 141834"/>
                <a:gd name="connsiteX56" fmla="*/ 47509 w 108608"/>
                <a:gd name="connsiteY56" fmla="*/ 65370 h 141834"/>
                <a:gd name="connsiteX57" fmla="*/ 41508 w 108608"/>
                <a:gd name="connsiteY57" fmla="*/ 70800 h 141834"/>
                <a:gd name="connsiteX58" fmla="*/ 38137 w 108608"/>
                <a:gd name="connsiteY58" fmla="*/ 70866 h 141834"/>
                <a:gd name="connsiteX59" fmla="*/ 38079 w 108608"/>
                <a:gd name="connsiteY59" fmla="*/ 70800 h 141834"/>
                <a:gd name="connsiteX60" fmla="*/ 27411 w 108608"/>
                <a:gd name="connsiteY60" fmla="*/ 60703 h 141834"/>
                <a:gd name="connsiteX61" fmla="*/ 30269 w 108608"/>
                <a:gd name="connsiteY61" fmla="*/ 59274 h 141834"/>
                <a:gd name="connsiteX62" fmla="*/ 32460 w 108608"/>
                <a:gd name="connsiteY62" fmla="*/ 54417 h 141834"/>
                <a:gd name="connsiteX63" fmla="*/ 29793 w 108608"/>
                <a:gd name="connsiteY63" fmla="*/ 46035 h 141834"/>
                <a:gd name="connsiteX64" fmla="*/ 31317 w 108608"/>
                <a:gd name="connsiteY64" fmla="*/ 41939 h 141834"/>
                <a:gd name="connsiteX65" fmla="*/ 45890 w 108608"/>
                <a:gd name="connsiteY65" fmla="*/ 53464 h 141834"/>
                <a:gd name="connsiteX66" fmla="*/ 49224 w 108608"/>
                <a:gd name="connsiteY66" fmla="*/ 49368 h 141834"/>
                <a:gd name="connsiteX67" fmla="*/ 55129 w 108608"/>
                <a:gd name="connsiteY67" fmla="*/ 53369 h 141834"/>
                <a:gd name="connsiteX68" fmla="*/ 55796 w 108608"/>
                <a:gd name="connsiteY68" fmla="*/ 48130 h 141834"/>
                <a:gd name="connsiteX69" fmla="*/ 54939 w 108608"/>
                <a:gd name="connsiteY69" fmla="*/ 45177 h 141834"/>
                <a:gd name="connsiteX70" fmla="*/ 57510 w 108608"/>
                <a:gd name="connsiteY70" fmla="*/ 38510 h 141834"/>
                <a:gd name="connsiteX71" fmla="*/ 62368 w 108608"/>
                <a:gd name="connsiteY71" fmla="*/ 40415 h 141834"/>
                <a:gd name="connsiteX72" fmla="*/ 66369 w 108608"/>
                <a:gd name="connsiteY72" fmla="*/ 35081 h 141834"/>
                <a:gd name="connsiteX73" fmla="*/ 64749 w 108608"/>
                <a:gd name="connsiteY73" fmla="*/ 32985 h 141834"/>
                <a:gd name="connsiteX74" fmla="*/ 58082 w 108608"/>
                <a:gd name="connsiteY74" fmla="*/ 33843 h 141834"/>
                <a:gd name="connsiteX75" fmla="*/ 39889 w 108608"/>
                <a:gd name="connsiteY75" fmla="*/ 39367 h 141834"/>
                <a:gd name="connsiteX76" fmla="*/ 34269 w 108608"/>
                <a:gd name="connsiteY76" fmla="*/ 38510 h 141834"/>
                <a:gd name="connsiteX77" fmla="*/ 28554 w 108608"/>
                <a:gd name="connsiteY77" fmla="*/ 32604 h 141834"/>
                <a:gd name="connsiteX78" fmla="*/ 27411 w 108608"/>
                <a:gd name="connsiteY78" fmla="*/ 28413 h 141834"/>
                <a:gd name="connsiteX79" fmla="*/ 31221 w 108608"/>
                <a:gd name="connsiteY79" fmla="*/ 26794 h 141834"/>
                <a:gd name="connsiteX80" fmla="*/ 57034 w 108608"/>
                <a:gd name="connsiteY80" fmla="*/ 26794 h 141834"/>
                <a:gd name="connsiteX81" fmla="*/ 61320 w 108608"/>
                <a:gd name="connsiteY81" fmla="*/ 25556 h 141834"/>
                <a:gd name="connsiteX82" fmla="*/ 61320 w 108608"/>
                <a:gd name="connsiteY82" fmla="*/ 25080 h 141834"/>
                <a:gd name="connsiteX83" fmla="*/ 49414 w 108608"/>
                <a:gd name="connsiteY83" fmla="*/ 6696 h 141834"/>
                <a:gd name="connsiteX84" fmla="*/ 47795 w 108608"/>
                <a:gd name="connsiteY84" fmla="*/ 2124 h 141834"/>
                <a:gd name="connsiteX85" fmla="*/ 50367 w 108608"/>
                <a:gd name="connsiteY85" fmla="*/ 29 h 141834"/>
                <a:gd name="connsiteX86" fmla="*/ 54558 w 108608"/>
                <a:gd name="connsiteY86" fmla="*/ 1172 h 141834"/>
                <a:gd name="connsiteX87" fmla="*/ 64083 w 108608"/>
                <a:gd name="connsiteY87" fmla="*/ 7649 h 141834"/>
                <a:gd name="connsiteX88" fmla="*/ 65416 w 108608"/>
                <a:gd name="connsiteY88" fmla="*/ 10887 h 141834"/>
                <a:gd name="connsiteX89" fmla="*/ 63797 w 108608"/>
                <a:gd name="connsiteY89" fmla="*/ 22603 h 141834"/>
                <a:gd name="connsiteX90" fmla="*/ 63225 w 108608"/>
                <a:gd name="connsiteY90" fmla="*/ 25175 h 141834"/>
                <a:gd name="connsiteX91" fmla="*/ 72027 w 108608"/>
                <a:gd name="connsiteY91" fmla="*/ 21787 h 141834"/>
                <a:gd name="connsiteX92" fmla="*/ 72084 w 108608"/>
                <a:gd name="connsiteY92" fmla="*/ 21651 h 141834"/>
                <a:gd name="connsiteX93" fmla="*/ 75227 w 108608"/>
                <a:gd name="connsiteY93" fmla="*/ 13745 h 141834"/>
                <a:gd name="connsiteX94" fmla="*/ 81704 w 108608"/>
                <a:gd name="connsiteY94" fmla="*/ 4220 h 141834"/>
                <a:gd name="connsiteX95" fmla="*/ 86752 w 108608"/>
                <a:gd name="connsiteY95" fmla="*/ 4220 h 141834"/>
                <a:gd name="connsiteX96" fmla="*/ 96277 w 108608"/>
                <a:gd name="connsiteY96" fmla="*/ 13745 h 141834"/>
                <a:gd name="connsiteX97" fmla="*/ 96277 w 108608"/>
                <a:gd name="connsiteY97" fmla="*/ 20508 h 141834"/>
                <a:gd name="connsiteX98" fmla="*/ 86752 w 108608"/>
                <a:gd name="connsiteY98" fmla="*/ 27842 h 141834"/>
                <a:gd name="connsiteX99" fmla="*/ 77227 w 108608"/>
                <a:gd name="connsiteY99" fmla="*/ 30604 h 141834"/>
                <a:gd name="connsiteX100" fmla="*/ 74465 w 108608"/>
                <a:gd name="connsiteY100" fmla="*/ 31652 h 141834"/>
                <a:gd name="connsiteX101" fmla="*/ 65702 w 108608"/>
                <a:gd name="connsiteY101" fmla="*/ 41177 h 141834"/>
                <a:gd name="connsiteX102" fmla="*/ 78275 w 108608"/>
                <a:gd name="connsiteY102" fmla="*/ 54512 h 141834"/>
                <a:gd name="connsiteX103" fmla="*/ 78275 w 108608"/>
                <a:gd name="connsiteY103" fmla="*/ 54512 h 141834"/>
                <a:gd name="connsiteX104" fmla="*/ 76113 w 108608"/>
                <a:gd name="connsiteY104" fmla="*/ 51750 h 141834"/>
                <a:gd name="connsiteX105" fmla="*/ 76084 w 108608"/>
                <a:gd name="connsiteY105" fmla="*/ 51750 h 141834"/>
                <a:gd name="connsiteX106" fmla="*/ 72750 w 108608"/>
                <a:gd name="connsiteY106" fmla="*/ 51178 h 141834"/>
                <a:gd name="connsiteX107" fmla="*/ 69512 w 108608"/>
                <a:gd name="connsiteY107" fmla="*/ 53369 h 141834"/>
                <a:gd name="connsiteX108" fmla="*/ 68940 w 108608"/>
                <a:gd name="connsiteY108" fmla="*/ 62894 h 141834"/>
                <a:gd name="connsiteX109" fmla="*/ 71988 w 108608"/>
                <a:gd name="connsiteY109" fmla="*/ 65180 h 141834"/>
                <a:gd name="connsiteX110" fmla="*/ 75798 w 108608"/>
                <a:gd name="connsiteY110" fmla="*/ 62132 h 141834"/>
                <a:gd name="connsiteX111" fmla="*/ 78275 w 108608"/>
                <a:gd name="connsiteY111" fmla="*/ 54512 h 141834"/>
                <a:gd name="connsiteX112" fmla="*/ 35412 w 108608"/>
                <a:gd name="connsiteY112" fmla="*/ 100327 h 141834"/>
                <a:gd name="connsiteX113" fmla="*/ 35412 w 108608"/>
                <a:gd name="connsiteY113" fmla="*/ 100327 h 141834"/>
                <a:gd name="connsiteX114" fmla="*/ 35412 w 108608"/>
                <a:gd name="connsiteY114" fmla="*/ 101089 h 141834"/>
                <a:gd name="connsiteX115" fmla="*/ 38175 w 108608"/>
                <a:gd name="connsiteY115" fmla="*/ 100518 h 141834"/>
                <a:gd name="connsiteX116" fmla="*/ 46176 w 108608"/>
                <a:gd name="connsiteY116" fmla="*/ 97851 h 141834"/>
                <a:gd name="connsiteX117" fmla="*/ 53510 w 108608"/>
                <a:gd name="connsiteY117" fmla="*/ 95088 h 141834"/>
                <a:gd name="connsiteX118" fmla="*/ 56082 w 108608"/>
                <a:gd name="connsiteY118" fmla="*/ 91183 h 141834"/>
                <a:gd name="connsiteX119" fmla="*/ 55129 w 108608"/>
                <a:gd name="connsiteY119" fmla="*/ 88897 h 141834"/>
                <a:gd name="connsiteX120" fmla="*/ 53034 w 108608"/>
                <a:gd name="connsiteY120" fmla="*/ 88897 h 141834"/>
                <a:gd name="connsiteX121" fmla="*/ 38651 w 108608"/>
                <a:gd name="connsiteY121" fmla="*/ 97184 h 141834"/>
                <a:gd name="connsiteX122" fmla="*/ 35031 w 108608"/>
                <a:gd name="connsiteY122" fmla="*/ 99851 h 141834"/>
                <a:gd name="connsiteX123" fmla="*/ 69417 w 108608"/>
                <a:gd name="connsiteY123" fmla="*/ 72609 h 141834"/>
                <a:gd name="connsiteX124" fmla="*/ 69417 w 108608"/>
                <a:gd name="connsiteY124" fmla="*/ 72609 h 141834"/>
                <a:gd name="connsiteX125" fmla="*/ 75513 w 108608"/>
                <a:gd name="connsiteY125" fmla="*/ 73848 h 141834"/>
                <a:gd name="connsiteX126" fmla="*/ 85038 w 108608"/>
                <a:gd name="connsiteY126" fmla="*/ 68133 h 141834"/>
                <a:gd name="connsiteX127" fmla="*/ 87514 w 108608"/>
                <a:gd name="connsiteY127" fmla="*/ 65085 h 141834"/>
                <a:gd name="connsiteX128" fmla="*/ 73417 w 108608"/>
                <a:gd name="connsiteY128" fmla="*/ 69752 h 141834"/>
                <a:gd name="connsiteX129" fmla="*/ 69036 w 108608"/>
                <a:gd name="connsiteY129" fmla="*/ 72609 h 141834"/>
                <a:gd name="connsiteX130" fmla="*/ 80085 w 108608"/>
                <a:gd name="connsiteY130" fmla="*/ 23270 h 141834"/>
                <a:gd name="connsiteX131" fmla="*/ 80085 w 108608"/>
                <a:gd name="connsiteY131" fmla="*/ 23270 h 141834"/>
                <a:gd name="connsiteX132" fmla="*/ 87038 w 108608"/>
                <a:gd name="connsiteY132" fmla="*/ 20222 h 141834"/>
                <a:gd name="connsiteX133" fmla="*/ 86181 w 108608"/>
                <a:gd name="connsiteY133" fmla="*/ 16507 h 141834"/>
                <a:gd name="connsiteX134" fmla="*/ 83514 w 108608"/>
                <a:gd name="connsiteY134" fmla="*/ 16507 h 141834"/>
                <a:gd name="connsiteX135" fmla="*/ 80085 w 108608"/>
                <a:gd name="connsiteY135" fmla="*/ 23270 h 141834"/>
                <a:gd name="connsiteX136" fmla="*/ 71036 w 108608"/>
                <a:gd name="connsiteY136" fmla="*/ 80420 h 141834"/>
                <a:gd name="connsiteX137" fmla="*/ 71036 w 108608"/>
                <a:gd name="connsiteY137" fmla="*/ 80420 h 141834"/>
                <a:gd name="connsiteX138" fmla="*/ 69702 w 108608"/>
                <a:gd name="connsiteY138" fmla="*/ 81658 h 141834"/>
                <a:gd name="connsiteX139" fmla="*/ 69702 w 108608"/>
                <a:gd name="connsiteY139" fmla="*/ 87278 h 141834"/>
                <a:gd name="connsiteX140" fmla="*/ 71846 w 108608"/>
                <a:gd name="connsiteY140" fmla="*/ 89116 h 141834"/>
                <a:gd name="connsiteX141" fmla="*/ 73036 w 108608"/>
                <a:gd name="connsiteY141" fmla="*/ 88611 h 141834"/>
                <a:gd name="connsiteX142" fmla="*/ 75227 w 108608"/>
                <a:gd name="connsiteY142" fmla="*/ 86516 h 141834"/>
                <a:gd name="connsiteX143" fmla="*/ 71036 w 108608"/>
                <a:gd name="connsiteY143" fmla="*/ 80706 h 141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08608" h="141834">
                  <a:moveTo>
                    <a:pt x="65226" y="42891"/>
                  </a:moveTo>
                  <a:lnTo>
                    <a:pt x="67607" y="45463"/>
                  </a:lnTo>
                  <a:cubicBezTo>
                    <a:pt x="69036" y="46797"/>
                    <a:pt x="70464" y="47939"/>
                    <a:pt x="71798" y="49273"/>
                  </a:cubicBezTo>
                  <a:cubicBezTo>
                    <a:pt x="74608" y="48740"/>
                    <a:pt x="77199" y="47378"/>
                    <a:pt x="79227" y="45368"/>
                  </a:cubicBezTo>
                  <a:cubicBezTo>
                    <a:pt x="81189" y="43057"/>
                    <a:pt x="82390" y="40196"/>
                    <a:pt x="82656" y="37176"/>
                  </a:cubicBezTo>
                  <a:cubicBezTo>
                    <a:pt x="82656" y="36510"/>
                    <a:pt x="82656" y="35843"/>
                    <a:pt x="82656" y="35176"/>
                  </a:cubicBezTo>
                  <a:cubicBezTo>
                    <a:pt x="82704" y="33599"/>
                    <a:pt x="84028" y="32362"/>
                    <a:pt x="85609" y="32414"/>
                  </a:cubicBezTo>
                  <a:cubicBezTo>
                    <a:pt x="86190" y="32434"/>
                    <a:pt x="86762" y="32633"/>
                    <a:pt x="87228" y="32985"/>
                  </a:cubicBezTo>
                  <a:cubicBezTo>
                    <a:pt x="88019" y="33473"/>
                    <a:pt x="88752" y="34047"/>
                    <a:pt x="89419" y="34700"/>
                  </a:cubicBezTo>
                  <a:cubicBezTo>
                    <a:pt x="91324" y="36602"/>
                    <a:pt x="93544" y="38150"/>
                    <a:pt x="95991" y="39272"/>
                  </a:cubicBezTo>
                  <a:cubicBezTo>
                    <a:pt x="99135" y="40510"/>
                    <a:pt x="99325" y="42796"/>
                    <a:pt x="96658" y="44987"/>
                  </a:cubicBezTo>
                  <a:cubicBezTo>
                    <a:pt x="94925" y="46444"/>
                    <a:pt x="93001" y="47663"/>
                    <a:pt x="90943" y="48606"/>
                  </a:cubicBezTo>
                  <a:cubicBezTo>
                    <a:pt x="89057" y="49359"/>
                    <a:pt x="87409" y="50607"/>
                    <a:pt x="86181" y="52226"/>
                  </a:cubicBezTo>
                  <a:cubicBezTo>
                    <a:pt x="85038" y="53845"/>
                    <a:pt x="83704" y="55464"/>
                    <a:pt x="82466" y="57083"/>
                  </a:cubicBezTo>
                  <a:cubicBezTo>
                    <a:pt x="81228" y="58703"/>
                    <a:pt x="81704" y="58608"/>
                    <a:pt x="80942" y="60036"/>
                  </a:cubicBezTo>
                  <a:cubicBezTo>
                    <a:pt x="81980" y="59979"/>
                    <a:pt x="82999" y="59779"/>
                    <a:pt x="83990" y="59465"/>
                  </a:cubicBezTo>
                  <a:cubicBezTo>
                    <a:pt x="87705" y="57655"/>
                    <a:pt x="91515" y="55750"/>
                    <a:pt x="95134" y="53750"/>
                  </a:cubicBezTo>
                  <a:cubicBezTo>
                    <a:pt x="100944" y="50416"/>
                    <a:pt x="104659" y="53750"/>
                    <a:pt x="107612" y="57846"/>
                  </a:cubicBezTo>
                  <a:cubicBezTo>
                    <a:pt x="109422" y="60608"/>
                    <a:pt x="108755" y="62322"/>
                    <a:pt x="105707" y="63656"/>
                  </a:cubicBezTo>
                  <a:cubicBezTo>
                    <a:pt x="98373" y="66990"/>
                    <a:pt x="90943" y="70133"/>
                    <a:pt x="83704" y="73181"/>
                  </a:cubicBezTo>
                  <a:cubicBezTo>
                    <a:pt x="81180" y="74000"/>
                    <a:pt x="78875" y="75362"/>
                    <a:pt x="76941" y="77181"/>
                  </a:cubicBezTo>
                  <a:cubicBezTo>
                    <a:pt x="77894" y="77943"/>
                    <a:pt x="78656" y="78705"/>
                    <a:pt x="79513" y="79277"/>
                  </a:cubicBezTo>
                  <a:cubicBezTo>
                    <a:pt x="82656" y="81372"/>
                    <a:pt x="85895" y="83277"/>
                    <a:pt x="89038" y="85278"/>
                  </a:cubicBezTo>
                  <a:cubicBezTo>
                    <a:pt x="92181" y="87278"/>
                    <a:pt x="91515" y="88611"/>
                    <a:pt x="89038" y="90326"/>
                  </a:cubicBezTo>
                  <a:cubicBezTo>
                    <a:pt x="88162" y="91050"/>
                    <a:pt x="87162" y="91593"/>
                    <a:pt x="86085" y="91945"/>
                  </a:cubicBezTo>
                  <a:lnTo>
                    <a:pt x="75798" y="95469"/>
                  </a:lnTo>
                  <a:lnTo>
                    <a:pt x="72274" y="96803"/>
                  </a:lnTo>
                  <a:cubicBezTo>
                    <a:pt x="70702" y="97260"/>
                    <a:pt x="69683" y="98794"/>
                    <a:pt x="69893" y="100422"/>
                  </a:cubicBezTo>
                  <a:cubicBezTo>
                    <a:pt x="69893" y="106137"/>
                    <a:pt x="69893" y="111948"/>
                    <a:pt x="69893" y="117758"/>
                  </a:cubicBezTo>
                  <a:cubicBezTo>
                    <a:pt x="70007" y="122930"/>
                    <a:pt x="69398" y="128092"/>
                    <a:pt x="68083" y="133093"/>
                  </a:cubicBezTo>
                  <a:cubicBezTo>
                    <a:pt x="66988" y="136332"/>
                    <a:pt x="64969" y="139180"/>
                    <a:pt x="62273" y="141285"/>
                  </a:cubicBezTo>
                  <a:cubicBezTo>
                    <a:pt x="61501" y="142018"/>
                    <a:pt x="60282" y="142018"/>
                    <a:pt x="59511" y="141285"/>
                  </a:cubicBezTo>
                  <a:cubicBezTo>
                    <a:pt x="57006" y="139427"/>
                    <a:pt x="55672" y="136389"/>
                    <a:pt x="55986" y="133283"/>
                  </a:cubicBezTo>
                  <a:cubicBezTo>
                    <a:pt x="55986" y="125759"/>
                    <a:pt x="55986" y="118139"/>
                    <a:pt x="55986" y="110614"/>
                  </a:cubicBezTo>
                  <a:cubicBezTo>
                    <a:pt x="55986" y="109376"/>
                    <a:pt x="55986" y="108137"/>
                    <a:pt x="55986" y="106899"/>
                  </a:cubicBezTo>
                  <a:cubicBezTo>
                    <a:pt x="56091" y="105709"/>
                    <a:pt x="56282" y="104537"/>
                    <a:pt x="56558" y="103375"/>
                  </a:cubicBezTo>
                  <a:cubicBezTo>
                    <a:pt x="55510" y="102232"/>
                    <a:pt x="54272" y="103375"/>
                    <a:pt x="53224" y="103375"/>
                  </a:cubicBezTo>
                  <a:cubicBezTo>
                    <a:pt x="48462" y="105185"/>
                    <a:pt x="43699" y="107090"/>
                    <a:pt x="38937" y="108709"/>
                  </a:cubicBezTo>
                  <a:cubicBezTo>
                    <a:pt x="34174" y="110328"/>
                    <a:pt x="31126" y="111185"/>
                    <a:pt x="27221" y="112233"/>
                  </a:cubicBezTo>
                  <a:cubicBezTo>
                    <a:pt x="24725" y="112652"/>
                    <a:pt x="22182" y="111795"/>
                    <a:pt x="20458" y="109947"/>
                  </a:cubicBezTo>
                  <a:cubicBezTo>
                    <a:pt x="19744" y="109500"/>
                    <a:pt x="19534" y="108557"/>
                    <a:pt x="19991" y="107842"/>
                  </a:cubicBezTo>
                  <a:cubicBezTo>
                    <a:pt x="20106" y="107652"/>
                    <a:pt x="20268" y="107499"/>
                    <a:pt x="20458" y="107376"/>
                  </a:cubicBezTo>
                  <a:cubicBezTo>
                    <a:pt x="21239" y="106537"/>
                    <a:pt x="22058" y="105737"/>
                    <a:pt x="22935" y="104994"/>
                  </a:cubicBezTo>
                  <a:cubicBezTo>
                    <a:pt x="31383" y="96984"/>
                    <a:pt x="41023" y="90335"/>
                    <a:pt x="51510" y="85278"/>
                  </a:cubicBezTo>
                  <a:cubicBezTo>
                    <a:pt x="52634" y="84773"/>
                    <a:pt x="53681" y="84135"/>
                    <a:pt x="54653" y="83373"/>
                  </a:cubicBezTo>
                  <a:cubicBezTo>
                    <a:pt x="56920" y="81810"/>
                    <a:pt x="57510" y="78715"/>
                    <a:pt x="55986" y="76419"/>
                  </a:cubicBezTo>
                  <a:cubicBezTo>
                    <a:pt x="55101" y="76362"/>
                    <a:pt x="54205" y="76362"/>
                    <a:pt x="53319" y="76419"/>
                  </a:cubicBezTo>
                  <a:cubicBezTo>
                    <a:pt x="42499" y="80791"/>
                    <a:pt x="31964" y="85849"/>
                    <a:pt x="21792" y="91564"/>
                  </a:cubicBezTo>
                  <a:cubicBezTo>
                    <a:pt x="17782" y="93860"/>
                    <a:pt x="12848" y="93860"/>
                    <a:pt x="8838" y="91564"/>
                  </a:cubicBezTo>
                  <a:cubicBezTo>
                    <a:pt x="6485" y="90421"/>
                    <a:pt x="4189" y="89154"/>
                    <a:pt x="1980" y="87754"/>
                  </a:cubicBezTo>
                  <a:cubicBezTo>
                    <a:pt x="551" y="87221"/>
                    <a:pt x="-259" y="85716"/>
                    <a:pt x="75" y="84230"/>
                  </a:cubicBezTo>
                  <a:cubicBezTo>
                    <a:pt x="75" y="82515"/>
                    <a:pt x="1694" y="82325"/>
                    <a:pt x="3123" y="82134"/>
                  </a:cubicBezTo>
                  <a:cubicBezTo>
                    <a:pt x="19972" y="79420"/>
                    <a:pt x="36593" y="75438"/>
                    <a:pt x="52843" y="70228"/>
                  </a:cubicBezTo>
                  <a:cubicBezTo>
                    <a:pt x="55129" y="69466"/>
                    <a:pt x="56177" y="68514"/>
                    <a:pt x="56177" y="66228"/>
                  </a:cubicBezTo>
                  <a:cubicBezTo>
                    <a:pt x="56320" y="64675"/>
                    <a:pt x="56320" y="63113"/>
                    <a:pt x="56177" y="61560"/>
                  </a:cubicBezTo>
                  <a:cubicBezTo>
                    <a:pt x="56177" y="59941"/>
                    <a:pt x="54748" y="59465"/>
                    <a:pt x="53415" y="60417"/>
                  </a:cubicBezTo>
                  <a:cubicBezTo>
                    <a:pt x="52081" y="61370"/>
                    <a:pt x="49509" y="63656"/>
                    <a:pt x="47509" y="65370"/>
                  </a:cubicBezTo>
                  <a:lnTo>
                    <a:pt x="41508" y="70800"/>
                  </a:lnTo>
                  <a:cubicBezTo>
                    <a:pt x="40594" y="71742"/>
                    <a:pt x="39089" y="71771"/>
                    <a:pt x="38137" y="70866"/>
                  </a:cubicBezTo>
                  <a:cubicBezTo>
                    <a:pt x="38118" y="70838"/>
                    <a:pt x="38098" y="70819"/>
                    <a:pt x="38079" y="70800"/>
                  </a:cubicBezTo>
                  <a:lnTo>
                    <a:pt x="27411" y="60703"/>
                  </a:lnTo>
                  <a:lnTo>
                    <a:pt x="30269" y="59274"/>
                  </a:lnTo>
                  <a:cubicBezTo>
                    <a:pt x="32936" y="57941"/>
                    <a:pt x="33222" y="57274"/>
                    <a:pt x="32460" y="54417"/>
                  </a:cubicBezTo>
                  <a:lnTo>
                    <a:pt x="29793" y="46035"/>
                  </a:lnTo>
                  <a:cubicBezTo>
                    <a:pt x="29221" y="43844"/>
                    <a:pt x="29793" y="43844"/>
                    <a:pt x="31317" y="41939"/>
                  </a:cubicBezTo>
                  <a:cubicBezTo>
                    <a:pt x="36498" y="45358"/>
                    <a:pt x="41365" y="49216"/>
                    <a:pt x="45890" y="53464"/>
                  </a:cubicBezTo>
                  <a:lnTo>
                    <a:pt x="49224" y="49368"/>
                  </a:lnTo>
                  <a:lnTo>
                    <a:pt x="55129" y="53369"/>
                  </a:lnTo>
                  <a:cubicBezTo>
                    <a:pt x="56034" y="51778"/>
                    <a:pt x="56272" y="49892"/>
                    <a:pt x="55796" y="48130"/>
                  </a:cubicBezTo>
                  <a:cubicBezTo>
                    <a:pt x="55796" y="47178"/>
                    <a:pt x="55224" y="46225"/>
                    <a:pt x="54939" y="45177"/>
                  </a:cubicBezTo>
                  <a:cubicBezTo>
                    <a:pt x="53891" y="41367"/>
                    <a:pt x="53986" y="41082"/>
                    <a:pt x="57510" y="38510"/>
                  </a:cubicBezTo>
                  <a:lnTo>
                    <a:pt x="62368" y="40415"/>
                  </a:lnTo>
                  <a:cubicBezTo>
                    <a:pt x="64140" y="39016"/>
                    <a:pt x="65521" y="37177"/>
                    <a:pt x="66369" y="35081"/>
                  </a:cubicBezTo>
                  <a:cubicBezTo>
                    <a:pt x="67035" y="33938"/>
                    <a:pt x="66369" y="32890"/>
                    <a:pt x="64749" y="32985"/>
                  </a:cubicBezTo>
                  <a:cubicBezTo>
                    <a:pt x="62502" y="33023"/>
                    <a:pt x="60263" y="33311"/>
                    <a:pt x="58082" y="33843"/>
                  </a:cubicBezTo>
                  <a:cubicBezTo>
                    <a:pt x="51986" y="35557"/>
                    <a:pt x="45890" y="37462"/>
                    <a:pt x="39889" y="39367"/>
                  </a:cubicBezTo>
                  <a:cubicBezTo>
                    <a:pt x="38022" y="40321"/>
                    <a:pt x="35765" y="39977"/>
                    <a:pt x="34269" y="38510"/>
                  </a:cubicBezTo>
                  <a:lnTo>
                    <a:pt x="28554" y="32604"/>
                  </a:lnTo>
                  <a:cubicBezTo>
                    <a:pt x="27507" y="31461"/>
                    <a:pt x="26554" y="30128"/>
                    <a:pt x="27411" y="28413"/>
                  </a:cubicBezTo>
                  <a:cubicBezTo>
                    <a:pt x="28269" y="26699"/>
                    <a:pt x="29793" y="26794"/>
                    <a:pt x="31221" y="26794"/>
                  </a:cubicBezTo>
                  <a:lnTo>
                    <a:pt x="57034" y="26794"/>
                  </a:lnTo>
                  <a:cubicBezTo>
                    <a:pt x="58558" y="26794"/>
                    <a:pt x="60273" y="26794"/>
                    <a:pt x="61320" y="25556"/>
                  </a:cubicBezTo>
                  <a:lnTo>
                    <a:pt x="61320" y="25080"/>
                  </a:lnTo>
                  <a:cubicBezTo>
                    <a:pt x="56844" y="19364"/>
                    <a:pt x="54558" y="12126"/>
                    <a:pt x="49414" y="6696"/>
                  </a:cubicBezTo>
                  <a:cubicBezTo>
                    <a:pt x="48100" y="5570"/>
                    <a:pt x="47481" y="3828"/>
                    <a:pt x="47795" y="2124"/>
                  </a:cubicBezTo>
                  <a:cubicBezTo>
                    <a:pt x="47795" y="600"/>
                    <a:pt x="48938" y="-162"/>
                    <a:pt x="50367" y="29"/>
                  </a:cubicBezTo>
                  <a:cubicBezTo>
                    <a:pt x="51834" y="104"/>
                    <a:pt x="53262" y="494"/>
                    <a:pt x="54558" y="1172"/>
                  </a:cubicBezTo>
                  <a:cubicBezTo>
                    <a:pt x="57987" y="3172"/>
                    <a:pt x="61225" y="5458"/>
                    <a:pt x="64083" y="7649"/>
                  </a:cubicBezTo>
                  <a:cubicBezTo>
                    <a:pt x="65168" y="8339"/>
                    <a:pt x="65702" y="9635"/>
                    <a:pt x="65416" y="10887"/>
                  </a:cubicBezTo>
                  <a:cubicBezTo>
                    <a:pt x="65416" y="14793"/>
                    <a:pt x="64368" y="18698"/>
                    <a:pt x="63797" y="22603"/>
                  </a:cubicBezTo>
                  <a:lnTo>
                    <a:pt x="63225" y="25175"/>
                  </a:lnTo>
                  <a:cubicBezTo>
                    <a:pt x="66588" y="26669"/>
                    <a:pt x="70531" y="25152"/>
                    <a:pt x="72027" y="21787"/>
                  </a:cubicBezTo>
                  <a:cubicBezTo>
                    <a:pt x="72046" y="21742"/>
                    <a:pt x="72065" y="21696"/>
                    <a:pt x="72084" y="21651"/>
                  </a:cubicBezTo>
                  <a:cubicBezTo>
                    <a:pt x="73274" y="19073"/>
                    <a:pt x="74322" y="16434"/>
                    <a:pt x="75227" y="13745"/>
                  </a:cubicBezTo>
                  <a:cubicBezTo>
                    <a:pt x="76713" y="10163"/>
                    <a:pt x="78923" y="6922"/>
                    <a:pt x="81704" y="4220"/>
                  </a:cubicBezTo>
                  <a:cubicBezTo>
                    <a:pt x="83514" y="2410"/>
                    <a:pt x="84942" y="2124"/>
                    <a:pt x="86752" y="4220"/>
                  </a:cubicBezTo>
                  <a:cubicBezTo>
                    <a:pt x="90124" y="7190"/>
                    <a:pt x="93305" y="10371"/>
                    <a:pt x="96277" y="13745"/>
                  </a:cubicBezTo>
                  <a:cubicBezTo>
                    <a:pt x="97696" y="15775"/>
                    <a:pt x="97696" y="18477"/>
                    <a:pt x="96277" y="20508"/>
                  </a:cubicBezTo>
                  <a:cubicBezTo>
                    <a:pt x="93867" y="23815"/>
                    <a:pt x="90562" y="26361"/>
                    <a:pt x="86752" y="27842"/>
                  </a:cubicBezTo>
                  <a:cubicBezTo>
                    <a:pt x="83647" y="28998"/>
                    <a:pt x="80466" y="29921"/>
                    <a:pt x="77227" y="30604"/>
                  </a:cubicBezTo>
                  <a:cubicBezTo>
                    <a:pt x="76237" y="30735"/>
                    <a:pt x="75294" y="31095"/>
                    <a:pt x="74465" y="31652"/>
                  </a:cubicBezTo>
                  <a:cubicBezTo>
                    <a:pt x="71512" y="34700"/>
                    <a:pt x="68655" y="37938"/>
                    <a:pt x="65702" y="41177"/>
                  </a:cubicBezTo>
                  <a:close/>
                  <a:moveTo>
                    <a:pt x="78275" y="54512"/>
                  </a:moveTo>
                  <a:lnTo>
                    <a:pt x="78275" y="54512"/>
                  </a:lnTo>
                  <a:cubicBezTo>
                    <a:pt x="78437" y="53150"/>
                    <a:pt x="77475" y="51921"/>
                    <a:pt x="76113" y="51750"/>
                  </a:cubicBezTo>
                  <a:cubicBezTo>
                    <a:pt x="76103" y="51750"/>
                    <a:pt x="76094" y="51750"/>
                    <a:pt x="76084" y="51750"/>
                  </a:cubicBezTo>
                  <a:lnTo>
                    <a:pt x="72750" y="51178"/>
                  </a:lnTo>
                  <a:cubicBezTo>
                    <a:pt x="70655" y="51178"/>
                    <a:pt x="69702" y="51178"/>
                    <a:pt x="69512" y="53369"/>
                  </a:cubicBezTo>
                  <a:cubicBezTo>
                    <a:pt x="69131" y="56531"/>
                    <a:pt x="68940" y="59712"/>
                    <a:pt x="68940" y="62894"/>
                  </a:cubicBezTo>
                  <a:cubicBezTo>
                    <a:pt x="68940" y="65085"/>
                    <a:pt x="69893" y="65656"/>
                    <a:pt x="71988" y="65180"/>
                  </a:cubicBezTo>
                  <a:cubicBezTo>
                    <a:pt x="73665" y="64827"/>
                    <a:pt x="75084" y="63694"/>
                    <a:pt x="75798" y="62132"/>
                  </a:cubicBezTo>
                  <a:cubicBezTo>
                    <a:pt x="76751" y="59655"/>
                    <a:pt x="77513" y="57083"/>
                    <a:pt x="78275" y="54512"/>
                  </a:cubicBezTo>
                  <a:close/>
                  <a:moveTo>
                    <a:pt x="35412" y="100327"/>
                  </a:moveTo>
                  <a:lnTo>
                    <a:pt x="35412" y="100327"/>
                  </a:lnTo>
                  <a:lnTo>
                    <a:pt x="35412" y="101089"/>
                  </a:lnTo>
                  <a:cubicBezTo>
                    <a:pt x="36346" y="100956"/>
                    <a:pt x="37270" y="100765"/>
                    <a:pt x="38175" y="100518"/>
                  </a:cubicBezTo>
                  <a:lnTo>
                    <a:pt x="46176" y="97851"/>
                  </a:lnTo>
                  <a:lnTo>
                    <a:pt x="53510" y="95088"/>
                  </a:lnTo>
                  <a:cubicBezTo>
                    <a:pt x="55234" y="94622"/>
                    <a:pt x="56339" y="92945"/>
                    <a:pt x="56082" y="91183"/>
                  </a:cubicBezTo>
                  <a:cubicBezTo>
                    <a:pt x="56043" y="90335"/>
                    <a:pt x="55710" y="89526"/>
                    <a:pt x="55129" y="88897"/>
                  </a:cubicBezTo>
                  <a:cubicBezTo>
                    <a:pt x="55129" y="88897"/>
                    <a:pt x="53700" y="88897"/>
                    <a:pt x="53034" y="88897"/>
                  </a:cubicBezTo>
                  <a:cubicBezTo>
                    <a:pt x="48271" y="91659"/>
                    <a:pt x="43509" y="94326"/>
                    <a:pt x="38651" y="97184"/>
                  </a:cubicBezTo>
                  <a:cubicBezTo>
                    <a:pt x="37346" y="97936"/>
                    <a:pt x="36136" y="98822"/>
                    <a:pt x="35031" y="99851"/>
                  </a:cubicBezTo>
                  <a:close/>
                  <a:moveTo>
                    <a:pt x="69417" y="72609"/>
                  </a:moveTo>
                  <a:lnTo>
                    <a:pt x="69417" y="72609"/>
                  </a:lnTo>
                  <a:cubicBezTo>
                    <a:pt x="71703" y="75276"/>
                    <a:pt x="72846" y="75372"/>
                    <a:pt x="75513" y="73848"/>
                  </a:cubicBezTo>
                  <a:cubicBezTo>
                    <a:pt x="78180" y="72324"/>
                    <a:pt x="82180" y="70133"/>
                    <a:pt x="85038" y="68133"/>
                  </a:cubicBezTo>
                  <a:cubicBezTo>
                    <a:pt x="86085" y="67561"/>
                    <a:pt x="87324" y="67180"/>
                    <a:pt x="87514" y="65085"/>
                  </a:cubicBezTo>
                  <a:cubicBezTo>
                    <a:pt x="82180" y="65085"/>
                    <a:pt x="77989" y="68895"/>
                    <a:pt x="73417" y="69752"/>
                  </a:cubicBezTo>
                  <a:cubicBezTo>
                    <a:pt x="71617" y="70047"/>
                    <a:pt x="70026" y="71085"/>
                    <a:pt x="69036" y="72609"/>
                  </a:cubicBezTo>
                  <a:close/>
                  <a:moveTo>
                    <a:pt x="80085" y="23270"/>
                  </a:moveTo>
                  <a:lnTo>
                    <a:pt x="80085" y="23270"/>
                  </a:lnTo>
                  <a:cubicBezTo>
                    <a:pt x="82837" y="24210"/>
                    <a:pt x="85857" y="22887"/>
                    <a:pt x="87038" y="20222"/>
                  </a:cubicBezTo>
                  <a:cubicBezTo>
                    <a:pt x="87533" y="18924"/>
                    <a:pt x="87190" y="17458"/>
                    <a:pt x="86181" y="16507"/>
                  </a:cubicBezTo>
                  <a:cubicBezTo>
                    <a:pt x="85228" y="15650"/>
                    <a:pt x="84180" y="15459"/>
                    <a:pt x="83514" y="16507"/>
                  </a:cubicBezTo>
                  <a:cubicBezTo>
                    <a:pt x="81771" y="18401"/>
                    <a:pt x="80580" y="20742"/>
                    <a:pt x="80085" y="23270"/>
                  </a:cubicBezTo>
                  <a:close/>
                  <a:moveTo>
                    <a:pt x="71036" y="80420"/>
                  </a:moveTo>
                  <a:lnTo>
                    <a:pt x="71036" y="80420"/>
                  </a:lnTo>
                  <a:cubicBezTo>
                    <a:pt x="70274" y="81087"/>
                    <a:pt x="69702" y="81372"/>
                    <a:pt x="69702" y="81658"/>
                  </a:cubicBezTo>
                  <a:cubicBezTo>
                    <a:pt x="69560" y="83525"/>
                    <a:pt x="69560" y="85411"/>
                    <a:pt x="69702" y="87278"/>
                  </a:cubicBezTo>
                  <a:cubicBezTo>
                    <a:pt x="69788" y="88383"/>
                    <a:pt x="70750" y="89202"/>
                    <a:pt x="71846" y="89116"/>
                  </a:cubicBezTo>
                  <a:cubicBezTo>
                    <a:pt x="72293" y="89087"/>
                    <a:pt x="72712" y="88907"/>
                    <a:pt x="73036" y="88611"/>
                  </a:cubicBezTo>
                  <a:cubicBezTo>
                    <a:pt x="73817" y="87964"/>
                    <a:pt x="74541" y="87259"/>
                    <a:pt x="75227" y="86516"/>
                  </a:cubicBezTo>
                  <a:cubicBezTo>
                    <a:pt x="73798" y="84801"/>
                    <a:pt x="72560" y="82896"/>
                    <a:pt x="71036" y="80706"/>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9" name="任意多边形: 形状 1938">
              <a:extLst>
                <a:ext uri="{FF2B5EF4-FFF2-40B4-BE49-F238E27FC236}">
                  <a16:creationId xmlns:a16="http://schemas.microsoft.com/office/drawing/2014/main" id="{24C1AC05-678D-4A73-8B5E-BE5211B46BB4}"/>
                </a:ext>
              </a:extLst>
            </p:cNvPr>
            <p:cNvSpPr/>
            <p:nvPr/>
          </p:nvSpPr>
          <p:spPr>
            <a:xfrm>
              <a:off x="6342729" y="6570938"/>
              <a:ext cx="150169" cy="138036"/>
            </a:xfrm>
            <a:custGeom>
              <a:avLst/>
              <a:gdLst>
                <a:gd name="connsiteX0" fmla="*/ 30302 w 118808"/>
                <a:gd name="connsiteY0" fmla="*/ 62806 h 109209"/>
                <a:gd name="connsiteX1" fmla="*/ 28492 w 118808"/>
                <a:gd name="connsiteY1" fmla="*/ 65473 h 109209"/>
                <a:gd name="connsiteX2" fmla="*/ 20110 w 118808"/>
                <a:gd name="connsiteY2" fmla="*/ 80618 h 109209"/>
                <a:gd name="connsiteX3" fmla="*/ 10585 w 118808"/>
                <a:gd name="connsiteY3" fmla="*/ 90143 h 109209"/>
                <a:gd name="connsiteX4" fmla="*/ 8681 w 118808"/>
                <a:gd name="connsiteY4" fmla="*/ 90143 h 109209"/>
                <a:gd name="connsiteX5" fmla="*/ 3537 w 118808"/>
                <a:gd name="connsiteY5" fmla="*/ 87857 h 109209"/>
                <a:gd name="connsiteX6" fmla="*/ 4394 w 118808"/>
                <a:gd name="connsiteY6" fmla="*/ 79760 h 109209"/>
                <a:gd name="connsiteX7" fmla="*/ 11538 w 118808"/>
                <a:gd name="connsiteY7" fmla="*/ 73760 h 109209"/>
                <a:gd name="connsiteX8" fmla="*/ 29540 w 118808"/>
                <a:gd name="connsiteY8" fmla="*/ 53376 h 109209"/>
                <a:gd name="connsiteX9" fmla="*/ 31826 w 118808"/>
                <a:gd name="connsiteY9" fmla="*/ 49280 h 109209"/>
                <a:gd name="connsiteX10" fmla="*/ 33636 w 118808"/>
                <a:gd name="connsiteY10" fmla="*/ 38041 h 109209"/>
                <a:gd name="connsiteX11" fmla="*/ 31350 w 118808"/>
                <a:gd name="connsiteY11" fmla="*/ 39565 h 109209"/>
                <a:gd name="connsiteX12" fmla="*/ 27178 w 118808"/>
                <a:gd name="connsiteY12" fmla="*/ 39679 h 109209"/>
                <a:gd name="connsiteX13" fmla="*/ 27064 w 118808"/>
                <a:gd name="connsiteY13" fmla="*/ 39565 h 109209"/>
                <a:gd name="connsiteX14" fmla="*/ 21063 w 118808"/>
                <a:gd name="connsiteY14" fmla="*/ 31659 h 109209"/>
                <a:gd name="connsiteX15" fmla="*/ 23349 w 118808"/>
                <a:gd name="connsiteY15" fmla="*/ 30326 h 109209"/>
                <a:gd name="connsiteX16" fmla="*/ 35255 w 118808"/>
                <a:gd name="connsiteY16" fmla="*/ 23468 h 109209"/>
                <a:gd name="connsiteX17" fmla="*/ 36589 w 118808"/>
                <a:gd name="connsiteY17" fmla="*/ 20896 h 109209"/>
                <a:gd name="connsiteX18" fmla="*/ 38398 w 118808"/>
                <a:gd name="connsiteY18" fmla="*/ 8132 h 109209"/>
                <a:gd name="connsiteX19" fmla="*/ 40399 w 118808"/>
                <a:gd name="connsiteY19" fmla="*/ 4894 h 109209"/>
                <a:gd name="connsiteX20" fmla="*/ 43256 w 118808"/>
                <a:gd name="connsiteY20" fmla="*/ 4894 h 109209"/>
                <a:gd name="connsiteX21" fmla="*/ 52210 w 118808"/>
                <a:gd name="connsiteY21" fmla="*/ 12609 h 109209"/>
                <a:gd name="connsiteX22" fmla="*/ 53353 w 118808"/>
                <a:gd name="connsiteY22" fmla="*/ 15943 h 109209"/>
                <a:gd name="connsiteX23" fmla="*/ 56020 w 118808"/>
                <a:gd name="connsiteY23" fmla="*/ 16419 h 109209"/>
                <a:gd name="connsiteX24" fmla="*/ 58306 w 118808"/>
                <a:gd name="connsiteY24" fmla="*/ 20039 h 109209"/>
                <a:gd name="connsiteX25" fmla="*/ 56972 w 118808"/>
                <a:gd name="connsiteY25" fmla="*/ 22515 h 109209"/>
                <a:gd name="connsiteX26" fmla="*/ 49257 w 118808"/>
                <a:gd name="connsiteY26" fmla="*/ 29183 h 109209"/>
                <a:gd name="connsiteX27" fmla="*/ 46114 w 118808"/>
                <a:gd name="connsiteY27" fmla="*/ 34612 h 109209"/>
                <a:gd name="connsiteX28" fmla="*/ 43066 w 118808"/>
                <a:gd name="connsiteY28" fmla="*/ 52709 h 109209"/>
                <a:gd name="connsiteX29" fmla="*/ 41351 w 118808"/>
                <a:gd name="connsiteY29" fmla="*/ 79475 h 109209"/>
                <a:gd name="connsiteX30" fmla="*/ 41351 w 118808"/>
                <a:gd name="connsiteY30" fmla="*/ 92714 h 109209"/>
                <a:gd name="connsiteX31" fmla="*/ 46114 w 118808"/>
                <a:gd name="connsiteY31" fmla="*/ 96429 h 109209"/>
                <a:gd name="connsiteX32" fmla="*/ 51543 w 118808"/>
                <a:gd name="connsiteY32" fmla="*/ 93762 h 109209"/>
                <a:gd name="connsiteX33" fmla="*/ 65354 w 118808"/>
                <a:gd name="connsiteY33" fmla="*/ 77760 h 109209"/>
                <a:gd name="connsiteX34" fmla="*/ 65354 w 118808"/>
                <a:gd name="connsiteY34" fmla="*/ 73093 h 109209"/>
                <a:gd name="connsiteX35" fmla="*/ 60020 w 118808"/>
                <a:gd name="connsiteY35" fmla="*/ 65187 h 109209"/>
                <a:gd name="connsiteX36" fmla="*/ 59163 w 118808"/>
                <a:gd name="connsiteY36" fmla="*/ 63758 h 109209"/>
                <a:gd name="connsiteX37" fmla="*/ 59163 w 118808"/>
                <a:gd name="connsiteY37" fmla="*/ 60615 h 109209"/>
                <a:gd name="connsiteX38" fmla="*/ 62497 w 118808"/>
                <a:gd name="connsiteY38" fmla="*/ 60615 h 109209"/>
                <a:gd name="connsiteX39" fmla="*/ 72022 w 118808"/>
                <a:gd name="connsiteY39" fmla="*/ 66044 h 109209"/>
                <a:gd name="connsiteX40" fmla="*/ 76022 w 118808"/>
                <a:gd name="connsiteY40" fmla="*/ 57853 h 109209"/>
                <a:gd name="connsiteX41" fmla="*/ 76022 w 118808"/>
                <a:gd name="connsiteY41" fmla="*/ 55091 h 109209"/>
                <a:gd name="connsiteX42" fmla="*/ 73260 w 118808"/>
                <a:gd name="connsiteY42" fmla="*/ 55853 h 109209"/>
                <a:gd name="connsiteX43" fmla="*/ 73260 w 118808"/>
                <a:gd name="connsiteY43" fmla="*/ 55853 h 109209"/>
                <a:gd name="connsiteX44" fmla="*/ 68879 w 118808"/>
                <a:gd name="connsiteY44" fmla="*/ 57091 h 109209"/>
                <a:gd name="connsiteX45" fmla="*/ 66497 w 118808"/>
                <a:gd name="connsiteY45" fmla="*/ 49852 h 109209"/>
                <a:gd name="connsiteX46" fmla="*/ 69450 w 118808"/>
                <a:gd name="connsiteY46" fmla="*/ 41565 h 109209"/>
                <a:gd name="connsiteX47" fmla="*/ 71355 w 118808"/>
                <a:gd name="connsiteY47" fmla="*/ 34707 h 109209"/>
                <a:gd name="connsiteX48" fmla="*/ 71355 w 118808"/>
                <a:gd name="connsiteY48" fmla="*/ 32802 h 109209"/>
                <a:gd name="connsiteX49" fmla="*/ 67640 w 118808"/>
                <a:gd name="connsiteY49" fmla="*/ 35564 h 109209"/>
                <a:gd name="connsiteX50" fmla="*/ 60592 w 118808"/>
                <a:gd name="connsiteY50" fmla="*/ 40708 h 109209"/>
                <a:gd name="connsiteX51" fmla="*/ 49638 w 118808"/>
                <a:gd name="connsiteY51" fmla="*/ 37374 h 109209"/>
                <a:gd name="connsiteX52" fmla="*/ 51067 w 118808"/>
                <a:gd name="connsiteY52" fmla="*/ 36136 h 109209"/>
                <a:gd name="connsiteX53" fmla="*/ 68974 w 118808"/>
                <a:gd name="connsiteY53" fmla="*/ 24420 h 109209"/>
                <a:gd name="connsiteX54" fmla="*/ 78499 w 118808"/>
                <a:gd name="connsiteY54" fmla="*/ 10037 h 109209"/>
                <a:gd name="connsiteX55" fmla="*/ 78975 w 118808"/>
                <a:gd name="connsiteY55" fmla="*/ 3941 h 109209"/>
                <a:gd name="connsiteX56" fmla="*/ 84118 w 118808"/>
                <a:gd name="connsiteY56" fmla="*/ 798 h 109209"/>
                <a:gd name="connsiteX57" fmla="*/ 93643 w 118808"/>
                <a:gd name="connsiteY57" fmla="*/ 9085 h 109209"/>
                <a:gd name="connsiteX58" fmla="*/ 94787 w 118808"/>
                <a:gd name="connsiteY58" fmla="*/ 10228 h 109209"/>
                <a:gd name="connsiteX59" fmla="*/ 96025 w 118808"/>
                <a:gd name="connsiteY59" fmla="*/ 10228 h 109209"/>
                <a:gd name="connsiteX60" fmla="*/ 96025 w 118808"/>
                <a:gd name="connsiteY60" fmla="*/ 18324 h 109209"/>
                <a:gd name="connsiteX61" fmla="*/ 93453 w 118808"/>
                <a:gd name="connsiteY61" fmla="*/ 20039 h 109209"/>
                <a:gd name="connsiteX62" fmla="*/ 84881 w 118808"/>
                <a:gd name="connsiteY62" fmla="*/ 29564 h 109209"/>
                <a:gd name="connsiteX63" fmla="*/ 80594 w 118808"/>
                <a:gd name="connsiteY63" fmla="*/ 38422 h 109209"/>
                <a:gd name="connsiteX64" fmla="*/ 79165 w 118808"/>
                <a:gd name="connsiteY64" fmla="*/ 46232 h 109209"/>
                <a:gd name="connsiteX65" fmla="*/ 86119 w 118808"/>
                <a:gd name="connsiteY65" fmla="*/ 47566 h 109209"/>
                <a:gd name="connsiteX66" fmla="*/ 88500 w 118808"/>
                <a:gd name="connsiteY66" fmla="*/ 48899 h 109209"/>
                <a:gd name="connsiteX67" fmla="*/ 89452 w 118808"/>
                <a:gd name="connsiteY67" fmla="*/ 57377 h 109209"/>
                <a:gd name="connsiteX68" fmla="*/ 81261 w 118808"/>
                <a:gd name="connsiteY68" fmla="*/ 71283 h 109209"/>
                <a:gd name="connsiteX69" fmla="*/ 98597 w 118808"/>
                <a:gd name="connsiteY69" fmla="*/ 83094 h 109209"/>
                <a:gd name="connsiteX70" fmla="*/ 112313 w 118808"/>
                <a:gd name="connsiteY70" fmla="*/ 84428 h 109209"/>
                <a:gd name="connsiteX71" fmla="*/ 118504 w 118808"/>
                <a:gd name="connsiteY71" fmla="*/ 83856 h 109209"/>
                <a:gd name="connsiteX72" fmla="*/ 117942 w 118808"/>
                <a:gd name="connsiteY72" fmla="*/ 86495 h 109209"/>
                <a:gd name="connsiteX73" fmla="*/ 117456 w 118808"/>
                <a:gd name="connsiteY73" fmla="*/ 86714 h 109209"/>
                <a:gd name="connsiteX74" fmla="*/ 92786 w 118808"/>
                <a:gd name="connsiteY74" fmla="*/ 97001 h 109209"/>
                <a:gd name="connsiteX75" fmla="*/ 83833 w 118808"/>
                <a:gd name="connsiteY75" fmla="*/ 93667 h 109209"/>
                <a:gd name="connsiteX76" fmla="*/ 76213 w 118808"/>
                <a:gd name="connsiteY76" fmla="*/ 84142 h 109209"/>
                <a:gd name="connsiteX77" fmla="*/ 73927 w 118808"/>
                <a:gd name="connsiteY77" fmla="*/ 82142 h 109209"/>
                <a:gd name="connsiteX78" fmla="*/ 71355 w 118808"/>
                <a:gd name="connsiteY78" fmla="*/ 85285 h 109209"/>
                <a:gd name="connsiteX79" fmla="*/ 51257 w 118808"/>
                <a:gd name="connsiteY79" fmla="*/ 102811 h 109209"/>
                <a:gd name="connsiteX80" fmla="*/ 44590 w 118808"/>
                <a:gd name="connsiteY80" fmla="*/ 101763 h 109209"/>
                <a:gd name="connsiteX81" fmla="*/ 43066 w 118808"/>
                <a:gd name="connsiteY81" fmla="*/ 100430 h 109209"/>
                <a:gd name="connsiteX82" fmla="*/ 43066 w 118808"/>
                <a:gd name="connsiteY82" fmla="*/ 100430 h 109209"/>
                <a:gd name="connsiteX83" fmla="*/ 39065 w 118808"/>
                <a:gd name="connsiteY83" fmla="*/ 106907 h 109209"/>
                <a:gd name="connsiteX84" fmla="*/ 36684 w 118808"/>
                <a:gd name="connsiteY84" fmla="*/ 108716 h 109209"/>
                <a:gd name="connsiteX85" fmla="*/ 33922 w 118808"/>
                <a:gd name="connsiteY85" fmla="*/ 108716 h 109209"/>
                <a:gd name="connsiteX86" fmla="*/ 21634 w 118808"/>
                <a:gd name="connsiteY86" fmla="*/ 101096 h 109209"/>
                <a:gd name="connsiteX87" fmla="*/ 15539 w 118808"/>
                <a:gd name="connsiteY87" fmla="*/ 98239 h 109209"/>
                <a:gd name="connsiteX88" fmla="*/ 20015 w 118808"/>
                <a:gd name="connsiteY88" fmla="*/ 95762 h 109209"/>
                <a:gd name="connsiteX89" fmla="*/ 26016 w 118808"/>
                <a:gd name="connsiteY89" fmla="*/ 96429 h 109209"/>
                <a:gd name="connsiteX90" fmla="*/ 30874 w 118808"/>
                <a:gd name="connsiteY90" fmla="*/ 91857 h 109209"/>
                <a:gd name="connsiteX91" fmla="*/ 30874 w 118808"/>
                <a:gd name="connsiteY91" fmla="*/ 78236 h 109209"/>
                <a:gd name="connsiteX92" fmla="*/ 31922 w 118808"/>
                <a:gd name="connsiteY92" fmla="*/ 64425 h 109209"/>
                <a:gd name="connsiteX93" fmla="*/ 31922 w 118808"/>
                <a:gd name="connsiteY93" fmla="*/ 61853 h 109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118808" h="109209">
                  <a:moveTo>
                    <a:pt x="30302" y="62806"/>
                  </a:moveTo>
                  <a:cubicBezTo>
                    <a:pt x="29616" y="63635"/>
                    <a:pt x="29007" y="64530"/>
                    <a:pt x="28492" y="65473"/>
                  </a:cubicBezTo>
                  <a:cubicBezTo>
                    <a:pt x="25730" y="70521"/>
                    <a:pt x="23063" y="75665"/>
                    <a:pt x="20110" y="80618"/>
                  </a:cubicBezTo>
                  <a:cubicBezTo>
                    <a:pt x="17577" y="84371"/>
                    <a:pt x="14338" y="87609"/>
                    <a:pt x="10585" y="90143"/>
                  </a:cubicBezTo>
                  <a:cubicBezTo>
                    <a:pt x="9985" y="90419"/>
                    <a:pt x="9281" y="90419"/>
                    <a:pt x="8681" y="90143"/>
                  </a:cubicBezTo>
                  <a:cubicBezTo>
                    <a:pt x="6823" y="89752"/>
                    <a:pt x="5071" y="88981"/>
                    <a:pt x="3537" y="87857"/>
                  </a:cubicBezTo>
                  <a:cubicBezTo>
                    <a:pt x="-1035" y="83761"/>
                    <a:pt x="-1607" y="83475"/>
                    <a:pt x="4394" y="79760"/>
                  </a:cubicBezTo>
                  <a:cubicBezTo>
                    <a:pt x="7080" y="78160"/>
                    <a:pt x="9490" y="76131"/>
                    <a:pt x="11538" y="73760"/>
                  </a:cubicBezTo>
                  <a:lnTo>
                    <a:pt x="29540" y="53376"/>
                  </a:lnTo>
                  <a:cubicBezTo>
                    <a:pt x="30636" y="52224"/>
                    <a:pt x="31417" y="50814"/>
                    <a:pt x="31826" y="49280"/>
                  </a:cubicBezTo>
                  <a:cubicBezTo>
                    <a:pt x="32588" y="45756"/>
                    <a:pt x="32969" y="42232"/>
                    <a:pt x="33636" y="38041"/>
                  </a:cubicBezTo>
                  <a:lnTo>
                    <a:pt x="31350" y="39565"/>
                  </a:lnTo>
                  <a:cubicBezTo>
                    <a:pt x="30226" y="40746"/>
                    <a:pt x="28359" y="40803"/>
                    <a:pt x="27178" y="39679"/>
                  </a:cubicBezTo>
                  <a:cubicBezTo>
                    <a:pt x="27140" y="39641"/>
                    <a:pt x="27102" y="39603"/>
                    <a:pt x="27064" y="39565"/>
                  </a:cubicBezTo>
                  <a:cubicBezTo>
                    <a:pt x="24397" y="37507"/>
                    <a:pt x="22330" y="34779"/>
                    <a:pt x="21063" y="31659"/>
                  </a:cubicBezTo>
                  <a:cubicBezTo>
                    <a:pt x="21758" y="31111"/>
                    <a:pt x="22530" y="30662"/>
                    <a:pt x="23349" y="30326"/>
                  </a:cubicBezTo>
                  <a:cubicBezTo>
                    <a:pt x="27731" y="28841"/>
                    <a:pt x="31769" y="26511"/>
                    <a:pt x="35255" y="23468"/>
                  </a:cubicBezTo>
                  <a:cubicBezTo>
                    <a:pt x="36017" y="23468"/>
                    <a:pt x="36398" y="21848"/>
                    <a:pt x="36589" y="20896"/>
                  </a:cubicBezTo>
                  <a:cubicBezTo>
                    <a:pt x="37256" y="16705"/>
                    <a:pt x="37922" y="12419"/>
                    <a:pt x="38398" y="8132"/>
                  </a:cubicBezTo>
                  <a:cubicBezTo>
                    <a:pt x="38475" y="6785"/>
                    <a:pt x="39227" y="5566"/>
                    <a:pt x="40399" y="4894"/>
                  </a:cubicBezTo>
                  <a:cubicBezTo>
                    <a:pt x="41256" y="4289"/>
                    <a:pt x="42399" y="4289"/>
                    <a:pt x="43256" y="4894"/>
                  </a:cubicBezTo>
                  <a:cubicBezTo>
                    <a:pt x="46781" y="6769"/>
                    <a:pt x="49838" y="9405"/>
                    <a:pt x="52210" y="12609"/>
                  </a:cubicBezTo>
                  <a:cubicBezTo>
                    <a:pt x="52762" y="13655"/>
                    <a:pt x="53143" y="14779"/>
                    <a:pt x="53353" y="15943"/>
                  </a:cubicBezTo>
                  <a:cubicBezTo>
                    <a:pt x="54115" y="15943"/>
                    <a:pt x="55448" y="15943"/>
                    <a:pt x="56020" y="16419"/>
                  </a:cubicBezTo>
                  <a:cubicBezTo>
                    <a:pt x="57096" y="17398"/>
                    <a:pt x="57887" y="18649"/>
                    <a:pt x="58306" y="20039"/>
                  </a:cubicBezTo>
                  <a:cubicBezTo>
                    <a:pt x="58306" y="20705"/>
                    <a:pt x="57639" y="21848"/>
                    <a:pt x="56972" y="22515"/>
                  </a:cubicBezTo>
                  <a:cubicBezTo>
                    <a:pt x="54496" y="24801"/>
                    <a:pt x="51924" y="26992"/>
                    <a:pt x="49257" y="29183"/>
                  </a:cubicBezTo>
                  <a:cubicBezTo>
                    <a:pt x="47571" y="30536"/>
                    <a:pt x="46447" y="32474"/>
                    <a:pt x="46114" y="34612"/>
                  </a:cubicBezTo>
                  <a:cubicBezTo>
                    <a:pt x="44971" y="40613"/>
                    <a:pt x="44018" y="46613"/>
                    <a:pt x="43066" y="52709"/>
                  </a:cubicBezTo>
                  <a:cubicBezTo>
                    <a:pt x="41923" y="61587"/>
                    <a:pt x="41351" y="70521"/>
                    <a:pt x="41351" y="79475"/>
                  </a:cubicBezTo>
                  <a:cubicBezTo>
                    <a:pt x="41351" y="83856"/>
                    <a:pt x="41351" y="88333"/>
                    <a:pt x="41351" y="92714"/>
                  </a:cubicBezTo>
                  <a:cubicBezTo>
                    <a:pt x="41351" y="97096"/>
                    <a:pt x="42875" y="97382"/>
                    <a:pt x="46114" y="96429"/>
                  </a:cubicBezTo>
                  <a:cubicBezTo>
                    <a:pt x="48009" y="95734"/>
                    <a:pt x="49829" y="94838"/>
                    <a:pt x="51543" y="93762"/>
                  </a:cubicBezTo>
                  <a:cubicBezTo>
                    <a:pt x="57334" y="89581"/>
                    <a:pt x="62068" y="84104"/>
                    <a:pt x="65354" y="77760"/>
                  </a:cubicBezTo>
                  <a:cubicBezTo>
                    <a:pt x="66383" y="76379"/>
                    <a:pt x="66383" y="74474"/>
                    <a:pt x="65354" y="73093"/>
                  </a:cubicBezTo>
                  <a:cubicBezTo>
                    <a:pt x="63449" y="70521"/>
                    <a:pt x="61735" y="67854"/>
                    <a:pt x="60020" y="65187"/>
                  </a:cubicBezTo>
                  <a:cubicBezTo>
                    <a:pt x="59668" y="64759"/>
                    <a:pt x="59382" y="64273"/>
                    <a:pt x="59163" y="63758"/>
                  </a:cubicBezTo>
                  <a:cubicBezTo>
                    <a:pt x="59163" y="62711"/>
                    <a:pt x="58306" y="61377"/>
                    <a:pt x="59163" y="60615"/>
                  </a:cubicBezTo>
                  <a:cubicBezTo>
                    <a:pt x="60020" y="59853"/>
                    <a:pt x="61354" y="59853"/>
                    <a:pt x="62497" y="60615"/>
                  </a:cubicBezTo>
                  <a:lnTo>
                    <a:pt x="72022" y="66044"/>
                  </a:lnTo>
                  <a:cubicBezTo>
                    <a:pt x="73355" y="63473"/>
                    <a:pt x="74784" y="60710"/>
                    <a:pt x="76022" y="57853"/>
                  </a:cubicBezTo>
                  <a:cubicBezTo>
                    <a:pt x="76022" y="57091"/>
                    <a:pt x="76022" y="56043"/>
                    <a:pt x="76022" y="55091"/>
                  </a:cubicBezTo>
                  <a:lnTo>
                    <a:pt x="73260" y="55853"/>
                  </a:lnTo>
                  <a:lnTo>
                    <a:pt x="73260" y="55853"/>
                  </a:lnTo>
                  <a:cubicBezTo>
                    <a:pt x="71926" y="56615"/>
                    <a:pt x="70879" y="58520"/>
                    <a:pt x="68879" y="57091"/>
                  </a:cubicBezTo>
                  <a:cubicBezTo>
                    <a:pt x="66545" y="55491"/>
                    <a:pt x="65573" y="52528"/>
                    <a:pt x="66497" y="49852"/>
                  </a:cubicBezTo>
                  <a:lnTo>
                    <a:pt x="69450" y="41565"/>
                  </a:lnTo>
                  <a:cubicBezTo>
                    <a:pt x="70117" y="39279"/>
                    <a:pt x="70783" y="36993"/>
                    <a:pt x="71355" y="34707"/>
                  </a:cubicBezTo>
                  <a:cubicBezTo>
                    <a:pt x="71441" y="34075"/>
                    <a:pt x="71441" y="33435"/>
                    <a:pt x="71355" y="32802"/>
                  </a:cubicBezTo>
                  <a:lnTo>
                    <a:pt x="67640" y="35564"/>
                  </a:lnTo>
                  <a:cubicBezTo>
                    <a:pt x="65440" y="37477"/>
                    <a:pt x="63087" y="39197"/>
                    <a:pt x="60592" y="40708"/>
                  </a:cubicBezTo>
                  <a:cubicBezTo>
                    <a:pt x="56610" y="42156"/>
                    <a:pt x="52143" y="40803"/>
                    <a:pt x="49638" y="37374"/>
                  </a:cubicBezTo>
                  <a:lnTo>
                    <a:pt x="51067" y="36136"/>
                  </a:lnTo>
                  <a:lnTo>
                    <a:pt x="68974" y="24420"/>
                  </a:lnTo>
                  <a:cubicBezTo>
                    <a:pt x="77927" y="18419"/>
                    <a:pt x="75927" y="20515"/>
                    <a:pt x="78499" y="10037"/>
                  </a:cubicBezTo>
                  <a:cubicBezTo>
                    <a:pt x="78851" y="8025"/>
                    <a:pt x="79004" y="5984"/>
                    <a:pt x="78975" y="3941"/>
                  </a:cubicBezTo>
                  <a:cubicBezTo>
                    <a:pt x="78975" y="131"/>
                    <a:pt x="80690" y="-916"/>
                    <a:pt x="84118" y="798"/>
                  </a:cubicBezTo>
                  <a:cubicBezTo>
                    <a:pt x="88243" y="2232"/>
                    <a:pt x="91653" y="5200"/>
                    <a:pt x="93643" y="9085"/>
                  </a:cubicBezTo>
                  <a:cubicBezTo>
                    <a:pt x="93643" y="9561"/>
                    <a:pt x="94406" y="9847"/>
                    <a:pt x="94787" y="10228"/>
                  </a:cubicBezTo>
                  <a:lnTo>
                    <a:pt x="96025" y="10228"/>
                  </a:lnTo>
                  <a:cubicBezTo>
                    <a:pt x="100025" y="12990"/>
                    <a:pt x="100121" y="15467"/>
                    <a:pt x="96025" y="18324"/>
                  </a:cubicBezTo>
                  <a:cubicBezTo>
                    <a:pt x="95225" y="18982"/>
                    <a:pt x="94367" y="19557"/>
                    <a:pt x="93453" y="20039"/>
                  </a:cubicBezTo>
                  <a:cubicBezTo>
                    <a:pt x="89433" y="21936"/>
                    <a:pt x="86347" y="25368"/>
                    <a:pt x="84881" y="29564"/>
                  </a:cubicBezTo>
                  <a:cubicBezTo>
                    <a:pt x="83604" y="32588"/>
                    <a:pt x="82175" y="35545"/>
                    <a:pt x="80594" y="38422"/>
                  </a:cubicBezTo>
                  <a:cubicBezTo>
                    <a:pt x="79470" y="40870"/>
                    <a:pt x="78984" y="43546"/>
                    <a:pt x="79165" y="46232"/>
                  </a:cubicBezTo>
                  <a:cubicBezTo>
                    <a:pt x="81547" y="46709"/>
                    <a:pt x="83833" y="46994"/>
                    <a:pt x="86119" y="47566"/>
                  </a:cubicBezTo>
                  <a:cubicBezTo>
                    <a:pt x="86995" y="47842"/>
                    <a:pt x="87805" y="48290"/>
                    <a:pt x="88500" y="48899"/>
                  </a:cubicBezTo>
                  <a:cubicBezTo>
                    <a:pt x="92119" y="51566"/>
                    <a:pt x="92310" y="53852"/>
                    <a:pt x="89452" y="57377"/>
                  </a:cubicBezTo>
                  <a:cubicBezTo>
                    <a:pt x="86223" y="61701"/>
                    <a:pt x="83480" y="66368"/>
                    <a:pt x="81261" y="71283"/>
                  </a:cubicBezTo>
                  <a:cubicBezTo>
                    <a:pt x="86290" y="76227"/>
                    <a:pt x="92158" y="80227"/>
                    <a:pt x="98597" y="83094"/>
                  </a:cubicBezTo>
                  <a:cubicBezTo>
                    <a:pt x="103006" y="84580"/>
                    <a:pt x="107702" y="85037"/>
                    <a:pt x="112313" y="84428"/>
                  </a:cubicBezTo>
                  <a:lnTo>
                    <a:pt x="118504" y="83856"/>
                  </a:lnTo>
                  <a:cubicBezTo>
                    <a:pt x="119075" y="84742"/>
                    <a:pt x="118818" y="85923"/>
                    <a:pt x="117942" y="86495"/>
                  </a:cubicBezTo>
                  <a:cubicBezTo>
                    <a:pt x="117789" y="86590"/>
                    <a:pt x="117627" y="86666"/>
                    <a:pt x="117456" y="86714"/>
                  </a:cubicBezTo>
                  <a:cubicBezTo>
                    <a:pt x="109674" y="91114"/>
                    <a:pt x="101387" y="94572"/>
                    <a:pt x="92786" y="97001"/>
                  </a:cubicBezTo>
                  <a:cubicBezTo>
                    <a:pt x="89395" y="98496"/>
                    <a:pt x="85424" y="97020"/>
                    <a:pt x="83833" y="93667"/>
                  </a:cubicBezTo>
                  <a:cubicBezTo>
                    <a:pt x="81451" y="90524"/>
                    <a:pt x="78784" y="87476"/>
                    <a:pt x="76213" y="84142"/>
                  </a:cubicBezTo>
                  <a:cubicBezTo>
                    <a:pt x="75508" y="83408"/>
                    <a:pt x="74746" y="82742"/>
                    <a:pt x="73927" y="82142"/>
                  </a:cubicBezTo>
                  <a:cubicBezTo>
                    <a:pt x="72974" y="83285"/>
                    <a:pt x="72117" y="84237"/>
                    <a:pt x="71355" y="85285"/>
                  </a:cubicBezTo>
                  <a:cubicBezTo>
                    <a:pt x="65649" y="92181"/>
                    <a:pt x="58868" y="98106"/>
                    <a:pt x="51257" y="102811"/>
                  </a:cubicBezTo>
                  <a:cubicBezTo>
                    <a:pt x="47828" y="104906"/>
                    <a:pt x="47447" y="104716"/>
                    <a:pt x="44590" y="101763"/>
                  </a:cubicBezTo>
                  <a:lnTo>
                    <a:pt x="43066" y="100430"/>
                  </a:lnTo>
                  <a:lnTo>
                    <a:pt x="43066" y="100430"/>
                  </a:lnTo>
                  <a:cubicBezTo>
                    <a:pt x="41732" y="102620"/>
                    <a:pt x="40494" y="104811"/>
                    <a:pt x="39065" y="106907"/>
                  </a:cubicBezTo>
                  <a:cubicBezTo>
                    <a:pt x="38398" y="107659"/>
                    <a:pt x="37589" y="108278"/>
                    <a:pt x="36684" y="108716"/>
                  </a:cubicBezTo>
                  <a:cubicBezTo>
                    <a:pt x="35884" y="109374"/>
                    <a:pt x="34731" y="109374"/>
                    <a:pt x="33922" y="108716"/>
                  </a:cubicBezTo>
                  <a:cubicBezTo>
                    <a:pt x="30312" y="105468"/>
                    <a:pt x="26149" y="102887"/>
                    <a:pt x="21634" y="101096"/>
                  </a:cubicBezTo>
                  <a:cubicBezTo>
                    <a:pt x="19634" y="100049"/>
                    <a:pt x="17539" y="99191"/>
                    <a:pt x="15539" y="98239"/>
                  </a:cubicBezTo>
                  <a:cubicBezTo>
                    <a:pt x="16967" y="95667"/>
                    <a:pt x="17443" y="95477"/>
                    <a:pt x="20015" y="95762"/>
                  </a:cubicBezTo>
                  <a:cubicBezTo>
                    <a:pt x="21996" y="96124"/>
                    <a:pt x="24006" y="96353"/>
                    <a:pt x="26016" y="96429"/>
                  </a:cubicBezTo>
                  <a:cubicBezTo>
                    <a:pt x="29635" y="96429"/>
                    <a:pt x="30683" y="95381"/>
                    <a:pt x="30874" y="91857"/>
                  </a:cubicBezTo>
                  <a:cubicBezTo>
                    <a:pt x="31064" y="88333"/>
                    <a:pt x="30874" y="82332"/>
                    <a:pt x="30874" y="78236"/>
                  </a:cubicBezTo>
                  <a:cubicBezTo>
                    <a:pt x="30874" y="74141"/>
                    <a:pt x="31540" y="68711"/>
                    <a:pt x="31922" y="64425"/>
                  </a:cubicBezTo>
                  <a:cubicBezTo>
                    <a:pt x="31922" y="63568"/>
                    <a:pt x="31922" y="62711"/>
                    <a:pt x="31922" y="61853"/>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0" name="任意多边形: 形状 1939">
              <a:extLst>
                <a:ext uri="{FF2B5EF4-FFF2-40B4-BE49-F238E27FC236}">
                  <a16:creationId xmlns:a16="http://schemas.microsoft.com/office/drawing/2014/main" id="{98240C8A-A7CE-440E-BC36-F9FA2B62E44B}"/>
                </a:ext>
              </a:extLst>
            </p:cNvPr>
            <p:cNvSpPr/>
            <p:nvPr/>
          </p:nvSpPr>
          <p:spPr>
            <a:xfrm>
              <a:off x="6046471" y="6576892"/>
              <a:ext cx="105270" cy="156251"/>
            </a:xfrm>
            <a:custGeom>
              <a:avLst/>
              <a:gdLst>
                <a:gd name="connsiteX0" fmla="*/ 19706 w 83286"/>
                <a:gd name="connsiteY0" fmla="*/ 52475 h 123620"/>
                <a:gd name="connsiteX1" fmla="*/ 21992 w 83286"/>
                <a:gd name="connsiteY1" fmla="*/ 50951 h 123620"/>
                <a:gd name="connsiteX2" fmla="*/ 32756 w 83286"/>
                <a:gd name="connsiteY2" fmla="*/ 41426 h 123620"/>
                <a:gd name="connsiteX3" fmla="*/ 34184 w 83286"/>
                <a:gd name="connsiteY3" fmla="*/ 37807 h 123620"/>
                <a:gd name="connsiteX4" fmla="*/ 32565 w 83286"/>
                <a:gd name="connsiteY4" fmla="*/ 20567 h 123620"/>
                <a:gd name="connsiteX5" fmla="*/ 31327 w 83286"/>
                <a:gd name="connsiteY5" fmla="*/ 17042 h 123620"/>
                <a:gd name="connsiteX6" fmla="*/ 28755 w 83286"/>
                <a:gd name="connsiteY6" fmla="*/ 11518 h 123620"/>
                <a:gd name="connsiteX7" fmla="*/ 29803 w 83286"/>
                <a:gd name="connsiteY7" fmla="*/ 4850 h 123620"/>
                <a:gd name="connsiteX8" fmla="*/ 42757 w 83286"/>
                <a:gd name="connsiteY8" fmla="*/ 2945 h 123620"/>
                <a:gd name="connsiteX9" fmla="*/ 46662 w 83286"/>
                <a:gd name="connsiteY9" fmla="*/ 5612 h 123620"/>
                <a:gd name="connsiteX10" fmla="*/ 48472 w 83286"/>
                <a:gd name="connsiteY10" fmla="*/ 10946 h 123620"/>
                <a:gd name="connsiteX11" fmla="*/ 46186 w 83286"/>
                <a:gd name="connsiteY11" fmla="*/ 25234 h 123620"/>
                <a:gd name="connsiteX12" fmla="*/ 47424 w 83286"/>
                <a:gd name="connsiteY12" fmla="*/ 29425 h 123620"/>
                <a:gd name="connsiteX13" fmla="*/ 50091 w 83286"/>
                <a:gd name="connsiteY13" fmla="*/ 27710 h 123620"/>
                <a:gd name="connsiteX14" fmla="*/ 64284 w 83286"/>
                <a:gd name="connsiteY14" fmla="*/ 18185 h 123620"/>
                <a:gd name="connsiteX15" fmla="*/ 77809 w 83286"/>
                <a:gd name="connsiteY15" fmla="*/ 15518 h 123620"/>
                <a:gd name="connsiteX16" fmla="*/ 83143 w 83286"/>
                <a:gd name="connsiteY16" fmla="*/ 19995 h 123620"/>
                <a:gd name="connsiteX17" fmla="*/ 80571 w 83286"/>
                <a:gd name="connsiteY17" fmla="*/ 26186 h 123620"/>
                <a:gd name="connsiteX18" fmla="*/ 75333 w 83286"/>
                <a:gd name="connsiteY18" fmla="*/ 29330 h 123620"/>
                <a:gd name="connsiteX19" fmla="*/ 63902 w 83286"/>
                <a:gd name="connsiteY19" fmla="*/ 38855 h 123620"/>
                <a:gd name="connsiteX20" fmla="*/ 62379 w 83286"/>
                <a:gd name="connsiteY20" fmla="*/ 41522 h 123620"/>
                <a:gd name="connsiteX21" fmla="*/ 63807 w 83286"/>
                <a:gd name="connsiteY21" fmla="*/ 46760 h 123620"/>
                <a:gd name="connsiteX22" fmla="*/ 64379 w 83286"/>
                <a:gd name="connsiteY22" fmla="*/ 46760 h 123620"/>
                <a:gd name="connsiteX23" fmla="*/ 63712 w 83286"/>
                <a:gd name="connsiteY23" fmla="*/ 55714 h 123620"/>
                <a:gd name="connsiteX24" fmla="*/ 51044 w 83286"/>
                <a:gd name="connsiteY24" fmla="*/ 61238 h 123620"/>
                <a:gd name="connsiteX25" fmla="*/ 47615 w 83286"/>
                <a:gd name="connsiteY25" fmla="*/ 61238 h 123620"/>
                <a:gd name="connsiteX26" fmla="*/ 44091 w 83286"/>
                <a:gd name="connsiteY26" fmla="*/ 64763 h 123620"/>
                <a:gd name="connsiteX27" fmla="*/ 44091 w 83286"/>
                <a:gd name="connsiteY27" fmla="*/ 68477 h 123620"/>
                <a:gd name="connsiteX28" fmla="*/ 44091 w 83286"/>
                <a:gd name="connsiteY28" fmla="*/ 79622 h 123620"/>
                <a:gd name="connsiteX29" fmla="*/ 44662 w 83286"/>
                <a:gd name="connsiteY29" fmla="*/ 89147 h 123620"/>
                <a:gd name="connsiteX30" fmla="*/ 45424 w 83286"/>
                <a:gd name="connsiteY30" fmla="*/ 113245 h 123620"/>
                <a:gd name="connsiteX31" fmla="*/ 43805 w 83286"/>
                <a:gd name="connsiteY31" fmla="*/ 120770 h 123620"/>
                <a:gd name="connsiteX32" fmla="*/ 38985 w 83286"/>
                <a:gd name="connsiteY32" fmla="*/ 123475 h 123620"/>
                <a:gd name="connsiteX33" fmla="*/ 36756 w 83286"/>
                <a:gd name="connsiteY33" fmla="*/ 121817 h 123620"/>
                <a:gd name="connsiteX34" fmla="*/ 30660 w 83286"/>
                <a:gd name="connsiteY34" fmla="*/ 103720 h 123620"/>
                <a:gd name="connsiteX35" fmla="*/ 32375 w 83286"/>
                <a:gd name="connsiteY35" fmla="*/ 90575 h 123620"/>
                <a:gd name="connsiteX36" fmla="*/ 32946 w 83286"/>
                <a:gd name="connsiteY36" fmla="*/ 86575 h 123620"/>
                <a:gd name="connsiteX37" fmla="*/ 33708 w 83286"/>
                <a:gd name="connsiteY37" fmla="*/ 53999 h 123620"/>
                <a:gd name="connsiteX38" fmla="*/ 32756 w 83286"/>
                <a:gd name="connsiteY38" fmla="*/ 50761 h 123620"/>
                <a:gd name="connsiteX39" fmla="*/ 29993 w 83286"/>
                <a:gd name="connsiteY39" fmla="*/ 52380 h 123620"/>
                <a:gd name="connsiteX40" fmla="*/ 17039 w 83286"/>
                <a:gd name="connsiteY40" fmla="*/ 68001 h 123620"/>
                <a:gd name="connsiteX41" fmla="*/ 9801 w 83286"/>
                <a:gd name="connsiteY41" fmla="*/ 69620 h 123620"/>
                <a:gd name="connsiteX42" fmla="*/ 2466 w 83286"/>
                <a:gd name="connsiteY42" fmla="*/ 64286 h 123620"/>
                <a:gd name="connsiteX43" fmla="*/ 180 w 83286"/>
                <a:gd name="connsiteY43" fmla="*/ 57524 h 123620"/>
                <a:gd name="connsiteX44" fmla="*/ 180 w 83286"/>
                <a:gd name="connsiteY44" fmla="*/ 55809 h 123620"/>
                <a:gd name="connsiteX45" fmla="*/ 5705 w 83286"/>
                <a:gd name="connsiteY45" fmla="*/ 37997 h 123620"/>
                <a:gd name="connsiteX46" fmla="*/ 7419 w 83286"/>
                <a:gd name="connsiteY46" fmla="*/ 34378 h 123620"/>
                <a:gd name="connsiteX47" fmla="*/ 9801 w 83286"/>
                <a:gd name="connsiteY47" fmla="*/ 32854 h 123620"/>
                <a:gd name="connsiteX48" fmla="*/ 11801 w 83286"/>
                <a:gd name="connsiteY48" fmla="*/ 34664 h 123620"/>
                <a:gd name="connsiteX49" fmla="*/ 17135 w 83286"/>
                <a:gd name="connsiteY49" fmla="*/ 47903 h 123620"/>
                <a:gd name="connsiteX50" fmla="*/ 19326 w 83286"/>
                <a:gd name="connsiteY50" fmla="*/ 51713 h 123620"/>
                <a:gd name="connsiteX51" fmla="*/ 57806 w 83286"/>
                <a:gd name="connsiteY51" fmla="*/ 31235 h 123620"/>
                <a:gd name="connsiteX52" fmla="*/ 57806 w 83286"/>
                <a:gd name="connsiteY52" fmla="*/ 31235 h 123620"/>
                <a:gd name="connsiteX53" fmla="*/ 56092 w 83286"/>
                <a:gd name="connsiteY53" fmla="*/ 31235 h 123620"/>
                <a:gd name="connsiteX54" fmla="*/ 45900 w 83286"/>
                <a:gd name="connsiteY54" fmla="*/ 39045 h 123620"/>
                <a:gd name="connsiteX55" fmla="*/ 44852 w 83286"/>
                <a:gd name="connsiteY55" fmla="*/ 41045 h 123620"/>
                <a:gd name="connsiteX56" fmla="*/ 44852 w 83286"/>
                <a:gd name="connsiteY56" fmla="*/ 50570 h 123620"/>
                <a:gd name="connsiteX57" fmla="*/ 47138 w 83286"/>
                <a:gd name="connsiteY57" fmla="*/ 52380 h 123620"/>
                <a:gd name="connsiteX58" fmla="*/ 55044 w 83286"/>
                <a:gd name="connsiteY58" fmla="*/ 45046 h 123620"/>
                <a:gd name="connsiteX59" fmla="*/ 57711 w 83286"/>
                <a:gd name="connsiteY59" fmla="*/ 34568 h 123620"/>
                <a:gd name="connsiteX60" fmla="*/ 57806 w 83286"/>
                <a:gd name="connsiteY60" fmla="*/ 31235 h 123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83286" h="123620">
                  <a:moveTo>
                    <a:pt x="19706" y="52475"/>
                  </a:moveTo>
                  <a:cubicBezTo>
                    <a:pt x="20497" y="52009"/>
                    <a:pt x="21259" y="51504"/>
                    <a:pt x="21992" y="50951"/>
                  </a:cubicBezTo>
                  <a:lnTo>
                    <a:pt x="32756" y="41426"/>
                  </a:lnTo>
                  <a:cubicBezTo>
                    <a:pt x="33794" y="40531"/>
                    <a:pt x="34327" y="39178"/>
                    <a:pt x="34184" y="37807"/>
                  </a:cubicBezTo>
                  <a:cubicBezTo>
                    <a:pt x="34184" y="32092"/>
                    <a:pt x="33232" y="26282"/>
                    <a:pt x="32565" y="20567"/>
                  </a:cubicBezTo>
                  <a:cubicBezTo>
                    <a:pt x="32337" y="19334"/>
                    <a:pt x="31918" y="18145"/>
                    <a:pt x="31327" y="17042"/>
                  </a:cubicBezTo>
                  <a:cubicBezTo>
                    <a:pt x="30565" y="15233"/>
                    <a:pt x="29708" y="13328"/>
                    <a:pt x="28755" y="11518"/>
                  </a:cubicBezTo>
                  <a:cubicBezTo>
                    <a:pt x="27479" y="9329"/>
                    <a:pt x="27917" y="6541"/>
                    <a:pt x="29803" y="4850"/>
                  </a:cubicBezTo>
                  <a:cubicBezTo>
                    <a:pt x="35613" y="-1150"/>
                    <a:pt x="35518" y="-1341"/>
                    <a:pt x="42757" y="2945"/>
                  </a:cubicBezTo>
                  <a:cubicBezTo>
                    <a:pt x="44091" y="3707"/>
                    <a:pt x="45329" y="4660"/>
                    <a:pt x="46662" y="5612"/>
                  </a:cubicBezTo>
                  <a:cubicBezTo>
                    <a:pt x="48510" y="6689"/>
                    <a:pt x="49282" y="8966"/>
                    <a:pt x="48472" y="10946"/>
                  </a:cubicBezTo>
                  <a:cubicBezTo>
                    <a:pt x="47243" y="15621"/>
                    <a:pt x="46472" y="20407"/>
                    <a:pt x="46186" y="25234"/>
                  </a:cubicBezTo>
                  <a:cubicBezTo>
                    <a:pt x="46186" y="26567"/>
                    <a:pt x="45424" y="28282"/>
                    <a:pt x="47424" y="29425"/>
                  </a:cubicBezTo>
                  <a:lnTo>
                    <a:pt x="50091" y="27710"/>
                  </a:lnTo>
                  <a:lnTo>
                    <a:pt x="64284" y="18185"/>
                  </a:lnTo>
                  <a:cubicBezTo>
                    <a:pt x="68322" y="15697"/>
                    <a:pt x="73123" y="14751"/>
                    <a:pt x="77809" y="15518"/>
                  </a:cubicBezTo>
                  <a:cubicBezTo>
                    <a:pt x="80381" y="15662"/>
                    <a:pt x="82552" y="17484"/>
                    <a:pt x="83143" y="19995"/>
                  </a:cubicBezTo>
                  <a:cubicBezTo>
                    <a:pt x="83686" y="22395"/>
                    <a:pt x="82657" y="24875"/>
                    <a:pt x="80571" y="26186"/>
                  </a:cubicBezTo>
                  <a:cubicBezTo>
                    <a:pt x="78981" y="27467"/>
                    <a:pt x="77209" y="28525"/>
                    <a:pt x="75333" y="29330"/>
                  </a:cubicBezTo>
                  <a:cubicBezTo>
                    <a:pt x="70856" y="31600"/>
                    <a:pt x="66941" y="34854"/>
                    <a:pt x="63902" y="38855"/>
                  </a:cubicBezTo>
                  <a:cubicBezTo>
                    <a:pt x="63283" y="39674"/>
                    <a:pt x="62769" y="40569"/>
                    <a:pt x="62379" y="41522"/>
                  </a:cubicBezTo>
                  <a:cubicBezTo>
                    <a:pt x="61331" y="43998"/>
                    <a:pt x="61617" y="45046"/>
                    <a:pt x="63807" y="46760"/>
                  </a:cubicBezTo>
                  <a:lnTo>
                    <a:pt x="64379" y="46760"/>
                  </a:lnTo>
                  <a:cubicBezTo>
                    <a:pt x="68951" y="50189"/>
                    <a:pt x="68951" y="52952"/>
                    <a:pt x="63712" y="55714"/>
                  </a:cubicBezTo>
                  <a:cubicBezTo>
                    <a:pt x="59607" y="57809"/>
                    <a:pt x="55378" y="59648"/>
                    <a:pt x="51044" y="61238"/>
                  </a:cubicBezTo>
                  <a:cubicBezTo>
                    <a:pt x="49910" y="61429"/>
                    <a:pt x="48748" y="61429"/>
                    <a:pt x="47615" y="61238"/>
                  </a:cubicBezTo>
                  <a:cubicBezTo>
                    <a:pt x="44662" y="61238"/>
                    <a:pt x="44091" y="61715"/>
                    <a:pt x="44091" y="64763"/>
                  </a:cubicBezTo>
                  <a:cubicBezTo>
                    <a:pt x="44091" y="66001"/>
                    <a:pt x="44091" y="67239"/>
                    <a:pt x="44091" y="68477"/>
                  </a:cubicBezTo>
                  <a:cubicBezTo>
                    <a:pt x="44091" y="72192"/>
                    <a:pt x="44091" y="75907"/>
                    <a:pt x="44091" y="79622"/>
                  </a:cubicBezTo>
                  <a:cubicBezTo>
                    <a:pt x="44091" y="83336"/>
                    <a:pt x="44567" y="86194"/>
                    <a:pt x="44662" y="89147"/>
                  </a:cubicBezTo>
                  <a:cubicBezTo>
                    <a:pt x="44662" y="97148"/>
                    <a:pt x="45424" y="105244"/>
                    <a:pt x="45424" y="113245"/>
                  </a:cubicBezTo>
                  <a:cubicBezTo>
                    <a:pt x="45405" y="115836"/>
                    <a:pt x="44852" y="118398"/>
                    <a:pt x="43805" y="120770"/>
                  </a:cubicBezTo>
                  <a:cubicBezTo>
                    <a:pt x="43224" y="122846"/>
                    <a:pt x="41062" y="124056"/>
                    <a:pt x="38985" y="123475"/>
                  </a:cubicBezTo>
                  <a:cubicBezTo>
                    <a:pt x="38071" y="123208"/>
                    <a:pt x="37271" y="122627"/>
                    <a:pt x="36756" y="121817"/>
                  </a:cubicBezTo>
                  <a:cubicBezTo>
                    <a:pt x="32175" y="116969"/>
                    <a:pt x="29946" y="110359"/>
                    <a:pt x="30660" y="103720"/>
                  </a:cubicBezTo>
                  <a:cubicBezTo>
                    <a:pt x="30660" y="99338"/>
                    <a:pt x="31803" y="94957"/>
                    <a:pt x="32375" y="90575"/>
                  </a:cubicBezTo>
                  <a:cubicBezTo>
                    <a:pt x="32375" y="89242"/>
                    <a:pt x="32375" y="87908"/>
                    <a:pt x="32946" y="86575"/>
                  </a:cubicBezTo>
                  <a:cubicBezTo>
                    <a:pt x="32946" y="75716"/>
                    <a:pt x="33518" y="64858"/>
                    <a:pt x="33708" y="53999"/>
                  </a:cubicBezTo>
                  <a:cubicBezTo>
                    <a:pt x="33708" y="52856"/>
                    <a:pt x="34280" y="51142"/>
                    <a:pt x="32756" y="50761"/>
                  </a:cubicBezTo>
                  <a:cubicBezTo>
                    <a:pt x="31232" y="50380"/>
                    <a:pt x="30660" y="51618"/>
                    <a:pt x="29993" y="52380"/>
                  </a:cubicBezTo>
                  <a:cubicBezTo>
                    <a:pt x="25612" y="57524"/>
                    <a:pt x="21326" y="62762"/>
                    <a:pt x="17039" y="68001"/>
                  </a:cubicBezTo>
                  <a:cubicBezTo>
                    <a:pt x="14754" y="70859"/>
                    <a:pt x="12944" y="71525"/>
                    <a:pt x="9801" y="69620"/>
                  </a:cubicBezTo>
                  <a:cubicBezTo>
                    <a:pt x="6657" y="67715"/>
                    <a:pt x="4847" y="66096"/>
                    <a:pt x="2466" y="64286"/>
                  </a:cubicBezTo>
                  <a:cubicBezTo>
                    <a:pt x="475" y="62648"/>
                    <a:pt x="-410" y="60029"/>
                    <a:pt x="180" y="57524"/>
                  </a:cubicBezTo>
                  <a:lnTo>
                    <a:pt x="180" y="55809"/>
                  </a:lnTo>
                  <a:cubicBezTo>
                    <a:pt x="1990" y="49904"/>
                    <a:pt x="3800" y="43998"/>
                    <a:pt x="5705" y="37997"/>
                  </a:cubicBezTo>
                  <a:cubicBezTo>
                    <a:pt x="6076" y="36711"/>
                    <a:pt x="6657" y="35483"/>
                    <a:pt x="7419" y="34378"/>
                  </a:cubicBezTo>
                  <a:cubicBezTo>
                    <a:pt x="7972" y="33568"/>
                    <a:pt x="8829" y="33018"/>
                    <a:pt x="9801" y="32854"/>
                  </a:cubicBezTo>
                  <a:cubicBezTo>
                    <a:pt x="10848" y="32854"/>
                    <a:pt x="11420" y="33616"/>
                    <a:pt x="11801" y="34664"/>
                  </a:cubicBezTo>
                  <a:cubicBezTo>
                    <a:pt x="13515" y="39140"/>
                    <a:pt x="15325" y="43522"/>
                    <a:pt x="17135" y="47903"/>
                  </a:cubicBezTo>
                  <a:cubicBezTo>
                    <a:pt x="17706" y="49142"/>
                    <a:pt x="18563" y="50285"/>
                    <a:pt x="19326" y="51713"/>
                  </a:cubicBezTo>
                  <a:close/>
                  <a:moveTo>
                    <a:pt x="57806" y="31235"/>
                  </a:moveTo>
                  <a:lnTo>
                    <a:pt x="57806" y="31235"/>
                  </a:lnTo>
                  <a:cubicBezTo>
                    <a:pt x="56949" y="31235"/>
                    <a:pt x="56378" y="31235"/>
                    <a:pt x="56092" y="31235"/>
                  </a:cubicBezTo>
                  <a:cubicBezTo>
                    <a:pt x="52663" y="33806"/>
                    <a:pt x="49234" y="36378"/>
                    <a:pt x="45900" y="39045"/>
                  </a:cubicBezTo>
                  <a:cubicBezTo>
                    <a:pt x="45281" y="39531"/>
                    <a:pt x="44900" y="40264"/>
                    <a:pt x="44852" y="41045"/>
                  </a:cubicBezTo>
                  <a:cubicBezTo>
                    <a:pt x="44852" y="44284"/>
                    <a:pt x="44852" y="47618"/>
                    <a:pt x="44852" y="50570"/>
                  </a:cubicBezTo>
                  <a:cubicBezTo>
                    <a:pt x="44852" y="51809"/>
                    <a:pt x="45805" y="52952"/>
                    <a:pt x="47138" y="52380"/>
                  </a:cubicBezTo>
                  <a:cubicBezTo>
                    <a:pt x="50472" y="50761"/>
                    <a:pt x="53997" y="49237"/>
                    <a:pt x="55044" y="45046"/>
                  </a:cubicBezTo>
                  <a:cubicBezTo>
                    <a:pt x="56092" y="40855"/>
                    <a:pt x="56854" y="38093"/>
                    <a:pt x="57711" y="34568"/>
                  </a:cubicBezTo>
                  <a:cubicBezTo>
                    <a:pt x="57825" y="33461"/>
                    <a:pt x="57854" y="32347"/>
                    <a:pt x="57806" y="3123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1" name="任意多边形: 形状 1940">
              <a:extLst>
                <a:ext uri="{FF2B5EF4-FFF2-40B4-BE49-F238E27FC236}">
                  <a16:creationId xmlns:a16="http://schemas.microsoft.com/office/drawing/2014/main" id="{2DE9D0C9-3491-4E92-8C97-9DCBD67BAE08}"/>
                </a:ext>
              </a:extLst>
            </p:cNvPr>
            <p:cNvSpPr/>
            <p:nvPr/>
          </p:nvSpPr>
          <p:spPr>
            <a:xfrm>
              <a:off x="6520444" y="6580156"/>
              <a:ext cx="103713" cy="132253"/>
            </a:xfrm>
            <a:custGeom>
              <a:avLst/>
              <a:gdLst>
                <a:gd name="connsiteX0" fmla="*/ 190 w 82054"/>
                <a:gd name="connsiteY0" fmla="*/ 104091 h 104634"/>
                <a:gd name="connsiteX1" fmla="*/ 3619 w 82054"/>
                <a:gd name="connsiteY1" fmla="*/ 102281 h 104634"/>
                <a:gd name="connsiteX2" fmla="*/ 19621 w 82054"/>
                <a:gd name="connsiteY2" fmla="*/ 94089 h 104634"/>
                <a:gd name="connsiteX3" fmla="*/ 35909 w 82054"/>
                <a:gd name="connsiteY3" fmla="*/ 74468 h 104634"/>
                <a:gd name="connsiteX4" fmla="*/ 35909 w 82054"/>
                <a:gd name="connsiteY4" fmla="*/ 70182 h 104634"/>
                <a:gd name="connsiteX5" fmla="*/ 32766 w 82054"/>
                <a:gd name="connsiteY5" fmla="*/ 71801 h 104634"/>
                <a:gd name="connsiteX6" fmla="*/ 21336 w 82054"/>
                <a:gd name="connsiteY6" fmla="*/ 81326 h 104634"/>
                <a:gd name="connsiteX7" fmla="*/ 13049 w 82054"/>
                <a:gd name="connsiteY7" fmla="*/ 82374 h 104634"/>
                <a:gd name="connsiteX8" fmla="*/ 7144 w 82054"/>
                <a:gd name="connsiteY8" fmla="*/ 78373 h 104634"/>
                <a:gd name="connsiteX9" fmla="*/ 1619 w 82054"/>
                <a:gd name="connsiteY9" fmla="*/ 74468 h 104634"/>
                <a:gd name="connsiteX10" fmla="*/ 381 w 82054"/>
                <a:gd name="connsiteY10" fmla="*/ 71991 h 104634"/>
                <a:gd name="connsiteX11" fmla="*/ 2381 w 82054"/>
                <a:gd name="connsiteY11" fmla="*/ 70086 h 104634"/>
                <a:gd name="connsiteX12" fmla="*/ 7620 w 82054"/>
                <a:gd name="connsiteY12" fmla="*/ 68848 h 104634"/>
                <a:gd name="connsiteX13" fmla="*/ 22193 w 82054"/>
                <a:gd name="connsiteY13" fmla="*/ 63419 h 104634"/>
                <a:gd name="connsiteX14" fmla="*/ 37719 w 82054"/>
                <a:gd name="connsiteY14" fmla="*/ 53894 h 104634"/>
                <a:gd name="connsiteX15" fmla="*/ 40576 w 82054"/>
                <a:gd name="connsiteY15" fmla="*/ 49703 h 104634"/>
                <a:gd name="connsiteX16" fmla="*/ 42005 w 82054"/>
                <a:gd name="connsiteY16" fmla="*/ 12746 h 104634"/>
                <a:gd name="connsiteX17" fmla="*/ 40862 w 82054"/>
                <a:gd name="connsiteY17" fmla="*/ 5793 h 104634"/>
                <a:gd name="connsiteX18" fmla="*/ 40862 w 82054"/>
                <a:gd name="connsiteY18" fmla="*/ 2745 h 104634"/>
                <a:gd name="connsiteX19" fmla="*/ 45625 w 82054"/>
                <a:gd name="connsiteY19" fmla="*/ 840 h 104634"/>
                <a:gd name="connsiteX20" fmla="*/ 58007 w 82054"/>
                <a:gd name="connsiteY20" fmla="*/ 10365 h 104634"/>
                <a:gd name="connsiteX21" fmla="*/ 60007 w 82054"/>
                <a:gd name="connsiteY21" fmla="*/ 18651 h 104634"/>
                <a:gd name="connsiteX22" fmla="*/ 56292 w 82054"/>
                <a:gd name="connsiteY22" fmla="*/ 40368 h 104634"/>
                <a:gd name="connsiteX23" fmla="*/ 56959 w 82054"/>
                <a:gd name="connsiteY23" fmla="*/ 43607 h 104634"/>
                <a:gd name="connsiteX24" fmla="*/ 67151 w 82054"/>
                <a:gd name="connsiteY24" fmla="*/ 36273 h 104634"/>
                <a:gd name="connsiteX25" fmla="*/ 79562 w 82054"/>
                <a:gd name="connsiteY25" fmla="*/ 34596 h 104634"/>
                <a:gd name="connsiteX26" fmla="*/ 80772 w 82054"/>
                <a:gd name="connsiteY26" fmla="*/ 35701 h 104634"/>
                <a:gd name="connsiteX27" fmla="*/ 81296 w 82054"/>
                <a:gd name="connsiteY27" fmla="*/ 40521 h 104634"/>
                <a:gd name="connsiteX28" fmla="*/ 80010 w 82054"/>
                <a:gd name="connsiteY28" fmla="*/ 41511 h 104634"/>
                <a:gd name="connsiteX29" fmla="*/ 79343 w 82054"/>
                <a:gd name="connsiteY29" fmla="*/ 41511 h 104634"/>
                <a:gd name="connsiteX30" fmla="*/ 54007 w 82054"/>
                <a:gd name="connsiteY30" fmla="*/ 55704 h 104634"/>
                <a:gd name="connsiteX31" fmla="*/ 51340 w 82054"/>
                <a:gd name="connsiteY31" fmla="*/ 59895 h 104634"/>
                <a:gd name="connsiteX32" fmla="*/ 42291 w 82054"/>
                <a:gd name="connsiteY32" fmla="*/ 82850 h 104634"/>
                <a:gd name="connsiteX33" fmla="*/ 17621 w 82054"/>
                <a:gd name="connsiteY33" fmla="*/ 103614 h 104634"/>
                <a:gd name="connsiteX34" fmla="*/ 1429 w 82054"/>
                <a:gd name="connsiteY34" fmla="*/ 104281 h 104634"/>
                <a:gd name="connsiteX35" fmla="*/ 0 w 82054"/>
                <a:gd name="connsiteY35" fmla="*/ 103614 h 10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2054" h="104634">
                  <a:moveTo>
                    <a:pt x="190" y="104091"/>
                  </a:moveTo>
                  <a:lnTo>
                    <a:pt x="3619" y="102281"/>
                  </a:lnTo>
                  <a:cubicBezTo>
                    <a:pt x="9239" y="100147"/>
                    <a:pt x="14602" y="97404"/>
                    <a:pt x="19621" y="94089"/>
                  </a:cubicBezTo>
                  <a:cubicBezTo>
                    <a:pt x="26651" y="89060"/>
                    <a:pt x="32261" y="82297"/>
                    <a:pt x="35909" y="74468"/>
                  </a:cubicBezTo>
                  <a:cubicBezTo>
                    <a:pt x="36061" y="73039"/>
                    <a:pt x="36061" y="71610"/>
                    <a:pt x="35909" y="70182"/>
                  </a:cubicBezTo>
                  <a:cubicBezTo>
                    <a:pt x="34814" y="70620"/>
                    <a:pt x="33756" y="71163"/>
                    <a:pt x="32766" y="71801"/>
                  </a:cubicBezTo>
                  <a:cubicBezTo>
                    <a:pt x="28861" y="74944"/>
                    <a:pt x="25051" y="78183"/>
                    <a:pt x="21336" y="81326"/>
                  </a:cubicBezTo>
                  <a:cubicBezTo>
                    <a:pt x="19307" y="83860"/>
                    <a:pt x="15640" y="84317"/>
                    <a:pt x="13049" y="82374"/>
                  </a:cubicBezTo>
                  <a:cubicBezTo>
                    <a:pt x="11049" y="81231"/>
                    <a:pt x="9144" y="79802"/>
                    <a:pt x="7144" y="78373"/>
                  </a:cubicBezTo>
                  <a:cubicBezTo>
                    <a:pt x="5210" y="77211"/>
                    <a:pt x="3362" y="75906"/>
                    <a:pt x="1619" y="74468"/>
                  </a:cubicBezTo>
                  <a:cubicBezTo>
                    <a:pt x="952" y="73896"/>
                    <a:pt x="190" y="72753"/>
                    <a:pt x="381" y="71991"/>
                  </a:cubicBezTo>
                  <a:cubicBezTo>
                    <a:pt x="571" y="71229"/>
                    <a:pt x="1524" y="70372"/>
                    <a:pt x="2381" y="70086"/>
                  </a:cubicBezTo>
                  <a:cubicBezTo>
                    <a:pt x="4076" y="69486"/>
                    <a:pt x="5829" y="69067"/>
                    <a:pt x="7620" y="68848"/>
                  </a:cubicBezTo>
                  <a:cubicBezTo>
                    <a:pt x="12811" y="68105"/>
                    <a:pt x="17783" y="66248"/>
                    <a:pt x="22193" y="63419"/>
                  </a:cubicBezTo>
                  <a:cubicBezTo>
                    <a:pt x="27337" y="60466"/>
                    <a:pt x="32480" y="57323"/>
                    <a:pt x="37719" y="53894"/>
                  </a:cubicBezTo>
                  <a:cubicBezTo>
                    <a:pt x="39291" y="53046"/>
                    <a:pt x="40357" y="51484"/>
                    <a:pt x="40576" y="49703"/>
                  </a:cubicBezTo>
                  <a:cubicBezTo>
                    <a:pt x="42481" y="37482"/>
                    <a:pt x="42958" y="25079"/>
                    <a:pt x="42005" y="12746"/>
                  </a:cubicBezTo>
                  <a:cubicBezTo>
                    <a:pt x="42005" y="10460"/>
                    <a:pt x="41148" y="8079"/>
                    <a:pt x="40862" y="5793"/>
                  </a:cubicBezTo>
                  <a:cubicBezTo>
                    <a:pt x="40719" y="4781"/>
                    <a:pt x="40719" y="3756"/>
                    <a:pt x="40862" y="2745"/>
                  </a:cubicBezTo>
                  <a:cubicBezTo>
                    <a:pt x="41338" y="173"/>
                    <a:pt x="43529" y="-875"/>
                    <a:pt x="45625" y="840"/>
                  </a:cubicBezTo>
                  <a:cubicBezTo>
                    <a:pt x="49816" y="4078"/>
                    <a:pt x="54007" y="7412"/>
                    <a:pt x="58007" y="10365"/>
                  </a:cubicBezTo>
                  <a:cubicBezTo>
                    <a:pt x="60427" y="12383"/>
                    <a:pt x="61246" y="15750"/>
                    <a:pt x="60007" y="18651"/>
                  </a:cubicBezTo>
                  <a:cubicBezTo>
                    <a:pt x="57921" y="25719"/>
                    <a:pt x="56674" y="33006"/>
                    <a:pt x="56292" y="40368"/>
                  </a:cubicBezTo>
                  <a:cubicBezTo>
                    <a:pt x="56340" y="41473"/>
                    <a:pt x="56559" y="42569"/>
                    <a:pt x="56959" y="43607"/>
                  </a:cubicBezTo>
                  <a:cubicBezTo>
                    <a:pt x="60760" y="41778"/>
                    <a:pt x="64208" y="39302"/>
                    <a:pt x="67151" y="36273"/>
                  </a:cubicBezTo>
                  <a:cubicBezTo>
                    <a:pt x="70113" y="32377"/>
                    <a:pt x="75676" y="31628"/>
                    <a:pt x="79562" y="34596"/>
                  </a:cubicBezTo>
                  <a:cubicBezTo>
                    <a:pt x="80000" y="34920"/>
                    <a:pt x="80400" y="35292"/>
                    <a:pt x="80772" y="35701"/>
                  </a:cubicBezTo>
                  <a:cubicBezTo>
                    <a:pt x="82248" y="36892"/>
                    <a:pt x="82486" y="39044"/>
                    <a:pt x="81296" y="40521"/>
                  </a:cubicBezTo>
                  <a:cubicBezTo>
                    <a:pt x="80953" y="40949"/>
                    <a:pt x="80515" y="41292"/>
                    <a:pt x="80010" y="41511"/>
                  </a:cubicBezTo>
                  <a:lnTo>
                    <a:pt x="79343" y="41511"/>
                  </a:lnTo>
                  <a:cubicBezTo>
                    <a:pt x="70380" y="45255"/>
                    <a:pt x="61884" y="50017"/>
                    <a:pt x="54007" y="55704"/>
                  </a:cubicBezTo>
                  <a:cubicBezTo>
                    <a:pt x="52578" y="56675"/>
                    <a:pt x="51616" y="58190"/>
                    <a:pt x="51340" y="59895"/>
                  </a:cubicBezTo>
                  <a:cubicBezTo>
                    <a:pt x="49149" y="67848"/>
                    <a:pt x="46110" y="75544"/>
                    <a:pt x="42291" y="82850"/>
                  </a:cubicBezTo>
                  <a:cubicBezTo>
                    <a:pt x="37547" y="93080"/>
                    <a:pt x="28508" y="100681"/>
                    <a:pt x="17621" y="103614"/>
                  </a:cubicBezTo>
                  <a:cubicBezTo>
                    <a:pt x="12297" y="104691"/>
                    <a:pt x="6829" y="104919"/>
                    <a:pt x="1429" y="104281"/>
                  </a:cubicBezTo>
                  <a:cubicBezTo>
                    <a:pt x="914" y="104157"/>
                    <a:pt x="428" y="103929"/>
                    <a:pt x="0" y="103614"/>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2" name="任意多边形: 形状 1941">
              <a:extLst>
                <a:ext uri="{FF2B5EF4-FFF2-40B4-BE49-F238E27FC236}">
                  <a16:creationId xmlns:a16="http://schemas.microsoft.com/office/drawing/2014/main" id="{F33657B3-BECF-405A-864C-A869B728BC90}"/>
                </a:ext>
              </a:extLst>
            </p:cNvPr>
            <p:cNvSpPr/>
            <p:nvPr/>
          </p:nvSpPr>
          <p:spPr>
            <a:xfrm>
              <a:off x="6246503" y="6575602"/>
              <a:ext cx="63659" cy="155953"/>
            </a:xfrm>
            <a:custGeom>
              <a:avLst/>
              <a:gdLst>
                <a:gd name="connsiteX0" fmla="*/ 36518 w 50365"/>
                <a:gd name="connsiteY0" fmla="*/ 46829 h 123384"/>
                <a:gd name="connsiteX1" fmla="*/ 43662 w 50365"/>
                <a:gd name="connsiteY1" fmla="*/ 31113 h 123384"/>
                <a:gd name="connsiteX2" fmla="*/ 45376 w 50365"/>
                <a:gd name="connsiteY2" fmla="*/ 32827 h 123384"/>
                <a:gd name="connsiteX3" fmla="*/ 47567 w 50365"/>
                <a:gd name="connsiteY3" fmla="*/ 39400 h 123384"/>
                <a:gd name="connsiteX4" fmla="*/ 49186 w 50365"/>
                <a:gd name="connsiteY4" fmla="*/ 41971 h 123384"/>
                <a:gd name="connsiteX5" fmla="*/ 48043 w 50365"/>
                <a:gd name="connsiteY5" fmla="*/ 49115 h 123384"/>
                <a:gd name="connsiteX6" fmla="*/ 38518 w 50365"/>
                <a:gd name="connsiteY6" fmla="*/ 57878 h 123384"/>
                <a:gd name="connsiteX7" fmla="*/ 35756 w 50365"/>
                <a:gd name="connsiteY7" fmla="*/ 63022 h 123384"/>
                <a:gd name="connsiteX8" fmla="*/ 35756 w 50365"/>
                <a:gd name="connsiteY8" fmla="*/ 89882 h 123384"/>
                <a:gd name="connsiteX9" fmla="*/ 35756 w 50365"/>
                <a:gd name="connsiteY9" fmla="*/ 96931 h 123384"/>
                <a:gd name="connsiteX10" fmla="*/ 33661 w 50365"/>
                <a:gd name="connsiteY10" fmla="*/ 115981 h 123384"/>
                <a:gd name="connsiteX11" fmla="*/ 29946 w 50365"/>
                <a:gd name="connsiteY11" fmla="*/ 122362 h 123384"/>
                <a:gd name="connsiteX12" fmla="*/ 26136 w 50365"/>
                <a:gd name="connsiteY12" fmla="*/ 123124 h 123384"/>
                <a:gd name="connsiteX13" fmla="*/ 24517 w 50365"/>
                <a:gd name="connsiteY13" fmla="*/ 120076 h 123384"/>
                <a:gd name="connsiteX14" fmla="*/ 24517 w 50365"/>
                <a:gd name="connsiteY14" fmla="*/ 110551 h 123384"/>
                <a:gd name="connsiteX15" fmla="*/ 24517 w 50365"/>
                <a:gd name="connsiteY15" fmla="*/ 72451 h 123384"/>
                <a:gd name="connsiteX16" fmla="*/ 24517 w 50365"/>
                <a:gd name="connsiteY16" fmla="*/ 69308 h 123384"/>
                <a:gd name="connsiteX17" fmla="*/ 22421 w 50365"/>
                <a:gd name="connsiteY17" fmla="*/ 70451 h 123384"/>
                <a:gd name="connsiteX18" fmla="*/ 15849 w 50365"/>
                <a:gd name="connsiteY18" fmla="*/ 75880 h 123384"/>
                <a:gd name="connsiteX19" fmla="*/ 9467 w 50365"/>
                <a:gd name="connsiteY19" fmla="*/ 77690 h 123384"/>
                <a:gd name="connsiteX20" fmla="*/ 6324 w 50365"/>
                <a:gd name="connsiteY20" fmla="*/ 72356 h 123384"/>
                <a:gd name="connsiteX21" fmla="*/ 8610 w 50365"/>
                <a:gd name="connsiteY21" fmla="*/ 67784 h 123384"/>
                <a:gd name="connsiteX22" fmla="*/ 10039 w 50365"/>
                <a:gd name="connsiteY22" fmla="*/ 56735 h 123384"/>
                <a:gd name="connsiteX23" fmla="*/ 7848 w 50365"/>
                <a:gd name="connsiteY23" fmla="*/ 47210 h 123384"/>
                <a:gd name="connsiteX24" fmla="*/ 7848 w 50365"/>
                <a:gd name="connsiteY24" fmla="*/ 42543 h 123384"/>
                <a:gd name="connsiteX25" fmla="*/ 8800 w 50365"/>
                <a:gd name="connsiteY25" fmla="*/ 39304 h 123384"/>
                <a:gd name="connsiteX26" fmla="*/ 7372 w 50365"/>
                <a:gd name="connsiteY26" fmla="*/ 32065 h 123384"/>
                <a:gd name="connsiteX27" fmla="*/ 1180 w 50365"/>
                <a:gd name="connsiteY27" fmla="*/ 22540 h 123384"/>
                <a:gd name="connsiteX28" fmla="*/ 37 w 50365"/>
                <a:gd name="connsiteY28" fmla="*/ 18254 h 123384"/>
                <a:gd name="connsiteX29" fmla="*/ 2304 w 50365"/>
                <a:gd name="connsiteY29" fmla="*/ 15074 h 123384"/>
                <a:gd name="connsiteX30" fmla="*/ 3943 w 50365"/>
                <a:gd name="connsiteY30" fmla="*/ 15301 h 123384"/>
                <a:gd name="connsiteX31" fmla="*/ 6991 w 50365"/>
                <a:gd name="connsiteY31" fmla="*/ 16921 h 123384"/>
                <a:gd name="connsiteX32" fmla="*/ 13658 w 50365"/>
                <a:gd name="connsiteY32" fmla="*/ 23112 h 123384"/>
                <a:gd name="connsiteX33" fmla="*/ 15563 w 50365"/>
                <a:gd name="connsiteY33" fmla="*/ 31684 h 123384"/>
                <a:gd name="connsiteX34" fmla="*/ 12896 w 50365"/>
                <a:gd name="connsiteY34" fmla="*/ 39685 h 123384"/>
                <a:gd name="connsiteX35" fmla="*/ 13468 w 50365"/>
                <a:gd name="connsiteY35" fmla="*/ 46734 h 123384"/>
                <a:gd name="connsiteX36" fmla="*/ 15468 w 50365"/>
                <a:gd name="connsiteY36" fmla="*/ 49877 h 123384"/>
                <a:gd name="connsiteX37" fmla="*/ 15468 w 50365"/>
                <a:gd name="connsiteY37" fmla="*/ 61688 h 123384"/>
                <a:gd name="connsiteX38" fmla="*/ 14706 w 50365"/>
                <a:gd name="connsiteY38" fmla="*/ 63879 h 123384"/>
                <a:gd name="connsiteX39" fmla="*/ 16801 w 50365"/>
                <a:gd name="connsiteY39" fmla="*/ 63879 h 123384"/>
                <a:gd name="connsiteX40" fmla="*/ 19945 w 50365"/>
                <a:gd name="connsiteY40" fmla="*/ 61879 h 123384"/>
                <a:gd name="connsiteX41" fmla="*/ 24517 w 50365"/>
                <a:gd name="connsiteY41" fmla="*/ 53306 h 123384"/>
                <a:gd name="connsiteX42" fmla="*/ 24517 w 50365"/>
                <a:gd name="connsiteY42" fmla="*/ 24731 h 123384"/>
                <a:gd name="connsiteX43" fmla="*/ 22897 w 50365"/>
                <a:gd name="connsiteY43" fmla="*/ 10920 h 123384"/>
                <a:gd name="connsiteX44" fmla="*/ 22897 w 50365"/>
                <a:gd name="connsiteY44" fmla="*/ 3871 h 123384"/>
                <a:gd name="connsiteX45" fmla="*/ 28612 w 50365"/>
                <a:gd name="connsiteY45" fmla="*/ 442 h 123384"/>
                <a:gd name="connsiteX46" fmla="*/ 38137 w 50365"/>
                <a:gd name="connsiteY46" fmla="*/ 7015 h 123384"/>
                <a:gd name="connsiteX47" fmla="*/ 39757 w 50365"/>
                <a:gd name="connsiteY47" fmla="*/ 15206 h 123384"/>
                <a:gd name="connsiteX48" fmla="*/ 35756 w 50365"/>
                <a:gd name="connsiteY48" fmla="*/ 41305 h 123384"/>
                <a:gd name="connsiteX49" fmla="*/ 36518 w 50365"/>
                <a:gd name="connsiteY49" fmla="*/ 46829 h 123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0365" h="123384">
                  <a:moveTo>
                    <a:pt x="36518" y="46829"/>
                  </a:moveTo>
                  <a:cubicBezTo>
                    <a:pt x="40995" y="42819"/>
                    <a:pt x="43586" y="37123"/>
                    <a:pt x="43662" y="31113"/>
                  </a:cubicBezTo>
                  <a:cubicBezTo>
                    <a:pt x="45186" y="31113"/>
                    <a:pt x="45472" y="31875"/>
                    <a:pt x="45376" y="32827"/>
                  </a:cubicBezTo>
                  <a:cubicBezTo>
                    <a:pt x="45157" y="35228"/>
                    <a:pt x="45957" y="37609"/>
                    <a:pt x="47567" y="39400"/>
                  </a:cubicBezTo>
                  <a:cubicBezTo>
                    <a:pt x="48158" y="40219"/>
                    <a:pt x="48701" y="41076"/>
                    <a:pt x="49186" y="41971"/>
                  </a:cubicBezTo>
                  <a:cubicBezTo>
                    <a:pt x="50996" y="45305"/>
                    <a:pt x="50806" y="46543"/>
                    <a:pt x="48043" y="49115"/>
                  </a:cubicBezTo>
                  <a:cubicBezTo>
                    <a:pt x="45281" y="51687"/>
                    <a:pt x="41566" y="55116"/>
                    <a:pt x="38518" y="57878"/>
                  </a:cubicBezTo>
                  <a:cubicBezTo>
                    <a:pt x="36842" y="59069"/>
                    <a:pt x="35823" y="60974"/>
                    <a:pt x="35756" y="63022"/>
                  </a:cubicBezTo>
                  <a:cubicBezTo>
                    <a:pt x="35756" y="71975"/>
                    <a:pt x="35756" y="80929"/>
                    <a:pt x="35756" y="89882"/>
                  </a:cubicBezTo>
                  <a:cubicBezTo>
                    <a:pt x="35613" y="92225"/>
                    <a:pt x="35613" y="94587"/>
                    <a:pt x="35756" y="96931"/>
                  </a:cubicBezTo>
                  <a:cubicBezTo>
                    <a:pt x="36118" y="103350"/>
                    <a:pt x="35413" y="109789"/>
                    <a:pt x="33661" y="115981"/>
                  </a:cubicBezTo>
                  <a:cubicBezTo>
                    <a:pt x="32975" y="118390"/>
                    <a:pt x="31698" y="120581"/>
                    <a:pt x="29946" y="122362"/>
                  </a:cubicBezTo>
                  <a:cubicBezTo>
                    <a:pt x="28946" y="123353"/>
                    <a:pt x="27441" y="123658"/>
                    <a:pt x="26136" y="123124"/>
                  </a:cubicBezTo>
                  <a:cubicBezTo>
                    <a:pt x="24612" y="123124"/>
                    <a:pt x="24517" y="121315"/>
                    <a:pt x="24517" y="120076"/>
                  </a:cubicBezTo>
                  <a:lnTo>
                    <a:pt x="24517" y="110551"/>
                  </a:lnTo>
                  <a:cubicBezTo>
                    <a:pt x="24517" y="97978"/>
                    <a:pt x="24517" y="85405"/>
                    <a:pt x="24517" y="72451"/>
                  </a:cubicBezTo>
                  <a:cubicBezTo>
                    <a:pt x="24517" y="71499"/>
                    <a:pt x="24517" y="70642"/>
                    <a:pt x="24517" y="69308"/>
                  </a:cubicBezTo>
                  <a:cubicBezTo>
                    <a:pt x="23783" y="69622"/>
                    <a:pt x="23078" y="70003"/>
                    <a:pt x="22421" y="70451"/>
                  </a:cubicBezTo>
                  <a:lnTo>
                    <a:pt x="15849" y="75880"/>
                  </a:lnTo>
                  <a:cubicBezTo>
                    <a:pt x="14058" y="77328"/>
                    <a:pt x="11753" y="77976"/>
                    <a:pt x="9467" y="77690"/>
                  </a:cubicBezTo>
                  <a:cubicBezTo>
                    <a:pt x="6229" y="77690"/>
                    <a:pt x="4895" y="75309"/>
                    <a:pt x="6324" y="72356"/>
                  </a:cubicBezTo>
                  <a:cubicBezTo>
                    <a:pt x="6991" y="70784"/>
                    <a:pt x="7753" y="69260"/>
                    <a:pt x="8610" y="67784"/>
                  </a:cubicBezTo>
                  <a:cubicBezTo>
                    <a:pt x="10591" y="64460"/>
                    <a:pt x="11115" y="60459"/>
                    <a:pt x="10039" y="56735"/>
                  </a:cubicBezTo>
                  <a:cubicBezTo>
                    <a:pt x="9181" y="53497"/>
                    <a:pt x="8419" y="50353"/>
                    <a:pt x="7848" y="47210"/>
                  </a:cubicBezTo>
                  <a:cubicBezTo>
                    <a:pt x="7562" y="45667"/>
                    <a:pt x="7562" y="44086"/>
                    <a:pt x="7848" y="42543"/>
                  </a:cubicBezTo>
                  <a:cubicBezTo>
                    <a:pt x="8077" y="41438"/>
                    <a:pt x="8400" y="40352"/>
                    <a:pt x="8800" y="39304"/>
                  </a:cubicBezTo>
                  <a:cubicBezTo>
                    <a:pt x="9658" y="36809"/>
                    <a:pt x="9115" y="34046"/>
                    <a:pt x="7372" y="32065"/>
                  </a:cubicBezTo>
                  <a:cubicBezTo>
                    <a:pt x="5095" y="29035"/>
                    <a:pt x="3028" y="25853"/>
                    <a:pt x="1180" y="22540"/>
                  </a:cubicBezTo>
                  <a:cubicBezTo>
                    <a:pt x="466" y="21221"/>
                    <a:pt x="75" y="19753"/>
                    <a:pt x="37" y="18254"/>
                  </a:cubicBezTo>
                  <a:cubicBezTo>
                    <a:pt x="-210" y="16749"/>
                    <a:pt x="799" y="15326"/>
                    <a:pt x="2304" y="15074"/>
                  </a:cubicBezTo>
                  <a:cubicBezTo>
                    <a:pt x="2866" y="14981"/>
                    <a:pt x="3438" y="15060"/>
                    <a:pt x="3943" y="15301"/>
                  </a:cubicBezTo>
                  <a:cubicBezTo>
                    <a:pt x="5048" y="15651"/>
                    <a:pt x="6086" y="16200"/>
                    <a:pt x="6991" y="16921"/>
                  </a:cubicBezTo>
                  <a:cubicBezTo>
                    <a:pt x="9353" y="18834"/>
                    <a:pt x="11572" y="20902"/>
                    <a:pt x="13658" y="23112"/>
                  </a:cubicBezTo>
                  <a:cubicBezTo>
                    <a:pt x="15839" y="25392"/>
                    <a:pt x="16573" y="28695"/>
                    <a:pt x="15563" y="31684"/>
                  </a:cubicBezTo>
                  <a:cubicBezTo>
                    <a:pt x="14858" y="34410"/>
                    <a:pt x="13972" y="37085"/>
                    <a:pt x="12896" y="39685"/>
                  </a:cubicBezTo>
                  <a:cubicBezTo>
                    <a:pt x="11791" y="41962"/>
                    <a:pt x="12010" y="44667"/>
                    <a:pt x="13468" y="46734"/>
                  </a:cubicBezTo>
                  <a:cubicBezTo>
                    <a:pt x="14230" y="47782"/>
                    <a:pt x="14801" y="48925"/>
                    <a:pt x="15468" y="49877"/>
                  </a:cubicBezTo>
                  <a:cubicBezTo>
                    <a:pt x="18040" y="53392"/>
                    <a:pt x="18040" y="58173"/>
                    <a:pt x="15468" y="61688"/>
                  </a:cubicBezTo>
                  <a:cubicBezTo>
                    <a:pt x="15163" y="62402"/>
                    <a:pt x="14915" y="63136"/>
                    <a:pt x="14706" y="63879"/>
                  </a:cubicBezTo>
                  <a:cubicBezTo>
                    <a:pt x="15401" y="63917"/>
                    <a:pt x="16106" y="63917"/>
                    <a:pt x="16801" y="63879"/>
                  </a:cubicBezTo>
                  <a:cubicBezTo>
                    <a:pt x="17792" y="63126"/>
                    <a:pt x="18840" y="62460"/>
                    <a:pt x="19945" y="61879"/>
                  </a:cubicBezTo>
                  <a:cubicBezTo>
                    <a:pt x="23250" y="60402"/>
                    <a:pt x="25136" y="56878"/>
                    <a:pt x="24517" y="53306"/>
                  </a:cubicBezTo>
                  <a:cubicBezTo>
                    <a:pt x="24517" y="43781"/>
                    <a:pt x="24517" y="34256"/>
                    <a:pt x="24517" y="24731"/>
                  </a:cubicBezTo>
                  <a:cubicBezTo>
                    <a:pt x="24498" y="20081"/>
                    <a:pt x="23955" y="15448"/>
                    <a:pt x="22897" y="10920"/>
                  </a:cubicBezTo>
                  <a:cubicBezTo>
                    <a:pt x="22564" y="8582"/>
                    <a:pt x="22564" y="6209"/>
                    <a:pt x="22897" y="3871"/>
                  </a:cubicBezTo>
                  <a:cubicBezTo>
                    <a:pt x="22897" y="347"/>
                    <a:pt x="25183" y="-701"/>
                    <a:pt x="28612" y="442"/>
                  </a:cubicBezTo>
                  <a:cubicBezTo>
                    <a:pt x="32517" y="1323"/>
                    <a:pt x="35927" y="3678"/>
                    <a:pt x="38137" y="7015"/>
                  </a:cubicBezTo>
                  <a:cubicBezTo>
                    <a:pt x="39623" y="9469"/>
                    <a:pt x="40195" y="12370"/>
                    <a:pt x="39757" y="15206"/>
                  </a:cubicBezTo>
                  <a:cubicBezTo>
                    <a:pt x="38328" y="23874"/>
                    <a:pt x="36994" y="32542"/>
                    <a:pt x="35756" y="41305"/>
                  </a:cubicBezTo>
                  <a:cubicBezTo>
                    <a:pt x="35070" y="43162"/>
                    <a:pt x="35356" y="45229"/>
                    <a:pt x="36518" y="46829"/>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3" name="任意多边形: 形状 1942">
              <a:extLst>
                <a:ext uri="{FF2B5EF4-FFF2-40B4-BE49-F238E27FC236}">
                  <a16:creationId xmlns:a16="http://schemas.microsoft.com/office/drawing/2014/main" id="{287DB71B-BD8A-4FDD-B49A-4E48E33777B8}"/>
                </a:ext>
              </a:extLst>
            </p:cNvPr>
            <p:cNvSpPr/>
            <p:nvPr/>
          </p:nvSpPr>
          <p:spPr>
            <a:xfrm>
              <a:off x="6177567" y="6605697"/>
              <a:ext cx="73306" cy="86212"/>
            </a:xfrm>
            <a:custGeom>
              <a:avLst/>
              <a:gdLst>
                <a:gd name="connsiteX0" fmla="*/ 31242 w 57997"/>
                <a:gd name="connsiteY0" fmla="*/ 58547 h 68208"/>
                <a:gd name="connsiteX1" fmla="*/ 28575 w 57997"/>
                <a:gd name="connsiteY1" fmla="*/ 60643 h 68208"/>
                <a:gd name="connsiteX2" fmla="*/ 21908 w 57997"/>
                <a:gd name="connsiteY2" fmla="*/ 67024 h 68208"/>
                <a:gd name="connsiteX3" fmla="*/ 17240 w 57997"/>
                <a:gd name="connsiteY3" fmla="*/ 65596 h 68208"/>
                <a:gd name="connsiteX4" fmla="*/ 16097 w 57997"/>
                <a:gd name="connsiteY4" fmla="*/ 59595 h 68208"/>
                <a:gd name="connsiteX5" fmla="*/ 17812 w 57997"/>
                <a:gd name="connsiteY5" fmla="*/ 53213 h 68208"/>
                <a:gd name="connsiteX6" fmla="*/ 24955 w 57997"/>
                <a:gd name="connsiteY6" fmla="*/ 44164 h 68208"/>
                <a:gd name="connsiteX7" fmla="*/ 28384 w 57997"/>
                <a:gd name="connsiteY7" fmla="*/ 44164 h 68208"/>
                <a:gd name="connsiteX8" fmla="*/ 29051 w 57997"/>
                <a:gd name="connsiteY8" fmla="*/ 49117 h 68208"/>
                <a:gd name="connsiteX9" fmla="*/ 32575 w 57997"/>
                <a:gd name="connsiteY9" fmla="*/ 45593 h 68208"/>
                <a:gd name="connsiteX10" fmla="*/ 32575 w 57997"/>
                <a:gd name="connsiteY10" fmla="*/ 40545 h 68208"/>
                <a:gd name="connsiteX11" fmla="*/ 33528 w 57997"/>
                <a:gd name="connsiteY11" fmla="*/ 26353 h 68208"/>
                <a:gd name="connsiteX12" fmla="*/ 33528 w 57997"/>
                <a:gd name="connsiteY12" fmla="*/ 22257 h 68208"/>
                <a:gd name="connsiteX13" fmla="*/ 30004 w 57997"/>
                <a:gd name="connsiteY13" fmla="*/ 24924 h 68208"/>
                <a:gd name="connsiteX14" fmla="*/ 18288 w 57997"/>
                <a:gd name="connsiteY14" fmla="*/ 36259 h 68208"/>
                <a:gd name="connsiteX15" fmla="*/ 18288 w 57997"/>
                <a:gd name="connsiteY15" fmla="*/ 36259 h 68208"/>
                <a:gd name="connsiteX16" fmla="*/ 933 w 57997"/>
                <a:gd name="connsiteY16" fmla="*/ 35421 h 68208"/>
                <a:gd name="connsiteX17" fmla="*/ 0 w 57997"/>
                <a:gd name="connsiteY17" fmla="*/ 34258 h 68208"/>
                <a:gd name="connsiteX18" fmla="*/ 2858 w 57997"/>
                <a:gd name="connsiteY18" fmla="*/ 32163 h 68208"/>
                <a:gd name="connsiteX19" fmla="*/ 20860 w 57997"/>
                <a:gd name="connsiteY19" fmla="*/ 21209 h 68208"/>
                <a:gd name="connsiteX20" fmla="*/ 32671 w 57997"/>
                <a:gd name="connsiteY20" fmla="*/ 11684 h 68208"/>
                <a:gd name="connsiteX21" fmla="*/ 36576 w 57997"/>
                <a:gd name="connsiteY21" fmla="*/ 5398 h 68208"/>
                <a:gd name="connsiteX22" fmla="*/ 46101 w 57997"/>
                <a:gd name="connsiteY22" fmla="*/ 2445 h 68208"/>
                <a:gd name="connsiteX23" fmla="*/ 51721 w 57997"/>
                <a:gd name="connsiteY23" fmla="*/ 9208 h 68208"/>
                <a:gd name="connsiteX24" fmla="*/ 51245 w 57997"/>
                <a:gd name="connsiteY24" fmla="*/ 13018 h 68208"/>
                <a:gd name="connsiteX25" fmla="*/ 46958 w 57997"/>
                <a:gd name="connsiteY25" fmla="*/ 21019 h 68208"/>
                <a:gd name="connsiteX26" fmla="*/ 43815 w 57997"/>
                <a:gd name="connsiteY26" fmla="*/ 32449 h 68208"/>
                <a:gd name="connsiteX27" fmla="*/ 43815 w 57997"/>
                <a:gd name="connsiteY27" fmla="*/ 35211 h 68208"/>
                <a:gd name="connsiteX28" fmla="*/ 57055 w 57997"/>
                <a:gd name="connsiteY28" fmla="*/ 21971 h 68208"/>
                <a:gd name="connsiteX29" fmla="*/ 57055 w 57997"/>
                <a:gd name="connsiteY29" fmla="*/ 26543 h 68208"/>
                <a:gd name="connsiteX30" fmla="*/ 49721 w 57997"/>
                <a:gd name="connsiteY30" fmla="*/ 37973 h 68208"/>
                <a:gd name="connsiteX31" fmla="*/ 45529 w 57997"/>
                <a:gd name="connsiteY31" fmla="*/ 43307 h 68208"/>
                <a:gd name="connsiteX32" fmla="*/ 42386 w 57997"/>
                <a:gd name="connsiteY32" fmla="*/ 54356 h 68208"/>
                <a:gd name="connsiteX33" fmla="*/ 42958 w 57997"/>
                <a:gd name="connsiteY33" fmla="*/ 63881 h 68208"/>
                <a:gd name="connsiteX34" fmla="*/ 36767 w 57997"/>
                <a:gd name="connsiteY34" fmla="*/ 67120 h 68208"/>
                <a:gd name="connsiteX35" fmla="*/ 32385 w 57997"/>
                <a:gd name="connsiteY35" fmla="*/ 61214 h 68208"/>
                <a:gd name="connsiteX36" fmla="*/ 32385 w 57997"/>
                <a:gd name="connsiteY36" fmla="*/ 58452 h 68208"/>
                <a:gd name="connsiteX37" fmla="*/ 31242 w 57997"/>
                <a:gd name="connsiteY37" fmla="*/ 58547 h 6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7997" h="68208">
                  <a:moveTo>
                    <a:pt x="31242" y="58547"/>
                  </a:moveTo>
                  <a:lnTo>
                    <a:pt x="28575" y="60643"/>
                  </a:lnTo>
                  <a:cubicBezTo>
                    <a:pt x="26289" y="62738"/>
                    <a:pt x="24193" y="65024"/>
                    <a:pt x="21908" y="67024"/>
                  </a:cubicBezTo>
                  <a:cubicBezTo>
                    <a:pt x="19621" y="69025"/>
                    <a:pt x="18002" y="68453"/>
                    <a:pt x="17240" y="65596"/>
                  </a:cubicBezTo>
                  <a:cubicBezTo>
                    <a:pt x="16726" y="63624"/>
                    <a:pt x="16335" y="61624"/>
                    <a:pt x="16097" y="59595"/>
                  </a:cubicBezTo>
                  <a:cubicBezTo>
                    <a:pt x="15745" y="57318"/>
                    <a:pt x="16373" y="55004"/>
                    <a:pt x="17812" y="53213"/>
                  </a:cubicBezTo>
                  <a:cubicBezTo>
                    <a:pt x="20193" y="50260"/>
                    <a:pt x="22479" y="47117"/>
                    <a:pt x="24955" y="44164"/>
                  </a:cubicBezTo>
                  <a:cubicBezTo>
                    <a:pt x="27432" y="41212"/>
                    <a:pt x="27718" y="42259"/>
                    <a:pt x="28384" y="44164"/>
                  </a:cubicBezTo>
                  <a:cubicBezTo>
                    <a:pt x="28756" y="45793"/>
                    <a:pt x="28985" y="47451"/>
                    <a:pt x="29051" y="49117"/>
                  </a:cubicBezTo>
                  <a:cubicBezTo>
                    <a:pt x="30671" y="49117"/>
                    <a:pt x="32290" y="48070"/>
                    <a:pt x="32575" y="45593"/>
                  </a:cubicBezTo>
                  <a:cubicBezTo>
                    <a:pt x="32861" y="43117"/>
                    <a:pt x="32575" y="42164"/>
                    <a:pt x="32575" y="40545"/>
                  </a:cubicBezTo>
                  <a:cubicBezTo>
                    <a:pt x="32575" y="35782"/>
                    <a:pt x="33242" y="31020"/>
                    <a:pt x="33528" y="26353"/>
                  </a:cubicBezTo>
                  <a:cubicBezTo>
                    <a:pt x="33528" y="25305"/>
                    <a:pt x="33528" y="24257"/>
                    <a:pt x="33528" y="22257"/>
                  </a:cubicBezTo>
                  <a:cubicBezTo>
                    <a:pt x="32309" y="23086"/>
                    <a:pt x="31128" y="23971"/>
                    <a:pt x="30004" y="24924"/>
                  </a:cubicBezTo>
                  <a:lnTo>
                    <a:pt x="18288" y="36259"/>
                  </a:lnTo>
                  <a:lnTo>
                    <a:pt x="18288" y="36259"/>
                  </a:lnTo>
                  <a:cubicBezTo>
                    <a:pt x="13259" y="40821"/>
                    <a:pt x="5496" y="40440"/>
                    <a:pt x="933" y="35421"/>
                  </a:cubicBezTo>
                  <a:cubicBezTo>
                    <a:pt x="600" y="35049"/>
                    <a:pt x="286" y="34668"/>
                    <a:pt x="0" y="34258"/>
                  </a:cubicBezTo>
                  <a:lnTo>
                    <a:pt x="2858" y="32163"/>
                  </a:lnTo>
                  <a:cubicBezTo>
                    <a:pt x="8858" y="28543"/>
                    <a:pt x="14954" y="25019"/>
                    <a:pt x="20860" y="21209"/>
                  </a:cubicBezTo>
                  <a:cubicBezTo>
                    <a:pt x="24955" y="18447"/>
                    <a:pt x="28766" y="15208"/>
                    <a:pt x="32671" y="11684"/>
                  </a:cubicBezTo>
                  <a:cubicBezTo>
                    <a:pt x="34585" y="10035"/>
                    <a:pt x="35947" y="7842"/>
                    <a:pt x="36576" y="5398"/>
                  </a:cubicBezTo>
                  <a:cubicBezTo>
                    <a:pt x="38481" y="-698"/>
                    <a:pt x="40767" y="-1556"/>
                    <a:pt x="46101" y="2445"/>
                  </a:cubicBezTo>
                  <a:cubicBezTo>
                    <a:pt x="48273" y="4432"/>
                    <a:pt x="50168" y="6707"/>
                    <a:pt x="51721" y="9208"/>
                  </a:cubicBezTo>
                  <a:cubicBezTo>
                    <a:pt x="52578" y="10446"/>
                    <a:pt x="51721" y="11779"/>
                    <a:pt x="51245" y="13018"/>
                  </a:cubicBezTo>
                  <a:cubicBezTo>
                    <a:pt x="49597" y="15561"/>
                    <a:pt x="48158" y="18237"/>
                    <a:pt x="46958" y="21019"/>
                  </a:cubicBezTo>
                  <a:cubicBezTo>
                    <a:pt x="45625" y="24733"/>
                    <a:pt x="44767" y="28639"/>
                    <a:pt x="43815" y="32449"/>
                  </a:cubicBezTo>
                  <a:cubicBezTo>
                    <a:pt x="43701" y="33363"/>
                    <a:pt x="43701" y="34297"/>
                    <a:pt x="43815" y="35211"/>
                  </a:cubicBezTo>
                  <a:cubicBezTo>
                    <a:pt x="48759" y="31363"/>
                    <a:pt x="53207" y="26915"/>
                    <a:pt x="57055" y="21971"/>
                  </a:cubicBezTo>
                  <a:cubicBezTo>
                    <a:pt x="58312" y="23238"/>
                    <a:pt x="58312" y="25276"/>
                    <a:pt x="57055" y="26543"/>
                  </a:cubicBezTo>
                  <a:cubicBezTo>
                    <a:pt x="54674" y="30353"/>
                    <a:pt x="52197" y="34163"/>
                    <a:pt x="49721" y="37973"/>
                  </a:cubicBezTo>
                  <a:cubicBezTo>
                    <a:pt x="48435" y="39831"/>
                    <a:pt x="47034" y="41612"/>
                    <a:pt x="45529" y="43307"/>
                  </a:cubicBezTo>
                  <a:cubicBezTo>
                    <a:pt x="42882" y="46336"/>
                    <a:pt x="41729" y="50384"/>
                    <a:pt x="42386" y="54356"/>
                  </a:cubicBezTo>
                  <a:cubicBezTo>
                    <a:pt x="42386" y="57528"/>
                    <a:pt x="42577" y="60709"/>
                    <a:pt x="42958" y="63881"/>
                  </a:cubicBezTo>
                  <a:cubicBezTo>
                    <a:pt x="42958" y="66262"/>
                    <a:pt x="39433" y="68167"/>
                    <a:pt x="36767" y="67120"/>
                  </a:cubicBezTo>
                  <a:cubicBezTo>
                    <a:pt x="34100" y="66072"/>
                    <a:pt x="32575" y="64929"/>
                    <a:pt x="32385" y="61214"/>
                  </a:cubicBezTo>
                  <a:cubicBezTo>
                    <a:pt x="32433" y="60290"/>
                    <a:pt x="32433" y="59376"/>
                    <a:pt x="32385" y="58452"/>
                  </a:cubicBezTo>
                  <a:cubicBezTo>
                    <a:pt x="32385" y="58452"/>
                    <a:pt x="32004" y="59404"/>
                    <a:pt x="31242" y="5854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4" name="任意多边形: 形状 1943">
              <a:extLst>
                <a:ext uri="{FF2B5EF4-FFF2-40B4-BE49-F238E27FC236}">
                  <a16:creationId xmlns:a16="http://schemas.microsoft.com/office/drawing/2014/main" id="{695D9687-D8A8-4E11-9E50-330BB3D28018}"/>
                </a:ext>
              </a:extLst>
            </p:cNvPr>
            <p:cNvSpPr/>
            <p:nvPr/>
          </p:nvSpPr>
          <p:spPr>
            <a:xfrm>
              <a:off x="6589364" y="6659720"/>
              <a:ext cx="58453" cy="49641"/>
            </a:xfrm>
            <a:custGeom>
              <a:avLst/>
              <a:gdLst>
                <a:gd name="connsiteX0" fmla="*/ 46247 w 46246"/>
                <a:gd name="connsiteY0" fmla="*/ 28379 h 39274"/>
                <a:gd name="connsiteX1" fmla="*/ 40722 w 46246"/>
                <a:gd name="connsiteY1" fmla="*/ 31904 h 39274"/>
                <a:gd name="connsiteX2" fmla="*/ 23768 w 46246"/>
                <a:gd name="connsiteY2" fmla="*/ 38666 h 39274"/>
                <a:gd name="connsiteX3" fmla="*/ 14243 w 46246"/>
                <a:gd name="connsiteY3" fmla="*/ 34952 h 39274"/>
                <a:gd name="connsiteX4" fmla="*/ 431 w 46246"/>
                <a:gd name="connsiteY4" fmla="*/ 3995 h 39274"/>
                <a:gd name="connsiteX5" fmla="*/ 1193 w 46246"/>
                <a:gd name="connsiteY5" fmla="*/ 471 h 39274"/>
                <a:gd name="connsiteX6" fmla="*/ 4775 w 46246"/>
                <a:gd name="connsiteY6" fmla="*/ 1090 h 39274"/>
                <a:gd name="connsiteX7" fmla="*/ 4813 w 46246"/>
                <a:gd name="connsiteY7" fmla="*/ 1138 h 39274"/>
                <a:gd name="connsiteX8" fmla="*/ 7480 w 46246"/>
                <a:gd name="connsiteY8" fmla="*/ 4662 h 39274"/>
                <a:gd name="connsiteX9" fmla="*/ 21101 w 46246"/>
                <a:gd name="connsiteY9" fmla="*/ 19616 h 39274"/>
                <a:gd name="connsiteX10" fmla="*/ 39293 w 46246"/>
                <a:gd name="connsiteY10" fmla="*/ 26189 h 39274"/>
                <a:gd name="connsiteX11" fmla="*/ 46247 w 46246"/>
                <a:gd name="connsiteY11" fmla="*/ 28379 h 39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46" h="39274">
                  <a:moveTo>
                    <a:pt x="46247" y="28379"/>
                  </a:moveTo>
                  <a:cubicBezTo>
                    <a:pt x="44846" y="30132"/>
                    <a:pt x="42903" y="31380"/>
                    <a:pt x="40722" y="31904"/>
                  </a:cubicBezTo>
                  <a:lnTo>
                    <a:pt x="23768" y="38666"/>
                  </a:lnTo>
                  <a:cubicBezTo>
                    <a:pt x="20110" y="40266"/>
                    <a:pt x="15852" y="38600"/>
                    <a:pt x="14243" y="34952"/>
                  </a:cubicBezTo>
                  <a:cubicBezTo>
                    <a:pt x="9575" y="24665"/>
                    <a:pt x="4718" y="14378"/>
                    <a:pt x="431" y="3995"/>
                  </a:cubicBezTo>
                  <a:cubicBezTo>
                    <a:pt x="-235" y="2567"/>
                    <a:pt x="-235" y="1328"/>
                    <a:pt x="1193" y="471"/>
                  </a:cubicBezTo>
                  <a:cubicBezTo>
                    <a:pt x="2355" y="-348"/>
                    <a:pt x="3956" y="-72"/>
                    <a:pt x="4775" y="1090"/>
                  </a:cubicBezTo>
                  <a:cubicBezTo>
                    <a:pt x="4794" y="1100"/>
                    <a:pt x="4803" y="1119"/>
                    <a:pt x="4813" y="1138"/>
                  </a:cubicBezTo>
                  <a:cubicBezTo>
                    <a:pt x="5765" y="2281"/>
                    <a:pt x="6623" y="3424"/>
                    <a:pt x="7480" y="4662"/>
                  </a:cubicBezTo>
                  <a:cubicBezTo>
                    <a:pt x="11081" y="10425"/>
                    <a:pt x="15700" y="15492"/>
                    <a:pt x="21101" y="19616"/>
                  </a:cubicBezTo>
                  <a:cubicBezTo>
                    <a:pt x="26378" y="23560"/>
                    <a:pt x="32712" y="25846"/>
                    <a:pt x="39293" y="26189"/>
                  </a:cubicBezTo>
                  <a:cubicBezTo>
                    <a:pt x="41770" y="26189"/>
                    <a:pt x="44342" y="26189"/>
                    <a:pt x="46247" y="28379"/>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5" name="任意多边形: 形状 1944">
              <a:extLst>
                <a:ext uri="{FF2B5EF4-FFF2-40B4-BE49-F238E27FC236}">
                  <a16:creationId xmlns:a16="http://schemas.microsoft.com/office/drawing/2014/main" id="{477C6AD3-E4DA-472A-8694-B7930BA82886}"/>
                </a:ext>
              </a:extLst>
            </p:cNvPr>
            <p:cNvSpPr/>
            <p:nvPr/>
          </p:nvSpPr>
          <p:spPr>
            <a:xfrm>
              <a:off x="6195866" y="6569616"/>
              <a:ext cx="52308" cy="39773"/>
            </a:xfrm>
            <a:custGeom>
              <a:avLst/>
              <a:gdLst>
                <a:gd name="connsiteX0" fmla="*/ 0 w 41384"/>
                <a:gd name="connsiteY0" fmla="*/ 31467 h 31467"/>
                <a:gd name="connsiteX1" fmla="*/ 29623 w 41384"/>
                <a:gd name="connsiteY1" fmla="*/ 5750 h 31467"/>
                <a:gd name="connsiteX2" fmla="*/ 32956 w 41384"/>
                <a:gd name="connsiteY2" fmla="*/ 1749 h 31467"/>
                <a:gd name="connsiteX3" fmla="*/ 35547 w 41384"/>
                <a:gd name="connsiteY3" fmla="*/ 45 h 31467"/>
                <a:gd name="connsiteX4" fmla="*/ 36385 w 41384"/>
                <a:gd name="connsiteY4" fmla="*/ 416 h 31467"/>
                <a:gd name="connsiteX5" fmla="*/ 39624 w 41384"/>
                <a:gd name="connsiteY5" fmla="*/ 16037 h 31467"/>
                <a:gd name="connsiteX6" fmla="*/ 35814 w 41384"/>
                <a:gd name="connsiteY6" fmla="*/ 18609 h 31467"/>
                <a:gd name="connsiteX7" fmla="*/ 35147 w 41384"/>
                <a:gd name="connsiteY7" fmla="*/ 18609 h 31467"/>
                <a:gd name="connsiteX8" fmla="*/ 9144 w 41384"/>
                <a:gd name="connsiteY8" fmla="*/ 28800 h 31467"/>
                <a:gd name="connsiteX9" fmla="*/ 0 w 41384"/>
                <a:gd name="connsiteY9" fmla="*/ 31467 h 3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384" h="31467">
                  <a:moveTo>
                    <a:pt x="0" y="31467"/>
                  </a:moveTo>
                  <a:cubicBezTo>
                    <a:pt x="8687" y="21617"/>
                    <a:pt x="18650" y="12967"/>
                    <a:pt x="29623" y="5750"/>
                  </a:cubicBezTo>
                  <a:cubicBezTo>
                    <a:pt x="31290" y="5005"/>
                    <a:pt x="32528" y="3528"/>
                    <a:pt x="32956" y="1749"/>
                  </a:cubicBezTo>
                  <a:cubicBezTo>
                    <a:pt x="33204" y="564"/>
                    <a:pt x="34357" y="-198"/>
                    <a:pt x="35547" y="45"/>
                  </a:cubicBezTo>
                  <a:cubicBezTo>
                    <a:pt x="35852" y="108"/>
                    <a:pt x="36138" y="234"/>
                    <a:pt x="36385" y="416"/>
                  </a:cubicBezTo>
                  <a:cubicBezTo>
                    <a:pt x="41481" y="3913"/>
                    <a:pt x="42901" y="10804"/>
                    <a:pt x="39624" y="16037"/>
                  </a:cubicBezTo>
                  <a:cubicBezTo>
                    <a:pt x="38776" y="17398"/>
                    <a:pt x="37395" y="18333"/>
                    <a:pt x="35814" y="18609"/>
                  </a:cubicBezTo>
                  <a:lnTo>
                    <a:pt x="35147" y="18609"/>
                  </a:lnTo>
                  <a:cubicBezTo>
                    <a:pt x="25860" y="20132"/>
                    <a:pt x="16993" y="23605"/>
                    <a:pt x="9144" y="28800"/>
                  </a:cubicBezTo>
                  <a:cubicBezTo>
                    <a:pt x="6229" y="30102"/>
                    <a:pt x="3153" y="31000"/>
                    <a:pt x="0" y="3146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6" name="任意多边形: 形状 1945">
              <a:extLst>
                <a:ext uri="{FF2B5EF4-FFF2-40B4-BE49-F238E27FC236}">
                  <a16:creationId xmlns:a16="http://schemas.microsoft.com/office/drawing/2014/main" id="{9D136688-8F85-4F78-9831-83B14E518E9F}"/>
                </a:ext>
              </a:extLst>
            </p:cNvPr>
            <p:cNvSpPr/>
            <p:nvPr/>
          </p:nvSpPr>
          <p:spPr>
            <a:xfrm>
              <a:off x="5905961" y="6768048"/>
              <a:ext cx="918112" cy="33389"/>
            </a:xfrm>
            <a:custGeom>
              <a:avLst/>
              <a:gdLst>
                <a:gd name="connsiteX0" fmla="*/ 0 w 726376"/>
                <a:gd name="connsiteY0" fmla="*/ 25351 h 26416"/>
                <a:gd name="connsiteX1" fmla="*/ 0 w 726376"/>
                <a:gd name="connsiteY1" fmla="*/ 1634 h 26416"/>
                <a:gd name="connsiteX2" fmla="*/ 3334 w 726376"/>
                <a:gd name="connsiteY2" fmla="*/ 1634 h 26416"/>
                <a:gd name="connsiteX3" fmla="*/ 3334 w 726376"/>
                <a:gd name="connsiteY3" fmla="*/ 11159 h 26416"/>
                <a:gd name="connsiteX4" fmla="*/ 12001 w 726376"/>
                <a:gd name="connsiteY4" fmla="*/ 11159 h 26416"/>
                <a:gd name="connsiteX5" fmla="*/ 12001 w 726376"/>
                <a:gd name="connsiteY5" fmla="*/ 1634 h 26416"/>
                <a:gd name="connsiteX6" fmla="*/ 15430 w 726376"/>
                <a:gd name="connsiteY6" fmla="*/ 1634 h 26416"/>
                <a:gd name="connsiteX7" fmla="*/ 15430 w 726376"/>
                <a:gd name="connsiteY7" fmla="*/ 25351 h 26416"/>
                <a:gd name="connsiteX8" fmla="*/ 12001 w 726376"/>
                <a:gd name="connsiteY8" fmla="*/ 25351 h 26416"/>
                <a:gd name="connsiteX9" fmla="*/ 12001 w 726376"/>
                <a:gd name="connsiteY9" fmla="*/ 14493 h 26416"/>
                <a:gd name="connsiteX10" fmla="*/ 3334 w 726376"/>
                <a:gd name="connsiteY10" fmla="*/ 14493 h 26416"/>
                <a:gd name="connsiteX11" fmla="*/ 3334 w 726376"/>
                <a:gd name="connsiteY11" fmla="*/ 25351 h 26416"/>
                <a:gd name="connsiteX12" fmla="*/ 34100 w 726376"/>
                <a:gd name="connsiteY12" fmla="*/ 1634 h 26416"/>
                <a:gd name="connsiteX13" fmla="*/ 34100 w 726376"/>
                <a:gd name="connsiteY13" fmla="*/ 18398 h 26416"/>
                <a:gd name="connsiteX14" fmla="*/ 33623 w 726376"/>
                <a:gd name="connsiteY14" fmla="*/ 21351 h 26416"/>
                <a:gd name="connsiteX15" fmla="*/ 32290 w 726376"/>
                <a:gd name="connsiteY15" fmla="*/ 23637 h 26416"/>
                <a:gd name="connsiteX16" fmla="*/ 30004 w 726376"/>
                <a:gd name="connsiteY16" fmla="*/ 25161 h 26416"/>
                <a:gd name="connsiteX17" fmla="*/ 26765 w 726376"/>
                <a:gd name="connsiteY17" fmla="*/ 25732 h 26416"/>
                <a:gd name="connsiteX18" fmla="*/ 23527 w 726376"/>
                <a:gd name="connsiteY18" fmla="*/ 25161 h 26416"/>
                <a:gd name="connsiteX19" fmla="*/ 21241 w 726376"/>
                <a:gd name="connsiteY19" fmla="*/ 23637 h 26416"/>
                <a:gd name="connsiteX20" fmla="*/ 19907 w 726376"/>
                <a:gd name="connsiteY20" fmla="*/ 21351 h 26416"/>
                <a:gd name="connsiteX21" fmla="*/ 19907 w 726376"/>
                <a:gd name="connsiteY21" fmla="*/ 18398 h 26416"/>
                <a:gd name="connsiteX22" fmla="*/ 19907 w 726376"/>
                <a:gd name="connsiteY22" fmla="*/ 1634 h 26416"/>
                <a:gd name="connsiteX23" fmla="*/ 23241 w 726376"/>
                <a:gd name="connsiteY23" fmla="*/ 1634 h 26416"/>
                <a:gd name="connsiteX24" fmla="*/ 23241 w 726376"/>
                <a:gd name="connsiteY24" fmla="*/ 18970 h 26416"/>
                <a:gd name="connsiteX25" fmla="*/ 24289 w 726376"/>
                <a:gd name="connsiteY25" fmla="*/ 21827 h 26416"/>
                <a:gd name="connsiteX26" fmla="*/ 30004 w 726376"/>
                <a:gd name="connsiteY26" fmla="*/ 21827 h 26416"/>
                <a:gd name="connsiteX27" fmla="*/ 31051 w 726376"/>
                <a:gd name="connsiteY27" fmla="*/ 18970 h 26416"/>
                <a:gd name="connsiteX28" fmla="*/ 31051 w 726376"/>
                <a:gd name="connsiteY28" fmla="*/ 1634 h 26416"/>
                <a:gd name="connsiteX29" fmla="*/ 41624 w 726376"/>
                <a:gd name="connsiteY29" fmla="*/ 15350 h 26416"/>
                <a:gd name="connsiteX30" fmla="*/ 46387 w 726376"/>
                <a:gd name="connsiteY30" fmla="*/ 15350 h 26416"/>
                <a:gd name="connsiteX31" fmla="*/ 44005 w 726376"/>
                <a:gd name="connsiteY31" fmla="*/ 6873 h 26416"/>
                <a:gd name="connsiteX32" fmla="*/ 44005 w 726376"/>
                <a:gd name="connsiteY32" fmla="*/ 6873 h 26416"/>
                <a:gd name="connsiteX33" fmla="*/ 41719 w 726376"/>
                <a:gd name="connsiteY33" fmla="*/ 15350 h 26416"/>
                <a:gd name="connsiteX34" fmla="*/ 35814 w 726376"/>
                <a:gd name="connsiteY34" fmla="*/ 24875 h 26416"/>
                <a:gd name="connsiteX35" fmla="*/ 42386 w 726376"/>
                <a:gd name="connsiteY35" fmla="*/ 1158 h 26416"/>
                <a:gd name="connsiteX36" fmla="*/ 45529 w 726376"/>
                <a:gd name="connsiteY36" fmla="*/ 1158 h 26416"/>
                <a:gd name="connsiteX37" fmla="*/ 52388 w 726376"/>
                <a:gd name="connsiteY37" fmla="*/ 24875 h 26416"/>
                <a:gd name="connsiteX38" fmla="*/ 49244 w 726376"/>
                <a:gd name="connsiteY38" fmla="*/ 24875 h 26416"/>
                <a:gd name="connsiteX39" fmla="*/ 47149 w 726376"/>
                <a:gd name="connsiteY39" fmla="*/ 17827 h 26416"/>
                <a:gd name="connsiteX40" fmla="*/ 40862 w 726376"/>
                <a:gd name="connsiteY40" fmla="*/ 17827 h 26416"/>
                <a:gd name="connsiteX41" fmla="*/ 38957 w 726376"/>
                <a:gd name="connsiteY41" fmla="*/ 24875 h 26416"/>
                <a:gd name="connsiteX42" fmla="*/ 62008 w 726376"/>
                <a:gd name="connsiteY42" fmla="*/ 4111 h 26416"/>
                <a:gd name="connsiteX43" fmla="*/ 53626 w 726376"/>
                <a:gd name="connsiteY43" fmla="*/ 4111 h 26416"/>
                <a:gd name="connsiteX44" fmla="*/ 53626 w 726376"/>
                <a:gd name="connsiteY44" fmla="*/ 1158 h 26416"/>
                <a:gd name="connsiteX45" fmla="*/ 66008 w 726376"/>
                <a:gd name="connsiteY45" fmla="*/ 1158 h 26416"/>
                <a:gd name="connsiteX46" fmla="*/ 66008 w 726376"/>
                <a:gd name="connsiteY46" fmla="*/ 4206 h 26416"/>
                <a:gd name="connsiteX47" fmla="*/ 56483 w 726376"/>
                <a:gd name="connsiteY47" fmla="*/ 21827 h 26416"/>
                <a:gd name="connsiteX48" fmla="*/ 66008 w 726376"/>
                <a:gd name="connsiteY48" fmla="*/ 21827 h 26416"/>
                <a:gd name="connsiteX49" fmla="*/ 66008 w 726376"/>
                <a:gd name="connsiteY49" fmla="*/ 24875 h 26416"/>
                <a:gd name="connsiteX50" fmla="*/ 52578 w 726376"/>
                <a:gd name="connsiteY50" fmla="*/ 24875 h 26416"/>
                <a:gd name="connsiteX51" fmla="*/ 52578 w 726376"/>
                <a:gd name="connsiteY51" fmla="*/ 22113 h 26416"/>
                <a:gd name="connsiteX52" fmla="*/ 62103 w 726376"/>
                <a:gd name="connsiteY52" fmla="*/ 4111 h 26416"/>
                <a:gd name="connsiteX53" fmla="*/ 69151 w 726376"/>
                <a:gd name="connsiteY53" fmla="*/ 24875 h 26416"/>
                <a:gd name="connsiteX54" fmla="*/ 69151 w 726376"/>
                <a:gd name="connsiteY54" fmla="*/ 1158 h 26416"/>
                <a:gd name="connsiteX55" fmla="*/ 72485 w 726376"/>
                <a:gd name="connsiteY55" fmla="*/ 1158 h 26416"/>
                <a:gd name="connsiteX56" fmla="*/ 72485 w 726376"/>
                <a:gd name="connsiteY56" fmla="*/ 10683 h 26416"/>
                <a:gd name="connsiteX57" fmla="*/ 81153 w 726376"/>
                <a:gd name="connsiteY57" fmla="*/ 10683 h 26416"/>
                <a:gd name="connsiteX58" fmla="*/ 81153 w 726376"/>
                <a:gd name="connsiteY58" fmla="*/ 1158 h 26416"/>
                <a:gd name="connsiteX59" fmla="*/ 84201 w 726376"/>
                <a:gd name="connsiteY59" fmla="*/ 1158 h 26416"/>
                <a:gd name="connsiteX60" fmla="*/ 84201 w 726376"/>
                <a:gd name="connsiteY60" fmla="*/ 24875 h 26416"/>
                <a:gd name="connsiteX61" fmla="*/ 80772 w 726376"/>
                <a:gd name="connsiteY61" fmla="*/ 24875 h 26416"/>
                <a:gd name="connsiteX62" fmla="*/ 80772 w 726376"/>
                <a:gd name="connsiteY62" fmla="*/ 14017 h 26416"/>
                <a:gd name="connsiteX63" fmla="*/ 72104 w 726376"/>
                <a:gd name="connsiteY63" fmla="*/ 14017 h 26416"/>
                <a:gd name="connsiteX64" fmla="*/ 72104 w 726376"/>
                <a:gd name="connsiteY64" fmla="*/ 24875 h 26416"/>
                <a:gd name="connsiteX65" fmla="*/ 96774 w 726376"/>
                <a:gd name="connsiteY65" fmla="*/ 3539 h 26416"/>
                <a:gd name="connsiteX66" fmla="*/ 94393 w 726376"/>
                <a:gd name="connsiteY66" fmla="*/ 4301 h 26416"/>
                <a:gd name="connsiteX67" fmla="*/ 92678 w 726376"/>
                <a:gd name="connsiteY67" fmla="*/ 6301 h 26416"/>
                <a:gd name="connsiteX68" fmla="*/ 91630 w 726376"/>
                <a:gd name="connsiteY68" fmla="*/ 9349 h 26416"/>
                <a:gd name="connsiteX69" fmla="*/ 91630 w 726376"/>
                <a:gd name="connsiteY69" fmla="*/ 12969 h 26416"/>
                <a:gd name="connsiteX70" fmla="*/ 91630 w 726376"/>
                <a:gd name="connsiteY70" fmla="*/ 16684 h 26416"/>
                <a:gd name="connsiteX71" fmla="*/ 92678 w 726376"/>
                <a:gd name="connsiteY71" fmla="*/ 19732 h 26416"/>
                <a:gd name="connsiteX72" fmla="*/ 94393 w 726376"/>
                <a:gd name="connsiteY72" fmla="*/ 21732 h 26416"/>
                <a:gd name="connsiteX73" fmla="*/ 96774 w 726376"/>
                <a:gd name="connsiteY73" fmla="*/ 22494 h 26416"/>
                <a:gd name="connsiteX74" fmla="*/ 99250 w 726376"/>
                <a:gd name="connsiteY74" fmla="*/ 21732 h 26416"/>
                <a:gd name="connsiteX75" fmla="*/ 100965 w 726376"/>
                <a:gd name="connsiteY75" fmla="*/ 19732 h 26416"/>
                <a:gd name="connsiteX76" fmla="*/ 102013 w 726376"/>
                <a:gd name="connsiteY76" fmla="*/ 16684 h 26416"/>
                <a:gd name="connsiteX77" fmla="*/ 102013 w 726376"/>
                <a:gd name="connsiteY77" fmla="*/ 12969 h 26416"/>
                <a:gd name="connsiteX78" fmla="*/ 102013 w 726376"/>
                <a:gd name="connsiteY78" fmla="*/ 9349 h 26416"/>
                <a:gd name="connsiteX79" fmla="*/ 100965 w 726376"/>
                <a:gd name="connsiteY79" fmla="*/ 6301 h 26416"/>
                <a:gd name="connsiteX80" fmla="*/ 99250 w 726376"/>
                <a:gd name="connsiteY80" fmla="*/ 4301 h 26416"/>
                <a:gd name="connsiteX81" fmla="*/ 96774 w 726376"/>
                <a:gd name="connsiteY81" fmla="*/ 3539 h 26416"/>
                <a:gd name="connsiteX82" fmla="*/ 96774 w 726376"/>
                <a:gd name="connsiteY82" fmla="*/ 777 h 26416"/>
                <a:gd name="connsiteX83" fmla="*/ 100584 w 726376"/>
                <a:gd name="connsiteY83" fmla="*/ 1634 h 26416"/>
                <a:gd name="connsiteX84" fmla="*/ 103346 w 726376"/>
                <a:gd name="connsiteY84" fmla="*/ 4111 h 26416"/>
                <a:gd name="connsiteX85" fmla="*/ 105061 w 726376"/>
                <a:gd name="connsiteY85" fmla="*/ 7921 h 26416"/>
                <a:gd name="connsiteX86" fmla="*/ 105632 w 726376"/>
                <a:gd name="connsiteY86" fmla="*/ 12969 h 26416"/>
                <a:gd name="connsiteX87" fmla="*/ 105061 w 726376"/>
                <a:gd name="connsiteY87" fmla="*/ 18017 h 26416"/>
                <a:gd name="connsiteX88" fmla="*/ 103346 w 726376"/>
                <a:gd name="connsiteY88" fmla="*/ 21922 h 26416"/>
                <a:gd name="connsiteX89" fmla="*/ 100584 w 726376"/>
                <a:gd name="connsiteY89" fmla="*/ 24399 h 26416"/>
                <a:gd name="connsiteX90" fmla="*/ 96774 w 726376"/>
                <a:gd name="connsiteY90" fmla="*/ 25256 h 26416"/>
                <a:gd name="connsiteX91" fmla="*/ 93059 w 726376"/>
                <a:gd name="connsiteY91" fmla="*/ 24399 h 26416"/>
                <a:gd name="connsiteX92" fmla="*/ 90297 w 726376"/>
                <a:gd name="connsiteY92" fmla="*/ 21922 h 26416"/>
                <a:gd name="connsiteX93" fmla="*/ 88583 w 726376"/>
                <a:gd name="connsiteY93" fmla="*/ 18017 h 26416"/>
                <a:gd name="connsiteX94" fmla="*/ 88011 w 726376"/>
                <a:gd name="connsiteY94" fmla="*/ 12969 h 26416"/>
                <a:gd name="connsiteX95" fmla="*/ 88583 w 726376"/>
                <a:gd name="connsiteY95" fmla="*/ 7921 h 26416"/>
                <a:gd name="connsiteX96" fmla="*/ 90297 w 726376"/>
                <a:gd name="connsiteY96" fmla="*/ 4111 h 26416"/>
                <a:gd name="connsiteX97" fmla="*/ 93059 w 726376"/>
                <a:gd name="connsiteY97" fmla="*/ 1634 h 26416"/>
                <a:gd name="connsiteX98" fmla="*/ 96774 w 726376"/>
                <a:gd name="connsiteY98" fmla="*/ 777 h 26416"/>
                <a:gd name="connsiteX99" fmla="*/ 109347 w 726376"/>
                <a:gd name="connsiteY99" fmla="*/ 24875 h 26416"/>
                <a:gd name="connsiteX100" fmla="*/ 109347 w 726376"/>
                <a:gd name="connsiteY100" fmla="*/ 1158 h 26416"/>
                <a:gd name="connsiteX101" fmla="*/ 112776 w 726376"/>
                <a:gd name="connsiteY101" fmla="*/ 1158 h 26416"/>
                <a:gd name="connsiteX102" fmla="*/ 121253 w 726376"/>
                <a:gd name="connsiteY102" fmla="*/ 18017 h 26416"/>
                <a:gd name="connsiteX103" fmla="*/ 121253 w 726376"/>
                <a:gd name="connsiteY103" fmla="*/ 18017 h 26416"/>
                <a:gd name="connsiteX104" fmla="*/ 121253 w 726376"/>
                <a:gd name="connsiteY104" fmla="*/ 1158 h 26416"/>
                <a:gd name="connsiteX105" fmla="*/ 124396 w 726376"/>
                <a:gd name="connsiteY105" fmla="*/ 1158 h 26416"/>
                <a:gd name="connsiteX106" fmla="*/ 124396 w 726376"/>
                <a:gd name="connsiteY106" fmla="*/ 24875 h 26416"/>
                <a:gd name="connsiteX107" fmla="*/ 121348 w 726376"/>
                <a:gd name="connsiteY107" fmla="*/ 24875 h 26416"/>
                <a:gd name="connsiteX108" fmla="*/ 112681 w 726376"/>
                <a:gd name="connsiteY108" fmla="*/ 7349 h 26416"/>
                <a:gd name="connsiteX109" fmla="*/ 112681 w 726376"/>
                <a:gd name="connsiteY109" fmla="*/ 7349 h 26416"/>
                <a:gd name="connsiteX110" fmla="*/ 112681 w 726376"/>
                <a:gd name="connsiteY110" fmla="*/ 24875 h 26416"/>
                <a:gd name="connsiteX111" fmla="*/ 141637 w 726376"/>
                <a:gd name="connsiteY111" fmla="*/ 9064 h 26416"/>
                <a:gd name="connsiteX112" fmla="*/ 141351 w 726376"/>
                <a:gd name="connsiteY112" fmla="*/ 7159 h 26416"/>
                <a:gd name="connsiteX113" fmla="*/ 140398 w 726376"/>
                <a:gd name="connsiteY113" fmla="*/ 5444 h 26416"/>
                <a:gd name="connsiteX114" fmla="*/ 139065 w 726376"/>
                <a:gd name="connsiteY114" fmla="*/ 4206 h 26416"/>
                <a:gd name="connsiteX115" fmla="*/ 137065 w 726376"/>
                <a:gd name="connsiteY115" fmla="*/ 4206 h 26416"/>
                <a:gd name="connsiteX116" fmla="*/ 134588 w 726376"/>
                <a:gd name="connsiteY116" fmla="*/ 4968 h 26416"/>
                <a:gd name="connsiteX117" fmla="*/ 132874 w 726376"/>
                <a:gd name="connsiteY117" fmla="*/ 6968 h 26416"/>
                <a:gd name="connsiteX118" fmla="*/ 131921 w 726376"/>
                <a:gd name="connsiteY118" fmla="*/ 10016 h 26416"/>
                <a:gd name="connsiteX119" fmla="*/ 131921 w 726376"/>
                <a:gd name="connsiteY119" fmla="*/ 13636 h 26416"/>
                <a:gd name="connsiteX120" fmla="*/ 131921 w 726376"/>
                <a:gd name="connsiteY120" fmla="*/ 17350 h 26416"/>
                <a:gd name="connsiteX121" fmla="*/ 132874 w 726376"/>
                <a:gd name="connsiteY121" fmla="*/ 20398 h 26416"/>
                <a:gd name="connsiteX122" fmla="*/ 134588 w 726376"/>
                <a:gd name="connsiteY122" fmla="*/ 22399 h 26416"/>
                <a:gd name="connsiteX123" fmla="*/ 137160 w 726376"/>
                <a:gd name="connsiteY123" fmla="*/ 23161 h 26416"/>
                <a:gd name="connsiteX124" fmla="*/ 139637 w 726376"/>
                <a:gd name="connsiteY124" fmla="*/ 23161 h 26416"/>
                <a:gd name="connsiteX125" fmla="*/ 141160 w 726376"/>
                <a:gd name="connsiteY125" fmla="*/ 21732 h 26416"/>
                <a:gd name="connsiteX126" fmla="*/ 141922 w 726376"/>
                <a:gd name="connsiteY126" fmla="*/ 19541 h 26416"/>
                <a:gd name="connsiteX127" fmla="*/ 141922 w 726376"/>
                <a:gd name="connsiteY127" fmla="*/ 16874 h 26416"/>
                <a:gd name="connsiteX128" fmla="*/ 135255 w 726376"/>
                <a:gd name="connsiteY128" fmla="*/ 16874 h 26416"/>
                <a:gd name="connsiteX129" fmla="*/ 135255 w 726376"/>
                <a:gd name="connsiteY129" fmla="*/ 13826 h 26416"/>
                <a:gd name="connsiteX130" fmla="*/ 144780 w 726376"/>
                <a:gd name="connsiteY130" fmla="*/ 13826 h 26416"/>
                <a:gd name="connsiteX131" fmla="*/ 144780 w 726376"/>
                <a:gd name="connsiteY131" fmla="*/ 16779 h 26416"/>
                <a:gd name="connsiteX132" fmla="*/ 142780 w 726376"/>
                <a:gd name="connsiteY132" fmla="*/ 23827 h 26416"/>
                <a:gd name="connsiteX133" fmla="*/ 136493 w 726376"/>
                <a:gd name="connsiteY133" fmla="*/ 26399 h 26416"/>
                <a:gd name="connsiteX134" fmla="*/ 132683 w 726376"/>
                <a:gd name="connsiteY134" fmla="*/ 25542 h 26416"/>
                <a:gd name="connsiteX135" fmla="*/ 129921 w 726376"/>
                <a:gd name="connsiteY135" fmla="*/ 23065 h 26416"/>
                <a:gd name="connsiteX136" fmla="*/ 128111 w 726376"/>
                <a:gd name="connsiteY136" fmla="*/ 19160 h 26416"/>
                <a:gd name="connsiteX137" fmla="*/ 127540 w 726376"/>
                <a:gd name="connsiteY137" fmla="*/ 14112 h 26416"/>
                <a:gd name="connsiteX138" fmla="*/ 128111 w 726376"/>
                <a:gd name="connsiteY138" fmla="*/ 9064 h 26416"/>
                <a:gd name="connsiteX139" fmla="*/ 129826 w 726376"/>
                <a:gd name="connsiteY139" fmla="*/ 5254 h 26416"/>
                <a:gd name="connsiteX140" fmla="*/ 132588 w 726376"/>
                <a:gd name="connsiteY140" fmla="*/ 2777 h 26416"/>
                <a:gd name="connsiteX141" fmla="*/ 136398 w 726376"/>
                <a:gd name="connsiteY141" fmla="*/ 1920 h 26416"/>
                <a:gd name="connsiteX142" fmla="*/ 139637 w 726376"/>
                <a:gd name="connsiteY142" fmla="*/ 2587 h 26416"/>
                <a:gd name="connsiteX143" fmla="*/ 142208 w 726376"/>
                <a:gd name="connsiteY143" fmla="*/ 4396 h 26416"/>
                <a:gd name="connsiteX144" fmla="*/ 143923 w 726376"/>
                <a:gd name="connsiteY144" fmla="*/ 6968 h 26416"/>
                <a:gd name="connsiteX145" fmla="*/ 144589 w 726376"/>
                <a:gd name="connsiteY145" fmla="*/ 10207 h 26416"/>
                <a:gd name="connsiteX146" fmla="*/ 172307 w 726376"/>
                <a:gd name="connsiteY146" fmla="*/ 1158 h 26416"/>
                <a:gd name="connsiteX147" fmla="*/ 172307 w 726376"/>
                <a:gd name="connsiteY147" fmla="*/ 17922 h 26416"/>
                <a:gd name="connsiteX148" fmla="*/ 172307 w 726376"/>
                <a:gd name="connsiteY148" fmla="*/ 20875 h 26416"/>
                <a:gd name="connsiteX149" fmla="*/ 170974 w 726376"/>
                <a:gd name="connsiteY149" fmla="*/ 23161 h 26416"/>
                <a:gd name="connsiteX150" fmla="*/ 168688 w 726376"/>
                <a:gd name="connsiteY150" fmla="*/ 24685 h 26416"/>
                <a:gd name="connsiteX151" fmla="*/ 165449 w 726376"/>
                <a:gd name="connsiteY151" fmla="*/ 25256 h 26416"/>
                <a:gd name="connsiteX152" fmla="*/ 162211 w 726376"/>
                <a:gd name="connsiteY152" fmla="*/ 24685 h 26416"/>
                <a:gd name="connsiteX153" fmla="*/ 159925 w 726376"/>
                <a:gd name="connsiteY153" fmla="*/ 23161 h 26416"/>
                <a:gd name="connsiteX154" fmla="*/ 158591 w 726376"/>
                <a:gd name="connsiteY154" fmla="*/ 20875 h 26416"/>
                <a:gd name="connsiteX155" fmla="*/ 158591 w 726376"/>
                <a:gd name="connsiteY155" fmla="*/ 17922 h 26416"/>
                <a:gd name="connsiteX156" fmla="*/ 158591 w 726376"/>
                <a:gd name="connsiteY156" fmla="*/ 1158 h 26416"/>
                <a:gd name="connsiteX157" fmla="*/ 161925 w 726376"/>
                <a:gd name="connsiteY157" fmla="*/ 1158 h 26416"/>
                <a:gd name="connsiteX158" fmla="*/ 161925 w 726376"/>
                <a:gd name="connsiteY158" fmla="*/ 18493 h 26416"/>
                <a:gd name="connsiteX159" fmla="*/ 162973 w 726376"/>
                <a:gd name="connsiteY159" fmla="*/ 21351 h 26416"/>
                <a:gd name="connsiteX160" fmla="*/ 168688 w 726376"/>
                <a:gd name="connsiteY160" fmla="*/ 21351 h 26416"/>
                <a:gd name="connsiteX161" fmla="*/ 169735 w 726376"/>
                <a:gd name="connsiteY161" fmla="*/ 18493 h 26416"/>
                <a:gd name="connsiteX162" fmla="*/ 169735 w 726376"/>
                <a:gd name="connsiteY162" fmla="*/ 1158 h 26416"/>
                <a:gd name="connsiteX163" fmla="*/ 176689 w 726376"/>
                <a:gd name="connsiteY163" fmla="*/ 24875 h 26416"/>
                <a:gd name="connsiteX164" fmla="*/ 176689 w 726376"/>
                <a:gd name="connsiteY164" fmla="*/ 1158 h 26416"/>
                <a:gd name="connsiteX165" fmla="*/ 180022 w 726376"/>
                <a:gd name="connsiteY165" fmla="*/ 1158 h 26416"/>
                <a:gd name="connsiteX166" fmla="*/ 188500 w 726376"/>
                <a:gd name="connsiteY166" fmla="*/ 18017 h 26416"/>
                <a:gd name="connsiteX167" fmla="*/ 188500 w 726376"/>
                <a:gd name="connsiteY167" fmla="*/ 18017 h 26416"/>
                <a:gd name="connsiteX168" fmla="*/ 188500 w 726376"/>
                <a:gd name="connsiteY168" fmla="*/ 1158 h 26416"/>
                <a:gd name="connsiteX169" fmla="*/ 191643 w 726376"/>
                <a:gd name="connsiteY169" fmla="*/ 1158 h 26416"/>
                <a:gd name="connsiteX170" fmla="*/ 191643 w 726376"/>
                <a:gd name="connsiteY170" fmla="*/ 24875 h 26416"/>
                <a:gd name="connsiteX171" fmla="*/ 188976 w 726376"/>
                <a:gd name="connsiteY171" fmla="*/ 24875 h 26416"/>
                <a:gd name="connsiteX172" fmla="*/ 180308 w 726376"/>
                <a:gd name="connsiteY172" fmla="*/ 7349 h 26416"/>
                <a:gd name="connsiteX173" fmla="*/ 180308 w 726376"/>
                <a:gd name="connsiteY173" fmla="*/ 7349 h 26416"/>
                <a:gd name="connsiteX174" fmla="*/ 180308 w 726376"/>
                <a:gd name="connsiteY174" fmla="*/ 24875 h 26416"/>
                <a:gd name="connsiteX175" fmla="*/ 195739 w 726376"/>
                <a:gd name="connsiteY175" fmla="*/ 24875 h 26416"/>
                <a:gd name="connsiteX176" fmla="*/ 195739 w 726376"/>
                <a:gd name="connsiteY176" fmla="*/ 1158 h 26416"/>
                <a:gd name="connsiteX177" fmla="*/ 199168 w 726376"/>
                <a:gd name="connsiteY177" fmla="*/ 1158 h 26416"/>
                <a:gd name="connsiteX178" fmla="*/ 199168 w 726376"/>
                <a:gd name="connsiteY178" fmla="*/ 24875 h 26416"/>
                <a:gd name="connsiteX179" fmla="*/ 214313 w 726376"/>
                <a:gd name="connsiteY179" fmla="*/ 1158 h 26416"/>
                <a:gd name="connsiteX180" fmla="*/ 217551 w 726376"/>
                <a:gd name="connsiteY180" fmla="*/ 1158 h 26416"/>
                <a:gd name="connsiteX181" fmla="*/ 210884 w 726376"/>
                <a:gd name="connsiteY181" fmla="*/ 24875 h 26416"/>
                <a:gd name="connsiteX182" fmla="*/ 208026 w 726376"/>
                <a:gd name="connsiteY182" fmla="*/ 24875 h 26416"/>
                <a:gd name="connsiteX183" fmla="*/ 201359 w 726376"/>
                <a:gd name="connsiteY183" fmla="*/ 1158 h 26416"/>
                <a:gd name="connsiteX184" fmla="*/ 204502 w 726376"/>
                <a:gd name="connsiteY184" fmla="*/ 1158 h 26416"/>
                <a:gd name="connsiteX185" fmla="*/ 209550 w 726376"/>
                <a:gd name="connsiteY185" fmla="*/ 20208 h 26416"/>
                <a:gd name="connsiteX186" fmla="*/ 209550 w 726376"/>
                <a:gd name="connsiteY186" fmla="*/ 20208 h 26416"/>
                <a:gd name="connsiteX187" fmla="*/ 214598 w 726376"/>
                <a:gd name="connsiteY187" fmla="*/ 1158 h 26416"/>
                <a:gd name="connsiteX188" fmla="*/ 219742 w 726376"/>
                <a:gd name="connsiteY188" fmla="*/ 24875 h 26416"/>
                <a:gd name="connsiteX189" fmla="*/ 219742 w 726376"/>
                <a:gd name="connsiteY189" fmla="*/ 1158 h 26416"/>
                <a:gd name="connsiteX190" fmla="*/ 231648 w 726376"/>
                <a:gd name="connsiteY190" fmla="*/ 1158 h 26416"/>
                <a:gd name="connsiteX191" fmla="*/ 231648 w 726376"/>
                <a:gd name="connsiteY191" fmla="*/ 4111 h 26416"/>
                <a:gd name="connsiteX192" fmla="*/ 223075 w 726376"/>
                <a:gd name="connsiteY192" fmla="*/ 4111 h 26416"/>
                <a:gd name="connsiteX193" fmla="*/ 223075 w 726376"/>
                <a:gd name="connsiteY193" fmla="*/ 10969 h 26416"/>
                <a:gd name="connsiteX194" fmla="*/ 231648 w 726376"/>
                <a:gd name="connsiteY194" fmla="*/ 10969 h 26416"/>
                <a:gd name="connsiteX195" fmla="*/ 231648 w 726376"/>
                <a:gd name="connsiteY195" fmla="*/ 14017 h 26416"/>
                <a:gd name="connsiteX196" fmla="*/ 223075 w 726376"/>
                <a:gd name="connsiteY196" fmla="*/ 14017 h 26416"/>
                <a:gd name="connsiteX197" fmla="*/ 223075 w 726376"/>
                <a:gd name="connsiteY197" fmla="*/ 21827 h 26416"/>
                <a:gd name="connsiteX198" fmla="*/ 231648 w 726376"/>
                <a:gd name="connsiteY198" fmla="*/ 21827 h 26416"/>
                <a:gd name="connsiteX199" fmla="*/ 231648 w 726376"/>
                <a:gd name="connsiteY199" fmla="*/ 24875 h 26416"/>
                <a:gd name="connsiteX200" fmla="*/ 236125 w 726376"/>
                <a:gd name="connsiteY200" fmla="*/ 24875 h 26416"/>
                <a:gd name="connsiteX201" fmla="*/ 236125 w 726376"/>
                <a:gd name="connsiteY201" fmla="*/ 1158 h 26416"/>
                <a:gd name="connsiteX202" fmla="*/ 242792 w 726376"/>
                <a:gd name="connsiteY202" fmla="*/ 1158 h 26416"/>
                <a:gd name="connsiteX203" fmla="*/ 245650 w 726376"/>
                <a:gd name="connsiteY203" fmla="*/ 1158 h 26416"/>
                <a:gd name="connsiteX204" fmla="*/ 248126 w 726376"/>
                <a:gd name="connsiteY204" fmla="*/ 2491 h 26416"/>
                <a:gd name="connsiteX205" fmla="*/ 249841 w 726376"/>
                <a:gd name="connsiteY205" fmla="*/ 4682 h 26416"/>
                <a:gd name="connsiteX206" fmla="*/ 250508 w 726376"/>
                <a:gd name="connsiteY206" fmla="*/ 7730 h 26416"/>
                <a:gd name="connsiteX207" fmla="*/ 250508 w 726376"/>
                <a:gd name="connsiteY207" fmla="*/ 10397 h 26416"/>
                <a:gd name="connsiteX208" fmla="*/ 249555 w 726376"/>
                <a:gd name="connsiteY208" fmla="*/ 12588 h 26416"/>
                <a:gd name="connsiteX209" fmla="*/ 247840 w 726376"/>
                <a:gd name="connsiteY209" fmla="*/ 14112 h 26416"/>
                <a:gd name="connsiteX210" fmla="*/ 245364 w 726376"/>
                <a:gd name="connsiteY210" fmla="*/ 14874 h 26416"/>
                <a:gd name="connsiteX211" fmla="*/ 252127 w 726376"/>
                <a:gd name="connsiteY211" fmla="*/ 24399 h 26416"/>
                <a:gd name="connsiteX212" fmla="*/ 248126 w 726376"/>
                <a:gd name="connsiteY212" fmla="*/ 24399 h 26416"/>
                <a:gd name="connsiteX213" fmla="*/ 240030 w 726376"/>
                <a:gd name="connsiteY213" fmla="*/ 12302 h 26416"/>
                <a:gd name="connsiteX214" fmla="*/ 242602 w 726376"/>
                <a:gd name="connsiteY214" fmla="*/ 12302 h 26416"/>
                <a:gd name="connsiteX215" fmla="*/ 244507 w 726376"/>
                <a:gd name="connsiteY215" fmla="*/ 12302 h 26416"/>
                <a:gd name="connsiteX216" fmla="*/ 246031 w 726376"/>
                <a:gd name="connsiteY216" fmla="*/ 11540 h 26416"/>
                <a:gd name="connsiteX217" fmla="*/ 247079 w 726376"/>
                <a:gd name="connsiteY217" fmla="*/ 10302 h 26416"/>
                <a:gd name="connsiteX218" fmla="*/ 247079 w 726376"/>
                <a:gd name="connsiteY218" fmla="*/ 8492 h 26416"/>
                <a:gd name="connsiteX219" fmla="*/ 245840 w 726376"/>
                <a:gd name="connsiteY219" fmla="*/ 5158 h 26416"/>
                <a:gd name="connsiteX220" fmla="*/ 242411 w 726376"/>
                <a:gd name="connsiteY220" fmla="*/ 3920 h 26416"/>
                <a:gd name="connsiteX221" fmla="*/ 239363 w 726376"/>
                <a:gd name="connsiteY221" fmla="*/ 3920 h 26416"/>
                <a:gd name="connsiteX222" fmla="*/ 239363 w 726376"/>
                <a:gd name="connsiteY222" fmla="*/ 24685 h 26416"/>
                <a:gd name="connsiteX223" fmla="*/ 256222 w 726376"/>
                <a:gd name="connsiteY223" fmla="*/ 17541 h 26416"/>
                <a:gd name="connsiteX224" fmla="*/ 256222 w 726376"/>
                <a:gd name="connsiteY224" fmla="*/ 19446 h 26416"/>
                <a:gd name="connsiteX225" fmla="*/ 256889 w 726376"/>
                <a:gd name="connsiteY225" fmla="*/ 21065 h 26416"/>
                <a:gd name="connsiteX226" fmla="*/ 258127 w 726376"/>
                <a:gd name="connsiteY226" fmla="*/ 22113 h 26416"/>
                <a:gd name="connsiteX227" fmla="*/ 260033 w 726376"/>
                <a:gd name="connsiteY227" fmla="*/ 22113 h 26416"/>
                <a:gd name="connsiteX228" fmla="*/ 263080 w 726376"/>
                <a:gd name="connsiteY228" fmla="*/ 21065 h 26416"/>
                <a:gd name="connsiteX229" fmla="*/ 264128 w 726376"/>
                <a:gd name="connsiteY229" fmla="*/ 18112 h 26416"/>
                <a:gd name="connsiteX230" fmla="*/ 264128 w 726376"/>
                <a:gd name="connsiteY230" fmla="*/ 16303 h 26416"/>
                <a:gd name="connsiteX231" fmla="*/ 262890 w 726376"/>
                <a:gd name="connsiteY231" fmla="*/ 15064 h 26416"/>
                <a:gd name="connsiteX232" fmla="*/ 261080 w 726376"/>
                <a:gd name="connsiteY232" fmla="*/ 14207 h 26416"/>
                <a:gd name="connsiteX233" fmla="*/ 259080 w 726376"/>
                <a:gd name="connsiteY233" fmla="*/ 13445 h 26416"/>
                <a:gd name="connsiteX234" fmla="*/ 256984 w 726376"/>
                <a:gd name="connsiteY234" fmla="*/ 12588 h 26416"/>
                <a:gd name="connsiteX235" fmla="*/ 255270 w 726376"/>
                <a:gd name="connsiteY235" fmla="*/ 11350 h 26416"/>
                <a:gd name="connsiteX236" fmla="*/ 254032 w 726376"/>
                <a:gd name="connsiteY236" fmla="*/ 9540 h 26416"/>
                <a:gd name="connsiteX237" fmla="*/ 253555 w 726376"/>
                <a:gd name="connsiteY237" fmla="*/ 6873 h 26416"/>
                <a:gd name="connsiteX238" fmla="*/ 254032 w 726376"/>
                <a:gd name="connsiteY238" fmla="*/ 4206 h 26416"/>
                <a:gd name="connsiteX239" fmla="*/ 255460 w 726376"/>
                <a:gd name="connsiteY239" fmla="*/ 2206 h 26416"/>
                <a:gd name="connsiteX240" fmla="*/ 257651 w 726376"/>
                <a:gd name="connsiteY240" fmla="*/ 872 h 26416"/>
                <a:gd name="connsiteX241" fmla="*/ 260318 w 726376"/>
                <a:gd name="connsiteY241" fmla="*/ 396 h 26416"/>
                <a:gd name="connsiteX242" fmla="*/ 265462 w 726376"/>
                <a:gd name="connsiteY242" fmla="*/ 2206 h 26416"/>
                <a:gd name="connsiteX243" fmla="*/ 267462 w 726376"/>
                <a:gd name="connsiteY243" fmla="*/ 7254 h 26416"/>
                <a:gd name="connsiteX244" fmla="*/ 264128 w 726376"/>
                <a:gd name="connsiteY244" fmla="*/ 7254 h 26416"/>
                <a:gd name="connsiteX245" fmla="*/ 264128 w 726376"/>
                <a:gd name="connsiteY245" fmla="*/ 5635 h 26416"/>
                <a:gd name="connsiteX246" fmla="*/ 263462 w 726376"/>
                <a:gd name="connsiteY246" fmla="*/ 4396 h 26416"/>
                <a:gd name="connsiteX247" fmla="*/ 262318 w 726376"/>
                <a:gd name="connsiteY247" fmla="*/ 3444 h 26416"/>
                <a:gd name="connsiteX248" fmla="*/ 260699 w 726376"/>
                <a:gd name="connsiteY248" fmla="*/ 3444 h 26416"/>
                <a:gd name="connsiteX249" fmla="*/ 258127 w 726376"/>
                <a:gd name="connsiteY249" fmla="*/ 4396 h 26416"/>
                <a:gd name="connsiteX250" fmla="*/ 257175 w 726376"/>
                <a:gd name="connsiteY250" fmla="*/ 6968 h 26416"/>
                <a:gd name="connsiteX251" fmla="*/ 258032 w 726376"/>
                <a:gd name="connsiteY251" fmla="*/ 9159 h 26416"/>
                <a:gd name="connsiteX252" fmla="*/ 260033 w 726376"/>
                <a:gd name="connsiteY252" fmla="*/ 10397 h 26416"/>
                <a:gd name="connsiteX253" fmla="*/ 262700 w 726376"/>
                <a:gd name="connsiteY253" fmla="*/ 11350 h 26416"/>
                <a:gd name="connsiteX254" fmla="*/ 265367 w 726376"/>
                <a:gd name="connsiteY254" fmla="*/ 12493 h 26416"/>
                <a:gd name="connsiteX255" fmla="*/ 267367 w 726376"/>
                <a:gd name="connsiteY255" fmla="*/ 14588 h 26416"/>
                <a:gd name="connsiteX256" fmla="*/ 268224 w 726376"/>
                <a:gd name="connsiteY256" fmla="*/ 18208 h 26416"/>
                <a:gd name="connsiteX257" fmla="*/ 267652 w 726376"/>
                <a:gd name="connsiteY257" fmla="*/ 21256 h 26416"/>
                <a:gd name="connsiteX258" fmla="*/ 266033 w 726376"/>
                <a:gd name="connsiteY258" fmla="*/ 23351 h 26416"/>
                <a:gd name="connsiteX259" fmla="*/ 263747 w 726376"/>
                <a:gd name="connsiteY259" fmla="*/ 24685 h 26416"/>
                <a:gd name="connsiteX260" fmla="*/ 260985 w 726376"/>
                <a:gd name="connsiteY260" fmla="*/ 24685 h 26416"/>
                <a:gd name="connsiteX261" fmla="*/ 257556 w 726376"/>
                <a:gd name="connsiteY261" fmla="*/ 24113 h 26416"/>
                <a:gd name="connsiteX262" fmla="*/ 255270 w 726376"/>
                <a:gd name="connsiteY262" fmla="*/ 22589 h 26416"/>
                <a:gd name="connsiteX263" fmla="*/ 253841 w 726376"/>
                <a:gd name="connsiteY263" fmla="*/ 20113 h 26416"/>
                <a:gd name="connsiteX264" fmla="*/ 253841 w 726376"/>
                <a:gd name="connsiteY264" fmla="*/ 16969 h 26416"/>
                <a:gd name="connsiteX265" fmla="*/ 270415 w 726376"/>
                <a:gd name="connsiteY265" fmla="*/ 24875 h 26416"/>
                <a:gd name="connsiteX266" fmla="*/ 270415 w 726376"/>
                <a:gd name="connsiteY266" fmla="*/ 1158 h 26416"/>
                <a:gd name="connsiteX267" fmla="*/ 273748 w 726376"/>
                <a:gd name="connsiteY267" fmla="*/ 1158 h 26416"/>
                <a:gd name="connsiteX268" fmla="*/ 273748 w 726376"/>
                <a:gd name="connsiteY268" fmla="*/ 24875 h 26416"/>
                <a:gd name="connsiteX269" fmla="*/ 289465 w 726376"/>
                <a:gd name="connsiteY269" fmla="*/ 1158 h 26416"/>
                <a:gd name="connsiteX270" fmla="*/ 289465 w 726376"/>
                <a:gd name="connsiteY270" fmla="*/ 4111 h 26416"/>
                <a:gd name="connsiteX271" fmla="*/ 284321 w 726376"/>
                <a:gd name="connsiteY271" fmla="*/ 4111 h 26416"/>
                <a:gd name="connsiteX272" fmla="*/ 284321 w 726376"/>
                <a:gd name="connsiteY272" fmla="*/ 24875 h 26416"/>
                <a:gd name="connsiteX273" fmla="*/ 280988 w 726376"/>
                <a:gd name="connsiteY273" fmla="*/ 24875 h 26416"/>
                <a:gd name="connsiteX274" fmla="*/ 280988 w 726376"/>
                <a:gd name="connsiteY274" fmla="*/ 4111 h 26416"/>
                <a:gd name="connsiteX275" fmla="*/ 275939 w 726376"/>
                <a:gd name="connsiteY275" fmla="*/ 4111 h 26416"/>
                <a:gd name="connsiteX276" fmla="*/ 275939 w 726376"/>
                <a:gd name="connsiteY276" fmla="*/ 1158 h 26416"/>
                <a:gd name="connsiteX277" fmla="*/ 302800 w 726376"/>
                <a:gd name="connsiteY277" fmla="*/ 1158 h 26416"/>
                <a:gd name="connsiteX278" fmla="*/ 306324 w 726376"/>
                <a:gd name="connsiteY278" fmla="*/ 1158 h 26416"/>
                <a:gd name="connsiteX279" fmla="*/ 299847 w 726376"/>
                <a:gd name="connsiteY279" fmla="*/ 15255 h 26416"/>
                <a:gd name="connsiteX280" fmla="*/ 299847 w 726376"/>
                <a:gd name="connsiteY280" fmla="*/ 24780 h 26416"/>
                <a:gd name="connsiteX281" fmla="*/ 296513 w 726376"/>
                <a:gd name="connsiteY281" fmla="*/ 24780 h 26416"/>
                <a:gd name="connsiteX282" fmla="*/ 296513 w 726376"/>
                <a:gd name="connsiteY282" fmla="*/ 15255 h 26416"/>
                <a:gd name="connsiteX283" fmla="*/ 289941 w 726376"/>
                <a:gd name="connsiteY283" fmla="*/ 1158 h 26416"/>
                <a:gd name="connsiteX284" fmla="*/ 293751 w 726376"/>
                <a:gd name="connsiteY284" fmla="*/ 1158 h 26416"/>
                <a:gd name="connsiteX285" fmla="*/ 298418 w 726376"/>
                <a:gd name="connsiteY285" fmla="*/ 11635 h 26416"/>
                <a:gd name="connsiteX286" fmla="*/ 303086 w 726376"/>
                <a:gd name="connsiteY286" fmla="*/ 1158 h 26416"/>
                <a:gd name="connsiteX287" fmla="*/ 325469 w 726376"/>
                <a:gd name="connsiteY287" fmla="*/ 3539 h 26416"/>
                <a:gd name="connsiteX288" fmla="*/ 322993 w 726376"/>
                <a:gd name="connsiteY288" fmla="*/ 4301 h 26416"/>
                <a:gd name="connsiteX289" fmla="*/ 321278 w 726376"/>
                <a:gd name="connsiteY289" fmla="*/ 6301 h 26416"/>
                <a:gd name="connsiteX290" fmla="*/ 320326 w 726376"/>
                <a:gd name="connsiteY290" fmla="*/ 9349 h 26416"/>
                <a:gd name="connsiteX291" fmla="*/ 320326 w 726376"/>
                <a:gd name="connsiteY291" fmla="*/ 12969 h 26416"/>
                <a:gd name="connsiteX292" fmla="*/ 320326 w 726376"/>
                <a:gd name="connsiteY292" fmla="*/ 16684 h 26416"/>
                <a:gd name="connsiteX293" fmla="*/ 321278 w 726376"/>
                <a:gd name="connsiteY293" fmla="*/ 19732 h 26416"/>
                <a:gd name="connsiteX294" fmla="*/ 322993 w 726376"/>
                <a:gd name="connsiteY294" fmla="*/ 21732 h 26416"/>
                <a:gd name="connsiteX295" fmla="*/ 325469 w 726376"/>
                <a:gd name="connsiteY295" fmla="*/ 22494 h 26416"/>
                <a:gd name="connsiteX296" fmla="*/ 327946 w 726376"/>
                <a:gd name="connsiteY296" fmla="*/ 21732 h 26416"/>
                <a:gd name="connsiteX297" fmla="*/ 329660 w 726376"/>
                <a:gd name="connsiteY297" fmla="*/ 19732 h 26416"/>
                <a:gd name="connsiteX298" fmla="*/ 330613 w 726376"/>
                <a:gd name="connsiteY298" fmla="*/ 16684 h 26416"/>
                <a:gd name="connsiteX299" fmla="*/ 330613 w 726376"/>
                <a:gd name="connsiteY299" fmla="*/ 12969 h 26416"/>
                <a:gd name="connsiteX300" fmla="*/ 330613 w 726376"/>
                <a:gd name="connsiteY300" fmla="*/ 9349 h 26416"/>
                <a:gd name="connsiteX301" fmla="*/ 329660 w 726376"/>
                <a:gd name="connsiteY301" fmla="*/ 6301 h 26416"/>
                <a:gd name="connsiteX302" fmla="*/ 327946 w 726376"/>
                <a:gd name="connsiteY302" fmla="*/ 4301 h 26416"/>
                <a:gd name="connsiteX303" fmla="*/ 325469 w 726376"/>
                <a:gd name="connsiteY303" fmla="*/ 3539 h 26416"/>
                <a:gd name="connsiteX304" fmla="*/ 325469 w 726376"/>
                <a:gd name="connsiteY304" fmla="*/ 777 h 26416"/>
                <a:gd name="connsiteX305" fmla="*/ 329184 w 726376"/>
                <a:gd name="connsiteY305" fmla="*/ 1634 h 26416"/>
                <a:gd name="connsiteX306" fmla="*/ 331946 w 726376"/>
                <a:gd name="connsiteY306" fmla="*/ 4111 h 26416"/>
                <a:gd name="connsiteX307" fmla="*/ 333661 w 726376"/>
                <a:gd name="connsiteY307" fmla="*/ 7921 h 26416"/>
                <a:gd name="connsiteX308" fmla="*/ 334232 w 726376"/>
                <a:gd name="connsiteY308" fmla="*/ 12969 h 26416"/>
                <a:gd name="connsiteX309" fmla="*/ 333661 w 726376"/>
                <a:gd name="connsiteY309" fmla="*/ 18017 h 26416"/>
                <a:gd name="connsiteX310" fmla="*/ 331946 w 726376"/>
                <a:gd name="connsiteY310" fmla="*/ 21922 h 26416"/>
                <a:gd name="connsiteX311" fmla="*/ 329184 w 726376"/>
                <a:gd name="connsiteY311" fmla="*/ 24399 h 26416"/>
                <a:gd name="connsiteX312" fmla="*/ 325469 w 726376"/>
                <a:gd name="connsiteY312" fmla="*/ 25256 h 26416"/>
                <a:gd name="connsiteX313" fmla="*/ 321755 w 726376"/>
                <a:gd name="connsiteY313" fmla="*/ 24399 h 26416"/>
                <a:gd name="connsiteX314" fmla="*/ 318897 w 726376"/>
                <a:gd name="connsiteY314" fmla="*/ 21922 h 26416"/>
                <a:gd name="connsiteX315" fmla="*/ 317182 w 726376"/>
                <a:gd name="connsiteY315" fmla="*/ 18017 h 26416"/>
                <a:gd name="connsiteX316" fmla="*/ 316611 w 726376"/>
                <a:gd name="connsiteY316" fmla="*/ 12969 h 26416"/>
                <a:gd name="connsiteX317" fmla="*/ 317182 w 726376"/>
                <a:gd name="connsiteY317" fmla="*/ 7921 h 26416"/>
                <a:gd name="connsiteX318" fmla="*/ 318897 w 726376"/>
                <a:gd name="connsiteY318" fmla="*/ 4111 h 26416"/>
                <a:gd name="connsiteX319" fmla="*/ 321755 w 726376"/>
                <a:gd name="connsiteY319" fmla="*/ 1634 h 26416"/>
                <a:gd name="connsiteX320" fmla="*/ 325469 w 726376"/>
                <a:gd name="connsiteY320" fmla="*/ 777 h 26416"/>
                <a:gd name="connsiteX321" fmla="*/ 348996 w 726376"/>
                <a:gd name="connsiteY321" fmla="*/ 777 h 26416"/>
                <a:gd name="connsiteX322" fmla="*/ 348996 w 726376"/>
                <a:gd name="connsiteY322" fmla="*/ 3730 h 26416"/>
                <a:gd name="connsiteX323" fmla="*/ 341376 w 726376"/>
                <a:gd name="connsiteY323" fmla="*/ 3730 h 26416"/>
                <a:gd name="connsiteX324" fmla="*/ 341376 w 726376"/>
                <a:gd name="connsiteY324" fmla="*/ 10588 h 26416"/>
                <a:gd name="connsiteX325" fmla="*/ 349282 w 726376"/>
                <a:gd name="connsiteY325" fmla="*/ 10588 h 26416"/>
                <a:gd name="connsiteX326" fmla="*/ 349282 w 726376"/>
                <a:gd name="connsiteY326" fmla="*/ 13636 h 26416"/>
                <a:gd name="connsiteX327" fmla="*/ 341376 w 726376"/>
                <a:gd name="connsiteY327" fmla="*/ 13636 h 26416"/>
                <a:gd name="connsiteX328" fmla="*/ 341376 w 726376"/>
                <a:gd name="connsiteY328" fmla="*/ 24494 h 26416"/>
                <a:gd name="connsiteX329" fmla="*/ 338042 w 726376"/>
                <a:gd name="connsiteY329" fmla="*/ 24494 h 26416"/>
                <a:gd name="connsiteX330" fmla="*/ 338042 w 726376"/>
                <a:gd name="connsiteY330" fmla="*/ 777 h 26416"/>
                <a:gd name="connsiteX331" fmla="*/ 363283 w 726376"/>
                <a:gd name="connsiteY331" fmla="*/ 17160 h 26416"/>
                <a:gd name="connsiteX332" fmla="*/ 363283 w 726376"/>
                <a:gd name="connsiteY332" fmla="*/ 19065 h 26416"/>
                <a:gd name="connsiteX333" fmla="*/ 363950 w 726376"/>
                <a:gd name="connsiteY333" fmla="*/ 20684 h 26416"/>
                <a:gd name="connsiteX334" fmla="*/ 365188 w 726376"/>
                <a:gd name="connsiteY334" fmla="*/ 21732 h 26416"/>
                <a:gd name="connsiteX335" fmla="*/ 367094 w 726376"/>
                <a:gd name="connsiteY335" fmla="*/ 21732 h 26416"/>
                <a:gd name="connsiteX336" fmla="*/ 370141 w 726376"/>
                <a:gd name="connsiteY336" fmla="*/ 20684 h 26416"/>
                <a:gd name="connsiteX337" fmla="*/ 371189 w 726376"/>
                <a:gd name="connsiteY337" fmla="*/ 17731 h 26416"/>
                <a:gd name="connsiteX338" fmla="*/ 370713 w 726376"/>
                <a:gd name="connsiteY338" fmla="*/ 15922 h 26416"/>
                <a:gd name="connsiteX339" fmla="*/ 369380 w 726376"/>
                <a:gd name="connsiteY339" fmla="*/ 14683 h 26416"/>
                <a:gd name="connsiteX340" fmla="*/ 367665 w 726376"/>
                <a:gd name="connsiteY340" fmla="*/ 13826 h 26416"/>
                <a:gd name="connsiteX341" fmla="*/ 365665 w 726376"/>
                <a:gd name="connsiteY341" fmla="*/ 13064 h 26416"/>
                <a:gd name="connsiteX342" fmla="*/ 363569 w 726376"/>
                <a:gd name="connsiteY342" fmla="*/ 12207 h 26416"/>
                <a:gd name="connsiteX343" fmla="*/ 361855 w 726376"/>
                <a:gd name="connsiteY343" fmla="*/ 10969 h 26416"/>
                <a:gd name="connsiteX344" fmla="*/ 360616 w 726376"/>
                <a:gd name="connsiteY344" fmla="*/ 9159 h 26416"/>
                <a:gd name="connsiteX345" fmla="*/ 360140 w 726376"/>
                <a:gd name="connsiteY345" fmla="*/ 6492 h 26416"/>
                <a:gd name="connsiteX346" fmla="*/ 360616 w 726376"/>
                <a:gd name="connsiteY346" fmla="*/ 3825 h 26416"/>
                <a:gd name="connsiteX347" fmla="*/ 362045 w 726376"/>
                <a:gd name="connsiteY347" fmla="*/ 1825 h 26416"/>
                <a:gd name="connsiteX348" fmla="*/ 364236 w 726376"/>
                <a:gd name="connsiteY348" fmla="*/ 491 h 26416"/>
                <a:gd name="connsiteX349" fmla="*/ 366903 w 726376"/>
                <a:gd name="connsiteY349" fmla="*/ 15 h 26416"/>
                <a:gd name="connsiteX350" fmla="*/ 372046 w 726376"/>
                <a:gd name="connsiteY350" fmla="*/ 1825 h 26416"/>
                <a:gd name="connsiteX351" fmla="*/ 374047 w 726376"/>
                <a:gd name="connsiteY351" fmla="*/ 6873 h 26416"/>
                <a:gd name="connsiteX352" fmla="*/ 370713 w 726376"/>
                <a:gd name="connsiteY352" fmla="*/ 6873 h 26416"/>
                <a:gd name="connsiteX353" fmla="*/ 370713 w 726376"/>
                <a:gd name="connsiteY353" fmla="*/ 5254 h 26416"/>
                <a:gd name="connsiteX354" fmla="*/ 370046 w 726376"/>
                <a:gd name="connsiteY354" fmla="*/ 4015 h 26416"/>
                <a:gd name="connsiteX355" fmla="*/ 368903 w 726376"/>
                <a:gd name="connsiteY355" fmla="*/ 3063 h 26416"/>
                <a:gd name="connsiteX356" fmla="*/ 367284 w 726376"/>
                <a:gd name="connsiteY356" fmla="*/ 3063 h 26416"/>
                <a:gd name="connsiteX357" fmla="*/ 363760 w 726376"/>
                <a:gd name="connsiteY357" fmla="*/ 5987 h 26416"/>
                <a:gd name="connsiteX358" fmla="*/ 363760 w 726376"/>
                <a:gd name="connsiteY358" fmla="*/ 6587 h 26416"/>
                <a:gd name="connsiteX359" fmla="*/ 364617 w 726376"/>
                <a:gd name="connsiteY359" fmla="*/ 8778 h 26416"/>
                <a:gd name="connsiteX360" fmla="*/ 366617 w 726376"/>
                <a:gd name="connsiteY360" fmla="*/ 10016 h 26416"/>
                <a:gd name="connsiteX361" fmla="*/ 369284 w 726376"/>
                <a:gd name="connsiteY361" fmla="*/ 10969 h 26416"/>
                <a:gd name="connsiteX362" fmla="*/ 371951 w 726376"/>
                <a:gd name="connsiteY362" fmla="*/ 12112 h 26416"/>
                <a:gd name="connsiteX363" fmla="*/ 373952 w 726376"/>
                <a:gd name="connsiteY363" fmla="*/ 14207 h 26416"/>
                <a:gd name="connsiteX364" fmla="*/ 374809 w 726376"/>
                <a:gd name="connsiteY364" fmla="*/ 17827 h 26416"/>
                <a:gd name="connsiteX365" fmla="*/ 374237 w 726376"/>
                <a:gd name="connsiteY365" fmla="*/ 20875 h 26416"/>
                <a:gd name="connsiteX366" fmla="*/ 372618 w 726376"/>
                <a:gd name="connsiteY366" fmla="*/ 22970 h 26416"/>
                <a:gd name="connsiteX367" fmla="*/ 370332 w 726376"/>
                <a:gd name="connsiteY367" fmla="*/ 24304 h 26416"/>
                <a:gd name="connsiteX368" fmla="*/ 367570 w 726376"/>
                <a:gd name="connsiteY368" fmla="*/ 24304 h 26416"/>
                <a:gd name="connsiteX369" fmla="*/ 364141 w 726376"/>
                <a:gd name="connsiteY369" fmla="*/ 23732 h 26416"/>
                <a:gd name="connsiteX370" fmla="*/ 361855 w 726376"/>
                <a:gd name="connsiteY370" fmla="*/ 22208 h 26416"/>
                <a:gd name="connsiteX371" fmla="*/ 360426 w 726376"/>
                <a:gd name="connsiteY371" fmla="*/ 19732 h 26416"/>
                <a:gd name="connsiteX372" fmla="*/ 359950 w 726376"/>
                <a:gd name="connsiteY372" fmla="*/ 16588 h 26416"/>
                <a:gd name="connsiteX373" fmla="*/ 389572 w 726376"/>
                <a:gd name="connsiteY373" fmla="*/ 9826 h 26416"/>
                <a:gd name="connsiteX374" fmla="*/ 389096 w 726376"/>
                <a:gd name="connsiteY374" fmla="*/ 7444 h 26416"/>
                <a:gd name="connsiteX375" fmla="*/ 388334 w 726376"/>
                <a:gd name="connsiteY375" fmla="*/ 5254 h 26416"/>
                <a:gd name="connsiteX376" fmla="*/ 386905 w 726376"/>
                <a:gd name="connsiteY376" fmla="*/ 3730 h 26416"/>
                <a:gd name="connsiteX377" fmla="*/ 384810 w 726376"/>
                <a:gd name="connsiteY377" fmla="*/ 3158 h 26416"/>
                <a:gd name="connsiteX378" fmla="*/ 382810 w 726376"/>
                <a:gd name="connsiteY378" fmla="*/ 3825 h 26416"/>
                <a:gd name="connsiteX379" fmla="*/ 381286 w 726376"/>
                <a:gd name="connsiteY379" fmla="*/ 5730 h 26416"/>
                <a:gd name="connsiteX380" fmla="*/ 380333 w 726376"/>
                <a:gd name="connsiteY380" fmla="*/ 8683 h 26416"/>
                <a:gd name="connsiteX381" fmla="*/ 380333 w 726376"/>
                <a:gd name="connsiteY381" fmla="*/ 12588 h 26416"/>
                <a:gd name="connsiteX382" fmla="*/ 380333 w 726376"/>
                <a:gd name="connsiteY382" fmla="*/ 16493 h 26416"/>
                <a:gd name="connsiteX383" fmla="*/ 381286 w 726376"/>
                <a:gd name="connsiteY383" fmla="*/ 19541 h 26416"/>
                <a:gd name="connsiteX384" fmla="*/ 382810 w 726376"/>
                <a:gd name="connsiteY384" fmla="*/ 21446 h 26416"/>
                <a:gd name="connsiteX385" fmla="*/ 384810 w 726376"/>
                <a:gd name="connsiteY385" fmla="*/ 22113 h 26416"/>
                <a:gd name="connsiteX386" fmla="*/ 388525 w 726376"/>
                <a:gd name="connsiteY386" fmla="*/ 20113 h 26416"/>
                <a:gd name="connsiteX387" fmla="*/ 389191 w 726376"/>
                <a:gd name="connsiteY387" fmla="*/ 17922 h 26416"/>
                <a:gd name="connsiteX388" fmla="*/ 389191 w 726376"/>
                <a:gd name="connsiteY388" fmla="*/ 15541 h 26416"/>
                <a:gd name="connsiteX389" fmla="*/ 392335 w 726376"/>
                <a:gd name="connsiteY389" fmla="*/ 15541 h 26416"/>
                <a:gd name="connsiteX390" fmla="*/ 392335 w 726376"/>
                <a:gd name="connsiteY390" fmla="*/ 19255 h 26416"/>
                <a:gd name="connsiteX391" fmla="*/ 390906 w 726376"/>
                <a:gd name="connsiteY391" fmla="*/ 22208 h 26416"/>
                <a:gd name="connsiteX392" fmla="*/ 388525 w 726376"/>
                <a:gd name="connsiteY392" fmla="*/ 24208 h 26416"/>
                <a:gd name="connsiteX393" fmla="*/ 384905 w 726376"/>
                <a:gd name="connsiteY393" fmla="*/ 24875 h 26416"/>
                <a:gd name="connsiteX394" fmla="*/ 381762 w 726376"/>
                <a:gd name="connsiteY394" fmla="*/ 24113 h 26416"/>
                <a:gd name="connsiteX395" fmla="*/ 379190 w 726376"/>
                <a:gd name="connsiteY395" fmla="*/ 21827 h 26416"/>
                <a:gd name="connsiteX396" fmla="*/ 377380 w 726376"/>
                <a:gd name="connsiteY396" fmla="*/ 18017 h 26416"/>
                <a:gd name="connsiteX397" fmla="*/ 376809 w 726376"/>
                <a:gd name="connsiteY397" fmla="*/ 12588 h 26416"/>
                <a:gd name="connsiteX398" fmla="*/ 377380 w 726376"/>
                <a:gd name="connsiteY398" fmla="*/ 7159 h 26416"/>
                <a:gd name="connsiteX399" fmla="*/ 379190 w 726376"/>
                <a:gd name="connsiteY399" fmla="*/ 3349 h 26416"/>
                <a:gd name="connsiteX400" fmla="*/ 381762 w 726376"/>
                <a:gd name="connsiteY400" fmla="*/ 1063 h 26416"/>
                <a:gd name="connsiteX401" fmla="*/ 384905 w 726376"/>
                <a:gd name="connsiteY401" fmla="*/ 396 h 26416"/>
                <a:gd name="connsiteX402" fmla="*/ 388430 w 726376"/>
                <a:gd name="connsiteY402" fmla="*/ 1063 h 26416"/>
                <a:gd name="connsiteX403" fmla="*/ 390811 w 726376"/>
                <a:gd name="connsiteY403" fmla="*/ 3158 h 26416"/>
                <a:gd name="connsiteX404" fmla="*/ 392144 w 726376"/>
                <a:gd name="connsiteY404" fmla="*/ 6111 h 26416"/>
                <a:gd name="connsiteX405" fmla="*/ 392811 w 726376"/>
                <a:gd name="connsiteY405" fmla="*/ 9826 h 26416"/>
                <a:gd name="connsiteX406" fmla="*/ 395669 w 726376"/>
                <a:gd name="connsiteY406" fmla="*/ 24494 h 26416"/>
                <a:gd name="connsiteX407" fmla="*/ 395669 w 726376"/>
                <a:gd name="connsiteY407" fmla="*/ 777 h 26416"/>
                <a:gd name="connsiteX408" fmla="*/ 399002 w 726376"/>
                <a:gd name="connsiteY408" fmla="*/ 777 h 26416"/>
                <a:gd name="connsiteX409" fmla="*/ 399002 w 726376"/>
                <a:gd name="connsiteY409" fmla="*/ 24494 h 26416"/>
                <a:gd name="connsiteX410" fmla="*/ 403288 w 726376"/>
                <a:gd name="connsiteY410" fmla="*/ 24494 h 26416"/>
                <a:gd name="connsiteX411" fmla="*/ 403288 w 726376"/>
                <a:gd name="connsiteY411" fmla="*/ 777 h 26416"/>
                <a:gd name="connsiteX412" fmla="*/ 415195 w 726376"/>
                <a:gd name="connsiteY412" fmla="*/ 777 h 26416"/>
                <a:gd name="connsiteX413" fmla="*/ 415195 w 726376"/>
                <a:gd name="connsiteY413" fmla="*/ 3730 h 26416"/>
                <a:gd name="connsiteX414" fmla="*/ 406622 w 726376"/>
                <a:gd name="connsiteY414" fmla="*/ 3730 h 26416"/>
                <a:gd name="connsiteX415" fmla="*/ 406622 w 726376"/>
                <a:gd name="connsiteY415" fmla="*/ 10588 h 26416"/>
                <a:gd name="connsiteX416" fmla="*/ 415195 w 726376"/>
                <a:gd name="connsiteY416" fmla="*/ 10588 h 26416"/>
                <a:gd name="connsiteX417" fmla="*/ 415195 w 726376"/>
                <a:gd name="connsiteY417" fmla="*/ 13636 h 26416"/>
                <a:gd name="connsiteX418" fmla="*/ 406622 w 726376"/>
                <a:gd name="connsiteY418" fmla="*/ 13636 h 26416"/>
                <a:gd name="connsiteX419" fmla="*/ 406622 w 726376"/>
                <a:gd name="connsiteY419" fmla="*/ 21446 h 26416"/>
                <a:gd name="connsiteX420" fmla="*/ 415195 w 726376"/>
                <a:gd name="connsiteY420" fmla="*/ 21446 h 26416"/>
                <a:gd name="connsiteX421" fmla="*/ 415195 w 726376"/>
                <a:gd name="connsiteY421" fmla="*/ 24494 h 26416"/>
                <a:gd name="connsiteX422" fmla="*/ 419862 w 726376"/>
                <a:gd name="connsiteY422" fmla="*/ 24494 h 26416"/>
                <a:gd name="connsiteX423" fmla="*/ 419862 w 726376"/>
                <a:gd name="connsiteY423" fmla="*/ 777 h 26416"/>
                <a:gd name="connsiteX424" fmla="*/ 423196 w 726376"/>
                <a:gd name="connsiteY424" fmla="*/ 777 h 26416"/>
                <a:gd name="connsiteX425" fmla="*/ 431673 w 726376"/>
                <a:gd name="connsiteY425" fmla="*/ 17636 h 26416"/>
                <a:gd name="connsiteX426" fmla="*/ 431673 w 726376"/>
                <a:gd name="connsiteY426" fmla="*/ 17636 h 26416"/>
                <a:gd name="connsiteX427" fmla="*/ 431673 w 726376"/>
                <a:gd name="connsiteY427" fmla="*/ 777 h 26416"/>
                <a:gd name="connsiteX428" fmla="*/ 434816 w 726376"/>
                <a:gd name="connsiteY428" fmla="*/ 777 h 26416"/>
                <a:gd name="connsiteX429" fmla="*/ 434816 w 726376"/>
                <a:gd name="connsiteY429" fmla="*/ 24494 h 26416"/>
                <a:gd name="connsiteX430" fmla="*/ 431768 w 726376"/>
                <a:gd name="connsiteY430" fmla="*/ 24494 h 26416"/>
                <a:gd name="connsiteX431" fmla="*/ 423100 w 726376"/>
                <a:gd name="connsiteY431" fmla="*/ 6968 h 26416"/>
                <a:gd name="connsiteX432" fmla="*/ 423100 w 726376"/>
                <a:gd name="connsiteY432" fmla="*/ 6968 h 26416"/>
                <a:gd name="connsiteX433" fmla="*/ 423100 w 726376"/>
                <a:gd name="connsiteY433" fmla="*/ 24494 h 26416"/>
                <a:gd name="connsiteX434" fmla="*/ 451390 w 726376"/>
                <a:gd name="connsiteY434" fmla="*/ 9826 h 26416"/>
                <a:gd name="connsiteX435" fmla="*/ 451390 w 726376"/>
                <a:gd name="connsiteY435" fmla="*/ 7444 h 26416"/>
                <a:gd name="connsiteX436" fmla="*/ 450532 w 726376"/>
                <a:gd name="connsiteY436" fmla="*/ 5254 h 26416"/>
                <a:gd name="connsiteX437" fmla="*/ 449199 w 726376"/>
                <a:gd name="connsiteY437" fmla="*/ 3730 h 26416"/>
                <a:gd name="connsiteX438" fmla="*/ 447104 w 726376"/>
                <a:gd name="connsiteY438" fmla="*/ 3158 h 26416"/>
                <a:gd name="connsiteX439" fmla="*/ 445008 w 726376"/>
                <a:gd name="connsiteY439" fmla="*/ 3825 h 26416"/>
                <a:gd name="connsiteX440" fmla="*/ 443484 w 726376"/>
                <a:gd name="connsiteY440" fmla="*/ 5730 h 26416"/>
                <a:gd name="connsiteX441" fmla="*/ 442627 w 726376"/>
                <a:gd name="connsiteY441" fmla="*/ 8683 h 26416"/>
                <a:gd name="connsiteX442" fmla="*/ 442627 w 726376"/>
                <a:gd name="connsiteY442" fmla="*/ 12588 h 26416"/>
                <a:gd name="connsiteX443" fmla="*/ 442627 w 726376"/>
                <a:gd name="connsiteY443" fmla="*/ 16493 h 26416"/>
                <a:gd name="connsiteX444" fmla="*/ 443484 w 726376"/>
                <a:gd name="connsiteY444" fmla="*/ 19541 h 26416"/>
                <a:gd name="connsiteX445" fmla="*/ 445008 w 726376"/>
                <a:gd name="connsiteY445" fmla="*/ 21446 h 26416"/>
                <a:gd name="connsiteX446" fmla="*/ 447104 w 726376"/>
                <a:gd name="connsiteY446" fmla="*/ 22113 h 26416"/>
                <a:gd name="connsiteX447" fmla="*/ 449389 w 726376"/>
                <a:gd name="connsiteY447" fmla="*/ 21541 h 26416"/>
                <a:gd name="connsiteX448" fmla="*/ 450723 w 726376"/>
                <a:gd name="connsiteY448" fmla="*/ 20113 h 26416"/>
                <a:gd name="connsiteX449" fmla="*/ 451485 w 726376"/>
                <a:gd name="connsiteY449" fmla="*/ 17922 h 26416"/>
                <a:gd name="connsiteX450" fmla="*/ 451485 w 726376"/>
                <a:gd name="connsiteY450" fmla="*/ 15541 h 26416"/>
                <a:gd name="connsiteX451" fmla="*/ 455676 w 726376"/>
                <a:gd name="connsiteY451" fmla="*/ 15541 h 26416"/>
                <a:gd name="connsiteX452" fmla="*/ 455676 w 726376"/>
                <a:gd name="connsiteY452" fmla="*/ 19255 h 26416"/>
                <a:gd name="connsiteX453" fmla="*/ 454247 w 726376"/>
                <a:gd name="connsiteY453" fmla="*/ 22208 h 26416"/>
                <a:gd name="connsiteX454" fmla="*/ 451771 w 726376"/>
                <a:gd name="connsiteY454" fmla="*/ 24208 h 26416"/>
                <a:gd name="connsiteX455" fmla="*/ 448246 w 726376"/>
                <a:gd name="connsiteY455" fmla="*/ 24875 h 26416"/>
                <a:gd name="connsiteX456" fmla="*/ 445103 w 726376"/>
                <a:gd name="connsiteY456" fmla="*/ 24113 h 26416"/>
                <a:gd name="connsiteX457" fmla="*/ 442436 w 726376"/>
                <a:gd name="connsiteY457" fmla="*/ 21827 h 26416"/>
                <a:gd name="connsiteX458" fmla="*/ 440722 w 726376"/>
                <a:gd name="connsiteY458" fmla="*/ 18017 h 26416"/>
                <a:gd name="connsiteX459" fmla="*/ 440055 w 726376"/>
                <a:gd name="connsiteY459" fmla="*/ 12588 h 26416"/>
                <a:gd name="connsiteX460" fmla="*/ 440722 w 726376"/>
                <a:gd name="connsiteY460" fmla="*/ 7159 h 26416"/>
                <a:gd name="connsiteX461" fmla="*/ 442436 w 726376"/>
                <a:gd name="connsiteY461" fmla="*/ 3349 h 26416"/>
                <a:gd name="connsiteX462" fmla="*/ 445103 w 726376"/>
                <a:gd name="connsiteY462" fmla="*/ 1063 h 26416"/>
                <a:gd name="connsiteX463" fmla="*/ 448246 w 726376"/>
                <a:gd name="connsiteY463" fmla="*/ 396 h 26416"/>
                <a:gd name="connsiteX464" fmla="*/ 451771 w 726376"/>
                <a:gd name="connsiteY464" fmla="*/ 1063 h 26416"/>
                <a:gd name="connsiteX465" fmla="*/ 454152 w 726376"/>
                <a:gd name="connsiteY465" fmla="*/ 3158 h 26416"/>
                <a:gd name="connsiteX466" fmla="*/ 455486 w 726376"/>
                <a:gd name="connsiteY466" fmla="*/ 6111 h 26416"/>
                <a:gd name="connsiteX467" fmla="*/ 456057 w 726376"/>
                <a:gd name="connsiteY467" fmla="*/ 9826 h 26416"/>
                <a:gd name="connsiteX468" fmla="*/ 457867 w 726376"/>
                <a:gd name="connsiteY468" fmla="*/ 24494 h 26416"/>
                <a:gd name="connsiteX469" fmla="*/ 457867 w 726376"/>
                <a:gd name="connsiteY469" fmla="*/ 777 h 26416"/>
                <a:gd name="connsiteX470" fmla="*/ 469773 w 726376"/>
                <a:gd name="connsiteY470" fmla="*/ 777 h 26416"/>
                <a:gd name="connsiteX471" fmla="*/ 469773 w 726376"/>
                <a:gd name="connsiteY471" fmla="*/ 3730 h 26416"/>
                <a:gd name="connsiteX472" fmla="*/ 461200 w 726376"/>
                <a:gd name="connsiteY472" fmla="*/ 3730 h 26416"/>
                <a:gd name="connsiteX473" fmla="*/ 461200 w 726376"/>
                <a:gd name="connsiteY473" fmla="*/ 10588 h 26416"/>
                <a:gd name="connsiteX474" fmla="*/ 469773 w 726376"/>
                <a:gd name="connsiteY474" fmla="*/ 10588 h 26416"/>
                <a:gd name="connsiteX475" fmla="*/ 469773 w 726376"/>
                <a:gd name="connsiteY475" fmla="*/ 13636 h 26416"/>
                <a:gd name="connsiteX476" fmla="*/ 461200 w 726376"/>
                <a:gd name="connsiteY476" fmla="*/ 13636 h 26416"/>
                <a:gd name="connsiteX477" fmla="*/ 461200 w 726376"/>
                <a:gd name="connsiteY477" fmla="*/ 21446 h 26416"/>
                <a:gd name="connsiteX478" fmla="*/ 469773 w 726376"/>
                <a:gd name="connsiteY478" fmla="*/ 21446 h 26416"/>
                <a:gd name="connsiteX479" fmla="*/ 469773 w 726376"/>
                <a:gd name="connsiteY479" fmla="*/ 24494 h 26416"/>
                <a:gd name="connsiteX480" fmla="*/ 486442 w 726376"/>
                <a:gd name="connsiteY480" fmla="*/ 14969 h 26416"/>
                <a:gd name="connsiteX481" fmla="*/ 491204 w 726376"/>
                <a:gd name="connsiteY481" fmla="*/ 14969 h 26416"/>
                <a:gd name="connsiteX482" fmla="*/ 488823 w 726376"/>
                <a:gd name="connsiteY482" fmla="*/ 6492 h 26416"/>
                <a:gd name="connsiteX483" fmla="*/ 488823 w 726376"/>
                <a:gd name="connsiteY483" fmla="*/ 6492 h 26416"/>
                <a:gd name="connsiteX484" fmla="*/ 486537 w 726376"/>
                <a:gd name="connsiteY484" fmla="*/ 14969 h 26416"/>
                <a:gd name="connsiteX485" fmla="*/ 480631 w 726376"/>
                <a:gd name="connsiteY485" fmla="*/ 24494 h 26416"/>
                <a:gd name="connsiteX486" fmla="*/ 487108 w 726376"/>
                <a:gd name="connsiteY486" fmla="*/ 777 h 26416"/>
                <a:gd name="connsiteX487" fmla="*/ 490347 w 726376"/>
                <a:gd name="connsiteY487" fmla="*/ 777 h 26416"/>
                <a:gd name="connsiteX488" fmla="*/ 497205 w 726376"/>
                <a:gd name="connsiteY488" fmla="*/ 24494 h 26416"/>
                <a:gd name="connsiteX489" fmla="*/ 494062 w 726376"/>
                <a:gd name="connsiteY489" fmla="*/ 24494 h 26416"/>
                <a:gd name="connsiteX490" fmla="*/ 491966 w 726376"/>
                <a:gd name="connsiteY490" fmla="*/ 17446 h 26416"/>
                <a:gd name="connsiteX491" fmla="*/ 485680 w 726376"/>
                <a:gd name="connsiteY491" fmla="*/ 17446 h 26416"/>
                <a:gd name="connsiteX492" fmla="*/ 483775 w 726376"/>
                <a:gd name="connsiteY492" fmla="*/ 24494 h 26416"/>
                <a:gd name="connsiteX493" fmla="*/ 499681 w 726376"/>
                <a:gd name="connsiteY493" fmla="*/ 24494 h 26416"/>
                <a:gd name="connsiteX494" fmla="*/ 499681 w 726376"/>
                <a:gd name="connsiteY494" fmla="*/ 777 h 26416"/>
                <a:gd name="connsiteX495" fmla="*/ 503015 w 726376"/>
                <a:gd name="connsiteY495" fmla="*/ 777 h 26416"/>
                <a:gd name="connsiteX496" fmla="*/ 511397 w 726376"/>
                <a:gd name="connsiteY496" fmla="*/ 17636 h 26416"/>
                <a:gd name="connsiteX497" fmla="*/ 511397 w 726376"/>
                <a:gd name="connsiteY497" fmla="*/ 17636 h 26416"/>
                <a:gd name="connsiteX498" fmla="*/ 511397 w 726376"/>
                <a:gd name="connsiteY498" fmla="*/ 777 h 26416"/>
                <a:gd name="connsiteX499" fmla="*/ 514540 w 726376"/>
                <a:gd name="connsiteY499" fmla="*/ 777 h 26416"/>
                <a:gd name="connsiteX500" fmla="*/ 514540 w 726376"/>
                <a:gd name="connsiteY500" fmla="*/ 24494 h 26416"/>
                <a:gd name="connsiteX501" fmla="*/ 512826 w 726376"/>
                <a:gd name="connsiteY501" fmla="*/ 24494 h 26416"/>
                <a:gd name="connsiteX502" fmla="*/ 504063 w 726376"/>
                <a:gd name="connsiteY502" fmla="*/ 6968 h 26416"/>
                <a:gd name="connsiteX503" fmla="*/ 504063 w 726376"/>
                <a:gd name="connsiteY503" fmla="*/ 6968 h 26416"/>
                <a:gd name="connsiteX504" fmla="*/ 504063 w 726376"/>
                <a:gd name="connsiteY504" fmla="*/ 24494 h 26416"/>
                <a:gd name="connsiteX505" fmla="*/ 522827 w 726376"/>
                <a:gd name="connsiteY505" fmla="*/ 21446 h 26416"/>
                <a:gd name="connsiteX506" fmla="*/ 525971 w 726376"/>
                <a:gd name="connsiteY506" fmla="*/ 21446 h 26416"/>
                <a:gd name="connsiteX507" fmla="*/ 529209 w 726376"/>
                <a:gd name="connsiteY507" fmla="*/ 20779 h 26416"/>
                <a:gd name="connsiteX508" fmla="*/ 531209 w 726376"/>
                <a:gd name="connsiteY508" fmla="*/ 18874 h 26416"/>
                <a:gd name="connsiteX509" fmla="*/ 532352 w 726376"/>
                <a:gd name="connsiteY509" fmla="*/ 16017 h 26416"/>
                <a:gd name="connsiteX510" fmla="*/ 532352 w 726376"/>
                <a:gd name="connsiteY510" fmla="*/ 12588 h 26416"/>
                <a:gd name="connsiteX511" fmla="*/ 532352 w 726376"/>
                <a:gd name="connsiteY511" fmla="*/ 9159 h 26416"/>
                <a:gd name="connsiteX512" fmla="*/ 531876 w 726376"/>
                <a:gd name="connsiteY512" fmla="*/ 7159 h 26416"/>
                <a:gd name="connsiteX513" fmla="*/ 529876 w 726376"/>
                <a:gd name="connsiteY513" fmla="*/ 5254 h 26416"/>
                <a:gd name="connsiteX514" fmla="*/ 526637 w 726376"/>
                <a:gd name="connsiteY514" fmla="*/ 4492 h 26416"/>
                <a:gd name="connsiteX515" fmla="*/ 523494 w 726376"/>
                <a:gd name="connsiteY515" fmla="*/ 4492 h 26416"/>
                <a:gd name="connsiteX516" fmla="*/ 523494 w 726376"/>
                <a:gd name="connsiteY516" fmla="*/ 22208 h 26416"/>
                <a:gd name="connsiteX517" fmla="*/ 519494 w 726376"/>
                <a:gd name="connsiteY517" fmla="*/ 777 h 26416"/>
                <a:gd name="connsiteX518" fmla="*/ 526542 w 726376"/>
                <a:gd name="connsiteY518" fmla="*/ 777 h 26416"/>
                <a:gd name="connsiteX519" fmla="*/ 530923 w 726376"/>
                <a:gd name="connsiteY519" fmla="*/ 1729 h 26416"/>
                <a:gd name="connsiteX520" fmla="*/ 533781 w 726376"/>
                <a:gd name="connsiteY520" fmla="*/ 4206 h 26416"/>
                <a:gd name="connsiteX521" fmla="*/ 535496 w 726376"/>
                <a:gd name="connsiteY521" fmla="*/ 8016 h 26416"/>
                <a:gd name="connsiteX522" fmla="*/ 535496 w 726376"/>
                <a:gd name="connsiteY522" fmla="*/ 17541 h 26416"/>
                <a:gd name="connsiteX523" fmla="*/ 533781 w 726376"/>
                <a:gd name="connsiteY523" fmla="*/ 21351 h 26416"/>
                <a:gd name="connsiteX524" fmla="*/ 530923 w 726376"/>
                <a:gd name="connsiteY524" fmla="*/ 23923 h 26416"/>
                <a:gd name="connsiteX525" fmla="*/ 526542 w 726376"/>
                <a:gd name="connsiteY525" fmla="*/ 24875 h 26416"/>
                <a:gd name="connsiteX526" fmla="*/ 519494 w 726376"/>
                <a:gd name="connsiteY526" fmla="*/ 24875 h 26416"/>
                <a:gd name="connsiteX527" fmla="*/ 519494 w 726376"/>
                <a:gd name="connsiteY527" fmla="*/ 1158 h 26416"/>
                <a:gd name="connsiteX528" fmla="*/ 560356 w 726376"/>
                <a:gd name="connsiteY528" fmla="*/ 777 h 26416"/>
                <a:gd name="connsiteX529" fmla="*/ 560356 w 726376"/>
                <a:gd name="connsiteY529" fmla="*/ 3730 h 26416"/>
                <a:gd name="connsiteX530" fmla="*/ 555212 w 726376"/>
                <a:gd name="connsiteY530" fmla="*/ 3730 h 26416"/>
                <a:gd name="connsiteX531" fmla="*/ 555212 w 726376"/>
                <a:gd name="connsiteY531" fmla="*/ 24494 h 26416"/>
                <a:gd name="connsiteX532" fmla="*/ 551879 w 726376"/>
                <a:gd name="connsiteY532" fmla="*/ 24494 h 26416"/>
                <a:gd name="connsiteX533" fmla="*/ 551879 w 726376"/>
                <a:gd name="connsiteY533" fmla="*/ 3730 h 26416"/>
                <a:gd name="connsiteX534" fmla="*/ 546830 w 726376"/>
                <a:gd name="connsiteY534" fmla="*/ 3730 h 26416"/>
                <a:gd name="connsiteX535" fmla="*/ 546830 w 726376"/>
                <a:gd name="connsiteY535" fmla="*/ 777 h 26416"/>
                <a:gd name="connsiteX536" fmla="*/ 563118 w 726376"/>
                <a:gd name="connsiteY536" fmla="*/ 24494 h 26416"/>
                <a:gd name="connsiteX537" fmla="*/ 563118 w 726376"/>
                <a:gd name="connsiteY537" fmla="*/ 777 h 26416"/>
                <a:gd name="connsiteX538" fmla="*/ 575024 w 726376"/>
                <a:gd name="connsiteY538" fmla="*/ 777 h 26416"/>
                <a:gd name="connsiteX539" fmla="*/ 575024 w 726376"/>
                <a:gd name="connsiteY539" fmla="*/ 3730 h 26416"/>
                <a:gd name="connsiteX540" fmla="*/ 566452 w 726376"/>
                <a:gd name="connsiteY540" fmla="*/ 3730 h 26416"/>
                <a:gd name="connsiteX541" fmla="*/ 566452 w 726376"/>
                <a:gd name="connsiteY541" fmla="*/ 10588 h 26416"/>
                <a:gd name="connsiteX542" fmla="*/ 575024 w 726376"/>
                <a:gd name="connsiteY542" fmla="*/ 10588 h 26416"/>
                <a:gd name="connsiteX543" fmla="*/ 575024 w 726376"/>
                <a:gd name="connsiteY543" fmla="*/ 13636 h 26416"/>
                <a:gd name="connsiteX544" fmla="*/ 566452 w 726376"/>
                <a:gd name="connsiteY544" fmla="*/ 13636 h 26416"/>
                <a:gd name="connsiteX545" fmla="*/ 566452 w 726376"/>
                <a:gd name="connsiteY545" fmla="*/ 21446 h 26416"/>
                <a:gd name="connsiteX546" fmla="*/ 575024 w 726376"/>
                <a:gd name="connsiteY546" fmla="*/ 21446 h 26416"/>
                <a:gd name="connsiteX547" fmla="*/ 575024 w 726376"/>
                <a:gd name="connsiteY547" fmla="*/ 24494 h 26416"/>
                <a:gd name="connsiteX548" fmla="*/ 591217 w 726376"/>
                <a:gd name="connsiteY548" fmla="*/ 9826 h 26416"/>
                <a:gd name="connsiteX549" fmla="*/ 591217 w 726376"/>
                <a:gd name="connsiteY549" fmla="*/ 7444 h 26416"/>
                <a:gd name="connsiteX550" fmla="*/ 590455 w 726376"/>
                <a:gd name="connsiteY550" fmla="*/ 5254 h 26416"/>
                <a:gd name="connsiteX551" fmla="*/ 589026 w 726376"/>
                <a:gd name="connsiteY551" fmla="*/ 3730 h 26416"/>
                <a:gd name="connsiteX552" fmla="*/ 586930 w 726376"/>
                <a:gd name="connsiteY552" fmla="*/ 3158 h 26416"/>
                <a:gd name="connsiteX553" fmla="*/ 584930 w 726376"/>
                <a:gd name="connsiteY553" fmla="*/ 3825 h 26416"/>
                <a:gd name="connsiteX554" fmla="*/ 583406 w 726376"/>
                <a:gd name="connsiteY554" fmla="*/ 5730 h 26416"/>
                <a:gd name="connsiteX555" fmla="*/ 582454 w 726376"/>
                <a:gd name="connsiteY555" fmla="*/ 8683 h 26416"/>
                <a:gd name="connsiteX556" fmla="*/ 582454 w 726376"/>
                <a:gd name="connsiteY556" fmla="*/ 12588 h 26416"/>
                <a:gd name="connsiteX557" fmla="*/ 582454 w 726376"/>
                <a:gd name="connsiteY557" fmla="*/ 16493 h 26416"/>
                <a:gd name="connsiteX558" fmla="*/ 583406 w 726376"/>
                <a:gd name="connsiteY558" fmla="*/ 19541 h 26416"/>
                <a:gd name="connsiteX559" fmla="*/ 584930 w 726376"/>
                <a:gd name="connsiteY559" fmla="*/ 21446 h 26416"/>
                <a:gd name="connsiteX560" fmla="*/ 586930 w 726376"/>
                <a:gd name="connsiteY560" fmla="*/ 22113 h 26416"/>
                <a:gd name="connsiteX561" fmla="*/ 589216 w 726376"/>
                <a:gd name="connsiteY561" fmla="*/ 21541 h 26416"/>
                <a:gd name="connsiteX562" fmla="*/ 590645 w 726376"/>
                <a:gd name="connsiteY562" fmla="*/ 20113 h 26416"/>
                <a:gd name="connsiteX563" fmla="*/ 591312 w 726376"/>
                <a:gd name="connsiteY563" fmla="*/ 17922 h 26416"/>
                <a:gd name="connsiteX564" fmla="*/ 591312 w 726376"/>
                <a:gd name="connsiteY564" fmla="*/ 15541 h 26416"/>
                <a:gd name="connsiteX565" fmla="*/ 594455 w 726376"/>
                <a:gd name="connsiteY565" fmla="*/ 15541 h 26416"/>
                <a:gd name="connsiteX566" fmla="*/ 594455 w 726376"/>
                <a:gd name="connsiteY566" fmla="*/ 19255 h 26416"/>
                <a:gd name="connsiteX567" fmla="*/ 593027 w 726376"/>
                <a:gd name="connsiteY567" fmla="*/ 22208 h 26416"/>
                <a:gd name="connsiteX568" fmla="*/ 590645 w 726376"/>
                <a:gd name="connsiteY568" fmla="*/ 24208 h 26416"/>
                <a:gd name="connsiteX569" fmla="*/ 587026 w 726376"/>
                <a:gd name="connsiteY569" fmla="*/ 24875 h 26416"/>
                <a:gd name="connsiteX570" fmla="*/ 583882 w 726376"/>
                <a:gd name="connsiteY570" fmla="*/ 24113 h 26416"/>
                <a:gd name="connsiteX571" fmla="*/ 581215 w 726376"/>
                <a:gd name="connsiteY571" fmla="*/ 21827 h 26416"/>
                <a:gd name="connsiteX572" fmla="*/ 579501 w 726376"/>
                <a:gd name="connsiteY572" fmla="*/ 18017 h 26416"/>
                <a:gd name="connsiteX573" fmla="*/ 578834 w 726376"/>
                <a:gd name="connsiteY573" fmla="*/ 12588 h 26416"/>
                <a:gd name="connsiteX574" fmla="*/ 579501 w 726376"/>
                <a:gd name="connsiteY574" fmla="*/ 7159 h 26416"/>
                <a:gd name="connsiteX575" fmla="*/ 581215 w 726376"/>
                <a:gd name="connsiteY575" fmla="*/ 3349 h 26416"/>
                <a:gd name="connsiteX576" fmla="*/ 583882 w 726376"/>
                <a:gd name="connsiteY576" fmla="*/ 1063 h 26416"/>
                <a:gd name="connsiteX577" fmla="*/ 587026 w 726376"/>
                <a:gd name="connsiteY577" fmla="*/ 396 h 26416"/>
                <a:gd name="connsiteX578" fmla="*/ 590550 w 726376"/>
                <a:gd name="connsiteY578" fmla="*/ 1063 h 26416"/>
                <a:gd name="connsiteX579" fmla="*/ 592931 w 726376"/>
                <a:gd name="connsiteY579" fmla="*/ 3158 h 26416"/>
                <a:gd name="connsiteX580" fmla="*/ 594265 w 726376"/>
                <a:gd name="connsiteY580" fmla="*/ 6111 h 26416"/>
                <a:gd name="connsiteX581" fmla="*/ 594931 w 726376"/>
                <a:gd name="connsiteY581" fmla="*/ 9826 h 26416"/>
                <a:gd name="connsiteX582" fmla="*/ 597694 w 726376"/>
                <a:gd name="connsiteY582" fmla="*/ 24494 h 26416"/>
                <a:gd name="connsiteX583" fmla="*/ 597694 w 726376"/>
                <a:gd name="connsiteY583" fmla="*/ 777 h 26416"/>
                <a:gd name="connsiteX584" fmla="*/ 601028 w 726376"/>
                <a:gd name="connsiteY584" fmla="*/ 777 h 26416"/>
                <a:gd name="connsiteX585" fmla="*/ 601028 w 726376"/>
                <a:gd name="connsiteY585" fmla="*/ 10302 h 26416"/>
                <a:gd name="connsiteX586" fmla="*/ 609790 w 726376"/>
                <a:gd name="connsiteY586" fmla="*/ 10302 h 26416"/>
                <a:gd name="connsiteX587" fmla="*/ 609790 w 726376"/>
                <a:gd name="connsiteY587" fmla="*/ 777 h 26416"/>
                <a:gd name="connsiteX588" fmla="*/ 613124 w 726376"/>
                <a:gd name="connsiteY588" fmla="*/ 777 h 26416"/>
                <a:gd name="connsiteX589" fmla="*/ 613124 w 726376"/>
                <a:gd name="connsiteY589" fmla="*/ 24494 h 26416"/>
                <a:gd name="connsiteX590" fmla="*/ 609790 w 726376"/>
                <a:gd name="connsiteY590" fmla="*/ 24494 h 26416"/>
                <a:gd name="connsiteX591" fmla="*/ 609790 w 726376"/>
                <a:gd name="connsiteY591" fmla="*/ 13636 h 26416"/>
                <a:gd name="connsiteX592" fmla="*/ 601028 w 726376"/>
                <a:gd name="connsiteY592" fmla="*/ 13636 h 26416"/>
                <a:gd name="connsiteX593" fmla="*/ 601028 w 726376"/>
                <a:gd name="connsiteY593" fmla="*/ 24494 h 26416"/>
                <a:gd name="connsiteX594" fmla="*/ 617887 w 726376"/>
                <a:gd name="connsiteY594" fmla="*/ 24494 h 26416"/>
                <a:gd name="connsiteX595" fmla="*/ 617887 w 726376"/>
                <a:gd name="connsiteY595" fmla="*/ 777 h 26416"/>
                <a:gd name="connsiteX596" fmla="*/ 621316 w 726376"/>
                <a:gd name="connsiteY596" fmla="*/ 777 h 26416"/>
                <a:gd name="connsiteX597" fmla="*/ 629698 w 726376"/>
                <a:gd name="connsiteY597" fmla="*/ 17636 h 26416"/>
                <a:gd name="connsiteX598" fmla="*/ 629698 w 726376"/>
                <a:gd name="connsiteY598" fmla="*/ 17636 h 26416"/>
                <a:gd name="connsiteX599" fmla="*/ 629698 w 726376"/>
                <a:gd name="connsiteY599" fmla="*/ 777 h 26416"/>
                <a:gd name="connsiteX600" fmla="*/ 632841 w 726376"/>
                <a:gd name="connsiteY600" fmla="*/ 777 h 26416"/>
                <a:gd name="connsiteX601" fmla="*/ 632841 w 726376"/>
                <a:gd name="connsiteY601" fmla="*/ 24494 h 26416"/>
                <a:gd name="connsiteX602" fmla="*/ 629793 w 726376"/>
                <a:gd name="connsiteY602" fmla="*/ 24494 h 26416"/>
                <a:gd name="connsiteX603" fmla="*/ 621030 w 726376"/>
                <a:gd name="connsiteY603" fmla="*/ 6968 h 26416"/>
                <a:gd name="connsiteX604" fmla="*/ 621030 w 726376"/>
                <a:gd name="connsiteY604" fmla="*/ 6968 h 26416"/>
                <a:gd name="connsiteX605" fmla="*/ 621030 w 726376"/>
                <a:gd name="connsiteY605" fmla="*/ 24494 h 26416"/>
                <a:gd name="connsiteX606" fmla="*/ 645414 w 726376"/>
                <a:gd name="connsiteY606" fmla="*/ 3158 h 26416"/>
                <a:gd name="connsiteX607" fmla="*/ 642938 w 726376"/>
                <a:gd name="connsiteY607" fmla="*/ 3920 h 26416"/>
                <a:gd name="connsiteX608" fmla="*/ 641223 w 726376"/>
                <a:gd name="connsiteY608" fmla="*/ 5920 h 26416"/>
                <a:gd name="connsiteX609" fmla="*/ 640271 w 726376"/>
                <a:gd name="connsiteY609" fmla="*/ 8968 h 26416"/>
                <a:gd name="connsiteX610" fmla="*/ 640271 w 726376"/>
                <a:gd name="connsiteY610" fmla="*/ 12588 h 26416"/>
                <a:gd name="connsiteX611" fmla="*/ 640271 w 726376"/>
                <a:gd name="connsiteY611" fmla="*/ 16303 h 26416"/>
                <a:gd name="connsiteX612" fmla="*/ 641223 w 726376"/>
                <a:gd name="connsiteY612" fmla="*/ 19351 h 26416"/>
                <a:gd name="connsiteX613" fmla="*/ 642938 w 726376"/>
                <a:gd name="connsiteY613" fmla="*/ 21351 h 26416"/>
                <a:gd name="connsiteX614" fmla="*/ 645414 w 726376"/>
                <a:gd name="connsiteY614" fmla="*/ 22113 h 26416"/>
                <a:gd name="connsiteX615" fmla="*/ 647890 w 726376"/>
                <a:gd name="connsiteY615" fmla="*/ 21351 h 26416"/>
                <a:gd name="connsiteX616" fmla="*/ 649605 w 726376"/>
                <a:gd name="connsiteY616" fmla="*/ 19351 h 26416"/>
                <a:gd name="connsiteX617" fmla="*/ 650557 w 726376"/>
                <a:gd name="connsiteY617" fmla="*/ 16303 h 26416"/>
                <a:gd name="connsiteX618" fmla="*/ 650557 w 726376"/>
                <a:gd name="connsiteY618" fmla="*/ 12588 h 26416"/>
                <a:gd name="connsiteX619" fmla="*/ 650557 w 726376"/>
                <a:gd name="connsiteY619" fmla="*/ 8968 h 26416"/>
                <a:gd name="connsiteX620" fmla="*/ 649605 w 726376"/>
                <a:gd name="connsiteY620" fmla="*/ 5920 h 26416"/>
                <a:gd name="connsiteX621" fmla="*/ 647890 w 726376"/>
                <a:gd name="connsiteY621" fmla="*/ 3920 h 26416"/>
                <a:gd name="connsiteX622" fmla="*/ 645414 w 726376"/>
                <a:gd name="connsiteY622" fmla="*/ 3158 h 26416"/>
                <a:gd name="connsiteX623" fmla="*/ 645414 w 726376"/>
                <a:gd name="connsiteY623" fmla="*/ 396 h 26416"/>
                <a:gd name="connsiteX624" fmla="*/ 649129 w 726376"/>
                <a:gd name="connsiteY624" fmla="*/ 1253 h 26416"/>
                <a:gd name="connsiteX625" fmla="*/ 651986 w 726376"/>
                <a:gd name="connsiteY625" fmla="*/ 3730 h 26416"/>
                <a:gd name="connsiteX626" fmla="*/ 653701 w 726376"/>
                <a:gd name="connsiteY626" fmla="*/ 7540 h 26416"/>
                <a:gd name="connsiteX627" fmla="*/ 654272 w 726376"/>
                <a:gd name="connsiteY627" fmla="*/ 12588 h 26416"/>
                <a:gd name="connsiteX628" fmla="*/ 653701 w 726376"/>
                <a:gd name="connsiteY628" fmla="*/ 17636 h 26416"/>
                <a:gd name="connsiteX629" fmla="*/ 651986 w 726376"/>
                <a:gd name="connsiteY629" fmla="*/ 21541 h 26416"/>
                <a:gd name="connsiteX630" fmla="*/ 649129 w 726376"/>
                <a:gd name="connsiteY630" fmla="*/ 24018 h 26416"/>
                <a:gd name="connsiteX631" fmla="*/ 645414 w 726376"/>
                <a:gd name="connsiteY631" fmla="*/ 24875 h 26416"/>
                <a:gd name="connsiteX632" fmla="*/ 641699 w 726376"/>
                <a:gd name="connsiteY632" fmla="*/ 24018 h 26416"/>
                <a:gd name="connsiteX633" fmla="*/ 638937 w 726376"/>
                <a:gd name="connsiteY633" fmla="*/ 21541 h 26416"/>
                <a:gd name="connsiteX634" fmla="*/ 637222 w 726376"/>
                <a:gd name="connsiteY634" fmla="*/ 17636 h 26416"/>
                <a:gd name="connsiteX635" fmla="*/ 636651 w 726376"/>
                <a:gd name="connsiteY635" fmla="*/ 12588 h 26416"/>
                <a:gd name="connsiteX636" fmla="*/ 637222 w 726376"/>
                <a:gd name="connsiteY636" fmla="*/ 7540 h 26416"/>
                <a:gd name="connsiteX637" fmla="*/ 638937 w 726376"/>
                <a:gd name="connsiteY637" fmla="*/ 3730 h 26416"/>
                <a:gd name="connsiteX638" fmla="*/ 641699 w 726376"/>
                <a:gd name="connsiteY638" fmla="*/ 1253 h 26416"/>
                <a:gd name="connsiteX639" fmla="*/ 645414 w 726376"/>
                <a:gd name="connsiteY639" fmla="*/ 396 h 26416"/>
                <a:gd name="connsiteX640" fmla="*/ 657797 w 726376"/>
                <a:gd name="connsiteY640" fmla="*/ 24494 h 26416"/>
                <a:gd name="connsiteX641" fmla="*/ 657797 w 726376"/>
                <a:gd name="connsiteY641" fmla="*/ 777 h 26416"/>
                <a:gd name="connsiteX642" fmla="*/ 661130 w 726376"/>
                <a:gd name="connsiteY642" fmla="*/ 777 h 26416"/>
                <a:gd name="connsiteX643" fmla="*/ 661130 w 726376"/>
                <a:gd name="connsiteY643" fmla="*/ 21446 h 26416"/>
                <a:gd name="connsiteX644" fmla="*/ 669512 w 726376"/>
                <a:gd name="connsiteY644" fmla="*/ 21446 h 26416"/>
                <a:gd name="connsiteX645" fmla="*/ 669512 w 726376"/>
                <a:gd name="connsiteY645" fmla="*/ 24494 h 26416"/>
                <a:gd name="connsiteX646" fmla="*/ 679990 w 726376"/>
                <a:gd name="connsiteY646" fmla="*/ 3158 h 26416"/>
                <a:gd name="connsiteX647" fmla="*/ 677513 w 726376"/>
                <a:gd name="connsiteY647" fmla="*/ 3920 h 26416"/>
                <a:gd name="connsiteX648" fmla="*/ 675799 w 726376"/>
                <a:gd name="connsiteY648" fmla="*/ 5920 h 26416"/>
                <a:gd name="connsiteX649" fmla="*/ 674846 w 726376"/>
                <a:gd name="connsiteY649" fmla="*/ 8968 h 26416"/>
                <a:gd name="connsiteX650" fmla="*/ 674846 w 726376"/>
                <a:gd name="connsiteY650" fmla="*/ 12588 h 26416"/>
                <a:gd name="connsiteX651" fmla="*/ 674846 w 726376"/>
                <a:gd name="connsiteY651" fmla="*/ 16303 h 26416"/>
                <a:gd name="connsiteX652" fmla="*/ 675799 w 726376"/>
                <a:gd name="connsiteY652" fmla="*/ 19351 h 26416"/>
                <a:gd name="connsiteX653" fmla="*/ 677513 w 726376"/>
                <a:gd name="connsiteY653" fmla="*/ 21351 h 26416"/>
                <a:gd name="connsiteX654" fmla="*/ 682466 w 726376"/>
                <a:gd name="connsiteY654" fmla="*/ 21351 h 26416"/>
                <a:gd name="connsiteX655" fmla="*/ 684181 w 726376"/>
                <a:gd name="connsiteY655" fmla="*/ 19351 h 26416"/>
                <a:gd name="connsiteX656" fmla="*/ 685133 w 726376"/>
                <a:gd name="connsiteY656" fmla="*/ 16303 h 26416"/>
                <a:gd name="connsiteX657" fmla="*/ 685133 w 726376"/>
                <a:gd name="connsiteY657" fmla="*/ 8968 h 26416"/>
                <a:gd name="connsiteX658" fmla="*/ 684181 w 726376"/>
                <a:gd name="connsiteY658" fmla="*/ 5920 h 26416"/>
                <a:gd name="connsiteX659" fmla="*/ 682466 w 726376"/>
                <a:gd name="connsiteY659" fmla="*/ 3920 h 26416"/>
                <a:gd name="connsiteX660" fmla="*/ 679990 w 726376"/>
                <a:gd name="connsiteY660" fmla="*/ 3158 h 26416"/>
                <a:gd name="connsiteX661" fmla="*/ 679990 w 726376"/>
                <a:gd name="connsiteY661" fmla="*/ 396 h 26416"/>
                <a:gd name="connsiteX662" fmla="*/ 686467 w 726376"/>
                <a:gd name="connsiteY662" fmla="*/ 3730 h 26416"/>
                <a:gd name="connsiteX663" fmla="*/ 688181 w 726376"/>
                <a:gd name="connsiteY663" fmla="*/ 7540 h 26416"/>
                <a:gd name="connsiteX664" fmla="*/ 688848 w 726376"/>
                <a:gd name="connsiteY664" fmla="*/ 12588 h 26416"/>
                <a:gd name="connsiteX665" fmla="*/ 688181 w 726376"/>
                <a:gd name="connsiteY665" fmla="*/ 17636 h 26416"/>
                <a:gd name="connsiteX666" fmla="*/ 686467 w 726376"/>
                <a:gd name="connsiteY666" fmla="*/ 21541 h 26416"/>
                <a:gd name="connsiteX667" fmla="*/ 675627 w 726376"/>
                <a:gd name="connsiteY667" fmla="*/ 23656 h 26416"/>
                <a:gd name="connsiteX668" fmla="*/ 673513 w 726376"/>
                <a:gd name="connsiteY668" fmla="*/ 21541 h 26416"/>
                <a:gd name="connsiteX669" fmla="*/ 671798 w 726376"/>
                <a:gd name="connsiteY669" fmla="*/ 17636 h 26416"/>
                <a:gd name="connsiteX670" fmla="*/ 671227 w 726376"/>
                <a:gd name="connsiteY670" fmla="*/ 12588 h 26416"/>
                <a:gd name="connsiteX671" fmla="*/ 671798 w 726376"/>
                <a:gd name="connsiteY671" fmla="*/ 7540 h 26416"/>
                <a:gd name="connsiteX672" fmla="*/ 673513 w 726376"/>
                <a:gd name="connsiteY672" fmla="*/ 3730 h 26416"/>
                <a:gd name="connsiteX673" fmla="*/ 679990 w 726376"/>
                <a:gd name="connsiteY673" fmla="*/ 396 h 26416"/>
                <a:gd name="connsiteX674" fmla="*/ 704755 w 726376"/>
                <a:gd name="connsiteY674" fmla="*/ 8683 h 26416"/>
                <a:gd name="connsiteX675" fmla="*/ 704279 w 726376"/>
                <a:gd name="connsiteY675" fmla="*/ 6492 h 26416"/>
                <a:gd name="connsiteX676" fmla="*/ 703421 w 726376"/>
                <a:gd name="connsiteY676" fmla="*/ 4777 h 26416"/>
                <a:gd name="connsiteX677" fmla="*/ 701992 w 726376"/>
                <a:gd name="connsiteY677" fmla="*/ 3539 h 26416"/>
                <a:gd name="connsiteX678" fmla="*/ 699992 w 726376"/>
                <a:gd name="connsiteY678" fmla="*/ 3539 h 26416"/>
                <a:gd name="connsiteX679" fmla="*/ 697516 w 726376"/>
                <a:gd name="connsiteY679" fmla="*/ 4301 h 26416"/>
                <a:gd name="connsiteX680" fmla="*/ 695801 w 726376"/>
                <a:gd name="connsiteY680" fmla="*/ 6301 h 26416"/>
                <a:gd name="connsiteX681" fmla="*/ 694849 w 726376"/>
                <a:gd name="connsiteY681" fmla="*/ 9349 h 26416"/>
                <a:gd name="connsiteX682" fmla="*/ 694849 w 726376"/>
                <a:gd name="connsiteY682" fmla="*/ 12969 h 26416"/>
                <a:gd name="connsiteX683" fmla="*/ 694849 w 726376"/>
                <a:gd name="connsiteY683" fmla="*/ 16684 h 26416"/>
                <a:gd name="connsiteX684" fmla="*/ 695897 w 726376"/>
                <a:gd name="connsiteY684" fmla="*/ 19732 h 26416"/>
                <a:gd name="connsiteX685" fmla="*/ 697611 w 726376"/>
                <a:gd name="connsiteY685" fmla="*/ 21732 h 26416"/>
                <a:gd name="connsiteX686" fmla="*/ 700183 w 726376"/>
                <a:gd name="connsiteY686" fmla="*/ 22494 h 26416"/>
                <a:gd name="connsiteX687" fmla="*/ 702659 w 726376"/>
                <a:gd name="connsiteY687" fmla="*/ 22494 h 26416"/>
                <a:gd name="connsiteX688" fmla="*/ 704183 w 726376"/>
                <a:gd name="connsiteY688" fmla="*/ 21065 h 26416"/>
                <a:gd name="connsiteX689" fmla="*/ 704945 w 726376"/>
                <a:gd name="connsiteY689" fmla="*/ 18874 h 26416"/>
                <a:gd name="connsiteX690" fmla="*/ 704945 w 726376"/>
                <a:gd name="connsiteY690" fmla="*/ 16207 h 26416"/>
                <a:gd name="connsiteX691" fmla="*/ 698182 w 726376"/>
                <a:gd name="connsiteY691" fmla="*/ 16207 h 26416"/>
                <a:gd name="connsiteX692" fmla="*/ 698182 w 726376"/>
                <a:gd name="connsiteY692" fmla="*/ 13159 h 26416"/>
                <a:gd name="connsiteX693" fmla="*/ 708279 w 726376"/>
                <a:gd name="connsiteY693" fmla="*/ 13159 h 26416"/>
                <a:gd name="connsiteX694" fmla="*/ 708279 w 726376"/>
                <a:gd name="connsiteY694" fmla="*/ 16112 h 26416"/>
                <a:gd name="connsiteX695" fmla="*/ 706183 w 726376"/>
                <a:gd name="connsiteY695" fmla="*/ 23161 h 26416"/>
                <a:gd name="connsiteX696" fmla="*/ 699992 w 726376"/>
                <a:gd name="connsiteY696" fmla="*/ 25732 h 26416"/>
                <a:gd name="connsiteX697" fmla="*/ 696182 w 726376"/>
                <a:gd name="connsiteY697" fmla="*/ 24875 h 26416"/>
                <a:gd name="connsiteX698" fmla="*/ 693325 w 726376"/>
                <a:gd name="connsiteY698" fmla="*/ 22399 h 26416"/>
                <a:gd name="connsiteX699" fmla="*/ 691610 w 726376"/>
                <a:gd name="connsiteY699" fmla="*/ 18493 h 26416"/>
                <a:gd name="connsiteX700" fmla="*/ 691039 w 726376"/>
                <a:gd name="connsiteY700" fmla="*/ 13445 h 26416"/>
                <a:gd name="connsiteX701" fmla="*/ 691610 w 726376"/>
                <a:gd name="connsiteY701" fmla="*/ 8397 h 26416"/>
                <a:gd name="connsiteX702" fmla="*/ 693325 w 726376"/>
                <a:gd name="connsiteY702" fmla="*/ 4587 h 26416"/>
                <a:gd name="connsiteX703" fmla="*/ 696087 w 726376"/>
                <a:gd name="connsiteY703" fmla="*/ 2110 h 26416"/>
                <a:gd name="connsiteX704" fmla="*/ 699802 w 726376"/>
                <a:gd name="connsiteY704" fmla="*/ 1253 h 26416"/>
                <a:gd name="connsiteX705" fmla="*/ 703136 w 726376"/>
                <a:gd name="connsiteY705" fmla="*/ 1920 h 26416"/>
                <a:gd name="connsiteX706" fmla="*/ 705707 w 726376"/>
                <a:gd name="connsiteY706" fmla="*/ 3730 h 26416"/>
                <a:gd name="connsiteX707" fmla="*/ 707327 w 726376"/>
                <a:gd name="connsiteY707" fmla="*/ 6301 h 26416"/>
                <a:gd name="connsiteX708" fmla="*/ 707993 w 726376"/>
                <a:gd name="connsiteY708" fmla="*/ 9540 h 26416"/>
                <a:gd name="connsiteX709" fmla="*/ 722852 w 726376"/>
                <a:gd name="connsiteY709" fmla="*/ 777 h 26416"/>
                <a:gd name="connsiteX710" fmla="*/ 726377 w 726376"/>
                <a:gd name="connsiteY710" fmla="*/ 777 h 26416"/>
                <a:gd name="connsiteX711" fmla="*/ 719899 w 726376"/>
                <a:gd name="connsiteY711" fmla="*/ 14874 h 26416"/>
                <a:gd name="connsiteX712" fmla="*/ 719899 w 726376"/>
                <a:gd name="connsiteY712" fmla="*/ 24399 h 26416"/>
                <a:gd name="connsiteX713" fmla="*/ 716566 w 726376"/>
                <a:gd name="connsiteY713" fmla="*/ 24399 h 26416"/>
                <a:gd name="connsiteX714" fmla="*/ 716566 w 726376"/>
                <a:gd name="connsiteY714" fmla="*/ 14874 h 26416"/>
                <a:gd name="connsiteX715" fmla="*/ 709994 w 726376"/>
                <a:gd name="connsiteY715" fmla="*/ 777 h 26416"/>
                <a:gd name="connsiteX716" fmla="*/ 713518 w 726376"/>
                <a:gd name="connsiteY716" fmla="*/ 777 h 26416"/>
                <a:gd name="connsiteX717" fmla="*/ 718185 w 726376"/>
                <a:gd name="connsiteY717" fmla="*/ 11254 h 26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Lst>
              <a:rect l="l" t="t" r="r" b="b"/>
              <a:pathLst>
                <a:path w="726376" h="26416">
                  <a:moveTo>
                    <a:pt x="0" y="25351"/>
                  </a:moveTo>
                  <a:lnTo>
                    <a:pt x="0" y="1634"/>
                  </a:lnTo>
                  <a:lnTo>
                    <a:pt x="3334" y="1634"/>
                  </a:lnTo>
                  <a:lnTo>
                    <a:pt x="3334" y="11159"/>
                  </a:lnTo>
                  <a:lnTo>
                    <a:pt x="12001" y="11159"/>
                  </a:lnTo>
                  <a:lnTo>
                    <a:pt x="12001" y="1634"/>
                  </a:lnTo>
                  <a:lnTo>
                    <a:pt x="15430" y="1634"/>
                  </a:lnTo>
                  <a:lnTo>
                    <a:pt x="15430" y="25351"/>
                  </a:lnTo>
                  <a:lnTo>
                    <a:pt x="12001" y="25351"/>
                  </a:lnTo>
                  <a:lnTo>
                    <a:pt x="12001" y="14493"/>
                  </a:lnTo>
                  <a:lnTo>
                    <a:pt x="3334" y="14493"/>
                  </a:lnTo>
                  <a:lnTo>
                    <a:pt x="3334" y="25351"/>
                  </a:lnTo>
                  <a:close/>
                  <a:moveTo>
                    <a:pt x="34100" y="1634"/>
                  </a:moveTo>
                  <a:lnTo>
                    <a:pt x="34100" y="18398"/>
                  </a:lnTo>
                  <a:cubicBezTo>
                    <a:pt x="34100" y="19398"/>
                    <a:pt x="33938" y="20398"/>
                    <a:pt x="33623" y="21351"/>
                  </a:cubicBezTo>
                  <a:cubicBezTo>
                    <a:pt x="33376" y="22208"/>
                    <a:pt x="32918" y="22999"/>
                    <a:pt x="32290" y="23637"/>
                  </a:cubicBezTo>
                  <a:cubicBezTo>
                    <a:pt x="31661" y="24323"/>
                    <a:pt x="30880" y="24847"/>
                    <a:pt x="30004" y="25161"/>
                  </a:cubicBezTo>
                  <a:cubicBezTo>
                    <a:pt x="28975" y="25570"/>
                    <a:pt x="27870" y="25761"/>
                    <a:pt x="26765" y="25732"/>
                  </a:cubicBezTo>
                  <a:cubicBezTo>
                    <a:pt x="25660" y="25751"/>
                    <a:pt x="24555" y="25561"/>
                    <a:pt x="23527" y="25161"/>
                  </a:cubicBezTo>
                  <a:cubicBezTo>
                    <a:pt x="22679" y="24799"/>
                    <a:pt x="21898" y="24284"/>
                    <a:pt x="21241" y="23637"/>
                  </a:cubicBezTo>
                  <a:cubicBezTo>
                    <a:pt x="20612" y="22999"/>
                    <a:pt x="20155" y="22208"/>
                    <a:pt x="19907" y="21351"/>
                  </a:cubicBezTo>
                  <a:cubicBezTo>
                    <a:pt x="19755" y="20370"/>
                    <a:pt x="19755" y="19379"/>
                    <a:pt x="19907" y="18398"/>
                  </a:cubicBezTo>
                  <a:lnTo>
                    <a:pt x="19907" y="1634"/>
                  </a:lnTo>
                  <a:lnTo>
                    <a:pt x="23241" y="1634"/>
                  </a:lnTo>
                  <a:lnTo>
                    <a:pt x="23241" y="18970"/>
                  </a:lnTo>
                  <a:cubicBezTo>
                    <a:pt x="23193" y="20027"/>
                    <a:pt x="23565" y="21056"/>
                    <a:pt x="24289" y="21827"/>
                  </a:cubicBezTo>
                  <a:cubicBezTo>
                    <a:pt x="26022" y="22960"/>
                    <a:pt x="28270" y="22960"/>
                    <a:pt x="30004" y="21827"/>
                  </a:cubicBezTo>
                  <a:cubicBezTo>
                    <a:pt x="30766" y="21084"/>
                    <a:pt x="31156" y="20027"/>
                    <a:pt x="31051" y="18970"/>
                  </a:cubicBezTo>
                  <a:lnTo>
                    <a:pt x="31051" y="1634"/>
                  </a:lnTo>
                  <a:close/>
                  <a:moveTo>
                    <a:pt x="41624" y="15350"/>
                  </a:moveTo>
                  <a:lnTo>
                    <a:pt x="46387" y="15350"/>
                  </a:lnTo>
                  <a:lnTo>
                    <a:pt x="44005" y="6873"/>
                  </a:lnTo>
                  <a:lnTo>
                    <a:pt x="44005" y="6873"/>
                  </a:lnTo>
                  <a:lnTo>
                    <a:pt x="41719" y="15350"/>
                  </a:lnTo>
                  <a:close/>
                  <a:moveTo>
                    <a:pt x="35814" y="24875"/>
                  </a:moveTo>
                  <a:lnTo>
                    <a:pt x="42386" y="1158"/>
                  </a:lnTo>
                  <a:lnTo>
                    <a:pt x="45529" y="1158"/>
                  </a:lnTo>
                  <a:lnTo>
                    <a:pt x="52388" y="24875"/>
                  </a:lnTo>
                  <a:lnTo>
                    <a:pt x="49244" y="24875"/>
                  </a:lnTo>
                  <a:lnTo>
                    <a:pt x="47149" y="17827"/>
                  </a:lnTo>
                  <a:lnTo>
                    <a:pt x="40862" y="17827"/>
                  </a:lnTo>
                  <a:lnTo>
                    <a:pt x="38957" y="24875"/>
                  </a:lnTo>
                  <a:close/>
                  <a:moveTo>
                    <a:pt x="62008" y="4111"/>
                  </a:moveTo>
                  <a:lnTo>
                    <a:pt x="53626" y="4111"/>
                  </a:lnTo>
                  <a:lnTo>
                    <a:pt x="53626" y="1158"/>
                  </a:lnTo>
                  <a:lnTo>
                    <a:pt x="66008" y="1158"/>
                  </a:lnTo>
                  <a:lnTo>
                    <a:pt x="66008" y="4206"/>
                  </a:lnTo>
                  <a:lnTo>
                    <a:pt x="56483" y="21827"/>
                  </a:lnTo>
                  <a:lnTo>
                    <a:pt x="66008" y="21827"/>
                  </a:lnTo>
                  <a:lnTo>
                    <a:pt x="66008" y="24875"/>
                  </a:lnTo>
                  <a:lnTo>
                    <a:pt x="52578" y="24875"/>
                  </a:lnTo>
                  <a:lnTo>
                    <a:pt x="52578" y="22113"/>
                  </a:lnTo>
                  <a:lnTo>
                    <a:pt x="62103" y="4111"/>
                  </a:lnTo>
                  <a:close/>
                  <a:moveTo>
                    <a:pt x="69151" y="24875"/>
                  </a:moveTo>
                  <a:lnTo>
                    <a:pt x="69151" y="1158"/>
                  </a:lnTo>
                  <a:lnTo>
                    <a:pt x="72485" y="1158"/>
                  </a:lnTo>
                  <a:lnTo>
                    <a:pt x="72485" y="10683"/>
                  </a:lnTo>
                  <a:lnTo>
                    <a:pt x="81153" y="10683"/>
                  </a:lnTo>
                  <a:lnTo>
                    <a:pt x="81153" y="1158"/>
                  </a:lnTo>
                  <a:lnTo>
                    <a:pt x="84201" y="1158"/>
                  </a:lnTo>
                  <a:lnTo>
                    <a:pt x="84201" y="24875"/>
                  </a:lnTo>
                  <a:lnTo>
                    <a:pt x="80772" y="24875"/>
                  </a:lnTo>
                  <a:lnTo>
                    <a:pt x="80772" y="14017"/>
                  </a:lnTo>
                  <a:lnTo>
                    <a:pt x="72104" y="14017"/>
                  </a:lnTo>
                  <a:lnTo>
                    <a:pt x="72104" y="24875"/>
                  </a:lnTo>
                  <a:close/>
                  <a:moveTo>
                    <a:pt x="96774" y="3539"/>
                  </a:moveTo>
                  <a:cubicBezTo>
                    <a:pt x="95917" y="3482"/>
                    <a:pt x="95059" y="3758"/>
                    <a:pt x="94393" y="4301"/>
                  </a:cubicBezTo>
                  <a:cubicBezTo>
                    <a:pt x="93631" y="4777"/>
                    <a:pt x="93031" y="5473"/>
                    <a:pt x="92678" y="6301"/>
                  </a:cubicBezTo>
                  <a:cubicBezTo>
                    <a:pt x="92154" y="7254"/>
                    <a:pt x="91802" y="8282"/>
                    <a:pt x="91630" y="9349"/>
                  </a:cubicBezTo>
                  <a:cubicBezTo>
                    <a:pt x="91535" y="10549"/>
                    <a:pt x="91535" y="11769"/>
                    <a:pt x="91630" y="12969"/>
                  </a:cubicBezTo>
                  <a:cubicBezTo>
                    <a:pt x="91526" y="14207"/>
                    <a:pt x="91526" y="15445"/>
                    <a:pt x="91630" y="16684"/>
                  </a:cubicBezTo>
                  <a:cubicBezTo>
                    <a:pt x="91802" y="17750"/>
                    <a:pt x="92154" y="18779"/>
                    <a:pt x="92678" y="19732"/>
                  </a:cubicBezTo>
                  <a:cubicBezTo>
                    <a:pt x="93031" y="20560"/>
                    <a:pt x="93631" y="21256"/>
                    <a:pt x="94393" y="21732"/>
                  </a:cubicBezTo>
                  <a:cubicBezTo>
                    <a:pt x="95079" y="22237"/>
                    <a:pt x="95917" y="22503"/>
                    <a:pt x="96774" y="22494"/>
                  </a:cubicBezTo>
                  <a:cubicBezTo>
                    <a:pt x="97660" y="22522"/>
                    <a:pt x="98536" y="22256"/>
                    <a:pt x="99250" y="21732"/>
                  </a:cubicBezTo>
                  <a:cubicBezTo>
                    <a:pt x="100013" y="21256"/>
                    <a:pt x="100613" y="20560"/>
                    <a:pt x="100965" y="19732"/>
                  </a:cubicBezTo>
                  <a:cubicBezTo>
                    <a:pt x="101441" y="18760"/>
                    <a:pt x="101794" y="17741"/>
                    <a:pt x="102013" y="16684"/>
                  </a:cubicBezTo>
                  <a:cubicBezTo>
                    <a:pt x="102117" y="15445"/>
                    <a:pt x="102117" y="14207"/>
                    <a:pt x="102013" y="12969"/>
                  </a:cubicBezTo>
                  <a:cubicBezTo>
                    <a:pt x="102108" y="11769"/>
                    <a:pt x="102108" y="10549"/>
                    <a:pt x="102013" y="9349"/>
                  </a:cubicBezTo>
                  <a:cubicBezTo>
                    <a:pt x="101794" y="8292"/>
                    <a:pt x="101441" y="7273"/>
                    <a:pt x="100965" y="6301"/>
                  </a:cubicBezTo>
                  <a:cubicBezTo>
                    <a:pt x="100613" y="5473"/>
                    <a:pt x="100013" y="4777"/>
                    <a:pt x="99250" y="4301"/>
                  </a:cubicBezTo>
                  <a:cubicBezTo>
                    <a:pt x="98555" y="3739"/>
                    <a:pt x="97669" y="3472"/>
                    <a:pt x="96774" y="3539"/>
                  </a:cubicBezTo>
                  <a:close/>
                  <a:moveTo>
                    <a:pt x="96774" y="777"/>
                  </a:moveTo>
                  <a:cubicBezTo>
                    <a:pt x="98098" y="758"/>
                    <a:pt x="99403" y="1053"/>
                    <a:pt x="100584" y="1634"/>
                  </a:cubicBezTo>
                  <a:cubicBezTo>
                    <a:pt x="101679" y="2244"/>
                    <a:pt x="102622" y="3091"/>
                    <a:pt x="103346" y="4111"/>
                  </a:cubicBezTo>
                  <a:cubicBezTo>
                    <a:pt x="104146" y="5263"/>
                    <a:pt x="104727" y="6558"/>
                    <a:pt x="105061" y="7921"/>
                  </a:cubicBezTo>
                  <a:cubicBezTo>
                    <a:pt x="105451" y="9578"/>
                    <a:pt x="105651" y="11273"/>
                    <a:pt x="105632" y="12969"/>
                  </a:cubicBezTo>
                  <a:cubicBezTo>
                    <a:pt x="105651" y="14664"/>
                    <a:pt x="105461" y="16369"/>
                    <a:pt x="105061" y="18017"/>
                  </a:cubicBezTo>
                  <a:cubicBezTo>
                    <a:pt x="104737" y="19417"/>
                    <a:pt x="104156" y="20741"/>
                    <a:pt x="103346" y="21922"/>
                  </a:cubicBezTo>
                  <a:cubicBezTo>
                    <a:pt x="102622" y="22941"/>
                    <a:pt x="101679" y="23789"/>
                    <a:pt x="100584" y="24399"/>
                  </a:cubicBezTo>
                  <a:cubicBezTo>
                    <a:pt x="99403" y="24980"/>
                    <a:pt x="98098" y="25275"/>
                    <a:pt x="96774" y="25256"/>
                  </a:cubicBezTo>
                  <a:cubicBezTo>
                    <a:pt x="95488" y="25266"/>
                    <a:pt x="94212" y="24970"/>
                    <a:pt x="93059" y="24399"/>
                  </a:cubicBezTo>
                  <a:cubicBezTo>
                    <a:pt x="91964" y="23789"/>
                    <a:pt x="91021" y="22941"/>
                    <a:pt x="90297" y="21922"/>
                  </a:cubicBezTo>
                  <a:cubicBezTo>
                    <a:pt x="89487" y="20741"/>
                    <a:pt x="88906" y="19417"/>
                    <a:pt x="88583" y="18017"/>
                  </a:cubicBezTo>
                  <a:cubicBezTo>
                    <a:pt x="88182" y="16369"/>
                    <a:pt x="87992" y="14664"/>
                    <a:pt x="88011" y="12969"/>
                  </a:cubicBezTo>
                  <a:cubicBezTo>
                    <a:pt x="87992" y="11273"/>
                    <a:pt x="88192" y="9578"/>
                    <a:pt x="88583" y="7921"/>
                  </a:cubicBezTo>
                  <a:cubicBezTo>
                    <a:pt x="88916" y="6558"/>
                    <a:pt x="89497" y="5263"/>
                    <a:pt x="90297" y="4111"/>
                  </a:cubicBezTo>
                  <a:cubicBezTo>
                    <a:pt x="91021" y="3091"/>
                    <a:pt x="91964" y="2244"/>
                    <a:pt x="93059" y="1634"/>
                  </a:cubicBezTo>
                  <a:cubicBezTo>
                    <a:pt x="94212" y="1063"/>
                    <a:pt x="95488" y="767"/>
                    <a:pt x="96774" y="777"/>
                  </a:cubicBezTo>
                  <a:close/>
                  <a:moveTo>
                    <a:pt x="109347" y="24875"/>
                  </a:moveTo>
                  <a:lnTo>
                    <a:pt x="109347" y="1158"/>
                  </a:lnTo>
                  <a:lnTo>
                    <a:pt x="112776" y="1158"/>
                  </a:lnTo>
                  <a:lnTo>
                    <a:pt x="121253" y="18017"/>
                  </a:lnTo>
                  <a:lnTo>
                    <a:pt x="121253" y="18017"/>
                  </a:lnTo>
                  <a:lnTo>
                    <a:pt x="121253" y="1158"/>
                  </a:lnTo>
                  <a:lnTo>
                    <a:pt x="124396" y="1158"/>
                  </a:lnTo>
                  <a:lnTo>
                    <a:pt x="124396" y="24875"/>
                  </a:lnTo>
                  <a:lnTo>
                    <a:pt x="121348" y="24875"/>
                  </a:lnTo>
                  <a:lnTo>
                    <a:pt x="112681" y="7349"/>
                  </a:lnTo>
                  <a:lnTo>
                    <a:pt x="112681" y="7349"/>
                  </a:lnTo>
                  <a:lnTo>
                    <a:pt x="112681" y="24875"/>
                  </a:lnTo>
                  <a:close/>
                  <a:moveTo>
                    <a:pt x="141637" y="9064"/>
                  </a:moveTo>
                  <a:cubicBezTo>
                    <a:pt x="141580" y="8425"/>
                    <a:pt x="141484" y="7787"/>
                    <a:pt x="141351" y="7159"/>
                  </a:cubicBezTo>
                  <a:cubicBezTo>
                    <a:pt x="141113" y="6549"/>
                    <a:pt x="140789" y="5968"/>
                    <a:pt x="140398" y="5444"/>
                  </a:cubicBezTo>
                  <a:cubicBezTo>
                    <a:pt x="140075" y="4920"/>
                    <a:pt x="139617" y="4492"/>
                    <a:pt x="139065" y="4206"/>
                  </a:cubicBezTo>
                  <a:cubicBezTo>
                    <a:pt x="138408" y="4053"/>
                    <a:pt x="137722" y="4053"/>
                    <a:pt x="137065" y="4206"/>
                  </a:cubicBezTo>
                  <a:cubicBezTo>
                    <a:pt x="136169" y="4149"/>
                    <a:pt x="135293" y="4415"/>
                    <a:pt x="134588" y="4968"/>
                  </a:cubicBezTo>
                  <a:cubicBezTo>
                    <a:pt x="133845" y="5473"/>
                    <a:pt x="133255" y="6158"/>
                    <a:pt x="132874" y="6968"/>
                  </a:cubicBezTo>
                  <a:cubicBezTo>
                    <a:pt x="132388" y="7921"/>
                    <a:pt x="132064" y="8949"/>
                    <a:pt x="131921" y="10016"/>
                  </a:cubicBezTo>
                  <a:cubicBezTo>
                    <a:pt x="131778" y="11216"/>
                    <a:pt x="131778" y="12435"/>
                    <a:pt x="131921" y="13636"/>
                  </a:cubicBezTo>
                  <a:cubicBezTo>
                    <a:pt x="131769" y="14874"/>
                    <a:pt x="131769" y="16112"/>
                    <a:pt x="131921" y="17350"/>
                  </a:cubicBezTo>
                  <a:cubicBezTo>
                    <a:pt x="132064" y="18417"/>
                    <a:pt x="132388" y="19446"/>
                    <a:pt x="132874" y="20398"/>
                  </a:cubicBezTo>
                  <a:cubicBezTo>
                    <a:pt x="133293" y="21179"/>
                    <a:pt x="133874" y="21865"/>
                    <a:pt x="134588" y="22399"/>
                  </a:cubicBezTo>
                  <a:cubicBezTo>
                    <a:pt x="135350" y="22894"/>
                    <a:pt x="136246" y="23161"/>
                    <a:pt x="137160" y="23161"/>
                  </a:cubicBezTo>
                  <a:cubicBezTo>
                    <a:pt x="137979" y="23332"/>
                    <a:pt x="138817" y="23332"/>
                    <a:pt x="139637" y="23161"/>
                  </a:cubicBezTo>
                  <a:cubicBezTo>
                    <a:pt x="140256" y="22818"/>
                    <a:pt x="140779" y="22322"/>
                    <a:pt x="141160" y="21732"/>
                  </a:cubicBezTo>
                  <a:cubicBezTo>
                    <a:pt x="141580" y="21075"/>
                    <a:pt x="141846" y="20322"/>
                    <a:pt x="141922" y="19541"/>
                  </a:cubicBezTo>
                  <a:cubicBezTo>
                    <a:pt x="142027" y="18655"/>
                    <a:pt x="142027" y="17760"/>
                    <a:pt x="141922" y="16874"/>
                  </a:cubicBezTo>
                  <a:lnTo>
                    <a:pt x="135255" y="16874"/>
                  </a:lnTo>
                  <a:lnTo>
                    <a:pt x="135255" y="13826"/>
                  </a:lnTo>
                  <a:lnTo>
                    <a:pt x="144780" y="13826"/>
                  </a:lnTo>
                  <a:lnTo>
                    <a:pt x="144780" y="16779"/>
                  </a:lnTo>
                  <a:cubicBezTo>
                    <a:pt x="144923" y="19284"/>
                    <a:pt x="144218" y="21770"/>
                    <a:pt x="142780" y="23827"/>
                  </a:cubicBezTo>
                  <a:cubicBezTo>
                    <a:pt x="141199" y="25608"/>
                    <a:pt x="138875" y="26561"/>
                    <a:pt x="136493" y="26399"/>
                  </a:cubicBezTo>
                  <a:cubicBezTo>
                    <a:pt x="135169" y="26418"/>
                    <a:pt x="133864" y="26123"/>
                    <a:pt x="132683" y="25542"/>
                  </a:cubicBezTo>
                  <a:cubicBezTo>
                    <a:pt x="131569" y="24961"/>
                    <a:pt x="130626" y="24104"/>
                    <a:pt x="129921" y="23065"/>
                  </a:cubicBezTo>
                  <a:cubicBezTo>
                    <a:pt x="129111" y="21865"/>
                    <a:pt x="128502" y="20551"/>
                    <a:pt x="128111" y="19160"/>
                  </a:cubicBezTo>
                  <a:cubicBezTo>
                    <a:pt x="127711" y="17512"/>
                    <a:pt x="127521" y="15807"/>
                    <a:pt x="127540" y="14112"/>
                  </a:cubicBezTo>
                  <a:cubicBezTo>
                    <a:pt x="127521" y="12416"/>
                    <a:pt x="127721" y="10721"/>
                    <a:pt x="128111" y="9064"/>
                  </a:cubicBezTo>
                  <a:cubicBezTo>
                    <a:pt x="128530" y="7730"/>
                    <a:pt x="129102" y="6454"/>
                    <a:pt x="129826" y="5254"/>
                  </a:cubicBezTo>
                  <a:cubicBezTo>
                    <a:pt x="130550" y="4234"/>
                    <a:pt x="131493" y="3387"/>
                    <a:pt x="132588" y="2777"/>
                  </a:cubicBezTo>
                  <a:cubicBezTo>
                    <a:pt x="133769" y="2196"/>
                    <a:pt x="135074" y="1901"/>
                    <a:pt x="136398" y="1920"/>
                  </a:cubicBezTo>
                  <a:cubicBezTo>
                    <a:pt x="137512" y="1882"/>
                    <a:pt x="138627" y="2110"/>
                    <a:pt x="139637" y="2587"/>
                  </a:cubicBezTo>
                  <a:cubicBezTo>
                    <a:pt x="140637" y="2958"/>
                    <a:pt x="141522" y="3587"/>
                    <a:pt x="142208" y="4396"/>
                  </a:cubicBezTo>
                  <a:cubicBezTo>
                    <a:pt x="142913" y="5158"/>
                    <a:pt x="143494" y="6025"/>
                    <a:pt x="143923" y="6968"/>
                  </a:cubicBezTo>
                  <a:cubicBezTo>
                    <a:pt x="144294" y="8016"/>
                    <a:pt x="144513" y="9102"/>
                    <a:pt x="144589" y="10207"/>
                  </a:cubicBezTo>
                  <a:close/>
                  <a:moveTo>
                    <a:pt x="172307" y="1158"/>
                  </a:moveTo>
                  <a:lnTo>
                    <a:pt x="172307" y="17922"/>
                  </a:lnTo>
                  <a:cubicBezTo>
                    <a:pt x="172460" y="18903"/>
                    <a:pt x="172460" y="19893"/>
                    <a:pt x="172307" y="20875"/>
                  </a:cubicBezTo>
                  <a:cubicBezTo>
                    <a:pt x="172060" y="21732"/>
                    <a:pt x="171602" y="22522"/>
                    <a:pt x="170974" y="23161"/>
                  </a:cubicBezTo>
                  <a:cubicBezTo>
                    <a:pt x="170345" y="23846"/>
                    <a:pt x="169564" y="24370"/>
                    <a:pt x="168688" y="24685"/>
                  </a:cubicBezTo>
                  <a:cubicBezTo>
                    <a:pt x="167659" y="25094"/>
                    <a:pt x="166554" y="25285"/>
                    <a:pt x="165449" y="25256"/>
                  </a:cubicBezTo>
                  <a:cubicBezTo>
                    <a:pt x="164344" y="25275"/>
                    <a:pt x="163239" y="25085"/>
                    <a:pt x="162211" y="24685"/>
                  </a:cubicBezTo>
                  <a:cubicBezTo>
                    <a:pt x="161334" y="24370"/>
                    <a:pt x="160553" y="23846"/>
                    <a:pt x="159925" y="23161"/>
                  </a:cubicBezTo>
                  <a:cubicBezTo>
                    <a:pt x="159296" y="22522"/>
                    <a:pt x="158839" y="21732"/>
                    <a:pt x="158591" y="20875"/>
                  </a:cubicBezTo>
                  <a:cubicBezTo>
                    <a:pt x="158439" y="19893"/>
                    <a:pt x="158439" y="18903"/>
                    <a:pt x="158591" y="17922"/>
                  </a:cubicBezTo>
                  <a:lnTo>
                    <a:pt x="158591" y="1158"/>
                  </a:lnTo>
                  <a:lnTo>
                    <a:pt x="161925" y="1158"/>
                  </a:lnTo>
                  <a:lnTo>
                    <a:pt x="161925" y="18493"/>
                  </a:lnTo>
                  <a:cubicBezTo>
                    <a:pt x="161877" y="19551"/>
                    <a:pt x="162249" y="20579"/>
                    <a:pt x="162973" y="21351"/>
                  </a:cubicBezTo>
                  <a:cubicBezTo>
                    <a:pt x="164706" y="22503"/>
                    <a:pt x="166954" y="22503"/>
                    <a:pt x="168688" y="21351"/>
                  </a:cubicBezTo>
                  <a:cubicBezTo>
                    <a:pt x="169450" y="20608"/>
                    <a:pt x="169840" y="19551"/>
                    <a:pt x="169735" y="18493"/>
                  </a:cubicBezTo>
                  <a:lnTo>
                    <a:pt x="169735" y="1158"/>
                  </a:lnTo>
                  <a:close/>
                  <a:moveTo>
                    <a:pt x="176689" y="24875"/>
                  </a:moveTo>
                  <a:lnTo>
                    <a:pt x="176689" y="1158"/>
                  </a:lnTo>
                  <a:lnTo>
                    <a:pt x="180022" y="1158"/>
                  </a:lnTo>
                  <a:lnTo>
                    <a:pt x="188500" y="18017"/>
                  </a:lnTo>
                  <a:lnTo>
                    <a:pt x="188500" y="18017"/>
                  </a:lnTo>
                  <a:lnTo>
                    <a:pt x="188500" y="1158"/>
                  </a:lnTo>
                  <a:lnTo>
                    <a:pt x="191643" y="1158"/>
                  </a:lnTo>
                  <a:lnTo>
                    <a:pt x="191643" y="24875"/>
                  </a:lnTo>
                  <a:lnTo>
                    <a:pt x="188976" y="24875"/>
                  </a:lnTo>
                  <a:lnTo>
                    <a:pt x="180308" y="7349"/>
                  </a:lnTo>
                  <a:lnTo>
                    <a:pt x="180308" y="7349"/>
                  </a:lnTo>
                  <a:lnTo>
                    <a:pt x="180308" y="24875"/>
                  </a:lnTo>
                  <a:close/>
                  <a:moveTo>
                    <a:pt x="195739" y="24875"/>
                  </a:moveTo>
                  <a:lnTo>
                    <a:pt x="195739" y="1158"/>
                  </a:lnTo>
                  <a:lnTo>
                    <a:pt x="199168" y="1158"/>
                  </a:lnTo>
                  <a:lnTo>
                    <a:pt x="199168" y="24875"/>
                  </a:lnTo>
                  <a:close/>
                  <a:moveTo>
                    <a:pt x="214313" y="1158"/>
                  </a:moveTo>
                  <a:lnTo>
                    <a:pt x="217551" y="1158"/>
                  </a:lnTo>
                  <a:lnTo>
                    <a:pt x="210884" y="24875"/>
                  </a:lnTo>
                  <a:lnTo>
                    <a:pt x="208026" y="24875"/>
                  </a:lnTo>
                  <a:lnTo>
                    <a:pt x="201359" y="1158"/>
                  </a:lnTo>
                  <a:lnTo>
                    <a:pt x="204502" y="1158"/>
                  </a:lnTo>
                  <a:lnTo>
                    <a:pt x="209550" y="20208"/>
                  </a:lnTo>
                  <a:lnTo>
                    <a:pt x="209550" y="20208"/>
                  </a:lnTo>
                  <a:lnTo>
                    <a:pt x="214598" y="1158"/>
                  </a:lnTo>
                  <a:close/>
                  <a:moveTo>
                    <a:pt x="219742" y="24875"/>
                  </a:moveTo>
                  <a:lnTo>
                    <a:pt x="219742" y="1158"/>
                  </a:lnTo>
                  <a:lnTo>
                    <a:pt x="231648" y="1158"/>
                  </a:lnTo>
                  <a:lnTo>
                    <a:pt x="231648" y="4111"/>
                  </a:lnTo>
                  <a:lnTo>
                    <a:pt x="223075" y="4111"/>
                  </a:lnTo>
                  <a:lnTo>
                    <a:pt x="223075" y="10969"/>
                  </a:lnTo>
                  <a:lnTo>
                    <a:pt x="231648" y="10969"/>
                  </a:lnTo>
                  <a:lnTo>
                    <a:pt x="231648" y="14017"/>
                  </a:lnTo>
                  <a:lnTo>
                    <a:pt x="223075" y="14017"/>
                  </a:lnTo>
                  <a:lnTo>
                    <a:pt x="223075" y="21827"/>
                  </a:lnTo>
                  <a:lnTo>
                    <a:pt x="231648" y="21827"/>
                  </a:lnTo>
                  <a:lnTo>
                    <a:pt x="231648" y="24875"/>
                  </a:lnTo>
                  <a:close/>
                  <a:moveTo>
                    <a:pt x="236125" y="24875"/>
                  </a:moveTo>
                  <a:lnTo>
                    <a:pt x="236125" y="1158"/>
                  </a:lnTo>
                  <a:lnTo>
                    <a:pt x="242792" y="1158"/>
                  </a:lnTo>
                  <a:cubicBezTo>
                    <a:pt x="243735" y="1015"/>
                    <a:pt x="244707" y="1015"/>
                    <a:pt x="245650" y="1158"/>
                  </a:cubicBezTo>
                  <a:cubicBezTo>
                    <a:pt x="246545" y="1472"/>
                    <a:pt x="247374" y="1920"/>
                    <a:pt x="248126" y="2491"/>
                  </a:cubicBezTo>
                  <a:cubicBezTo>
                    <a:pt x="248822" y="3120"/>
                    <a:pt x="249403" y="3853"/>
                    <a:pt x="249841" y="4682"/>
                  </a:cubicBezTo>
                  <a:cubicBezTo>
                    <a:pt x="250317" y="5625"/>
                    <a:pt x="250546" y="6673"/>
                    <a:pt x="250508" y="7730"/>
                  </a:cubicBezTo>
                  <a:cubicBezTo>
                    <a:pt x="250603" y="8616"/>
                    <a:pt x="250603" y="9511"/>
                    <a:pt x="250508" y="10397"/>
                  </a:cubicBezTo>
                  <a:cubicBezTo>
                    <a:pt x="250288" y="11169"/>
                    <a:pt x="249965" y="11902"/>
                    <a:pt x="249555" y="12588"/>
                  </a:cubicBezTo>
                  <a:cubicBezTo>
                    <a:pt x="249079" y="13188"/>
                    <a:pt x="248498" y="13712"/>
                    <a:pt x="247840" y="14112"/>
                  </a:cubicBezTo>
                  <a:cubicBezTo>
                    <a:pt x="247079" y="14531"/>
                    <a:pt x="246231" y="14798"/>
                    <a:pt x="245364" y="14874"/>
                  </a:cubicBezTo>
                  <a:lnTo>
                    <a:pt x="252127" y="24399"/>
                  </a:lnTo>
                  <a:lnTo>
                    <a:pt x="248126" y="24399"/>
                  </a:lnTo>
                  <a:lnTo>
                    <a:pt x="240030" y="12302"/>
                  </a:lnTo>
                  <a:lnTo>
                    <a:pt x="242602" y="12302"/>
                  </a:lnTo>
                  <a:cubicBezTo>
                    <a:pt x="243230" y="12397"/>
                    <a:pt x="243878" y="12397"/>
                    <a:pt x="244507" y="12302"/>
                  </a:cubicBezTo>
                  <a:cubicBezTo>
                    <a:pt x="245059" y="12150"/>
                    <a:pt x="245574" y="11883"/>
                    <a:pt x="246031" y="11540"/>
                  </a:cubicBezTo>
                  <a:cubicBezTo>
                    <a:pt x="246478" y="11216"/>
                    <a:pt x="246840" y="10797"/>
                    <a:pt x="247079" y="10302"/>
                  </a:cubicBezTo>
                  <a:cubicBezTo>
                    <a:pt x="247231" y="9711"/>
                    <a:pt x="247231" y="9083"/>
                    <a:pt x="247079" y="8492"/>
                  </a:cubicBezTo>
                  <a:cubicBezTo>
                    <a:pt x="247164" y="7254"/>
                    <a:pt x="246716" y="6035"/>
                    <a:pt x="245840" y="5158"/>
                  </a:cubicBezTo>
                  <a:cubicBezTo>
                    <a:pt x="244888" y="4330"/>
                    <a:pt x="243669" y="3891"/>
                    <a:pt x="242411" y="3920"/>
                  </a:cubicBezTo>
                  <a:lnTo>
                    <a:pt x="239363" y="3920"/>
                  </a:lnTo>
                  <a:lnTo>
                    <a:pt x="239363" y="24685"/>
                  </a:lnTo>
                  <a:close/>
                  <a:moveTo>
                    <a:pt x="256222" y="17541"/>
                  </a:moveTo>
                  <a:cubicBezTo>
                    <a:pt x="256127" y="18169"/>
                    <a:pt x="256127" y="18817"/>
                    <a:pt x="256222" y="19446"/>
                  </a:cubicBezTo>
                  <a:cubicBezTo>
                    <a:pt x="256289" y="20036"/>
                    <a:pt x="256518" y="20598"/>
                    <a:pt x="256889" y="21065"/>
                  </a:cubicBezTo>
                  <a:cubicBezTo>
                    <a:pt x="257213" y="21513"/>
                    <a:pt x="257632" y="21865"/>
                    <a:pt x="258127" y="22113"/>
                  </a:cubicBezTo>
                  <a:cubicBezTo>
                    <a:pt x="258756" y="22275"/>
                    <a:pt x="259404" y="22275"/>
                    <a:pt x="260033" y="22113"/>
                  </a:cubicBezTo>
                  <a:cubicBezTo>
                    <a:pt x="261147" y="22180"/>
                    <a:pt x="262242" y="21808"/>
                    <a:pt x="263080" y="21065"/>
                  </a:cubicBezTo>
                  <a:cubicBezTo>
                    <a:pt x="263785" y="20246"/>
                    <a:pt x="264166" y="19198"/>
                    <a:pt x="264128" y="18112"/>
                  </a:cubicBezTo>
                  <a:cubicBezTo>
                    <a:pt x="264290" y="17522"/>
                    <a:pt x="264290" y="16893"/>
                    <a:pt x="264128" y="16303"/>
                  </a:cubicBezTo>
                  <a:cubicBezTo>
                    <a:pt x="263814" y="15798"/>
                    <a:pt x="263395" y="15379"/>
                    <a:pt x="262890" y="15064"/>
                  </a:cubicBezTo>
                  <a:cubicBezTo>
                    <a:pt x="262337" y="14683"/>
                    <a:pt x="261728" y="14398"/>
                    <a:pt x="261080" y="14207"/>
                  </a:cubicBezTo>
                  <a:lnTo>
                    <a:pt x="259080" y="13445"/>
                  </a:lnTo>
                  <a:lnTo>
                    <a:pt x="256984" y="12588"/>
                  </a:lnTo>
                  <a:cubicBezTo>
                    <a:pt x="256356" y="12264"/>
                    <a:pt x="255775" y="11845"/>
                    <a:pt x="255270" y="11350"/>
                  </a:cubicBezTo>
                  <a:cubicBezTo>
                    <a:pt x="254727" y="10845"/>
                    <a:pt x="254308" y="10226"/>
                    <a:pt x="254032" y="9540"/>
                  </a:cubicBezTo>
                  <a:cubicBezTo>
                    <a:pt x="253708" y="8692"/>
                    <a:pt x="253546" y="7787"/>
                    <a:pt x="253555" y="6873"/>
                  </a:cubicBezTo>
                  <a:cubicBezTo>
                    <a:pt x="253565" y="5968"/>
                    <a:pt x="253727" y="5063"/>
                    <a:pt x="254032" y="4206"/>
                  </a:cubicBezTo>
                  <a:cubicBezTo>
                    <a:pt x="254394" y="3463"/>
                    <a:pt x="254880" y="2787"/>
                    <a:pt x="255460" y="2206"/>
                  </a:cubicBezTo>
                  <a:cubicBezTo>
                    <a:pt x="256099" y="1615"/>
                    <a:pt x="256842" y="1167"/>
                    <a:pt x="257651" y="872"/>
                  </a:cubicBezTo>
                  <a:cubicBezTo>
                    <a:pt x="258499" y="520"/>
                    <a:pt x="259404" y="358"/>
                    <a:pt x="260318" y="396"/>
                  </a:cubicBezTo>
                  <a:cubicBezTo>
                    <a:pt x="262204" y="272"/>
                    <a:pt x="264062" y="929"/>
                    <a:pt x="265462" y="2206"/>
                  </a:cubicBezTo>
                  <a:cubicBezTo>
                    <a:pt x="266776" y="3558"/>
                    <a:pt x="267500" y="5368"/>
                    <a:pt x="267462" y="7254"/>
                  </a:cubicBezTo>
                  <a:lnTo>
                    <a:pt x="264128" y="7254"/>
                  </a:lnTo>
                  <a:cubicBezTo>
                    <a:pt x="264223" y="6720"/>
                    <a:pt x="264223" y="6168"/>
                    <a:pt x="264128" y="5635"/>
                  </a:cubicBezTo>
                  <a:cubicBezTo>
                    <a:pt x="264004" y="5177"/>
                    <a:pt x="263776" y="4749"/>
                    <a:pt x="263462" y="4396"/>
                  </a:cubicBezTo>
                  <a:cubicBezTo>
                    <a:pt x="263204" y="3958"/>
                    <a:pt x="262795" y="3615"/>
                    <a:pt x="262318" y="3444"/>
                  </a:cubicBezTo>
                  <a:cubicBezTo>
                    <a:pt x="261785" y="3339"/>
                    <a:pt x="261233" y="3339"/>
                    <a:pt x="260699" y="3444"/>
                  </a:cubicBezTo>
                  <a:cubicBezTo>
                    <a:pt x="259747" y="3387"/>
                    <a:pt x="258813" y="3739"/>
                    <a:pt x="258127" y="4396"/>
                  </a:cubicBezTo>
                  <a:cubicBezTo>
                    <a:pt x="257508" y="5111"/>
                    <a:pt x="257175" y="6025"/>
                    <a:pt x="257175" y="6968"/>
                  </a:cubicBezTo>
                  <a:cubicBezTo>
                    <a:pt x="257137" y="7787"/>
                    <a:pt x="257442" y="8587"/>
                    <a:pt x="258032" y="9159"/>
                  </a:cubicBezTo>
                  <a:cubicBezTo>
                    <a:pt x="258632" y="9664"/>
                    <a:pt x="259309" y="10083"/>
                    <a:pt x="260033" y="10397"/>
                  </a:cubicBezTo>
                  <a:lnTo>
                    <a:pt x="262700" y="11350"/>
                  </a:lnTo>
                  <a:cubicBezTo>
                    <a:pt x="263623" y="11635"/>
                    <a:pt x="264519" y="12016"/>
                    <a:pt x="265367" y="12493"/>
                  </a:cubicBezTo>
                  <a:cubicBezTo>
                    <a:pt x="266148" y="13074"/>
                    <a:pt x="266824" y="13778"/>
                    <a:pt x="267367" y="14588"/>
                  </a:cubicBezTo>
                  <a:cubicBezTo>
                    <a:pt x="267995" y="15683"/>
                    <a:pt x="268291" y="16941"/>
                    <a:pt x="268224" y="18208"/>
                  </a:cubicBezTo>
                  <a:cubicBezTo>
                    <a:pt x="268233" y="19255"/>
                    <a:pt x="268043" y="20284"/>
                    <a:pt x="267652" y="21256"/>
                  </a:cubicBezTo>
                  <a:cubicBezTo>
                    <a:pt x="267281" y="22065"/>
                    <a:pt x="266729" y="22780"/>
                    <a:pt x="266033" y="23351"/>
                  </a:cubicBezTo>
                  <a:cubicBezTo>
                    <a:pt x="265395" y="23970"/>
                    <a:pt x="264605" y="24427"/>
                    <a:pt x="263747" y="24685"/>
                  </a:cubicBezTo>
                  <a:cubicBezTo>
                    <a:pt x="262833" y="24827"/>
                    <a:pt x="261899" y="24827"/>
                    <a:pt x="260985" y="24685"/>
                  </a:cubicBezTo>
                  <a:cubicBezTo>
                    <a:pt x="259813" y="24704"/>
                    <a:pt x="258651" y="24513"/>
                    <a:pt x="257556" y="24113"/>
                  </a:cubicBezTo>
                  <a:cubicBezTo>
                    <a:pt x="256680" y="23799"/>
                    <a:pt x="255899" y="23275"/>
                    <a:pt x="255270" y="22589"/>
                  </a:cubicBezTo>
                  <a:cubicBezTo>
                    <a:pt x="254594" y="21894"/>
                    <a:pt x="254108" y="21046"/>
                    <a:pt x="253841" y="20113"/>
                  </a:cubicBezTo>
                  <a:cubicBezTo>
                    <a:pt x="253689" y="19074"/>
                    <a:pt x="253689" y="18008"/>
                    <a:pt x="253841" y="16969"/>
                  </a:cubicBezTo>
                  <a:close/>
                  <a:moveTo>
                    <a:pt x="270415" y="24875"/>
                  </a:moveTo>
                  <a:lnTo>
                    <a:pt x="270415" y="1158"/>
                  </a:lnTo>
                  <a:lnTo>
                    <a:pt x="273748" y="1158"/>
                  </a:lnTo>
                  <a:lnTo>
                    <a:pt x="273748" y="24875"/>
                  </a:lnTo>
                  <a:close/>
                  <a:moveTo>
                    <a:pt x="289465" y="1158"/>
                  </a:moveTo>
                  <a:lnTo>
                    <a:pt x="289465" y="4111"/>
                  </a:lnTo>
                  <a:lnTo>
                    <a:pt x="284321" y="4111"/>
                  </a:lnTo>
                  <a:lnTo>
                    <a:pt x="284321" y="24875"/>
                  </a:lnTo>
                  <a:lnTo>
                    <a:pt x="280988" y="24875"/>
                  </a:lnTo>
                  <a:lnTo>
                    <a:pt x="280988" y="4111"/>
                  </a:lnTo>
                  <a:lnTo>
                    <a:pt x="275939" y="4111"/>
                  </a:lnTo>
                  <a:lnTo>
                    <a:pt x="275939" y="1158"/>
                  </a:lnTo>
                  <a:close/>
                  <a:moveTo>
                    <a:pt x="302800" y="1158"/>
                  </a:moveTo>
                  <a:lnTo>
                    <a:pt x="306324" y="1158"/>
                  </a:lnTo>
                  <a:lnTo>
                    <a:pt x="299847" y="15255"/>
                  </a:lnTo>
                  <a:lnTo>
                    <a:pt x="299847" y="24780"/>
                  </a:lnTo>
                  <a:lnTo>
                    <a:pt x="296513" y="24780"/>
                  </a:lnTo>
                  <a:lnTo>
                    <a:pt x="296513" y="15255"/>
                  </a:lnTo>
                  <a:lnTo>
                    <a:pt x="289941" y="1158"/>
                  </a:lnTo>
                  <a:lnTo>
                    <a:pt x="293751" y="1158"/>
                  </a:lnTo>
                  <a:lnTo>
                    <a:pt x="298418" y="11635"/>
                  </a:lnTo>
                  <a:lnTo>
                    <a:pt x="303086" y="1158"/>
                  </a:lnTo>
                  <a:close/>
                  <a:moveTo>
                    <a:pt x="325469" y="3539"/>
                  </a:moveTo>
                  <a:cubicBezTo>
                    <a:pt x="324574" y="3482"/>
                    <a:pt x="323698" y="3749"/>
                    <a:pt x="322993" y="4301"/>
                  </a:cubicBezTo>
                  <a:cubicBezTo>
                    <a:pt x="322278" y="4834"/>
                    <a:pt x="321697" y="5520"/>
                    <a:pt x="321278" y="6301"/>
                  </a:cubicBezTo>
                  <a:cubicBezTo>
                    <a:pt x="320792" y="7254"/>
                    <a:pt x="320469" y="8282"/>
                    <a:pt x="320326" y="9349"/>
                  </a:cubicBezTo>
                  <a:cubicBezTo>
                    <a:pt x="320183" y="10549"/>
                    <a:pt x="320183" y="11769"/>
                    <a:pt x="320326" y="12969"/>
                  </a:cubicBezTo>
                  <a:cubicBezTo>
                    <a:pt x="320173" y="14207"/>
                    <a:pt x="320173" y="15445"/>
                    <a:pt x="320326" y="16684"/>
                  </a:cubicBezTo>
                  <a:cubicBezTo>
                    <a:pt x="320469" y="17750"/>
                    <a:pt x="320792" y="18779"/>
                    <a:pt x="321278" y="19732"/>
                  </a:cubicBezTo>
                  <a:cubicBezTo>
                    <a:pt x="321697" y="20513"/>
                    <a:pt x="322278" y="21198"/>
                    <a:pt x="322993" y="21732"/>
                  </a:cubicBezTo>
                  <a:cubicBezTo>
                    <a:pt x="323717" y="22237"/>
                    <a:pt x="324583" y="22503"/>
                    <a:pt x="325469" y="22494"/>
                  </a:cubicBezTo>
                  <a:cubicBezTo>
                    <a:pt x="326355" y="22494"/>
                    <a:pt x="327212" y="22227"/>
                    <a:pt x="327946" y="21732"/>
                  </a:cubicBezTo>
                  <a:cubicBezTo>
                    <a:pt x="328660" y="21198"/>
                    <a:pt x="329241" y="20513"/>
                    <a:pt x="329660" y="19732"/>
                  </a:cubicBezTo>
                  <a:cubicBezTo>
                    <a:pt x="330108" y="18760"/>
                    <a:pt x="330422" y="17731"/>
                    <a:pt x="330613" y="16684"/>
                  </a:cubicBezTo>
                  <a:cubicBezTo>
                    <a:pt x="330718" y="15445"/>
                    <a:pt x="330718" y="14207"/>
                    <a:pt x="330613" y="12969"/>
                  </a:cubicBezTo>
                  <a:cubicBezTo>
                    <a:pt x="330708" y="11769"/>
                    <a:pt x="330708" y="10549"/>
                    <a:pt x="330613" y="9349"/>
                  </a:cubicBezTo>
                  <a:cubicBezTo>
                    <a:pt x="330422" y="8302"/>
                    <a:pt x="330108" y="7273"/>
                    <a:pt x="329660" y="6301"/>
                  </a:cubicBezTo>
                  <a:cubicBezTo>
                    <a:pt x="329241" y="5520"/>
                    <a:pt x="328660" y="4834"/>
                    <a:pt x="327946" y="4301"/>
                  </a:cubicBezTo>
                  <a:cubicBezTo>
                    <a:pt x="327231" y="3768"/>
                    <a:pt x="326355" y="3491"/>
                    <a:pt x="325469" y="3539"/>
                  </a:cubicBezTo>
                  <a:close/>
                  <a:moveTo>
                    <a:pt x="325469" y="777"/>
                  </a:moveTo>
                  <a:cubicBezTo>
                    <a:pt x="326755" y="767"/>
                    <a:pt x="328031" y="1063"/>
                    <a:pt x="329184" y="1634"/>
                  </a:cubicBezTo>
                  <a:cubicBezTo>
                    <a:pt x="330279" y="2244"/>
                    <a:pt x="331222" y="3091"/>
                    <a:pt x="331946" y="4111"/>
                  </a:cubicBezTo>
                  <a:cubicBezTo>
                    <a:pt x="332746" y="5263"/>
                    <a:pt x="333327" y="6558"/>
                    <a:pt x="333661" y="7921"/>
                  </a:cubicBezTo>
                  <a:cubicBezTo>
                    <a:pt x="334051" y="9578"/>
                    <a:pt x="334251" y="11273"/>
                    <a:pt x="334232" y="12969"/>
                  </a:cubicBezTo>
                  <a:cubicBezTo>
                    <a:pt x="334251" y="14664"/>
                    <a:pt x="334061" y="16369"/>
                    <a:pt x="333661" y="18017"/>
                  </a:cubicBezTo>
                  <a:cubicBezTo>
                    <a:pt x="333337" y="19417"/>
                    <a:pt x="332756" y="20741"/>
                    <a:pt x="331946" y="21922"/>
                  </a:cubicBezTo>
                  <a:cubicBezTo>
                    <a:pt x="331222" y="22941"/>
                    <a:pt x="330279" y="23789"/>
                    <a:pt x="329184" y="24399"/>
                  </a:cubicBezTo>
                  <a:cubicBezTo>
                    <a:pt x="328031" y="24970"/>
                    <a:pt x="326755" y="25266"/>
                    <a:pt x="325469" y="25256"/>
                  </a:cubicBezTo>
                  <a:cubicBezTo>
                    <a:pt x="324174" y="25294"/>
                    <a:pt x="322897" y="24999"/>
                    <a:pt x="321755" y="24399"/>
                  </a:cubicBezTo>
                  <a:cubicBezTo>
                    <a:pt x="320612" y="23818"/>
                    <a:pt x="319631" y="22970"/>
                    <a:pt x="318897" y="21922"/>
                  </a:cubicBezTo>
                  <a:cubicBezTo>
                    <a:pt x="318163" y="20703"/>
                    <a:pt x="317583" y="19389"/>
                    <a:pt x="317182" y="18017"/>
                  </a:cubicBezTo>
                  <a:cubicBezTo>
                    <a:pt x="316782" y="16369"/>
                    <a:pt x="316592" y="14664"/>
                    <a:pt x="316611" y="12969"/>
                  </a:cubicBezTo>
                  <a:cubicBezTo>
                    <a:pt x="316592" y="11273"/>
                    <a:pt x="316792" y="9578"/>
                    <a:pt x="317182" y="7921"/>
                  </a:cubicBezTo>
                  <a:cubicBezTo>
                    <a:pt x="317602" y="6587"/>
                    <a:pt x="318173" y="5311"/>
                    <a:pt x="318897" y="4111"/>
                  </a:cubicBezTo>
                  <a:cubicBezTo>
                    <a:pt x="319631" y="3063"/>
                    <a:pt x="320612" y="2215"/>
                    <a:pt x="321755" y="1634"/>
                  </a:cubicBezTo>
                  <a:cubicBezTo>
                    <a:pt x="322897" y="1034"/>
                    <a:pt x="324174" y="739"/>
                    <a:pt x="325469" y="777"/>
                  </a:cubicBezTo>
                  <a:close/>
                  <a:moveTo>
                    <a:pt x="348996" y="777"/>
                  </a:moveTo>
                  <a:lnTo>
                    <a:pt x="348996" y="3730"/>
                  </a:lnTo>
                  <a:lnTo>
                    <a:pt x="341376" y="3730"/>
                  </a:lnTo>
                  <a:lnTo>
                    <a:pt x="341376" y="10588"/>
                  </a:lnTo>
                  <a:lnTo>
                    <a:pt x="349282" y="10588"/>
                  </a:lnTo>
                  <a:lnTo>
                    <a:pt x="349282" y="13636"/>
                  </a:lnTo>
                  <a:lnTo>
                    <a:pt x="341376" y="13636"/>
                  </a:lnTo>
                  <a:lnTo>
                    <a:pt x="341376" y="24494"/>
                  </a:lnTo>
                  <a:lnTo>
                    <a:pt x="338042" y="24494"/>
                  </a:lnTo>
                  <a:lnTo>
                    <a:pt x="338042" y="777"/>
                  </a:lnTo>
                  <a:close/>
                  <a:moveTo>
                    <a:pt x="363283" y="17160"/>
                  </a:moveTo>
                  <a:cubicBezTo>
                    <a:pt x="363188" y="17788"/>
                    <a:pt x="363188" y="18436"/>
                    <a:pt x="363283" y="19065"/>
                  </a:cubicBezTo>
                  <a:cubicBezTo>
                    <a:pt x="363350" y="19655"/>
                    <a:pt x="363579" y="20217"/>
                    <a:pt x="363950" y="20684"/>
                  </a:cubicBezTo>
                  <a:cubicBezTo>
                    <a:pt x="364274" y="21132"/>
                    <a:pt x="364693" y="21484"/>
                    <a:pt x="365188" y="21732"/>
                  </a:cubicBezTo>
                  <a:cubicBezTo>
                    <a:pt x="365817" y="21894"/>
                    <a:pt x="366465" y="21894"/>
                    <a:pt x="367094" y="21732"/>
                  </a:cubicBezTo>
                  <a:cubicBezTo>
                    <a:pt x="368208" y="21799"/>
                    <a:pt x="369303" y="21427"/>
                    <a:pt x="370141" y="20684"/>
                  </a:cubicBezTo>
                  <a:cubicBezTo>
                    <a:pt x="370846" y="19865"/>
                    <a:pt x="371227" y="18817"/>
                    <a:pt x="371189" y="17731"/>
                  </a:cubicBezTo>
                  <a:cubicBezTo>
                    <a:pt x="371199" y="17093"/>
                    <a:pt x="371037" y="16464"/>
                    <a:pt x="370713" y="15922"/>
                  </a:cubicBezTo>
                  <a:cubicBezTo>
                    <a:pt x="370389" y="15398"/>
                    <a:pt x="369932" y="14969"/>
                    <a:pt x="369380" y="14683"/>
                  </a:cubicBezTo>
                  <a:cubicBezTo>
                    <a:pt x="368875" y="14283"/>
                    <a:pt x="368284" y="13998"/>
                    <a:pt x="367665" y="13826"/>
                  </a:cubicBezTo>
                  <a:lnTo>
                    <a:pt x="365665" y="13064"/>
                  </a:lnTo>
                  <a:lnTo>
                    <a:pt x="363569" y="12207"/>
                  </a:lnTo>
                  <a:cubicBezTo>
                    <a:pt x="362941" y="11883"/>
                    <a:pt x="362360" y="11464"/>
                    <a:pt x="361855" y="10969"/>
                  </a:cubicBezTo>
                  <a:cubicBezTo>
                    <a:pt x="361312" y="10464"/>
                    <a:pt x="360893" y="9845"/>
                    <a:pt x="360616" y="9159"/>
                  </a:cubicBezTo>
                  <a:cubicBezTo>
                    <a:pt x="360293" y="8311"/>
                    <a:pt x="360131" y="7406"/>
                    <a:pt x="360140" y="6492"/>
                  </a:cubicBezTo>
                  <a:cubicBezTo>
                    <a:pt x="360150" y="5587"/>
                    <a:pt x="360312" y="4682"/>
                    <a:pt x="360616" y="3825"/>
                  </a:cubicBezTo>
                  <a:cubicBezTo>
                    <a:pt x="360979" y="3082"/>
                    <a:pt x="361464" y="2406"/>
                    <a:pt x="362045" y="1825"/>
                  </a:cubicBezTo>
                  <a:cubicBezTo>
                    <a:pt x="362683" y="1234"/>
                    <a:pt x="363426" y="786"/>
                    <a:pt x="364236" y="491"/>
                  </a:cubicBezTo>
                  <a:cubicBezTo>
                    <a:pt x="365084" y="139"/>
                    <a:pt x="365989" y="-23"/>
                    <a:pt x="366903" y="15"/>
                  </a:cubicBezTo>
                  <a:cubicBezTo>
                    <a:pt x="368789" y="-109"/>
                    <a:pt x="370646" y="548"/>
                    <a:pt x="372046" y="1825"/>
                  </a:cubicBezTo>
                  <a:cubicBezTo>
                    <a:pt x="373361" y="3177"/>
                    <a:pt x="374085" y="4987"/>
                    <a:pt x="374047" y="6873"/>
                  </a:cubicBezTo>
                  <a:lnTo>
                    <a:pt x="370713" y="6873"/>
                  </a:lnTo>
                  <a:cubicBezTo>
                    <a:pt x="370808" y="6339"/>
                    <a:pt x="370808" y="5787"/>
                    <a:pt x="370713" y="5254"/>
                  </a:cubicBezTo>
                  <a:cubicBezTo>
                    <a:pt x="370589" y="4796"/>
                    <a:pt x="370361" y="4368"/>
                    <a:pt x="370046" y="4015"/>
                  </a:cubicBezTo>
                  <a:cubicBezTo>
                    <a:pt x="369789" y="3577"/>
                    <a:pt x="369380" y="3234"/>
                    <a:pt x="368903" y="3063"/>
                  </a:cubicBezTo>
                  <a:cubicBezTo>
                    <a:pt x="368370" y="2958"/>
                    <a:pt x="367817" y="2958"/>
                    <a:pt x="367284" y="3063"/>
                  </a:cubicBezTo>
                  <a:cubicBezTo>
                    <a:pt x="365503" y="2901"/>
                    <a:pt x="363922" y="4206"/>
                    <a:pt x="363760" y="5987"/>
                  </a:cubicBezTo>
                  <a:cubicBezTo>
                    <a:pt x="363741" y="6187"/>
                    <a:pt x="363741" y="6387"/>
                    <a:pt x="363760" y="6587"/>
                  </a:cubicBezTo>
                  <a:cubicBezTo>
                    <a:pt x="363722" y="7406"/>
                    <a:pt x="364026" y="8206"/>
                    <a:pt x="364617" y="8778"/>
                  </a:cubicBezTo>
                  <a:cubicBezTo>
                    <a:pt x="365208" y="9311"/>
                    <a:pt x="365884" y="9730"/>
                    <a:pt x="366617" y="10016"/>
                  </a:cubicBezTo>
                  <a:lnTo>
                    <a:pt x="369284" y="10969"/>
                  </a:lnTo>
                  <a:cubicBezTo>
                    <a:pt x="370208" y="11254"/>
                    <a:pt x="371104" y="11635"/>
                    <a:pt x="371951" y="12112"/>
                  </a:cubicBezTo>
                  <a:cubicBezTo>
                    <a:pt x="372732" y="12693"/>
                    <a:pt x="373409" y="13397"/>
                    <a:pt x="373952" y="14207"/>
                  </a:cubicBezTo>
                  <a:cubicBezTo>
                    <a:pt x="374580" y="15302"/>
                    <a:pt x="374875" y="16560"/>
                    <a:pt x="374809" y="17827"/>
                  </a:cubicBezTo>
                  <a:cubicBezTo>
                    <a:pt x="374818" y="18874"/>
                    <a:pt x="374628" y="19903"/>
                    <a:pt x="374237" y="20875"/>
                  </a:cubicBezTo>
                  <a:cubicBezTo>
                    <a:pt x="373866" y="21684"/>
                    <a:pt x="373313" y="22399"/>
                    <a:pt x="372618" y="22970"/>
                  </a:cubicBezTo>
                  <a:cubicBezTo>
                    <a:pt x="371970" y="23589"/>
                    <a:pt x="371189" y="24046"/>
                    <a:pt x="370332" y="24304"/>
                  </a:cubicBezTo>
                  <a:cubicBezTo>
                    <a:pt x="369418" y="24446"/>
                    <a:pt x="368484" y="24446"/>
                    <a:pt x="367570" y="24304"/>
                  </a:cubicBezTo>
                  <a:cubicBezTo>
                    <a:pt x="366398" y="24323"/>
                    <a:pt x="365236" y="24132"/>
                    <a:pt x="364141" y="23732"/>
                  </a:cubicBezTo>
                  <a:cubicBezTo>
                    <a:pt x="363264" y="23418"/>
                    <a:pt x="362483" y="22894"/>
                    <a:pt x="361855" y="22208"/>
                  </a:cubicBezTo>
                  <a:cubicBezTo>
                    <a:pt x="361179" y="21513"/>
                    <a:pt x="360693" y="20665"/>
                    <a:pt x="360426" y="19732"/>
                  </a:cubicBezTo>
                  <a:cubicBezTo>
                    <a:pt x="360112" y="18712"/>
                    <a:pt x="359950" y="17655"/>
                    <a:pt x="359950" y="16588"/>
                  </a:cubicBezTo>
                  <a:close/>
                  <a:moveTo>
                    <a:pt x="389572" y="9826"/>
                  </a:moveTo>
                  <a:cubicBezTo>
                    <a:pt x="389458" y="9025"/>
                    <a:pt x="389296" y="8225"/>
                    <a:pt x="389096" y="7444"/>
                  </a:cubicBezTo>
                  <a:cubicBezTo>
                    <a:pt x="388963" y="6682"/>
                    <a:pt x="388706" y="5939"/>
                    <a:pt x="388334" y="5254"/>
                  </a:cubicBezTo>
                  <a:cubicBezTo>
                    <a:pt x="387991" y="4634"/>
                    <a:pt x="387496" y="4111"/>
                    <a:pt x="386905" y="3730"/>
                  </a:cubicBezTo>
                  <a:cubicBezTo>
                    <a:pt x="386286" y="3320"/>
                    <a:pt x="385553" y="3120"/>
                    <a:pt x="384810" y="3158"/>
                  </a:cubicBezTo>
                  <a:cubicBezTo>
                    <a:pt x="384086" y="3130"/>
                    <a:pt x="383372" y="3368"/>
                    <a:pt x="382810" y="3825"/>
                  </a:cubicBezTo>
                  <a:cubicBezTo>
                    <a:pt x="382114" y="4282"/>
                    <a:pt x="381581" y="4949"/>
                    <a:pt x="381286" y="5730"/>
                  </a:cubicBezTo>
                  <a:cubicBezTo>
                    <a:pt x="380829" y="6663"/>
                    <a:pt x="380505" y="7654"/>
                    <a:pt x="380333" y="8683"/>
                  </a:cubicBezTo>
                  <a:cubicBezTo>
                    <a:pt x="380229" y="9978"/>
                    <a:pt x="380229" y="11292"/>
                    <a:pt x="380333" y="12588"/>
                  </a:cubicBezTo>
                  <a:cubicBezTo>
                    <a:pt x="380229" y="13883"/>
                    <a:pt x="380229" y="15198"/>
                    <a:pt x="380333" y="16493"/>
                  </a:cubicBezTo>
                  <a:cubicBezTo>
                    <a:pt x="380505" y="17550"/>
                    <a:pt x="380829" y="18569"/>
                    <a:pt x="381286" y="19541"/>
                  </a:cubicBezTo>
                  <a:cubicBezTo>
                    <a:pt x="381600" y="20303"/>
                    <a:pt x="382133" y="20970"/>
                    <a:pt x="382810" y="21446"/>
                  </a:cubicBezTo>
                  <a:cubicBezTo>
                    <a:pt x="383372" y="21903"/>
                    <a:pt x="384086" y="22141"/>
                    <a:pt x="384810" y="22113"/>
                  </a:cubicBezTo>
                  <a:cubicBezTo>
                    <a:pt x="386324" y="22180"/>
                    <a:pt x="387753" y="21417"/>
                    <a:pt x="388525" y="20113"/>
                  </a:cubicBezTo>
                  <a:cubicBezTo>
                    <a:pt x="388858" y="19417"/>
                    <a:pt x="389087" y="18684"/>
                    <a:pt x="389191" y="17922"/>
                  </a:cubicBezTo>
                  <a:lnTo>
                    <a:pt x="389191" y="15541"/>
                  </a:lnTo>
                  <a:lnTo>
                    <a:pt x="392335" y="15541"/>
                  </a:lnTo>
                  <a:cubicBezTo>
                    <a:pt x="392487" y="16779"/>
                    <a:pt x="392487" y="18017"/>
                    <a:pt x="392335" y="19255"/>
                  </a:cubicBezTo>
                  <a:cubicBezTo>
                    <a:pt x="392078" y="20332"/>
                    <a:pt x="391592" y="21341"/>
                    <a:pt x="390906" y="22208"/>
                  </a:cubicBezTo>
                  <a:cubicBezTo>
                    <a:pt x="390296" y="23065"/>
                    <a:pt x="389477" y="23761"/>
                    <a:pt x="388525" y="24208"/>
                  </a:cubicBezTo>
                  <a:cubicBezTo>
                    <a:pt x="387372" y="24646"/>
                    <a:pt x="386144" y="24875"/>
                    <a:pt x="384905" y="24875"/>
                  </a:cubicBezTo>
                  <a:cubicBezTo>
                    <a:pt x="383810" y="24875"/>
                    <a:pt x="382734" y="24608"/>
                    <a:pt x="381762" y="24113"/>
                  </a:cubicBezTo>
                  <a:cubicBezTo>
                    <a:pt x="380714" y="23599"/>
                    <a:pt x="379828" y="22808"/>
                    <a:pt x="379190" y="21827"/>
                  </a:cubicBezTo>
                  <a:cubicBezTo>
                    <a:pt x="378362" y="20675"/>
                    <a:pt x="377752" y="19389"/>
                    <a:pt x="377380" y="18017"/>
                  </a:cubicBezTo>
                  <a:cubicBezTo>
                    <a:pt x="376971" y="16236"/>
                    <a:pt x="376781" y="14417"/>
                    <a:pt x="376809" y="12588"/>
                  </a:cubicBezTo>
                  <a:cubicBezTo>
                    <a:pt x="376790" y="10759"/>
                    <a:pt x="376980" y="8940"/>
                    <a:pt x="377380" y="7159"/>
                  </a:cubicBezTo>
                  <a:cubicBezTo>
                    <a:pt x="377771" y="5797"/>
                    <a:pt x="378381" y="4511"/>
                    <a:pt x="379190" y="3349"/>
                  </a:cubicBezTo>
                  <a:cubicBezTo>
                    <a:pt x="379876" y="2415"/>
                    <a:pt x="380752" y="1634"/>
                    <a:pt x="381762" y="1063"/>
                  </a:cubicBezTo>
                  <a:cubicBezTo>
                    <a:pt x="382743" y="596"/>
                    <a:pt x="383819" y="367"/>
                    <a:pt x="384905" y="396"/>
                  </a:cubicBezTo>
                  <a:cubicBezTo>
                    <a:pt x="386115" y="339"/>
                    <a:pt x="387325" y="567"/>
                    <a:pt x="388430" y="1063"/>
                  </a:cubicBezTo>
                  <a:cubicBezTo>
                    <a:pt x="389372" y="1577"/>
                    <a:pt x="390182" y="2291"/>
                    <a:pt x="390811" y="3158"/>
                  </a:cubicBezTo>
                  <a:cubicBezTo>
                    <a:pt x="391458" y="4034"/>
                    <a:pt x="391916" y="5044"/>
                    <a:pt x="392144" y="6111"/>
                  </a:cubicBezTo>
                  <a:cubicBezTo>
                    <a:pt x="392478" y="7330"/>
                    <a:pt x="392697" y="8568"/>
                    <a:pt x="392811" y="9826"/>
                  </a:cubicBezTo>
                  <a:close/>
                  <a:moveTo>
                    <a:pt x="395669" y="24494"/>
                  </a:moveTo>
                  <a:lnTo>
                    <a:pt x="395669" y="777"/>
                  </a:lnTo>
                  <a:lnTo>
                    <a:pt x="399002" y="777"/>
                  </a:lnTo>
                  <a:lnTo>
                    <a:pt x="399002" y="24494"/>
                  </a:lnTo>
                  <a:close/>
                  <a:moveTo>
                    <a:pt x="403288" y="24494"/>
                  </a:moveTo>
                  <a:lnTo>
                    <a:pt x="403288" y="777"/>
                  </a:lnTo>
                  <a:lnTo>
                    <a:pt x="415195" y="777"/>
                  </a:lnTo>
                  <a:lnTo>
                    <a:pt x="415195" y="3730"/>
                  </a:lnTo>
                  <a:lnTo>
                    <a:pt x="406622" y="3730"/>
                  </a:lnTo>
                  <a:lnTo>
                    <a:pt x="406622" y="10588"/>
                  </a:lnTo>
                  <a:lnTo>
                    <a:pt x="415195" y="10588"/>
                  </a:lnTo>
                  <a:lnTo>
                    <a:pt x="415195" y="13636"/>
                  </a:lnTo>
                  <a:lnTo>
                    <a:pt x="406622" y="13636"/>
                  </a:lnTo>
                  <a:lnTo>
                    <a:pt x="406622" y="21446"/>
                  </a:lnTo>
                  <a:lnTo>
                    <a:pt x="415195" y="21446"/>
                  </a:lnTo>
                  <a:lnTo>
                    <a:pt x="415195" y="24494"/>
                  </a:lnTo>
                  <a:close/>
                  <a:moveTo>
                    <a:pt x="419862" y="24494"/>
                  </a:moveTo>
                  <a:lnTo>
                    <a:pt x="419862" y="777"/>
                  </a:lnTo>
                  <a:lnTo>
                    <a:pt x="423196" y="777"/>
                  </a:lnTo>
                  <a:lnTo>
                    <a:pt x="431673" y="17636"/>
                  </a:lnTo>
                  <a:lnTo>
                    <a:pt x="431673" y="17636"/>
                  </a:lnTo>
                  <a:lnTo>
                    <a:pt x="431673" y="777"/>
                  </a:lnTo>
                  <a:lnTo>
                    <a:pt x="434816" y="777"/>
                  </a:lnTo>
                  <a:lnTo>
                    <a:pt x="434816" y="24494"/>
                  </a:lnTo>
                  <a:lnTo>
                    <a:pt x="431768" y="24494"/>
                  </a:lnTo>
                  <a:lnTo>
                    <a:pt x="423100" y="6968"/>
                  </a:lnTo>
                  <a:lnTo>
                    <a:pt x="423100" y="6968"/>
                  </a:lnTo>
                  <a:lnTo>
                    <a:pt x="423100" y="24494"/>
                  </a:lnTo>
                  <a:close/>
                  <a:moveTo>
                    <a:pt x="451390" y="9826"/>
                  </a:moveTo>
                  <a:cubicBezTo>
                    <a:pt x="451437" y="9035"/>
                    <a:pt x="451437" y="8235"/>
                    <a:pt x="451390" y="7444"/>
                  </a:cubicBezTo>
                  <a:cubicBezTo>
                    <a:pt x="451218" y="6673"/>
                    <a:pt x="450933" y="5930"/>
                    <a:pt x="450532" y="5254"/>
                  </a:cubicBezTo>
                  <a:cubicBezTo>
                    <a:pt x="450256" y="4625"/>
                    <a:pt x="449789" y="4092"/>
                    <a:pt x="449199" y="3730"/>
                  </a:cubicBezTo>
                  <a:cubicBezTo>
                    <a:pt x="448580" y="3330"/>
                    <a:pt x="447847" y="3130"/>
                    <a:pt x="447104" y="3158"/>
                  </a:cubicBezTo>
                  <a:cubicBezTo>
                    <a:pt x="446351" y="3149"/>
                    <a:pt x="445618" y="3377"/>
                    <a:pt x="445008" y="3825"/>
                  </a:cubicBezTo>
                  <a:cubicBezTo>
                    <a:pt x="444360" y="4330"/>
                    <a:pt x="443836" y="4987"/>
                    <a:pt x="443484" y="5730"/>
                  </a:cubicBezTo>
                  <a:cubicBezTo>
                    <a:pt x="443055" y="6673"/>
                    <a:pt x="442770" y="7663"/>
                    <a:pt x="442627" y="8683"/>
                  </a:cubicBezTo>
                  <a:cubicBezTo>
                    <a:pt x="442474" y="9978"/>
                    <a:pt x="442474" y="11292"/>
                    <a:pt x="442627" y="12588"/>
                  </a:cubicBezTo>
                  <a:cubicBezTo>
                    <a:pt x="442474" y="13883"/>
                    <a:pt x="442474" y="15198"/>
                    <a:pt x="442627" y="16493"/>
                  </a:cubicBezTo>
                  <a:cubicBezTo>
                    <a:pt x="442770" y="17541"/>
                    <a:pt x="443065" y="18569"/>
                    <a:pt x="443484" y="19541"/>
                  </a:cubicBezTo>
                  <a:cubicBezTo>
                    <a:pt x="443865" y="20265"/>
                    <a:pt x="444379" y="20913"/>
                    <a:pt x="445008" y="21446"/>
                  </a:cubicBezTo>
                  <a:cubicBezTo>
                    <a:pt x="445618" y="21894"/>
                    <a:pt x="446351" y="22122"/>
                    <a:pt x="447104" y="22113"/>
                  </a:cubicBezTo>
                  <a:cubicBezTo>
                    <a:pt x="447903" y="22151"/>
                    <a:pt x="448704" y="21951"/>
                    <a:pt x="449389" y="21541"/>
                  </a:cubicBezTo>
                  <a:cubicBezTo>
                    <a:pt x="449951" y="21189"/>
                    <a:pt x="450409" y="20694"/>
                    <a:pt x="450723" y="20113"/>
                  </a:cubicBezTo>
                  <a:cubicBezTo>
                    <a:pt x="451095" y="19427"/>
                    <a:pt x="451352" y="18684"/>
                    <a:pt x="451485" y="17922"/>
                  </a:cubicBezTo>
                  <a:lnTo>
                    <a:pt x="451485" y="15541"/>
                  </a:lnTo>
                  <a:lnTo>
                    <a:pt x="455676" y="15541"/>
                  </a:lnTo>
                  <a:cubicBezTo>
                    <a:pt x="455781" y="16779"/>
                    <a:pt x="455781" y="18017"/>
                    <a:pt x="455676" y="19255"/>
                  </a:cubicBezTo>
                  <a:cubicBezTo>
                    <a:pt x="455419" y="20332"/>
                    <a:pt x="454933" y="21341"/>
                    <a:pt x="454247" y="22208"/>
                  </a:cubicBezTo>
                  <a:cubicBezTo>
                    <a:pt x="453600" y="23075"/>
                    <a:pt x="452752" y="23761"/>
                    <a:pt x="451771" y="24208"/>
                  </a:cubicBezTo>
                  <a:cubicBezTo>
                    <a:pt x="450647" y="24656"/>
                    <a:pt x="449456" y="24875"/>
                    <a:pt x="448246" y="24875"/>
                  </a:cubicBezTo>
                  <a:cubicBezTo>
                    <a:pt x="447151" y="24875"/>
                    <a:pt x="446075" y="24608"/>
                    <a:pt x="445103" y="24113"/>
                  </a:cubicBezTo>
                  <a:cubicBezTo>
                    <a:pt x="444027" y="23599"/>
                    <a:pt x="443113" y="22808"/>
                    <a:pt x="442436" y="21827"/>
                  </a:cubicBezTo>
                  <a:cubicBezTo>
                    <a:pt x="441646" y="20665"/>
                    <a:pt x="441065" y="19379"/>
                    <a:pt x="440722" y="18017"/>
                  </a:cubicBezTo>
                  <a:cubicBezTo>
                    <a:pt x="440226" y="16255"/>
                    <a:pt x="440007" y="14417"/>
                    <a:pt x="440055" y="12588"/>
                  </a:cubicBezTo>
                  <a:cubicBezTo>
                    <a:pt x="440017" y="10759"/>
                    <a:pt x="440236" y="8930"/>
                    <a:pt x="440722" y="7159"/>
                  </a:cubicBezTo>
                  <a:cubicBezTo>
                    <a:pt x="441084" y="5806"/>
                    <a:pt x="441655" y="4520"/>
                    <a:pt x="442436" y="3349"/>
                  </a:cubicBezTo>
                  <a:cubicBezTo>
                    <a:pt x="443160" y="2415"/>
                    <a:pt x="444065" y="1634"/>
                    <a:pt x="445103" y="1063"/>
                  </a:cubicBezTo>
                  <a:cubicBezTo>
                    <a:pt x="446084" y="596"/>
                    <a:pt x="447161" y="367"/>
                    <a:pt x="448246" y="396"/>
                  </a:cubicBezTo>
                  <a:cubicBezTo>
                    <a:pt x="449456" y="348"/>
                    <a:pt x="450666" y="577"/>
                    <a:pt x="451771" y="1063"/>
                  </a:cubicBezTo>
                  <a:cubicBezTo>
                    <a:pt x="452695" y="1605"/>
                    <a:pt x="453495" y="2310"/>
                    <a:pt x="454152" y="3158"/>
                  </a:cubicBezTo>
                  <a:cubicBezTo>
                    <a:pt x="454762" y="4063"/>
                    <a:pt x="455209" y="5054"/>
                    <a:pt x="455486" y="6111"/>
                  </a:cubicBezTo>
                  <a:cubicBezTo>
                    <a:pt x="455781" y="7330"/>
                    <a:pt x="455971" y="8568"/>
                    <a:pt x="456057" y="9826"/>
                  </a:cubicBezTo>
                  <a:close/>
                  <a:moveTo>
                    <a:pt x="457867" y="24494"/>
                  </a:moveTo>
                  <a:lnTo>
                    <a:pt x="457867" y="777"/>
                  </a:lnTo>
                  <a:lnTo>
                    <a:pt x="469773" y="777"/>
                  </a:lnTo>
                  <a:lnTo>
                    <a:pt x="469773" y="3730"/>
                  </a:lnTo>
                  <a:lnTo>
                    <a:pt x="461200" y="3730"/>
                  </a:lnTo>
                  <a:lnTo>
                    <a:pt x="461200" y="10588"/>
                  </a:lnTo>
                  <a:lnTo>
                    <a:pt x="469773" y="10588"/>
                  </a:lnTo>
                  <a:lnTo>
                    <a:pt x="469773" y="13636"/>
                  </a:lnTo>
                  <a:lnTo>
                    <a:pt x="461200" y="13636"/>
                  </a:lnTo>
                  <a:lnTo>
                    <a:pt x="461200" y="21446"/>
                  </a:lnTo>
                  <a:lnTo>
                    <a:pt x="469773" y="21446"/>
                  </a:lnTo>
                  <a:lnTo>
                    <a:pt x="469773" y="24494"/>
                  </a:lnTo>
                  <a:close/>
                  <a:moveTo>
                    <a:pt x="486442" y="14969"/>
                  </a:moveTo>
                  <a:lnTo>
                    <a:pt x="491204" y="14969"/>
                  </a:lnTo>
                  <a:lnTo>
                    <a:pt x="488823" y="6492"/>
                  </a:lnTo>
                  <a:lnTo>
                    <a:pt x="488823" y="6492"/>
                  </a:lnTo>
                  <a:lnTo>
                    <a:pt x="486537" y="14969"/>
                  </a:lnTo>
                  <a:close/>
                  <a:moveTo>
                    <a:pt x="480631" y="24494"/>
                  </a:moveTo>
                  <a:lnTo>
                    <a:pt x="487108" y="777"/>
                  </a:lnTo>
                  <a:lnTo>
                    <a:pt x="490347" y="777"/>
                  </a:lnTo>
                  <a:lnTo>
                    <a:pt x="497205" y="24494"/>
                  </a:lnTo>
                  <a:lnTo>
                    <a:pt x="494062" y="24494"/>
                  </a:lnTo>
                  <a:lnTo>
                    <a:pt x="491966" y="17446"/>
                  </a:lnTo>
                  <a:lnTo>
                    <a:pt x="485680" y="17446"/>
                  </a:lnTo>
                  <a:lnTo>
                    <a:pt x="483775" y="24494"/>
                  </a:lnTo>
                  <a:close/>
                  <a:moveTo>
                    <a:pt x="499681" y="24494"/>
                  </a:moveTo>
                  <a:lnTo>
                    <a:pt x="499681" y="777"/>
                  </a:lnTo>
                  <a:lnTo>
                    <a:pt x="503015" y="777"/>
                  </a:lnTo>
                  <a:lnTo>
                    <a:pt x="511397" y="17636"/>
                  </a:lnTo>
                  <a:lnTo>
                    <a:pt x="511397" y="17636"/>
                  </a:lnTo>
                  <a:lnTo>
                    <a:pt x="511397" y="777"/>
                  </a:lnTo>
                  <a:lnTo>
                    <a:pt x="514540" y="777"/>
                  </a:lnTo>
                  <a:lnTo>
                    <a:pt x="514540" y="24494"/>
                  </a:lnTo>
                  <a:lnTo>
                    <a:pt x="512826" y="24494"/>
                  </a:lnTo>
                  <a:lnTo>
                    <a:pt x="504063" y="6968"/>
                  </a:lnTo>
                  <a:lnTo>
                    <a:pt x="504063" y="6968"/>
                  </a:lnTo>
                  <a:lnTo>
                    <a:pt x="504063" y="24494"/>
                  </a:lnTo>
                  <a:close/>
                  <a:moveTo>
                    <a:pt x="522827" y="21446"/>
                  </a:moveTo>
                  <a:lnTo>
                    <a:pt x="525971" y="21446"/>
                  </a:lnTo>
                  <a:cubicBezTo>
                    <a:pt x="527085" y="21503"/>
                    <a:pt x="528209" y="21275"/>
                    <a:pt x="529209" y="20779"/>
                  </a:cubicBezTo>
                  <a:cubicBezTo>
                    <a:pt x="530047" y="20351"/>
                    <a:pt x="530743" y="19693"/>
                    <a:pt x="531209" y="18874"/>
                  </a:cubicBezTo>
                  <a:cubicBezTo>
                    <a:pt x="531781" y="18008"/>
                    <a:pt x="532162" y="17036"/>
                    <a:pt x="532352" y="16017"/>
                  </a:cubicBezTo>
                  <a:cubicBezTo>
                    <a:pt x="532457" y="14874"/>
                    <a:pt x="532457" y="13731"/>
                    <a:pt x="532352" y="12588"/>
                  </a:cubicBezTo>
                  <a:cubicBezTo>
                    <a:pt x="532447" y="11445"/>
                    <a:pt x="532447" y="10302"/>
                    <a:pt x="532352" y="9159"/>
                  </a:cubicBezTo>
                  <a:cubicBezTo>
                    <a:pt x="532276" y="8473"/>
                    <a:pt x="532124" y="7806"/>
                    <a:pt x="531876" y="7159"/>
                  </a:cubicBezTo>
                  <a:cubicBezTo>
                    <a:pt x="531409" y="6339"/>
                    <a:pt x="530714" y="5682"/>
                    <a:pt x="529876" y="5254"/>
                  </a:cubicBezTo>
                  <a:cubicBezTo>
                    <a:pt x="528885" y="4720"/>
                    <a:pt x="527761" y="4463"/>
                    <a:pt x="526637" y="4492"/>
                  </a:cubicBezTo>
                  <a:lnTo>
                    <a:pt x="523494" y="4492"/>
                  </a:lnTo>
                  <a:lnTo>
                    <a:pt x="523494" y="22208"/>
                  </a:lnTo>
                  <a:close/>
                  <a:moveTo>
                    <a:pt x="519494" y="777"/>
                  </a:moveTo>
                  <a:lnTo>
                    <a:pt x="526542" y="777"/>
                  </a:lnTo>
                  <a:cubicBezTo>
                    <a:pt x="528056" y="739"/>
                    <a:pt x="529561" y="1072"/>
                    <a:pt x="530923" y="1729"/>
                  </a:cubicBezTo>
                  <a:cubicBezTo>
                    <a:pt x="532076" y="2291"/>
                    <a:pt x="533067" y="3139"/>
                    <a:pt x="533781" y="4206"/>
                  </a:cubicBezTo>
                  <a:cubicBezTo>
                    <a:pt x="534562" y="5368"/>
                    <a:pt x="535143" y="6663"/>
                    <a:pt x="535496" y="8016"/>
                  </a:cubicBezTo>
                  <a:cubicBezTo>
                    <a:pt x="536181" y="11150"/>
                    <a:pt x="536181" y="14407"/>
                    <a:pt x="535496" y="17541"/>
                  </a:cubicBezTo>
                  <a:cubicBezTo>
                    <a:pt x="535181" y="18912"/>
                    <a:pt x="534600" y="20208"/>
                    <a:pt x="533781" y="21351"/>
                  </a:cubicBezTo>
                  <a:cubicBezTo>
                    <a:pt x="533067" y="22446"/>
                    <a:pt x="532086" y="23332"/>
                    <a:pt x="530923" y="23923"/>
                  </a:cubicBezTo>
                  <a:cubicBezTo>
                    <a:pt x="529561" y="24580"/>
                    <a:pt x="528056" y="24913"/>
                    <a:pt x="526542" y="24875"/>
                  </a:cubicBezTo>
                  <a:lnTo>
                    <a:pt x="519494" y="24875"/>
                  </a:lnTo>
                  <a:lnTo>
                    <a:pt x="519494" y="1158"/>
                  </a:lnTo>
                  <a:close/>
                  <a:moveTo>
                    <a:pt x="560356" y="777"/>
                  </a:moveTo>
                  <a:lnTo>
                    <a:pt x="560356" y="3730"/>
                  </a:lnTo>
                  <a:lnTo>
                    <a:pt x="555212" y="3730"/>
                  </a:lnTo>
                  <a:lnTo>
                    <a:pt x="555212" y="24494"/>
                  </a:lnTo>
                  <a:lnTo>
                    <a:pt x="551879" y="24494"/>
                  </a:lnTo>
                  <a:lnTo>
                    <a:pt x="551879" y="3730"/>
                  </a:lnTo>
                  <a:lnTo>
                    <a:pt x="546830" y="3730"/>
                  </a:lnTo>
                  <a:lnTo>
                    <a:pt x="546830" y="777"/>
                  </a:lnTo>
                  <a:close/>
                  <a:moveTo>
                    <a:pt x="563118" y="24494"/>
                  </a:moveTo>
                  <a:lnTo>
                    <a:pt x="563118" y="777"/>
                  </a:lnTo>
                  <a:lnTo>
                    <a:pt x="575024" y="777"/>
                  </a:lnTo>
                  <a:lnTo>
                    <a:pt x="575024" y="3730"/>
                  </a:lnTo>
                  <a:lnTo>
                    <a:pt x="566452" y="3730"/>
                  </a:lnTo>
                  <a:lnTo>
                    <a:pt x="566452" y="10588"/>
                  </a:lnTo>
                  <a:lnTo>
                    <a:pt x="575024" y="10588"/>
                  </a:lnTo>
                  <a:lnTo>
                    <a:pt x="575024" y="13636"/>
                  </a:lnTo>
                  <a:lnTo>
                    <a:pt x="566452" y="13636"/>
                  </a:lnTo>
                  <a:lnTo>
                    <a:pt x="566452" y="21446"/>
                  </a:lnTo>
                  <a:lnTo>
                    <a:pt x="575024" y="21446"/>
                  </a:lnTo>
                  <a:lnTo>
                    <a:pt x="575024" y="24494"/>
                  </a:lnTo>
                  <a:close/>
                  <a:moveTo>
                    <a:pt x="591217" y="9826"/>
                  </a:moveTo>
                  <a:cubicBezTo>
                    <a:pt x="591264" y="9035"/>
                    <a:pt x="591264" y="8235"/>
                    <a:pt x="591217" y="7444"/>
                  </a:cubicBezTo>
                  <a:cubicBezTo>
                    <a:pt x="591036" y="6692"/>
                    <a:pt x="590779" y="5958"/>
                    <a:pt x="590455" y="5254"/>
                  </a:cubicBezTo>
                  <a:cubicBezTo>
                    <a:pt x="590112" y="4634"/>
                    <a:pt x="589617" y="4111"/>
                    <a:pt x="589026" y="3730"/>
                  </a:cubicBezTo>
                  <a:cubicBezTo>
                    <a:pt x="588407" y="3330"/>
                    <a:pt x="587673" y="3130"/>
                    <a:pt x="586930" y="3158"/>
                  </a:cubicBezTo>
                  <a:cubicBezTo>
                    <a:pt x="586207" y="3130"/>
                    <a:pt x="585492" y="3368"/>
                    <a:pt x="584930" y="3825"/>
                  </a:cubicBezTo>
                  <a:cubicBezTo>
                    <a:pt x="584235" y="4282"/>
                    <a:pt x="583702" y="4949"/>
                    <a:pt x="583406" y="5730"/>
                  </a:cubicBezTo>
                  <a:cubicBezTo>
                    <a:pt x="582901" y="6644"/>
                    <a:pt x="582587" y="7644"/>
                    <a:pt x="582454" y="8683"/>
                  </a:cubicBezTo>
                  <a:cubicBezTo>
                    <a:pt x="582349" y="9978"/>
                    <a:pt x="582349" y="11292"/>
                    <a:pt x="582454" y="12588"/>
                  </a:cubicBezTo>
                  <a:cubicBezTo>
                    <a:pt x="582349" y="13883"/>
                    <a:pt x="582349" y="15198"/>
                    <a:pt x="582454" y="16493"/>
                  </a:cubicBezTo>
                  <a:cubicBezTo>
                    <a:pt x="582587" y="17560"/>
                    <a:pt x="582911" y="18589"/>
                    <a:pt x="583406" y="19541"/>
                  </a:cubicBezTo>
                  <a:cubicBezTo>
                    <a:pt x="583721" y="20303"/>
                    <a:pt x="584254" y="20970"/>
                    <a:pt x="584930" y="21446"/>
                  </a:cubicBezTo>
                  <a:cubicBezTo>
                    <a:pt x="585492" y="21903"/>
                    <a:pt x="586207" y="22141"/>
                    <a:pt x="586930" y="22113"/>
                  </a:cubicBezTo>
                  <a:cubicBezTo>
                    <a:pt x="587731" y="22151"/>
                    <a:pt x="588531" y="21951"/>
                    <a:pt x="589216" y="21541"/>
                  </a:cubicBezTo>
                  <a:cubicBezTo>
                    <a:pt x="589779" y="21160"/>
                    <a:pt x="590264" y="20675"/>
                    <a:pt x="590645" y="20113"/>
                  </a:cubicBezTo>
                  <a:cubicBezTo>
                    <a:pt x="590940" y="19408"/>
                    <a:pt x="591160" y="18674"/>
                    <a:pt x="591312" y="17922"/>
                  </a:cubicBezTo>
                  <a:lnTo>
                    <a:pt x="591312" y="15541"/>
                  </a:lnTo>
                  <a:lnTo>
                    <a:pt x="594455" y="15541"/>
                  </a:lnTo>
                  <a:cubicBezTo>
                    <a:pt x="594608" y="16779"/>
                    <a:pt x="594608" y="18017"/>
                    <a:pt x="594455" y="19255"/>
                  </a:cubicBezTo>
                  <a:cubicBezTo>
                    <a:pt x="594198" y="20332"/>
                    <a:pt x="593712" y="21341"/>
                    <a:pt x="593027" y="22208"/>
                  </a:cubicBezTo>
                  <a:cubicBezTo>
                    <a:pt x="592417" y="23065"/>
                    <a:pt x="591598" y="23761"/>
                    <a:pt x="590645" y="24208"/>
                  </a:cubicBezTo>
                  <a:cubicBezTo>
                    <a:pt x="589493" y="24646"/>
                    <a:pt x="588264" y="24875"/>
                    <a:pt x="587026" y="24875"/>
                  </a:cubicBezTo>
                  <a:cubicBezTo>
                    <a:pt x="585930" y="24875"/>
                    <a:pt x="584854" y="24608"/>
                    <a:pt x="583882" y="24113"/>
                  </a:cubicBezTo>
                  <a:cubicBezTo>
                    <a:pt x="582806" y="23599"/>
                    <a:pt x="581892" y="22808"/>
                    <a:pt x="581215" y="21827"/>
                  </a:cubicBezTo>
                  <a:cubicBezTo>
                    <a:pt x="580463" y="20646"/>
                    <a:pt x="579882" y="19360"/>
                    <a:pt x="579501" y="18017"/>
                  </a:cubicBezTo>
                  <a:cubicBezTo>
                    <a:pt x="579053" y="16245"/>
                    <a:pt x="578834" y="14417"/>
                    <a:pt x="578834" y="12588"/>
                  </a:cubicBezTo>
                  <a:cubicBezTo>
                    <a:pt x="578844" y="10759"/>
                    <a:pt x="579072" y="8940"/>
                    <a:pt x="579501" y="7159"/>
                  </a:cubicBezTo>
                  <a:cubicBezTo>
                    <a:pt x="579901" y="5816"/>
                    <a:pt x="580482" y="4539"/>
                    <a:pt x="581215" y="3349"/>
                  </a:cubicBezTo>
                  <a:cubicBezTo>
                    <a:pt x="581940" y="2415"/>
                    <a:pt x="582844" y="1634"/>
                    <a:pt x="583882" y="1063"/>
                  </a:cubicBezTo>
                  <a:cubicBezTo>
                    <a:pt x="584863" y="596"/>
                    <a:pt x="585940" y="367"/>
                    <a:pt x="587026" y="396"/>
                  </a:cubicBezTo>
                  <a:cubicBezTo>
                    <a:pt x="588235" y="339"/>
                    <a:pt x="589445" y="567"/>
                    <a:pt x="590550" y="1063"/>
                  </a:cubicBezTo>
                  <a:cubicBezTo>
                    <a:pt x="591474" y="1605"/>
                    <a:pt x="592274" y="2310"/>
                    <a:pt x="592931" y="3158"/>
                  </a:cubicBezTo>
                  <a:cubicBezTo>
                    <a:pt x="593541" y="4063"/>
                    <a:pt x="593988" y="5054"/>
                    <a:pt x="594265" y="6111"/>
                  </a:cubicBezTo>
                  <a:cubicBezTo>
                    <a:pt x="594550" y="7340"/>
                    <a:pt x="594770" y="8578"/>
                    <a:pt x="594931" y="9826"/>
                  </a:cubicBezTo>
                  <a:close/>
                  <a:moveTo>
                    <a:pt x="597694" y="24494"/>
                  </a:moveTo>
                  <a:lnTo>
                    <a:pt x="597694" y="777"/>
                  </a:lnTo>
                  <a:lnTo>
                    <a:pt x="601028" y="777"/>
                  </a:lnTo>
                  <a:lnTo>
                    <a:pt x="601028" y="10302"/>
                  </a:lnTo>
                  <a:lnTo>
                    <a:pt x="609790" y="10302"/>
                  </a:lnTo>
                  <a:lnTo>
                    <a:pt x="609790" y="777"/>
                  </a:lnTo>
                  <a:lnTo>
                    <a:pt x="613124" y="777"/>
                  </a:lnTo>
                  <a:lnTo>
                    <a:pt x="613124" y="24494"/>
                  </a:lnTo>
                  <a:lnTo>
                    <a:pt x="609790" y="24494"/>
                  </a:lnTo>
                  <a:lnTo>
                    <a:pt x="609790" y="13636"/>
                  </a:lnTo>
                  <a:lnTo>
                    <a:pt x="601028" y="13636"/>
                  </a:lnTo>
                  <a:lnTo>
                    <a:pt x="601028" y="24494"/>
                  </a:lnTo>
                  <a:close/>
                  <a:moveTo>
                    <a:pt x="617887" y="24494"/>
                  </a:moveTo>
                  <a:lnTo>
                    <a:pt x="617887" y="777"/>
                  </a:lnTo>
                  <a:lnTo>
                    <a:pt x="621316" y="777"/>
                  </a:lnTo>
                  <a:lnTo>
                    <a:pt x="629698" y="17636"/>
                  </a:lnTo>
                  <a:lnTo>
                    <a:pt x="629698" y="17636"/>
                  </a:lnTo>
                  <a:lnTo>
                    <a:pt x="629698" y="777"/>
                  </a:lnTo>
                  <a:lnTo>
                    <a:pt x="632841" y="777"/>
                  </a:lnTo>
                  <a:lnTo>
                    <a:pt x="632841" y="24494"/>
                  </a:lnTo>
                  <a:lnTo>
                    <a:pt x="629793" y="24494"/>
                  </a:lnTo>
                  <a:lnTo>
                    <a:pt x="621030" y="6968"/>
                  </a:lnTo>
                  <a:lnTo>
                    <a:pt x="621030" y="6968"/>
                  </a:lnTo>
                  <a:lnTo>
                    <a:pt x="621030" y="24494"/>
                  </a:lnTo>
                  <a:close/>
                  <a:moveTo>
                    <a:pt x="645414" y="3158"/>
                  </a:moveTo>
                  <a:cubicBezTo>
                    <a:pt x="644528" y="3110"/>
                    <a:pt x="643652" y="3387"/>
                    <a:pt x="642938" y="3920"/>
                  </a:cubicBezTo>
                  <a:cubicBezTo>
                    <a:pt x="642223" y="4453"/>
                    <a:pt x="641642" y="5139"/>
                    <a:pt x="641223" y="5920"/>
                  </a:cubicBezTo>
                  <a:cubicBezTo>
                    <a:pt x="640775" y="6892"/>
                    <a:pt x="640461" y="7921"/>
                    <a:pt x="640271" y="8968"/>
                  </a:cubicBezTo>
                  <a:cubicBezTo>
                    <a:pt x="640175" y="10168"/>
                    <a:pt x="640175" y="11388"/>
                    <a:pt x="640271" y="12588"/>
                  </a:cubicBezTo>
                  <a:cubicBezTo>
                    <a:pt x="640166" y="13826"/>
                    <a:pt x="640166" y="15064"/>
                    <a:pt x="640271" y="16303"/>
                  </a:cubicBezTo>
                  <a:cubicBezTo>
                    <a:pt x="640461" y="17350"/>
                    <a:pt x="640775" y="18379"/>
                    <a:pt x="641223" y="19351"/>
                  </a:cubicBezTo>
                  <a:cubicBezTo>
                    <a:pt x="641642" y="20132"/>
                    <a:pt x="642223" y="20817"/>
                    <a:pt x="642938" y="21351"/>
                  </a:cubicBezTo>
                  <a:cubicBezTo>
                    <a:pt x="643671" y="21846"/>
                    <a:pt x="644528" y="22113"/>
                    <a:pt x="645414" y="22113"/>
                  </a:cubicBezTo>
                  <a:cubicBezTo>
                    <a:pt x="646300" y="22122"/>
                    <a:pt x="647167" y="21856"/>
                    <a:pt x="647890" y="21351"/>
                  </a:cubicBezTo>
                  <a:cubicBezTo>
                    <a:pt x="648605" y="20817"/>
                    <a:pt x="649186" y="20132"/>
                    <a:pt x="649605" y="19351"/>
                  </a:cubicBezTo>
                  <a:cubicBezTo>
                    <a:pt x="650091" y="18398"/>
                    <a:pt x="650415" y="17369"/>
                    <a:pt x="650557" y="16303"/>
                  </a:cubicBezTo>
                  <a:cubicBezTo>
                    <a:pt x="650710" y="15064"/>
                    <a:pt x="650710" y="13826"/>
                    <a:pt x="650557" y="12588"/>
                  </a:cubicBezTo>
                  <a:cubicBezTo>
                    <a:pt x="650700" y="11388"/>
                    <a:pt x="650700" y="10168"/>
                    <a:pt x="650557" y="8968"/>
                  </a:cubicBezTo>
                  <a:cubicBezTo>
                    <a:pt x="650415" y="7902"/>
                    <a:pt x="650091" y="6873"/>
                    <a:pt x="649605" y="5920"/>
                  </a:cubicBezTo>
                  <a:cubicBezTo>
                    <a:pt x="649186" y="5139"/>
                    <a:pt x="648605" y="4453"/>
                    <a:pt x="647890" y="3920"/>
                  </a:cubicBezTo>
                  <a:cubicBezTo>
                    <a:pt x="647186" y="3368"/>
                    <a:pt x="646309" y="3101"/>
                    <a:pt x="645414" y="3158"/>
                  </a:cubicBezTo>
                  <a:close/>
                  <a:moveTo>
                    <a:pt x="645414" y="396"/>
                  </a:moveTo>
                  <a:cubicBezTo>
                    <a:pt x="646709" y="358"/>
                    <a:pt x="647986" y="653"/>
                    <a:pt x="649129" y="1253"/>
                  </a:cubicBezTo>
                  <a:cubicBezTo>
                    <a:pt x="650272" y="1834"/>
                    <a:pt x="651253" y="2682"/>
                    <a:pt x="651986" y="3730"/>
                  </a:cubicBezTo>
                  <a:cubicBezTo>
                    <a:pt x="652710" y="4930"/>
                    <a:pt x="653282" y="6206"/>
                    <a:pt x="653701" y="7540"/>
                  </a:cubicBezTo>
                  <a:cubicBezTo>
                    <a:pt x="654091" y="9197"/>
                    <a:pt x="654291" y="10892"/>
                    <a:pt x="654272" y="12588"/>
                  </a:cubicBezTo>
                  <a:cubicBezTo>
                    <a:pt x="654291" y="14283"/>
                    <a:pt x="654101" y="15988"/>
                    <a:pt x="653701" y="17636"/>
                  </a:cubicBezTo>
                  <a:cubicBezTo>
                    <a:pt x="653301" y="19008"/>
                    <a:pt x="652720" y="20322"/>
                    <a:pt x="651986" y="21541"/>
                  </a:cubicBezTo>
                  <a:cubicBezTo>
                    <a:pt x="651253" y="22589"/>
                    <a:pt x="650272" y="23437"/>
                    <a:pt x="649129" y="24018"/>
                  </a:cubicBezTo>
                  <a:cubicBezTo>
                    <a:pt x="647986" y="24618"/>
                    <a:pt x="646709" y="24913"/>
                    <a:pt x="645414" y="24875"/>
                  </a:cubicBezTo>
                  <a:cubicBezTo>
                    <a:pt x="644128" y="24885"/>
                    <a:pt x="642852" y="24589"/>
                    <a:pt x="641699" y="24018"/>
                  </a:cubicBezTo>
                  <a:cubicBezTo>
                    <a:pt x="640604" y="23408"/>
                    <a:pt x="639661" y="22560"/>
                    <a:pt x="638937" y="21541"/>
                  </a:cubicBezTo>
                  <a:cubicBezTo>
                    <a:pt x="638127" y="20360"/>
                    <a:pt x="637546" y="19036"/>
                    <a:pt x="637222" y="17636"/>
                  </a:cubicBezTo>
                  <a:cubicBezTo>
                    <a:pt x="636822" y="15988"/>
                    <a:pt x="636632" y="14283"/>
                    <a:pt x="636651" y="12588"/>
                  </a:cubicBezTo>
                  <a:cubicBezTo>
                    <a:pt x="636632" y="10892"/>
                    <a:pt x="636832" y="9197"/>
                    <a:pt x="637222" y="7540"/>
                  </a:cubicBezTo>
                  <a:cubicBezTo>
                    <a:pt x="637556" y="6178"/>
                    <a:pt x="638137" y="4882"/>
                    <a:pt x="638937" y="3730"/>
                  </a:cubicBezTo>
                  <a:cubicBezTo>
                    <a:pt x="639661" y="2710"/>
                    <a:pt x="640604" y="1863"/>
                    <a:pt x="641699" y="1253"/>
                  </a:cubicBezTo>
                  <a:cubicBezTo>
                    <a:pt x="642852" y="682"/>
                    <a:pt x="644128" y="386"/>
                    <a:pt x="645414" y="396"/>
                  </a:cubicBezTo>
                  <a:close/>
                  <a:moveTo>
                    <a:pt x="657797" y="24494"/>
                  </a:moveTo>
                  <a:lnTo>
                    <a:pt x="657797" y="777"/>
                  </a:lnTo>
                  <a:lnTo>
                    <a:pt x="661130" y="777"/>
                  </a:lnTo>
                  <a:lnTo>
                    <a:pt x="661130" y="21446"/>
                  </a:lnTo>
                  <a:lnTo>
                    <a:pt x="669512" y="21446"/>
                  </a:lnTo>
                  <a:lnTo>
                    <a:pt x="669512" y="24494"/>
                  </a:lnTo>
                  <a:close/>
                  <a:moveTo>
                    <a:pt x="679990" y="3158"/>
                  </a:moveTo>
                  <a:cubicBezTo>
                    <a:pt x="679094" y="3101"/>
                    <a:pt x="678218" y="3368"/>
                    <a:pt x="677513" y="3920"/>
                  </a:cubicBezTo>
                  <a:cubicBezTo>
                    <a:pt x="676799" y="4453"/>
                    <a:pt x="676218" y="5139"/>
                    <a:pt x="675799" y="5920"/>
                  </a:cubicBezTo>
                  <a:cubicBezTo>
                    <a:pt x="675351" y="6892"/>
                    <a:pt x="675037" y="7921"/>
                    <a:pt x="674846" y="8968"/>
                  </a:cubicBezTo>
                  <a:cubicBezTo>
                    <a:pt x="674751" y="10168"/>
                    <a:pt x="674751" y="11388"/>
                    <a:pt x="674846" y="12588"/>
                  </a:cubicBezTo>
                  <a:cubicBezTo>
                    <a:pt x="674741" y="13826"/>
                    <a:pt x="674741" y="15064"/>
                    <a:pt x="674846" y="16303"/>
                  </a:cubicBezTo>
                  <a:cubicBezTo>
                    <a:pt x="675037" y="17350"/>
                    <a:pt x="675351" y="18379"/>
                    <a:pt x="675799" y="19351"/>
                  </a:cubicBezTo>
                  <a:cubicBezTo>
                    <a:pt x="676218" y="20132"/>
                    <a:pt x="676799" y="20817"/>
                    <a:pt x="677513" y="21351"/>
                  </a:cubicBezTo>
                  <a:cubicBezTo>
                    <a:pt x="679009" y="22370"/>
                    <a:pt x="680971" y="22370"/>
                    <a:pt x="682466" y="21351"/>
                  </a:cubicBezTo>
                  <a:cubicBezTo>
                    <a:pt x="683181" y="20817"/>
                    <a:pt x="683762" y="20132"/>
                    <a:pt x="684181" y="19351"/>
                  </a:cubicBezTo>
                  <a:cubicBezTo>
                    <a:pt x="684666" y="18398"/>
                    <a:pt x="684990" y="17369"/>
                    <a:pt x="685133" y="16303"/>
                  </a:cubicBezTo>
                  <a:cubicBezTo>
                    <a:pt x="685638" y="13883"/>
                    <a:pt x="685638" y="11388"/>
                    <a:pt x="685133" y="8968"/>
                  </a:cubicBezTo>
                  <a:cubicBezTo>
                    <a:pt x="684990" y="7902"/>
                    <a:pt x="684666" y="6873"/>
                    <a:pt x="684181" y="5920"/>
                  </a:cubicBezTo>
                  <a:cubicBezTo>
                    <a:pt x="683762" y="5139"/>
                    <a:pt x="683181" y="4453"/>
                    <a:pt x="682466" y="3920"/>
                  </a:cubicBezTo>
                  <a:cubicBezTo>
                    <a:pt x="681761" y="3368"/>
                    <a:pt x="680885" y="3101"/>
                    <a:pt x="679990" y="3158"/>
                  </a:cubicBezTo>
                  <a:close/>
                  <a:moveTo>
                    <a:pt x="679990" y="396"/>
                  </a:moveTo>
                  <a:cubicBezTo>
                    <a:pt x="682580" y="320"/>
                    <a:pt x="685029" y="1577"/>
                    <a:pt x="686467" y="3730"/>
                  </a:cubicBezTo>
                  <a:cubicBezTo>
                    <a:pt x="687267" y="4882"/>
                    <a:pt x="687848" y="6178"/>
                    <a:pt x="688181" y="7540"/>
                  </a:cubicBezTo>
                  <a:cubicBezTo>
                    <a:pt x="688657" y="9178"/>
                    <a:pt x="688877" y="10883"/>
                    <a:pt x="688848" y="12588"/>
                  </a:cubicBezTo>
                  <a:cubicBezTo>
                    <a:pt x="688886" y="14293"/>
                    <a:pt x="688657" y="15998"/>
                    <a:pt x="688181" y="17636"/>
                  </a:cubicBezTo>
                  <a:cubicBezTo>
                    <a:pt x="687857" y="19036"/>
                    <a:pt x="687276" y="20360"/>
                    <a:pt x="686467" y="21541"/>
                  </a:cubicBezTo>
                  <a:cubicBezTo>
                    <a:pt x="684057" y="25123"/>
                    <a:pt x="679199" y="26066"/>
                    <a:pt x="675627" y="23656"/>
                  </a:cubicBezTo>
                  <a:cubicBezTo>
                    <a:pt x="674789" y="23094"/>
                    <a:pt x="674075" y="22370"/>
                    <a:pt x="673513" y="21541"/>
                  </a:cubicBezTo>
                  <a:cubicBezTo>
                    <a:pt x="672703" y="20360"/>
                    <a:pt x="672122" y="19036"/>
                    <a:pt x="671798" y="17636"/>
                  </a:cubicBezTo>
                  <a:cubicBezTo>
                    <a:pt x="671398" y="15988"/>
                    <a:pt x="671208" y="14283"/>
                    <a:pt x="671227" y="12588"/>
                  </a:cubicBezTo>
                  <a:cubicBezTo>
                    <a:pt x="671208" y="10892"/>
                    <a:pt x="671408" y="9197"/>
                    <a:pt x="671798" y="7540"/>
                  </a:cubicBezTo>
                  <a:cubicBezTo>
                    <a:pt x="672132" y="6178"/>
                    <a:pt x="672713" y="4882"/>
                    <a:pt x="673513" y="3730"/>
                  </a:cubicBezTo>
                  <a:cubicBezTo>
                    <a:pt x="674951" y="1577"/>
                    <a:pt x="677399" y="320"/>
                    <a:pt x="679990" y="396"/>
                  </a:cubicBezTo>
                  <a:close/>
                  <a:moveTo>
                    <a:pt x="704755" y="8683"/>
                  </a:moveTo>
                  <a:cubicBezTo>
                    <a:pt x="704698" y="7930"/>
                    <a:pt x="704536" y="7197"/>
                    <a:pt x="704279" y="6492"/>
                  </a:cubicBezTo>
                  <a:cubicBezTo>
                    <a:pt x="704107" y="5873"/>
                    <a:pt x="703821" y="5282"/>
                    <a:pt x="703421" y="4777"/>
                  </a:cubicBezTo>
                  <a:cubicBezTo>
                    <a:pt x="703040" y="4263"/>
                    <a:pt x="702555" y="3844"/>
                    <a:pt x="701992" y="3539"/>
                  </a:cubicBezTo>
                  <a:cubicBezTo>
                    <a:pt x="701335" y="3377"/>
                    <a:pt x="700649" y="3377"/>
                    <a:pt x="699992" y="3539"/>
                  </a:cubicBezTo>
                  <a:cubicBezTo>
                    <a:pt x="699097" y="3482"/>
                    <a:pt x="698220" y="3749"/>
                    <a:pt x="697516" y="4301"/>
                  </a:cubicBezTo>
                  <a:cubicBezTo>
                    <a:pt x="696801" y="4834"/>
                    <a:pt x="696220" y="5520"/>
                    <a:pt x="695801" y="6301"/>
                  </a:cubicBezTo>
                  <a:cubicBezTo>
                    <a:pt x="695354" y="7273"/>
                    <a:pt x="695039" y="8302"/>
                    <a:pt x="694849" y="9349"/>
                  </a:cubicBezTo>
                  <a:cubicBezTo>
                    <a:pt x="694754" y="10549"/>
                    <a:pt x="694754" y="11769"/>
                    <a:pt x="694849" y="12969"/>
                  </a:cubicBezTo>
                  <a:cubicBezTo>
                    <a:pt x="694744" y="14207"/>
                    <a:pt x="694744" y="15445"/>
                    <a:pt x="694849" y="16684"/>
                  </a:cubicBezTo>
                  <a:cubicBezTo>
                    <a:pt x="695020" y="17750"/>
                    <a:pt x="695373" y="18779"/>
                    <a:pt x="695897" y="19732"/>
                  </a:cubicBezTo>
                  <a:cubicBezTo>
                    <a:pt x="696249" y="20560"/>
                    <a:pt x="696849" y="21256"/>
                    <a:pt x="697611" y="21732"/>
                  </a:cubicBezTo>
                  <a:cubicBezTo>
                    <a:pt x="698364" y="22246"/>
                    <a:pt x="699268" y="22513"/>
                    <a:pt x="700183" y="22494"/>
                  </a:cubicBezTo>
                  <a:cubicBezTo>
                    <a:pt x="701002" y="22656"/>
                    <a:pt x="701840" y="22656"/>
                    <a:pt x="702659" y="22494"/>
                  </a:cubicBezTo>
                  <a:cubicBezTo>
                    <a:pt x="703259" y="22122"/>
                    <a:pt x="703774" y="21637"/>
                    <a:pt x="704183" y="21065"/>
                  </a:cubicBezTo>
                  <a:cubicBezTo>
                    <a:pt x="704526" y="20370"/>
                    <a:pt x="704783" y="19636"/>
                    <a:pt x="704945" y="18874"/>
                  </a:cubicBezTo>
                  <a:cubicBezTo>
                    <a:pt x="705002" y="17988"/>
                    <a:pt x="705002" y="17093"/>
                    <a:pt x="704945" y="16207"/>
                  </a:cubicBezTo>
                  <a:lnTo>
                    <a:pt x="698182" y="16207"/>
                  </a:lnTo>
                  <a:lnTo>
                    <a:pt x="698182" y="13159"/>
                  </a:lnTo>
                  <a:lnTo>
                    <a:pt x="708279" y="13159"/>
                  </a:lnTo>
                  <a:lnTo>
                    <a:pt x="708279" y="16112"/>
                  </a:lnTo>
                  <a:cubicBezTo>
                    <a:pt x="708431" y="18636"/>
                    <a:pt x="707689" y="21132"/>
                    <a:pt x="706183" y="23161"/>
                  </a:cubicBezTo>
                  <a:cubicBezTo>
                    <a:pt x="704650" y="24951"/>
                    <a:pt x="702345" y="25904"/>
                    <a:pt x="699992" y="25732"/>
                  </a:cubicBezTo>
                  <a:cubicBezTo>
                    <a:pt x="698668" y="25761"/>
                    <a:pt x="697363" y="25475"/>
                    <a:pt x="696182" y="24875"/>
                  </a:cubicBezTo>
                  <a:cubicBezTo>
                    <a:pt x="695039" y="24294"/>
                    <a:pt x="694058" y="23446"/>
                    <a:pt x="693325" y="22399"/>
                  </a:cubicBezTo>
                  <a:cubicBezTo>
                    <a:pt x="692515" y="21217"/>
                    <a:pt x="691934" y="19893"/>
                    <a:pt x="691610" y="18493"/>
                  </a:cubicBezTo>
                  <a:cubicBezTo>
                    <a:pt x="691210" y="16845"/>
                    <a:pt x="691020" y="15140"/>
                    <a:pt x="691039" y="13445"/>
                  </a:cubicBezTo>
                  <a:cubicBezTo>
                    <a:pt x="691020" y="11750"/>
                    <a:pt x="691220" y="10054"/>
                    <a:pt x="691610" y="8397"/>
                  </a:cubicBezTo>
                  <a:cubicBezTo>
                    <a:pt x="691944" y="7035"/>
                    <a:pt x="692525" y="5739"/>
                    <a:pt x="693325" y="4587"/>
                  </a:cubicBezTo>
                  <a:cubicBezTo>
                    <a:pt x="694049" y="3568"/>
                    <a:pt x="694992" y="2720"/>
                    <a:pt x="696087" y="2110"/>
                  </a:cubicBezTo>
                  <a:cubicBezTo>
                    <a:pt x="697239" y="1529"/>
                    <a:pt x="698516" y="1234"/>
                    <a:pt x="699802" y="1253"/>
                  </a:cubicBezTo>
                  <a:cubicBezTo>
                    <a:pt x="700954" y="1215"/>
                    <a:pt x="702088" y="1444"/>
                    <a:pt x="703136" y="1920"/>
                  </a:cubicBezTo>
                  <a:cubicBezTo>
                    <a:pt x="704107" y="2348"/>
                    <a:pt x="704983" y="2958"/>
                    <a:pt x="705707" y="3730"/>
                  </a:cubicBezTo>
                  <a:cubicBezTo>
                    <a:pt x="706384" y="4492"/>
                    <a:pt x="706926" y="5358"/>
                    <a:pt x="707327" y="6301"/>
                  </a:cubicBezTo>
                  <a:cubicBezTo>
                    <a:pt x="707736" y="7330"/>
                    <a:pt x="707965" y="8425"/>
                    <a:pt x="707993" y="9540"/>
                  </a:cubicBezTo>
                  <a:close/>
                  <a:moveTo>
                    <a:pt x="722852" y="777"/>
                  </a:moveTo>
                  <a:lnTo>
                    <a:pt x="726377" y="777"/>
                  </a:lnTo>
                  <a:lnTo>
                    <a:pt x="719899" y="14874"/>
                  </a:lnTo>
                  <a:lnTo>
                    <a:pt x="719899" y="24399"/>
                  </a:lnTo>
                  <a:lnTo>
                    <a:pt x="716566" y="24399"/>
                  </a:lnTo>
                  <a:lnTo>
                    <a:pt x="716566" y="14874"/>
                  </a:lnTo>
                  <a:lnTo>
                    <a:pt x="709994" y="777"/>
                  </a:lnTo>
                  <a:lnTo>
                    <a:pt x="713518" y="777"/>
                  </a:lnTo>
                  <a:lnTo>
                    <a:pt x="718185" y="11254"/>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pic>
        <p:nvPicPr>
          <p:cNvPr id="491" name="图片 490" descr="计算机学院logo-组合01">
            <a:extLst>
              <a:ext uri="{FF2B5EF4-FFF2-40B4-BE49-F238E27FC236}">
                <a16:creationId xmlns:a16="http://schemas.microsoft.com/office/drawing/2014/main" id="{876714E7-5E3C-44D8-8197-98DE1576B7D5}"/>
              </a:ext>
            </a:extLst>
          </p:cNvPr>
          <p:cNvPicPr>
            <a:picLocks noChangeAspect="1"/>
          </p:cNvPicPr>
          <p:nvPr/>
        </p:nvPicPr>
        <p:blipFill>
          <a:blip r:embed="rId3" cstate="hqprint"/>
          <a:stretch>
            <a:fillRect/>
          </a:stretch>
        </p:blipFill>
        <p:spPr>
          <a:xfrm>
            <a:off x="10076238" y="341471"/>
            <a:ext cx="1854367" cy="449926"/>
          </a:xfrm>
          <a:prstGeom prst="rect">
            <a:avLst/>
          </a:prstGeom>
          <a:effectLst>
            <a:innerShdw blurRad="63500" dist="50800" dir="13500000">
              <a:prstClr val="black">
                <a:alpha val="50000"/>
              </a:prstClr>
            </a:innerShdw>
          </a:effectLst>
        </p:spPr>
      </p:pic>
      <p:sp>
        <p:nvSpPr>
          <p:cNvPr id="2" name="文本框 1">
            <a:extLst>
              <a:ext uri="{FF2B5EF4-FFF2-40B4-BE49-F238E27FC236}">
                <a16:creationId xmlns:a16="http://schemas.microsoft.com/office/drawing/2014/main" id="{1A6BD828-456C-4799-A8C6-236DD006D850}"/>
              </a:ext>
            </a:extLst>
          </p:cNvPr>
          <p:cNvSpPr txBox="1"/>
          <p:nvPr/>
        </p:nvSpPr>
        <p:spPr>
          <a:xfrm>
            <a:off x="3645075" y="1921270"/>
            <a:ext cx="4801314" cy="1015663"/>
          </a:xfrm>
          <a:prstGeom prst="rect">
            <a:avLst/>
          </a:prstGeom>
          <a:noFill/>
        </p:spPr>
        <p:txBody>
          <a:bodyPr wrap="none" rtlCol="0">
            <a:spAutoFit/>
          </a:bodyPr>
          <a:lstStyle/>
          <a:p>
            <a:r>
              <a:rPr lang="zh-CN" altLang="en-US" sz="6000" b="1" dirty="0">
                <a:solidFill>
                  <a:schemeClr val="accent2">
                    <a:lumMod val="40000"/>
                    <a:lumOff val="60000"/>
                  </a:schemeClr>
                </a:solidFill>
                <a:latin typeface="义启小楷书" panose="02010601030101010101" pitchFamily="2" charset="-128"/>
                <a:ea typeface="义启小楷书" panose="02010601030101010101" pitchFamily="2" charset="-128"/>
              </a:rPr>
              <a:t>操作系统原理</a:t>
            </a:r>
          </a:p>
        </p:txBody>
      </p:sp>
    </p:spTree>
    <p:extLst>
      <p:ext uri="{BB962C8B-B14F-4D97-AF65-F5344CB8AC3E}">
        <p14:creationId xmlns:p14="http://schemas.microsoft.com/office/powerpoint/2010/main" val="2820856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主要内容</a:t>
            </a:r>
          </a:p>
        </p:txBody>
      </p:sp>
      <p:sp>
        <p:nvSpPr>
          <p:cNvPr id="6" name="Rectangle 2">
            <a:extLst>
              <a:ext uri="{FF2B5EF4-FFF2-40B4-BE49-F238E27FC236}">
                <a16:creationId xmlns:a16="http://schemas.microsoft.com/office/drawing/2014/main" id="{A66BAB28-7D6A-CA66-AB1F-BC1F188782BA}"/>
              </a:ext>
            </a:extLst>
          </p:cNvPr>
          <p:cNvSpPr>
            <a:spLocks noChangeArrowheads="1"/>
          </p:cNvSpPr>
          <p:nvPr/>
        </p:nvSpPr>
        <p:spPr bwMode="auto">
          <a:xfrm>
            <a:off x="1027879" y="1044156"/>
            <a:ext cx="7129462" cy="429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rgbClr val="FF0000"/>
                </a:solidFill>
                <a:latin typeface="微软雅黑" panose="020B0503020204020204" pitchFamily="34" charset="-122"/>
                <a:ea typeface="微软雅黑" panose="020B0503020204020204" pitchFamily="34" charset="-122"/>
              </a:rPr>
              <a:t>主存管理概述</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chemeClr val="tx1"/>
                </a:solidFill>
                <a:latin typeface="微软雅黑" panose="020B0503020204020204" pitchFamily="34" charset="-122"/>
                <a:ea typeface="微软雅黑" panose="020B0503020204020204" pitchFamily="34" charset="-122"/>
              </a:rPr>
              <a:t>主存管理的功能</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chemeClr val="tx1"/>
                </a:solidFill>
                <a:latin typeface="微软雅黑" panose="020B0503020204020204" pitchFamily="34" charset="-122"/>
                <a:ea typeface="微软雅黑" panose="020B0503020204020204" pitchFamily="34" charset="-122"/>
              </a:rPr>
              <a:t>分区存储管理</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chemeClr val="tx1"/>
                </a:solidFill>
                <a:latin typeface="微软雅黑" panose="020B0503020204020204" pitchFamily="34" charset="-122"/>
                <a:ea typeface="微软雅黑" panose="020B0503020204020204" pitchFamily="34" charset="-122"/>
              </a:rPr>
              <a:t>页式存储管理</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chemeClr val="tx1"/>
                </a:solidFill>
                <a:latin typeface="微软雅黑" panose="020B0503020204020204" pitchFamily="34" charset="-122"/>
                <a:ea typeface="微软雅黑" panose="020B0503020204020204" pitchFamily="34" charset="-122"/>
              </a:rPr>
              <a:t>段式及段页式存储管理</a:t>
            </a:r>
          </a:p>
        </p:txBody>
      </p:sp>
    </p:spTree>
    <p:extLst>
      <p:ext uri="{BB962C8B-B14F-4D97-AF65-F5344CB8AC3E}">
        <p14:creationId xmlns:p14="http://schemas.microsoft.com/office/powerpoint/2010/main" val="1788964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主存管理概述</a:t>
            </a:r>
          </a:p>
        </p:txBody>
      </p:sp>
      <p:sp>
        <p:nvSpPr>
          <p:cNvPr id="4" name="Rectangle 7">
            <a:extLst>
              <a:ext uri="{FF2B5EF4-FFF2-40B4-BE49-F238E27FC236}">
                <a16:creationId xmlns:a16="http://schemas.microsoft.com/office/drawing/2014/main" id="{16CBFC5C-428C-152E-FF09-2C20776A63D4}"/>
              </a:ext>
            </a:extLst>
          </p:cNvPr>
          <p:cNvSpPr>
            <a:spLocks noChangeArrowheads="1"/>
          </p:cNvSpPr>
          <p:nvPr/>
        </p:nvSpPr>
        <p:spPr bwMode="auto">
          <a:xfrm>
            <a:off x="760386" y="871537"/>
            <a:ext cx="8101013" cy="511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1.  </a:t>
            </a:r>
            <a:r>
              <a:rPr lang="zh-CN" altLang="en-US" sz="2800" b="1" dirty="0">
                <a:solidFill>
                  <a:srgbClr val="335F90"/>
                </a:solidFill>
                <a:latin typeface="Times New Roman" panose="02020603050405020304" pitchFamily="18" charset="0"/>
              </a:rPr>
              <a:t>主存共享方式</a:t>
            </a:r>
          </a:p>
          <a:p>
            <a:pPr marL="0" indent="0" algn="just">
              <a:lnSpc>
                <a:spcPct val="150000"/>
              </a:lnSpc>
              <a:spcBef>
                <a:spcPts val="1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大小不等的区域</a:t>
            </a:r>
          </a:p>
          <a:p>
            <a:pPr lvl="1" eaLnBrk="1" hangingPunct="1">
              <a:lnSpc>
                <a:spcPct val="130000"/>
              </a:lnSpc>
              <a:buClr>
                <a:schemeClr val="tx2"/>
              </a:buClr>
              <a:buSzPct val="95000"/>
              <a:buFont typeface="Wingdings" panose="05000000000000000000" pitchFamily="2" charset="2"/>
              <a:buNone/>
              <a:defRPr/>
            </a:pPr>
            <a:r>
              <a:rPr lang="zh-CN" altLang="en-US" sz="2400" dirty="0">
                <a:solidFill>
                  <a:srgbClr val="000099"/>
                </a:solidFill>
                <a:effectLst/>
                <a:latin typeface="宋体" panose="02010600030101010101" pitchFamily="2" charset="-122"/>
              </a:rPr>
              <a:t>① </a:t>
            </a:r>
            <a:r>
              <a:rPr lang="zh-CN" altLang="en-US" sz="2400" dirty="0">
                <a:solidFill>
                  <a:srgbClr val="000099"/>
                </a:solidFill>
                <a:effectLst/>
                <a:latin typeface="Times New Roman" panose="02020603050405020304" pitchFamily="18" charset="0"/>
              </a:rPr>
              <a:t>分区存储管理</a:t>
            </a:r>
          </a:p>
          <a:p>
            <a:pPr lvl="1" eaLnBrk="1" hangingPunct="1">
              <a:lnSpc>
                <a:spcPct val="130000"/>
              </a:lnSpc>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sym typeface="Symbol" panose="05050102010706020507" pitchFamily="18" charset="2"/>
              </a:rPr>
              <a:t>②</a:t>
            </a:r>
            <a:r>
              <a:rPr lang="zh-CN" altLang="en-US" sz="2400" dirty="0">
                <a:solidFill>
                  <a:srgbClr val="000099"/>
                </a:solidFill>
                <a:effectLst/>
                <a:latin typeface="宋体" panose="02010600030101010101" pitchFamily="2" charset="-122"/>
                <a:sym typeface="Symbol" panose="05050102010706020507" pitchFamily="18" charset="2"/>
              </a:rPr>
              <a:t> </a:t>
            </a:r>
            <a:r>
              <a:rPr lang="zh-CN" altLang="en-US" sz="2400" dirty="0">
                <a:solidFill>
                  <a:srgbClr val="000099"/>
                </a:solidFill>
                <a:effectLst/>
                <a:latin typeface="Times New Roman" panose="02020603050405020304" pitchFamily="18" charset="0"/>
                <a:sym typeface="Symbol" panose="05050102010706020507" pitchFamily="18" charset="2"/>
              </a:rPr>
              <a:t>段式存储管理</a:t>
            </a:r>
            <a:endParaRPr lang="zh-CN" altLang="en-US" sz="2400" dirty="0">
              <a:solidFill>
                <a:srgbClr val="000099"/>
              </a:solidFill>
              <a:effectLst/>
              <a:latin typeface="Times New Roman" panose="02020603050405020304" pitchFamily="18" charset="0"/>
            </a:endParaRPr>
          </a:p>
          <a:p>
            <a:pPr marL="0" indent="0" algn="just">
              <a:lnSpc>
                <a:spcPct val="150000"/>
              </a:lnSpc>
              <a:spcBef>
                <a:spcPts val="1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大小相等的区域</a:t>
            </a:r>
          </a:p>
          <a:p>
            <a:pPr marL="800100" lvl="3" indent="-228600">
              <a:lnSpc>
                <a:spcPct val="150000"/>
              </a:lnSpc>
              <a:spcBef>
                <a:spcPts val="500"/>
              </a:spcBef>
              <a:buClr>
                <a:srgbClr val="FFC000"/>
              </a:buClr>
              <a:buSzPct val="95000"/>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页式存储管理</a:t>
            </a:r>
          </a:p>
          <a:p>
            <a:pPr marL="0" indent="0" algn="just">
              <a:lnSpc>
                <a:spcPct val="150000"/>
              </a:lnSpc>
              <a:spcBef>
                <a:spcPts val="1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(3) </a:t>
            </a:r>
            <a:r>
              <a:rPr lang="zh-CN" altLang="en-US" sz="2600" b="1" dirty="0">
                <a:solidFill>
                  <a:prstClr val="black"/>
                </a:solidFill>
                <a:effectLst/>
                <a:latin typeface="微软雅黑" panose="020B0503020204020204" pitchFamily="34" charset="-122"/>
                <a:ea typeface="微软雅黑" panose="020B0503020204020204" pitchFamily="34" charset="-122"/>
              </a:rPr>
              <a:t>二者结合</a:t>
            </a:r>
          </a:p>
          <a:p>
            <a:pPr marL="800100" lvl="3" indent="-228600">
              <a:lnSpc>
                <a:spcPct val="150000"/>
              </a:lnSpc>
              <a:spcBef>
                <a:spcPts val="500"/>
              </a:spcBef>
              <a:buClr>
                <a:srgbClr val="FFC000"/>
              </a:buClr>
              <a:buSzPct val="95000"/>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段页式存储管理</a:t>
            </a:r>
            <a:endParaRPr lang="zh-CN" altLang="en-US" sz="2400" dirty="0">
              <a:solidFill>
                <a:prstClr val="black"/>
              </a:solidFill>
              <a:latin typeface="微软雅黑" panose="020B0503020204020204" pitchFamily="34" charset="-122"/>
              <a:ea typeface="微软雅黑" panose="020B0503020204020204" pitchFamily="34" charset="-122"/>
              <a:sym typeface="Symbol" panose="05050102010706020507" pitchFamily="18" charset="2"/>
            </a:endParaRPr>
          </a:p>
        </p:txBody>
      </p:sp>
    </p:spTree>
    <p:extLst>
      <p:ext uri="{BB962C8B-B14F-4D97-AF65-F5344CB8AC3E}">
        <p14:creationId xmlns:p14="http://schemas.microsoft.com/office/powerpoint/2010/main" val="1402124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主存管理概述</a:t>
            </a:r>
          </a:p>
        </p:txBody>
      </p:sp>
      <p:sp>
        <p:nvSpPr>
          <p:cNvPr id="3" name="Rectangle 4">
            <a:extLst>
              <a:ext uri="{FF2B5EF4-FFF2-40B4-BE49-F238E27FC236}">
                <a16:creationId xmlns:a16="http://schemas.microsoft.com/office/drawing/2014/main" id="{780C41F8-70D9-4951-091C-B5CFCA89E183}"/>
              </a:ext>
            </a:extLst>
          </p:cNvPr>
          <p:cNvSpPr>
            <a:spLocks noChangeArrowheads="1"/>
          </p:cNvSpPr>
          <p:nvPr/>
        </p:nvSpPr>
        <p:spPr bwMode="auto">
          <a:xfrm>
            <a:off x="946365" y="1139260"/>
            <a:ext cx="7674513" cy="306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2.  </a:t>
            </a:r>
            <a:r>
              <a:rPr lang="zh-CN" altLang="en-US" sz="2800" b="1" dirty="0">
                <a:solidFill>
                  <a:srgbClr val="335F90"/>
                </a:solidFill>
                <a:latin typeface="Times New Roman" panose="02020603050405020304" pitchFamily="18" charset="0"/>
              </a:rPr>
              <a:t>程序的逻辑组织</a:t>
            </a:r>
          </a:p>
          <a:p>
            <a:pPr marL="0" indent="0" algn="just">
              <a:lnSpc>
                <a:spcPct val="150000"/>
              </a:lnSpc>
              <a:spcBef>
                <a:spcPts val="1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一维地址结构</a:t>
            </a:r>
          </a:p>
          <a:p>
            <a:pPr marL="800100" lvl="3" indent="-228600">
              <a:lnSpc>
                <a:spcPct val="150000"/>
              </a:lnSpc>
              <a:spcBef>
                <a:spcPts val="500"/>
              </a:spcBef>
              <a:buClr>
                <a:srgbClr val="FFC000"/>
              </a:buClr>
              <a:buSzPct val="95000"/>
              <a:buFont typeface="Wingdings" panose="05000000000000000000" pitchFamily="2" charset="2"/>
              <a:buChar char="u"/>
              <a:defRPr/>
            </a:pPr>
            <a:r>
              <a:rPr lang="zh-CN" altLang="en-US" sz="2400" dirty="0">
                <a:solidFill>
                  <a:prstClr val="black"/>
                </a:solidFill>
                <a:effectLst/>
                <a:latin typeface="微软雅黑" panose="020B0503020204020204" pitchFamily="34" charset="-122"/>
                <a:ea typeface="微软雅黑" panose="020B0503020204020204" pitchFamily="34" charset="-122"/>
              </a:rPr>
              <a:t>一个程序是一个连续、线性的地址结构；</a:t>
            </a:r>
          </a:p>
          <a:p>
            <a:pPr marL="800100" lvl="3" indent="-228600">
              <a:lnSpc>
                <a:spcPct val="150000"/>
              </a:lnSpc>
              <a:spcBef>
                <a:spcPts val="500"/>
              </a:spcBef>
              <a:buClr>
                <a:srgbClr val="FFC000"/>
              </a:buClr>
              <a:buSzPct val="95000"/>
              <a:buFont typeface="Wingdings" panose="05000000000000000000" pitchFamily="2" charset="2"/>
              <a:buChar char="u"/>
              <a:defRPr/>
            </a:pPr>
            <a:r>
              <a:rPr lang="zh-CN" altLang="en-US" sz="2400" dirty="0">
                <a:solidFill>
                  <a:prstClr val="black"/>
                </a:solidFill>
                <a:effectLst/>
                <a:latin typeface="微软雅黑" panose="020B0503020204020204" pitchFamily="34" charset="-122"/>
                <a:ea typeface="微软雅黑" panose="020B0503020204020204" pitchFamily="34" charset="-122"/>
                <a:sym typeface="Symbol" panose="05050102010706020507" pitchFamily="18" charset="2"/>
              </a:rPr>
              <a:t>确定线性地址空间中的指令地址或操作数地址只需要一个信息。 </a:t>
            </a:r>
          </a:p>
        </p:txBody>
      </p:sp>
      <p:sp>
        <p:nvSpPr>
          <p:cNvPr id="4" name="Text Box 55">
            <a:extLst>
              <a:ext uri="{FF2B5EF4-FFF2-40B4-BE49-F238E27FC236}">
                <a16:creationId xmlns:a16="http://schemas.microsoft.com/office/drawing/2014/main" id="{C0C028CD-2CF8-68EA-48CC-6C25577E2750}"/>
              </a:ext>
            </a:extLst>
          </p:cNvPr>
          <p:cNvSpPr txBox="1">
            <a:spLocks noChangeArrowheads="1"/>
          </p:cNvSpPr>
          <p:nvPr/>
        </p:nvSpPr>
        <p:spPr bwMode="auto">
          <a:xfrm>
            <a:off x="9633703" y="4598611"/>
            <a:ext cx="1476375" cy="6540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a:solidFill>
                  <a:schemeClr val="tx1"/>
                </a:solidFill>
                <a:latin typeface="Times New Roman" panose="02020603050405020304" pitchFamily="18" charset="0"/>
              </a:rPr>
              <a:t>程序地址空间</a:t>
            </a:r>
          </a:p>
          <a:p>
            <a:pPr eaLnBrk="1" hangingPunct="1">
              <a:lnSpc>
                <a:spcPct val="100000"/>
              </a:lnSpc>
              <a:buClrTx/>
              <a:buSzTx/>
              <a:buFontTx/>
              <a:buNone/>
            </a:pPr>
            <a:r>
              <a:rPr kumimoji="1" lang="zh-CN" altLang="en-US" sz="1600" b="0">
                <a:solidFill>
                  <a:schemeClr val="tx1"/>
                </a:solidFill>
                <a:latin typeface="Times New Roman" panose="02020603050405020304" pitchFamily="18" charset="0"/>
              </a:rPr>
              <a:t>一维地址结构</a:t>
            </a:r>
          </a:p>
        </p:txBody>
      </p:sp>
      <p:grpSp>
        <p:nvGrpSpPr>
          <p:cNvPr id="5" name="Group 62">
            <a:extLst>
              <a:ext uri="{FF2B5EF4-FFF2-40B4-BE49-F238E27FC236}">
                <a16:creationId xmlns:a16="http://schemas.microsoft.com/office/drawing/2014/main" id="{C6B82E3B-E077-CD0D-699F-E47A1434884B}"/>
              </a:ext>
            </a:extLst>
          </p:cNvPr>
          <p:cNvGrpSpPr>
            <a:grpSpLocks/>
          </p:cNvGrpSpPr>
          <p:nvPr/>
        </p:nvGrpSpPr>
        <p:grpSpPr bwMode="auto">
          <a:xfrm>
            <a:off x="8897103" y="1282323"/>
            <a:ext cx="2205038" cy="3303588"/>
            <a:chOff x="3896" y="798"/>
            <a:chExt cx="1389" cy="2081"/>
          </a:xfrm>
        </p:grpSpPr>
        <p:sp>
          <p:nvSpPr>
            <p:cNvPr id="6" name="Rectangle 61">
              <a:extLst>
                <a:ext uri="{FF2B5EF4-FFF2-40B4-BE49-F238E27FC236}">
                  <a16:creationId xmlns:a16="http://schemas.microsoft.com/office/drawing/2014/main" id="{33732F86-F890-6703-5C74-352DACE3C42F}"/>
                </a:ext>
              </a:extLst>
            </p:cNvPr>
            <p:cNvSpPr>
              <a:spLocks noChangeArrowheads="1"/>
            </p:cNvSpPr>
            <p:nvPr/>
          </p:nvSpPr>
          <p:spPr bwMode="auto">
            <a:xfrm>
              <a:off x="4233" y="887"/>
              <a:ext cx="1052" cy="1920"/>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a:solidFill>
                  <a:srgbClr val="4138FA"/>
                </a:solidFill>
                <a:effectLst>
                  <a:outerShdw blurRad="38100" dist="38100" dir="2700000" algn="tl">
                    <a:srgbClr val="000000"/>
                  </a:outerShdw>
                </a:effectLst>
              </a:endParaRPr>
            </a:p>
          </p:txBody>
        </p:sp>
        <p:sp>
          <p:nvSpPr>
            <p:cNvPr id="7" name="Rectangle 49">
              <a:extLst>
                <a:ext uri="{FF2B5EF4-FFF2-40B4-BE49-F238E27FC236}">
                  <a16:creationId xmlns:a16="http://schemas.microsoft.com/office/drawing/2014/main" id="{109AFC1C-7F45-824E-4F1E-33F3A845A556}"/>
                </a:ext>
              </a:extLst>
            </p:cNvPr>
            <p:cNvSpPr>
              <a:spLocks noChangeArrowheads="1"/>
            </p:cNvSpPr>
            <p:nvPr/>
          </p:nvSpPr>
          <p:spPr bwMode="auto">
            <a:xfrm>
              <a:off x="4414" y="1751"/>
              <a:ext cx="692" cy="219"/>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a:solidFill>
                  <a:srgbClr val="4138FA"/>
                </a:solidFill>
                <a:effectLst>
                  <a:outerShdw blurRad="38100" dist="38100" dir="2700000" algn="tl">
                    <a:srgbClr val="C0C0C0"/>
                  </a:outerShdw>
                </a:effectLst>
              </a:endParaRPr>
            </a:p>
          </p:txBody>
        </p:sp>
        <p:sp>
          <p:nvSpPr>
            <p:cNvPr id="8" name="Line 50">
              <a:extLst>
                <a:ext uri="{FF2B5EF4-FFF2-40B4-BE49-F238E27FC236}">
                  <a16:creationId xmlns:a16="http://schemas.microsoft.com/office/drawing/2014/main" id="{920CB017-074F-1CB9-59DD-BF39AD081D0C}"/>
                </a:ext>
              </a:extLst>
            </p:cNvPr>
            <p:cNvSpPr>
              <a:spLocks noChangeShapeType="1"/>
            </p:cNvSpPr>
            <p:nvPr/>
          </p:nvSpPr>
          <p:spPr bwMode="auto">
            <a:xfrm>
              <a:off x="4242" y="1101"/>
              <a:ext cx="10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9" name="Line 51">
              <a:extLst>
                <a:ext uri="{FF2B5EF4-FFF2-40B4-BE49-F238E27FC236}">
                  <a16:creationId xmlns:a16="http://schemas.microsoft.com/office/drawing/2014/main" id="{C02C864A-9281-3EEF-BFE5-62B75E4099BB}"/>
                </a:ext>
              </a:extLst>
            </p:cNvPr>
            <p:cNvSpPr>
              <a:spLocks noChangeShapeType="1"/>
            </p:cNvSpPr>
            <p:nvPr/>
          </p:nvSpPr>
          <p:spPr bwMode="auto">
            <a:xfrm>
              <a:off x="4242" y="1346"/>
              <a:ext cx="10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0" name="Line 52">
              <a:extLst>
                <a:ext uri="{FF2B5EF4-FFF2-40B4-BE49-F238E27FC236}">
                  <a16:creationId xmlns:a16="http://schemas.microsoft.com/office/drawing/2014/main" id="{D3D7520C-E1B0-F2AE-95F9-14A27A380B6D}"/>
                </a:ext>
              </a:extLst>
            </p:cNvPr>
            <p:cNvSpPr>
              <a:spLocks noChangeShapeType="1"/>
            </p:cNvSpPr>
            <p:nvPr/>
          </p:nvSpPr>
          <p:spPr bwMode="auto">
            <a:xfrm>
              <a:off x="4242" y="1591"/>
              <a:ext cx="10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1" name="Line 53">
              <a:extLst>
                <a:ext uri="{FF2B5EF4-FFF2-40B4-BE49-F238E27FC236}">
                  <a16:creationId xmlns:a16="http://schemas.microsoft.com/office/drawing/2014/main" id="{C1E63E9E-7859-F0DD-E3E9-86D6ACA5CDD9}"/>
                </a:ext>
              </a:extLst>
            </p:cNvPr>
            <p:cNvSpPr>
              <a:spLocks noChangeShapeType="1"/>
            </p:cNvSpPr>
            <p:nvPr/>
          </p:nvSpPr>
          <p:spPr bwMode="auto">
            <a:xfrm>
              <a:off x="4242" y="2357"/>
              <a:ext cx="10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2" name="Line 54">
              <a:extLst>
                <a:ext uri="{FF2B5EF4-FFF2-40B4-BE49-F238E27FC236}">
                  <a16:creationId xmlns:a16="http://schemas.microsoft.com/office/drawing/2014/main" id="{091AB6D6-F2D3-E750-6E1C-C89C3BDB6082}"/>
                </a:ext>
              </a:extLst>
            </p:cNvPr>
            <p:cNvSpPr>
              <a:spLocks noChangeShapeType="1"/>
            </p:cNvSpPr>
            <p:nvPr/>
          </p:nvSpPr>
          <p:spPr bwMode="auto">
            <a:xfrm>
              <a:off x="4242" y="2593"/>
              <a:ext cx="10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3" name="Text Box 56">
              <a:extLst>
                <a:ext uri="{FF2B5EF4-FFF2-40B4-BE49-F238E27FC236}">
                  <a16:creationId xmlns:a16="http://schemas.microsoft.com/office/drawing/2014/main" id="{A4F7D8D2-E66B-C23D-440D-59813D16E5AC}"/>
                </a:ext>
              </a:extLst>
            </p:cNvPr>
            <p:cNvSpPr txBox="1">
              <a:spLocks noChangeArrowheads="1"/>
            </p:cNvSpPr>
            <p:nvPr/>
          </p:nvSpPr>
          <p:spPr bwMode="auto">
            <a:xfrm>
              <a:off x="4025" y="798"/>
              <a:ext cx="217"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a:solidFill>
                    <a:schemeClr val="tx1"/>
                  </a:solidFill>
                  <a:latin typeface="Times New Roman" panose="02020603050405020304" pitchFamily="18" charset="0"/>
                </a:rPr>
                <a:t>0</a:t>
              </a:r>
            </a:p>
          </p:txBody>
        </p:sp>
        <p:sp>
          <p:nvSpPr>
            <p:cNvPr id="14" name="Text Box 57">
              <a:extLst>
                <a:ext uri="{FF2B5EF4-FFF2-40B4-BE49-F238E27FC236}">
                  <a16:creationId xmlns:a16="http://schemas.microsoft.com/office/drawing/2014/main" id="{46A52167-B467-7288-51CC-118E28749353}"/>
                </a:ext>
              </a:extLst>
            </p:cNvPr>
            <p:cNvSpPr txBox="1">
              <a:spLocks noChangeArrowheads="1"/>
            </p:cNvSpPr>
            <p:nvPr/>
          </p:nvSpPr>
          <p:spPr bwMode="auto">
            <a:xfrm>
              <a:off x="4025" y="1004"/>
              <a:ext cx="217"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a:solidFill>
                    <a:schemeClr val="tx1"/>
                  </a:solidFill>
                  <a:latin typeface="Times New Roman" panose="02020603050405020304" pitchFamily="18" charset="0"/>
                </a:rPr>
                <a:t>1</a:t>
              </a:r>
            </a:p>
          </p:txBody>
        </p:sp>
        <p:sp>
          <p:nvSpPr>
            <p:cNvPr id="15" name="Text Box 58">
              <a:extLst>
                <a:ext uri="{FF2B5EF4-FFF2-40B4-BE49-F238E27FC236}">
                  <a16:creationId xmlns:a16="http://schemas.microsoft.com/office/drawing/2014/main" id="{1BA9DF50-F3AC-2711-885B-4D6F548EF160}"/>
                </a:ext>
              </a:extLst>
            </p:cNvPr>
            <p:cNvSpPr txBox="1">
              <a:spLocks noChangeArrowheads="1"/>
            </p:cNvSpPr>
            <p:nvPr/>
          </p:nvSpPr>
          <p:spPr bwMode="auto">
            <a:xfrm>
              <a:off x="3896" y="2667"/>
              <a:ext cx="518"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a:solidFill>
                    <a:schemeClr val="tx1"/>
                  </a:solidFill>
                  <a:latin typeface="Times New Roman" panose="02020603050405020304" pitchFamily="18" charset="0"/>
                </a:rPr>
                <a:t> n-1</a:t>
              </a:r>
            </a:p>
          </p:txBody>
        </p:sp>
        <p:sp>
          <p:nvSpPr>
            <p:cNvPr id="16" name="Text Box 59">
              <a:extLst>
                <a:ext uri="{FF2B5EF4-FFF2-40B4-BE49-F238E27FC236}">
                  <a16:creationId xmlns:a16="http://schemas.microsoft.com/office/drawing/2014/main" id="{E96FFCB1-DB07-C248-0570-3F1F2A0F4129}"/>
                </a:ext>
              </a:extLst>
            </p:cNvPr>
            <p:cNvSpPr txBox="1">
              <a:spLocks noChangeArrowheads="1"/>
            </p:cNvSpPr>
            <p:nvPr/>
          </p:nvSpPr>
          <p:spPr bwMode="auto">
            <a:xfrm>
              <a:off x="4652" y="1790"/>
              <a:ext cx="280"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a:solidFill>
                    <a:schemeClr val="tx1"/>
                  </a:solidFill>
                  <a:latin typeface="Times New Roman" panose="02020603050405020304" pitchFamily="18" charset="0"/>
                </a:rPr>
                <a:t> </a:t>
              </a:r>
              <a:r>
                <a:rPr kumimoji="1" lang="en-US" altLang="zh-CN" sz="1600">
                  <a:solidFill>
                    <a:schemeClr val="tx1"/>
                  </a:solidFill>
                  <a:latin typeface="Times New Roman" panose="02020603050405020304" pitchFamily="18" charset="0"/>
                  <a:sym typeface="MT Extra" panose="05050102010205020202" pitchFamily="18" charset="2"/>
                </a:rPr>
                <a:t></a:t>
              </a:r>
            </a:p>
          </p:txBody>
        </p:sp>
      </p:grpSp>
    </p:spTree>
    <p:extLst>
      <p:ext uri="{BB962C8B-B14F-4D97-AF65-F5344CB8AC3E}">
        <p14:creationId xmlns:p14="http://schemas.microsoft.com/office/powerpoint/2010/main" val="268619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主存管理概述</a:t>
            </a:r>
          </a:p>
        </p:txBody>
      </p:sp>
      <p:sp>
        <p:nvSpPr>
          <p:cNvPr id="3" name="Rectangle 4">
            <a:extLst>
              <a:ext uri="{FF2B5EF4-FFF2-40B4-BE49-F238E27FC236}">
                <a16:creationId xmlns:a16="http://schemas.microsoft.com/office/drawing/2014/main" id="{E0164EE2-98A2-DADC-9D46-C0270E41B0BF}"/>
              </a:ext>
            </a:extLst>
          </p:cNvPr>
          <p:cNvSpPr>
            <a:spLocks noChangeArrowheads="1"/>
          </p:cNvSpPr>
          <p:nvPr/>
        </p:nvSpPr>
        <p:spPr bwMode="auto">
          <a:xfrm>
            <a:off x="487822" y="660266"/>
            <a:ext cx="9588416" cy="2417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ts val="1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  (2) </a:t>
            </a:r>
            <a:r>
              <a:rPr lang="zh-CN" altLang="en-US" sz="2600" b="1" dirty="0">
                <a:solidFill>
                  <a:prstClr val="black"/>
                </a:solidFill>
                <a:effectLst/>
                <a:latin typeface="微软雅黑" panose="020B0503020204020204" pitchFamily="34" charset="-122"/>
                <a:ea typeface="微软雅黑" panose="020B0503020204020204" pitchFamily="34" charset="-122"/>
              </a:rPr>
              <a:t>二维地址结构</a:t>
            </a:r>
          </a:p>
          <a:p>
            <a:pPr marL="800100" lvl="3" indent="-228600">
              <a:lnSpc>
                <a:spcPct val="150000"/>
              </a:lnSpc>
              <a:spcBef>
                <a:spcPts val="500"/>
              </a:spcBef>
              <a:buClr>
                <a:srgbClr val="FFC000"/>
              </a:buClr>
              <a:buSzPct val="95000"/>
              <a:buFont typeface="Wingdings" panose="05000000000000000000" pitchFamily="2" charset="2"/>
              <a:buChar char="u"/>
              <a:defRPr/>
            </a:pPr>
            <a:r>
              <a:rPr lang="zh-CN" altLang="en-US" sz="2400" dirty="0">
                <a:solidFill>
                  <a:prstClr val="black"/>
                </a:solidFill>
                <a:effectLst/>
                <a:latin typeface="微软雅黑" panose="020B0503020204020204" pitchFamily="34" charset="-122"/>
                <a:ea typeface="微软雅黑" panose="020B0503020204020204" pitchFamily="34" charset="-122"/>
              </a:rPr>
              <a:t>一个程序由若干个分段组成，每个分段是一个连续的地址区；</a:t>
            </a:r>
          </a:p>
          <a:p>
            <a:pPr marL="800100" lvl="3" indent="-228600">
              <a:lnSpc>
                <a:spcPct val="150000"/>
              </a:lnSpc>
              <a:spcBef>
                <a:spcPts val="500"/>
              </a:spcBef>
              <a:buClr>
                <a:srgbClr val="FFC000"/>
              </a:buClr>
              <a:buSzPct val="95000"/>
              <a:buFont typeface="Wingdings" panose="05000000000000000000" pitchFamily="2" charset="2"/>
              <a:buChar char="u"/>
              <a:defRPr/>
            </a:pPr>
            <a:r>
              <a:rPr lang="zh-CN" altLang="en-US" sz="2400" dirty="0">
                <a:solidFill>
                  <a:prstClr val="black"/>
                </a:solidFill>
                <a:effectLst/>
                <a:latin typeface="微软雅黑" panose="020B0503020204020204" pitchFamily="34" charset="-122"/>
                <a:ea typeface="微软雅黑" panose="020B0503020204020204" pitchFamily="34" charset="-122"/>
              </a:rPr>
              <a:t>确定线性地址空间中的指令地址或操作数地址需要两个信息，一是该信息所在的分段，另一个是该信息在段内的偏移量。</a:t>
            </a:r>
          </a:p>
        </p:txBody>
      </p:sp>
      <p:grpSp>
        <p:nvGrpSpPr>
          <p:cNvPr id="4" name="Group 35">
            <a:extLst>
              <a:ext uri="{FF2B5EF4-FFF2-40B4-BE49-F238E27FC236}">
                <a16:creationId xmlns:a16="http://schemas.microsoft.com/office/drawing/2014/main" id="{51BA9F02-BA45-7D0B-DA02-31A397EF8696}"/>
              </a:ext>
            </a:extLst>
          </p:cNvPr>
          <p:cNvGrpSpPr>
            <a:grpSpLocks/>
          </p:cNvGrpSpPr>
          <p:nvPr/>
        </p:nvGrpSpPr>
        <p:grpSpPr bwMode="auto">
          <a:xfrm>
            <a:off x="1534522" y="3077723"/>
            <a:ext cx="6429375" cy="2601913"/>
            <a:chOff x="708" y="2403"/>
            <a:chExt cx="4050" cy="1639"/>
          </a:xfrm>
        </p:grpSpPr>
        <p:sp>
          <p:nvSpPr>
            <p:cNvPr id="5" name="Rectangle 6">
              <a:extLst>
                <a:ext uri="{FF2B5EF4-FFF2-40B4-BE49-F238E27FC236}">
                  <a16:creationId xmlns:a16="http://schemas.microsoft.com/office/drawing/2014/main" id="{3584CB2B-E240-FF6A-4825-EA3EC9BC70FB}"/>
                </a:ext>
              </a:extLst>
            </p:cNvPr>
            <p:cNvSpPr>
              <a:spLocks noChangeArrowheads="1"/>
            </p:cNvSpPr>
            <p:nvPr/>
          </p:nvSpPr>
          <p:spPr bwMode="auto">
            <a:xfrm>
              <a:off x="1170" y="2717"/>
              <a:ext cx="797" cy="1073"/>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6" name="Text Box 7">
              <a:extLst>
                <a:ext uri="{FF2B5EF4-FFF2-40B4-BE49-F238E27FC236}">
                  <a16:creationId xmlns:a16="http://schemas.microsoft.com/office/drawing/2014/main" id="{D245B8F1-8811-39F9-E75F-D589E80A15C6}"/>
                </a:ext>
              </a:extLst>
            </p:cNvPr>
            <p:cNvSpPr txBox="1">
              <a:spLocks noChangeArrowheads="1"/>
            </p:cNvSpPr>
            <p:nvPr/>
          </p:nvSpPr>
          <p:spPr bwMode="auto">
            <a:xfrm>
              <a:off x="930" y="2452"/>
              <a:ext cx="77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code_addr</a:t>
              </a:r>
            </a:p>
          </p:txBody>
        </p:sp>
        <p:sp>
          <p:nvSpPr>
            <p:cNvPr id="7" name="Text Box 8">
              <a:extLst>
                <a:ext uri="{FF2B5EF4-FFF2-40B4-BE49-F238E27FC236}">
                  <a16:creationId xmlns:a16="http://schemas.microsoft.com/office/drawing/2014/main" id="{D3039CC9-9666-BEBF-FD82-7418250B1D08}"/>
                </a:ext>
              </a:extLst>
            </p:cNvPr>
            <p:cNvSpPr txBox="1">
              <a:spLocks noChangeArrowheads="1"/>
            </p:cNvSpPr>
            <p:nvPr/>
          </p:nvSpPr>
          <p:spPr bwMode="auto">
            <a:xfrm>
              <a:off x="708" y="3666"/>
              <a:ext cx="524"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4KB</a:t>
              </a:r>
              <a:r>
                <a:rPr kumimoji="1" lang="en-US" altLang="zh-CN" sz="1600" b="1">
                  <a:solidFill>
                    <a:schemeClr val="tx1"/>
                  </a:solidFill>
                  <a:latin typeface="Times New Roman" panose="02020603050405020304" pitchFamily="18" charset="0"/>
                  <a:sym typeface="Symbol" panose="05050102010706020507" pitchFamily="18" charset="2"/>
                </a:rPr>
                <a:t></a:t>
              </a:r>
              <a:r>
                <a:rPr kumimoji="1" lang="en-US" altLang="zh-CN" sz="1600" b="1">
                  <a:solidFill>
                    <a:schemeClr val="tx1"/>
                  </a:solidFill>
                  <a:latin typeface="Times New Roman" panose="02020603050405020304" pitchFamily="18" charset="0"/>
                </a:rPr>
                <a:t>1</a:t>
              </a:r>
            </a:p>
          </p:txBody>
        </p:sp>
        <p:sp>
          <p:nvSpPr>
            <p:cNvPr id="8" name="Text Box 9">
              <a:extLst>
                <a:ext uri="{FF2B5EF4-FFF2-40B4-BE49-F238E27FC236}">
                  <a16:creationId xmlns:a16="http://schemas.microsoft.com/office/drawing/2014/main" id="{85B77ED1-115A-D2D3-5D20-A7FF8CD02248}"/>
                </a:ext>
              </a:extLst>
            </p:cNvPr>
            <p:cNvSpPr txBox="1">
              <a:spLocks noChangeArrowheads="1"/>
            </p:cNvSpPr>
            <p:nvPr/>
          </p:nvSpPr>
          <p:spPr bwMode="auto">
            <a:xfrm>
              <a:off x="1014" y="2629"/>
              <a:ext cx="1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9" name="Text Box 10">
              <a:extLst>
                <a:ext uri="{FF2B5EF4-FFF2-40B4-BE49-F238E27FC236}">
                  <a16:creationId xmlns:a16="http://schemas.microsoft.com/office/drawing/2014/main" id="{690E4D11-D3C2-99A4-FCA9-1A98BF6BEF40}"/>
                </a:ext>
              </a:extLst>
            </p:cNvPr>
            <p:cNvSpPr txBox="1">
              <a:spLocks noChangeArrowheads="1"/>
            </p:cNvSpPr>
            <p:nvPr/>
          </p:nvSpPr>
          <p:spPr bwMode="auto">
            <a:xfrm>
              <a:off x="1289" y="3830"/>
              <a:ext cx="63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代码分段</a:t>
              </a:r>
            </a:p>
          </p:txBody>
        </p:sp>
        <p:sp>
          <p:nvSpPr>
            <p:cNvPr id="10" name="Rectangle 11">
              <a:extLst>
                <a:ext uri="{FF2B5EF4-FFF2-40B4-BE49-F238E27FC236}">
                  <a16:creationId xmlns:a16="http://schemas.microsoft.com/office/drawing/2014/main" id="{A55CAC8A-E828-C14E-4921-8807E72AA9B1}"/>
                </a:ext>
              </a:extLst>
            </p:cNvPr>
            <p:cNvSpPr>
              <a:spLocks noChangeArrowheads="1"/>
            </p:cNvSpPr>
            <p:nvPr/>
          </p:nvSpPr>
          <p:spPr bwMode="auto">
            <a:xfrm>
              <a:off x="2525" y="2677"/>
              <a:ext cx="798" cy="795"/>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11" name="Text Box 12">
              <a:extLst>
                <a:ext uri="{FF2B5EF4-FFF2-40B4-BE49-F238E27FC236}">
                  <a16:creationId xmlns:a16="http://schemas.microsoft.com/office/drawing/2014/main" id="{8AD85AB5-A677-CBE0-527E-1158553F20E0}"/>
                </a:ext>
              </a:extLst>
            </p:cNvPr>
            <p:cNvSpPr txBox="1">
              <a:spLocks noChangeArrowheads="1"/>
            </p:cNvSpPr>
            <p:nvPr/>
          </p:nvSpPr>
          <p:spPr bwMode="auto">
            <a:xfrm>
              <a:off x="2286" y="2403"/>
              <a:ext cx="79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data_addr</a:t>
              </a:r>
            </a:p>
          </p:txBody>
        </p:sp>
        <p:sp>
          <p:nvSpPr>
            <p:cNvPr id="12" name="Text Box 13">
              <a:extLst>
                <a:ext uri="{FF2B5EF4-FFF2-40B4-BE49-F238E27FC236}">
                  <a16:creationId xmlns:a16="http://schemas.microsoft.com/office/drawing/2014/main" id="{B9525A2B-FED6-A57F-3BDC-F10DDCDA20D0}"/>
                </a:ext>
              </a:extLst>
            </p:cNvPr>
            <p:cNvSpPr txBox="1">
              <a:spLocks noChangeArrowheads="1"/>
            </p:cNvSpPr>
            <p:nvPr/>
          </p:nvSpPr>
          <p:spPr bwMode="auto">
            <a:xfrm>
              <a:off x="2073" y="3357"/>
              <a:ext cx="60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3KB</a:t>
              </a:r>
              <a:r>
                <a:rPr kumimoji="1" lang="en-US" altLang="zh-CN" sz="1600" b="1">
                  <a:solidFill>
                    <a:schemeClr val="tx1"/>
                  </a:solidFill>
                  <a:latin typeface="Times New Roman" panose="02020603050405020304" pitchFamily="18" charset="0"/>
                  <a:sym typeface="Symbol" panose="05050102010706020507" pitchFamily="18" charset="2"/>
                </a:rPr>
                <a:t></a:t>
              </a:r>
              <a:r>
                <a:rPr kumimoji="1" lang="en-US" altLang="zh-CN" sz="1600" b="1">
                  <a:solidFill>
                    <a:schemeClr val="tx1"/>
                  </a:solidFill>
                  <a:latin typeface="Times New Roman" panose="02020603050405020304" pitchFamily="18" charset="0"/>
                </a:rPr>
                <a:t>1</a:t>
              </a:r>
            </a:p>
          </p:txBody>
        </p:sp>
        <p:sp>
          <p:nvSpPr>
            <p:cNvPr id="13" name="Text Box 14">
              <a:extLst>
                <a:ext uri="{FF2B5EF4-FFF2-40B4-BE49-F238E27FC236}">
                  <a16:creationId xmlns:a16="http://schemas.microsoft.com/office/drawing/2014/main" id="{B9B51B86-95A8-E444-647F-46234C7C35DD}"/>
                </a:ext>
              </a:extLst>
            </p:cNvPr>
            <p:cNvSpPr txBox="1">
              <a:spLocks noChangeArrowheads="1"/>
            </p:cNvSpPr>
            <p:nvPr/>
          </p:nvSpPr>
          <p:spPr bwMode="auto">
            <a:xfrm>
              <a:off x="2379" y="2598"/>
              <a:ext cx="15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14" name="Text Box 15">
              <a:extLst>
                <a:ext uri="{FF2B5EF4-FFF2-40B4-BE49-F238E27FC236}">
                  <a16:creationId xmlns:a16="http://schemas.microsoft.com/office/drawing/2014/main" id="{C34200E4-829A-1F86-7C1D-E36D038C7EBE}"/>
                </a:ext>
              </a:extLst>
            </p:cNvPr>
            <p:cNvSpPr txBox="1">
              <a:spLocks noChangeArrowheads="1"/>
            </p:cNvSpPr>
            <p:nvPr/>
          </p:nvSpPr>
          <p:spPr bwMode="auto">
            <a:xfrm>
              <a:off x="2645" y="3512"/>
              <a:ext cx="63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数据分段</a:t>
              </a:r>
            </a:p>
          </p:txBody>
        </p:sp>
        <p:sp>
          <p:nvSpPr>
            <p:cNvPr id="15" name="Rectangle 16">
              <a:extLst>
                <a:ext uri="{FF2B5EF4-FFF2-40B4-BE49-F238E27FC236}">
                  <a16:creationId xmlns:a16="http://schemas.microsoft.com/office/drawing/2014/main" id="{767A5C50-08EF-E80E-F3F5-81D4BB95E224}"/>
                </a:ext>
              </a:extLst>
            </p:cNvPr>
            <p:cNvSpPr>
              <a:spLocks noChangeArrowheads="1"/>
            </p:cNvSpPr>
            <p:nvPr/>
          </p:nvSpPr>
          <p:spPr bwMode="auto">
            <a:xfrm>
              <a:off x="3961" y="2677"/>
              <a:ext cx="797" cy="438"/>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16" name="Text Box 17">
              <a:extLst>
                <a:ext uri="{FF2B5EF4-FFF2-40B4-BE49-F238E27FC236}">
                  <a16:creationId xmlns:a16="http://schemas.microsoft.com/office/drawing/2014/main" id="{26F73B75-6F2A-D9E0-15D6-154A9FA849F3}"/>
                </a:ext>
              </a:extLst>
            </p:cNvPr>
            <p:cNvSpPr txBox="1">
              <a:spLocks noChangeArrowheads="1"/>
            </p:cNvSpPr>
            <p:nvPr/>
          </p:nvSpPr>
          <p:spPr bwMode="auto">
            <a:xfrm>
              <a:off x="3721" y="2403"/>
              <a:ext cx="75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stack_addr</a:t>
              </a:r>
            </a:p>
          </p:txBody>
        </p:sp>
        <p:sp>
          <p:nvSpPr>
            <p:cNvPr id="17" name="Text Box 18">
              <a:extLst>
                <a:ext uri="{FF2B5EF4-FFF2-40B4-BE49-F238E27FC236}">
                  <a16:creationId xmlns:a16="http://schemas.microsoft.com/office/drawing/2014/main" id="{6D557212-E7A1-D3C3-7417-D8E27CBC1B8F}"/>
                </a:ext>
              </a:extLst>
            </p:cNvPr>
            <p:cNvSpPr txBox="1">
              <a:spLocks noChangeArrowheads="1"/>
            </p:cNvSpPr>
            <p:nvPr/>
          </p:nvSpPr>
          <p:spPr bwMode="auto">
            <a:xfrm>
              <a:off x="3517" y="2999"/>
              <a:ext cx="5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2KB</a:t>
              </a:r>
              <a:r>
                <a:rPr kumimoji="1" lang="en-US" altLang="zh-CN" sz="1600" b="1">
                  <a:solidFill>
                    <a:schemeClr val="tx1"/>
                  </a:solidFill>
                  <a:latin typeface="Times New Roman" panose="02020603050405020304" pitchFamily="18" charset="0"/>
                  <a:sym typeface="Symbol" panose="05050102010706020507" pitchFamily="18" charset="2"/>
                </a:rPr>
                <a:t></a:t>
              </a:r>
              <a:r>
                <a:rPr kumimoji="1" lang="en-US" altLang="zh-CN" sz="1600" b="1">
                  <a:solidFill>
                    <a:schemeClr val="tx1"/>
                  </a:solidFill>
                  <a:latin typeface="Times New Roman" panose="02020603050405020304" pitchFamily="18" charset="0"/>
                </a:rPr>
                <a:t>1</a:t>
              </a:r>
            </a:p>
          </p:txBody>
        </p:sp>
        <p:sp>
          <p:nvSpPr>
            <p:cNvPr id="18" name="Text Box 19">
              <a:extLst>
                <a:ext uri="{FF2B5EF4-FFF2-40B4-BE49-F238E27FC236}">
                  <a16:creationId xmlns:a16="http://schemas.microsoft.com/office/drawing/2014/main" id="{9DDEF486-6153-81D2-9F7E-340C8738E7A9}"/>
                </a:ext>
              </a:extLst>
            </p:cNvPr>
            <p:cNvSpPr txBox="1">
              <a:spLocks noChangeArrowheads="1"/>
            </p:cNvSpPr>
            <p:nvPr/>
          </p:nvSpPr>
          <p:spPr bwMode="auto">
            <a:xfrm>
              <a:off x="3814" y="2598"/>
              <a:ext cx="15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19" name="Text Box 20">
              <a:extLst>
                <a:ext uri="{FF2B5EF4-FFF2-40B4-BE49-F238E27FC236}">
                  <a16:creationId xmlns:a16="http://schemas.microsoft.com/office/drawing/2014/main" id="{145FFCC4-2E83-5FFB-4F7B-07E2A5C14C3F}"/>
                </a:ext>
              </a:extLst>
            </p:cNvPr>
            <p:cNvSpPr txBox="1">
              <a:spLocks noChangeArrowheads="1"/>
            </p:cNvSpPr>
            <p:nvPr/>
          </p:nvSpPr>
          <p:spPr bwMode="auto">
            <a:xfrm>
              <a:off x="4160" y="3154"/>
              <a:ext cx="43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栈段</a:t>
              </a:r>
            </a:p>
          </p:txBody>
        </p:sp>
        <p:sp>
          <p:nvSpPr>
            <p:cNvPr id="20" name="Line 21">
              <a:extLst>
                <a:ext uri="{FF2B5EF4-FFF2-40B4-BE49-F238E27FC236}">
                  <a16:creationId xmlns:a16="http://schemas.microsoft.com/office/drawing/2014/main" id="{30454BE1-0105-A380-2C8E-E9C5233AF422}"/>
                </a:ext>
              </a:extLst>
            </p:cNvPr>
            <p:cNvSpPr>
              <a:spLocks noChangeShapeType="1"/>
            </p:cNvSpPr>
            <p:nvPr/>
          </p:nvSpPr>
          <p:spPr bwMode="auto">
            <a:xfrm>
              <a:off x="1170" y="2853"/>
              <a:ext cx="79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1" name="Line 22">
              <a:extLst>
                <a:ext uri="{FF2B5EF4-FFF2-40B4-BE49-F238E27FC236}">
                  <a16:creationId xmlns:a16="http://schemas.microsoft.com/office/drawing/2014/main" id="{A1F9513D-A596-0E43-E448-4872CC1A1A0C}"/>
                </a:ext>
              </a:extLst>
            </p:cNvPr>
            <p:cNvSpPr>
              <a:spLocks noChangeShapeType="1"/>
            </p:cNvSpPr>
            <p:nvPr/>
          </p:nvSpPr>
          <p:spPr bwMode="auto">
            <a:xfrm>
              <a:off x="1171" y="3007"/>
              <a:ext cx="79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2" name="Line 23">
              <a:extLst>
                <a:ext uri="{FF2B5EF4-FFF2-40B4-BE49-F238E27FC236}">
                  <a16:creationId xmlns:a16="http://schemas.microsoft.com/office/drawing/2014/main" id="{C848CD9D-DA79-D1F5-729F-FAA5CFFD22D4}"/>
                </a:ext>
              </a:extLst>
            </p:cNvPr>
            <p:cNvSpPr>
              <a:spLocks noChangeShapeType="1"/>
            </p:cNvSpPr>
            <p:nvPr/>
          </p:nvSpPr>
          <p:spPr bwMode="auto">
            <a:xfrm>
              <a:off x="1171" y="3655"/>
              <a:ext cx="79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3" name="Line 24">
              <a:extLst>
                <a:ext uri="{FF2B5EF4-FFF2-40B4-BE49-F238E27FC236}">
                  <a16:creationId xmlns:a16="http://schemas.microsoft.com/office/drawing/2014/main" id="{E1DB129D-0F7B-EF23-314D-5ACD54D8A6A5}"/>
                </a:ext>
              </a:extLst>
            </p:cNvPr>
            <p:cNvSpPr>
              <a:spLocks noChangeShapeType="1"/>
            </p:cNvSpPr>
            <p:nvPr/>
          </p:nvSpPr>
          <p:spPr bwMode="auto">
            <a:xfrm>
              <a:off x="2523" y="2798"/>
              <a:ext cx="79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4" name="Line 25">
              <a:extLst>
                <a:ext uri="{FF2B5EF4-FFF2-40B4-BE49-F238E27FC236}">
                  <a16:creationId xmlns:a16="http://schemas.microsoft.com/office/drawing/2014/main" id="{B8C20C4D-6F88-212A-66D0-9CBCB1763CE1}"/>
                </a:ext>
              </a:extLst>
            </p:cNvPr>
            <p:cNvSpPr>
              <a:spLocks noChangeShapeType="1"/>
            </p:cNvSpPr>
            <p:nvPr/>
          </p:nvSpPr>
          <p:spPr bwMode="auto">
            <a:xfrm>
              <a:off x="2523" y="2944"/>
              <a:ext cx="79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5" name="Line 26">
              <a:extLst>
                <a:ext uri="{FF2B5EF4-FFF2-40B4-BE49-F238E27FC236}">
                  <a16:creationId xmlns:a16="http://schemas.microsoft.com/office/drawing/2014/main" id="{BC5FB97B-61C5-7BDA-EA43-D7D253E22E42}"/>
                </a:ext>
              </a:extLst>
            </p:cNvPr>
            <p:cNvSpPr>
              <a:spLocks noChangeShapeType="1"/>
            </p:cNvSpPr>
            <p:nvPr/>
          </p:nvSpPr>
          <p:spPr bwMode="auto">
            <a:xfrm>
              <a:off x="2523" y="3346"/>
              <a:ext cx="79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6" name="Line 27">
              <a:extLst>
                <a:ext uri="{FF2B5EF4-FFF2-40B4-BE49-F238E27FC236}">
                  <a16:creationId xmlns:a16="http://schemas.microsoft.com/office/drawing/2014/main" id="{AF5A3A3F-62BF-4B8B-15D9-EC2A70F9B1A8}"/>
                </a:ext>
              </a:extLst>
            </p:cNvPr>
            <p:cNvSpPr>
              <a:spLocks noChangeShapeType="1"/>
            </p:cNvSpPr>
            <p:nvPr/>
          </p:nvSpPr>
          <p:spPr bwMode="auto">
            <a:xfrm>
              <a:off x="3958" y="2780"/>
              <a:ext cx="79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7" name="Line 28">
              <a:extLst>
                <a:ext uri="{FF2B5EF4-FFF2-40B4-BE49-F238E27FC236}">
                  <a16:creationId xmlns:a16="http://schemas.microsoft.com/office/drawing/2014/main" id="{D04B5C8C-FE3E-B296-4BA6-04C4CE834756}"/>
                </a:ext>
              </a:extLst>
            </p:cNvPr>
            <p:cNvSpPr>
              <a:spLocks noChangeShapeType="1"/>
            </p:cNvSpPr>
            <p:nvPr/>
          </p:nvSpPr>
          <p:spPr bwMode="auto">
            <a:xfrm>
              <a:off x="3958" y="2999"/>
              <a:ext cx="79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8" name="Text Box 29">
              <a:extLst>
                <a:ext uri="{FF2B5EF4-FFF2-40B4-BE49-F238E27FC236}">
                  <a16:creationId xmlns:a16="http://schemas.microsoft.com/office/drawing/2014/main" id="{A22852DE-E00E-CBDE-365C-B5C3A84C2695}"/>
                </a:ext>
              </a:extLst>
            </p:cNvPr>
            <p:cNvSpPr txBox="1">
              <a:spLocks noChangeArrowheads="1"/>
            </p:cNvSpPr>
            <p:nvPr/>
          </p:nvSpPr>
          <p:spPr bwMode="auto">
            <a:xfrm>
              <a:off x="1015" y="2810"/>
              <a:ext cx="1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a:t>
              </a:r>
            </a:p>
          </p:txBody>
        </p:sp>
        <p:sp>
          <p:nvSpPr>
            <p:cNvPr id="29" name="Text Box 30">
              <a:extLst>
                <a:ext uri="{FF2B5EF4-FFF2-40B4-BE49-F238E27FC236}">
                  <a16:creationId xmlns:a16="http://schemas.microsoft.com/office/drawing/2014/main" id="{B8157E4F-2E5D-3504-C3BD-8AABF7762D34}"/>
                </a:ext>
              </a:extLst>
            </p:cNvPr>
            <p:cNvSpPr txBox="1">
              <a:spLocks noChangeArrowheads="1"/>
            </p:cNvSpPr>
            <p:nvPr/>
          </p:nvSpPr>
          <p:spPr bwMode="auto">
            <a:xfrm>
              <a:off x="2377" y="2755"/>
              <a:ext cx="1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a:t>
              </a:r>
            </a:p>
          </p:txBody>
        </p:sp>
        <p:sp>
          <p:nvSpPr>
            <p:cNvPr id="30" name="Text Box 32">
              <a:extLst>
                <a:ext uri="{FF2B5EF4-FFF2-40B4-BE49-F238E27FC236}">
                  <a16:creationId xmlns:a16="http://schemas.microsoft.com/office/drawing/2014/main" id="{46EA2486-FA13-1DE6-7094-B4A7F8499B24}"/>
                </a:ext>
              </a:extLst>
            </p:cNvPr>
            <p:cNvSpPr txBox="1">
              <a:spLocks noChangeArrowheads="1"/>
            </p:cNvSpPr>
            <p:nvPr/>
          </p:nvSpPr>
          <p:spPr bwMode="auto">
            <a:xfrm>
              <a:off x="1499" y="3185"/>
              <a:ext cx="1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sym typeface="MT Extra" panose="05050102010205020202" pitchFamily="18" charset="2"/>
                </a:rPr>
                <a:t></a:t>
              </a:r>
            </a:p>
          </p:txBody>
        </p:sp>
        <p:sp>
          <p:nvSpPr>
            <p:cNvPr id="31" name="Text Box 33">
              <a:extLst>
                <a:ext uri="{FF2B5EF4-FFF2-40B4-BE49-F238E27FC236}">
                  <a16:creationId xmlns:a16="http://schemas.microsoft.com/office/drawing/2014/main" id="{85773673-3EDF-9348-E6C3-84DA6A7C4952}"/>
                </a:ext>
              </a:extLst>
            </p:cNvPr>
            <p:cNvSpPr txBox="1">
              <a:spLocks noChangeArrowheads="1"/>
            </p:cNvSpPr>
            <p:nvPr/>
          </p:nvSpPr>
          <p:spPr bwMode="auto">
            <a:xfrm>
              <a:off x="2834" y="3021"/>
              <a:ext cx="1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sym typeface="MT Extra" panose="05050102010205020202" pitchFamily="18" charset="2"/>
                </a:rPr>
                <a:t></a:t>
              </a:r>
            </a:p>
          </p:txBody>
        </p:sp>
        <p:sp>
          <p:nvSpPr>
            <p:cNvPr id="32" name="Text Box 34">
              <a:extLst>
                <a:ext uri="{FF2B5EF4-FFF2-40B4-BE49-F238E27FC236}">
                  <a16:creationId xmlns:a16="http://schemas.microsoft.com/office/drawing/2014/main" id="{6C52AECD-0057-7432-B995-0E0FF02E1902}"/>
                </a:ext>
              </a:extLst>
            </p:cNvPr>
            <p:cNvSpPr txBox="1">
              <a:spLocks noChangeArrowheads="1"/>
            </p:cNvSpPr>
            <p:nvPr/>
          </p:nvSpPr>
          <p:spPr bwMode="auto">
            <a:xfrm>
              <a:off x="4242" y="2792"/>
              <a:ext cx="1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sym typeface="MT Extra" panose="05050102010205020202" pitchFamily="18" charset="2"/>
                </a:rPr>
                <a:t></a:t>
              </a:r>
            </a:p>
          </p:txBody>
        </p:sp>
      </p:grpSp>
      <p:sp>
        <p:nvSpPr>
          <p:cNvPr id="33" name="Text Box 37">
            <a:extLst>
              <a:ext uri="{FF2B5EF4-FFF2-40B4-BE49-F238E27FC236}">
                <a16:creationId xmlns:a16="http://schemas.microsoft.com/office/drawing/2014/main" id="{DB48BC77-5BD7-6137-B64D-1EFBB49226D2}"/>
              </a:ext>
            </a:extLst>
          </p:cNvPr>
          <p:cNvSpPr txBox="1">
            <a:spLocks noChangeArrowheads="1"/>
          </p:cNvSpPr>
          <p:nvPr/>
        </p:nvSpPr>
        <p:spPr bwMode="auto">
          <a:xfrm>
            <a:off x="3765753" y="5779504"/>
            <a:ext cx="3059113"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dirty="0">
                <a:solidFill>
                  <a:schemeClr val="tx1"/>
                </a:solidFill>
                <a:latin typeface="Times New Roman" panose="02020603050405020304" pitchFamily="18" charset="0"/>
              </a:rPr>
              <a:t>程序地址空间</a:t>
            </a:r>
            <a:r>
              <a:rPr kumimoji="1" lang="en-US" altLang="zh-CN" sz="1600" b="0" dirty="0">
                <a:solidFill>
                  <a:schemeClr val="tx1"/>
                </a:solidFill>
                <a:latin typeface="Times New Roman" panose="02020603050405020304" pitchFamily="18" charset="0"/>
              </a:rPr>
              <a:t>——</a:t>
            </a:r>
            <a:r>
              <a:rPr kumimoji="1" lang="zh-CN" altLang="en-US" sz="1600" b="0" dirty="0">
                <a:solidFill>
                  <a:schemeClr val="tx1"/>
                </a:solidFill>
                <a:latin typeface="Times New Roman" panose="02020603050405020304" pitchFamily="18" charset="0"/>
              </a:rPr>
              <a:t>二维地址结构</a:t>
            </a:r>
          </a:p>
        </p:txBody>
      </p:sp>
    </p:spTree>
    <p:extLst>
      <p:ext uri="{BB962C8B-B14F-4D97-AF65-F5344CB8AC3E}">
        <p14:creationId xmlns:p14="http://schemas.microsoft.com/office/powerpoint/2010/main" val="2530984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主要内容</a:t>
            </a:r>
          </a:p>
        </p:txBody>
      </p:sp>
      <p:sp>
        <p:nvSpPr>
          <p:cNvPr id="6" name="Rectangle 2">
            <a:extLst>
              <a:ext uri="{FF2B5EF4-FFF2-40B4-BE49-F238E27FC236}">
                <a16:creationId xmlns:a16="http://schemas.microsoft.com/office/drawing/2014/main" id="{A66BAB28-7D6A-CA66-AB1F-BC1F188782BA}"/>
              </a:ext>
            </a:extLst>
          </p:cNvPr>
          <p:cNvSpPr>
            <a:spLocks noChangeArrowheads="1"/>
          </p:cNvSpPr>
          <p:nvPr/>
        </p:nvSpPr>
        <p:spPr bwMode="auto">
          <a:xfrm>
            <a:off x="913579" y="1061740"/>
            <a:ext cx="7129462" cy="429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chemeClr val="tx1"/>
                </a:solidFill>
                <a:latin typeface="微软雅黑" panose="020B0503020204020204" pitchFamily="34" charset="-122"/>
                <a:ea typeface="微软雅黑" panose="020B0503020204020204" pitchFamily="34" charset="-122"/>
              </a:rPr>
              <a:t>主存管理概述</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rgbClr val="FF0000"/>
                </a:solidFill>
                <a:latin typeface="微软雅黑" panose="020B0503020204020204" pitchFamily="34" charset="-122"/>
                <a:ea typeface="微软雅黑" panose="020B0503020204020204" pitchFamily="34" charset="-122"/>
              </a:rPr>
              <a:t>主存管理的功能</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chemeClr val="tx1"/>
                </a:solidFill>
                <a:latin typeface="微软雅黑" panose="020B0503020204020204" pitchFamily="34" charset="-122"/>
                <a:ea typeface="微软雅黑" panose="020B0503020204020204" pitchFamily="34" charset="-122"/>
              </a:rPr>
              <a:t>分区存储管理</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chemeClr val="tx1"/>
                </a:solidFill>
                <a:latin typeface="微软雅黑" panose="020B0503020204020204" pitchFamily="34" charset="-122"/>
                <a:ea typeface="微软雅黑" panose="020B0503020204020204" pitchFamily="34" charset="-122"/>
              </a:rPr>
              <a:t>页式存储管理</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chemeClr val="tx1"/>
                </a:solidFill>
                <a:latin typeface="微软雅黑" panose="020B0503020204020204" pitchFamily="34" charset="-122"/>
                <a:ea typeface="微软雅黑" panose="020B0503020204020204" pitchFamily="34" charset="-122"/>
              </a:rPr>
              <a:t>段式及段页式存储管理</a:t>
            </a:r>
          </a:p>
        </p:txBody>
      </p:sp>
    </p:spTree>
    <p:extLst>
      <p:ext uri="{BB962C8B-B14F-4D97-AF65-F5344CB8AC3E}">
        <p14:creationId xmlns:p14="http://schemas.microsoft.com/office/powerpoint/2010/main" val="1703525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主存管理功能</a:t>
            </a:r>
          </a:p>
        </p:txBody>
      </p:sp>
      <p:sp>
        <p:nvSpPr>
          <p:cNvPr id="3" name="Rectangle 3">
            <a:extLst>
              <a:ext uri="{FF2B5EF4-FFF2-40B4-BE49-F238E27FC236}">
                <a16:creationId xmlns:a16="http://schemas.microsoft.com/office/drawing/2014/main" id="{258C8C4B-57BA-FEAA-1B1E-7A8F1C317E5E}"/>
              </a:ext>
            </a:extLst>
          </p:cNvPr>
          <p:cNvSpPr>
            <a:spLocks noChangeArrowheads="1"/>
          </p:cNvSpPr>
          <p:nvPr/>
        </p:nvSpPr>
        <p:spPr bwMode="auto">
          <a:xfrm>
            <a:off x="279937" y="830079"/>
            <a:ext cx="10499431" cy="528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5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1.  </a:t>
            </a:r>
            <a:r>
              <a:rPr lang="zh-CN" altLang="en-US" sz="2800" b="1" dirty="0">
                <a:solidFill>
                  <a:srgbClr val="335F90"/>
                </a:solidFill>
                <a:latin typeface="Times New Roman" panose="02020603050405020304" pitchFamily="18" charset="0"/>
              </a:rPr>
              <a:t>几个概念</a:t>
            </a:r>
          </a:p>
          <a:p>
            <a:pPr marL="0" indent="0" algn="just">
              <a:lnSpc>
                <a:spcPct val="125000"/>
              </a:lnSpc>
              <a:spcBef>
                <a:spcPts val="1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物理地址 </a:t>
            </a:r>
            <a:r>
              <a:rPr lang="en-US" altLang="zh-CN" sz="2600" b="1" dirty="0">
                <a:solidFill>
                  <a:prstClr val="black"/>
                </a:solidFill>
                <a:effectLst/>
                <a:latin typeface="微软雅黑" panose="020B0503020204020204" pitchFamily="34" charset="-122"/>
                <a:ea typeface="微软雅黑" panose="020B0503020204020204" pitchFamily="34" charset="-122"/>
              </a:rPr>
              <a:t>(</a:t>
            </a:r>
            <a:r>
              <a:rPr lang="zh-CN" altLang="en-US" sz="2600" b="1" dirty="0">
                <a:solidFill>
                  <a:prstClr val="black"/>
                </a:solidFill>
                <a:effectLst/>
                <a:latin typeface="微软雅黑" panose="020B0503020204020204" pitchFamily="34" charset="-122"/>
                <a:ea typeface="微软雅黑" panose="020B0503020204020204" pitchFamily="34" charset="-122"/>
              </a:rPr>
              <a:t>绝对地址、实地址</a:t>
            </a:r>
            <a:r>
              <a:rPr lang="en-US" altLang="zh-CN" sz="2600" b="1" dirty="0">
                <a:solidFill>
                  <a:prstClr val="black"/>
                </a:solidFill>
                <a:effectLst/>
                <a:latin typeface="微软雅黑" panose="020B0503020204020204" pitchFamily="34" charset="-122"/>
                <a:ea typeface="微软雅黑" panose="020B0503020204020204" pitchFamily="34" charset="-122"/>
              </a:rPr>
              <a:t>) </a:t>
            </a:r>
          </a:p>
          <a:p>
            <a:pPr eaLnBrk="1" hangingPunct="1">
              <a:lnSpc>
                <a:spcPct val="125000"/>
              </a:lnSpc>
              <a:spcBef>
                <a:spcPct val="20000"/>
              </a:spcBef>
              <a:buClr>
                <a:schemeClr val="tx2"/>
              </a:buClr>
              <a:buSzPct val="95000"/>
              <a:buFont typeface="Wingdings" panose="05000000000000000000" pitchFamily="2" charset="2"/>
              <a:buNone/>
              <a:defRPr/>
            </a:pPr>
            <a:r>
              <a:rPr lang="en-US" altLang="zh-CN" sz="2400" b="0" dirty="0">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物理地址是计算机主存单元的真实地址，又称为</a:t>
            </a:r>
            <a:r>
              <a:rPr lang="zh-CN" altLang="en-US" sz="2400" b="0" dirty="0" smtClean="0">
                <a:solidFill>
                  <a:schemeClr val="tx1"/>
                </a:solidFill>
                <a:effectLst/>
                <a:latin typeface="Times New Roman" panose="02020603050405020304" pitchFamily="18" charset="0"/>
              </a:rPr>
              <a:t>绝对地址</a:t>
            </a:r>
            <a:r>
              <a:rPr lang="zh-CN" altLang="en-US" sz="2400" b="0" dirty="0">
                <a:solidFill>
                  <a:schemeClr val="tx1"/>
                </a:solidFill>
                <a:effectLst/>
                <a:latin typeface="Times New Roman" panose="02020603050405020304" pitchFamily="18" charset="0"/>
              </a:rPr>
              <a:t>或实地址。</a:t>
            </a:r>
          </a:p>
          <a:p>
            <a:pPr marL="0" indent="0" algn="just">
              <a:lnSpc>
                <a:spcPct val="125000"/>
              </a:lnSpc>
              <a:spcBef>
                <a:spcPts val="1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主存空间 </a:t>
            </a:r>
          </a:p>
          <a:p>
            <a:pPr eaLnBrk="1" hangingPunct="1">
              <a:lnSpc>
                <a:spcPct val="125000"/>
              </a:lnSpc>
              <a:spcBef>
                <a:spcPct val="20000"/>
              </a:spcBef>
              <a:buClr>
                <a:schemeClr val="tx2"/>
              </a:buClr>
              <a:buSzPct val="95000"/>
              <a:buFont typeface="Wingdings" panose="05000000000000000000" pitchFamily="2" charset="2"/>
              <a:buNone/>
              <a:defRPr/>
            </a:pPr>
            <a:r>
              <a:rPr lang="zh-CN" altLang="en-US" sz="2400" b="0" dirty="0">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物理地址的集合所对应的空间组成了主存空间。</a:t>
            </a:r>
          </a:p>
          <a:p>
            <a:pPr marL="0" indent="0" algn="just">
              <a:lnSpc>
                <a:spcPct val="125000"/>
              </a:lnSpc>
              <a:spcBef>
                <a:spcPts val="1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(3) </a:t>
            </a:r>
            <a:r>
              <a:rPr lang="zh-CN" altLang="en-US" sz="2600" b="1" dirty="0">
                <a:solidFill>
                  <a:prstClr val="black"/>
                </a:solidFill>
                <a:effectLst/>
                <a:latin typeface="微软雅黑" panose="020B0503020204020204" pitchFamily="34" charset="-122"/>
                <a:ea typeface="微软雅黑" panose="020B0503020204020204" pitchFamily="34" charset="-122"/>
              </a:rPr>
              <a:t>逻辑地址 </a:t>
            </a:r>
            <a:r>
              <a:rPr lang="en-US" altLang="zh-CN" sz="2600" b="1" dirty="0">
                <a:solidFill>
                  <a:prstClr val="black"/>
                </a:solidFill>
                <a:effectLst/>
                <a:latin typeface="微软雅黑" panose="020B0503020204020204" pitchFamily="34" charset="-122"/>
                <a:ea typeface="微软雅黑" panose="020B0503020204020204" pitchFamily="34" charset="-122"/>
              </a:rPr>
              <a:t>(</a:t>
            </a:r>
            <a:r>
              <a:rPr lang="zh-CN" altLang="en-US" sz="2600" b="1" dirty="0">
                <a:solidFill>
                  <a:prstClr val="black"/>
                </a:solidFill>
                <a:effectLst/>
                <a:latin typeface="微软雅黑" panose="020B0503020204020204" pitchFamily="34" charset="-122"/>
                <a:ea typeface="微软雅黑" panose="020B0503020204020204" pitchFamily="34" charset="-122"/>
              </a:rPr>
              <a:t>相对地址、虚地址</a:t>
            </a:r>
            <a:r>
              <a:rPr lang="en-US" altLang="zh-CN" sz="2600" b="1" dirty="0">
                <a:solidFill>
                  <a:prstClr val="black"/>
                </a:solidFill>
                <a:effectLst/>
                <a:latin typeface="微软雅黑" panose="020B0503020204020204" pitchFamily="34" charset="-122"/>
                <a:ea typeface="微软雅黑" panose="020B0503020204020204" pitchFamily="34" charset="-122"/>
              </a:rPr>
              <a:t>) </a:t>
            </a:r>
          </a:p>
          <a:p>
            <a:pPr eaLnBrk="1" hangingPunct="1">
              <a:lnSpc>
                <a:spcPct val="125000"/>
              </a:lnSpc>
              <a:spcBef>
                <a:spcPct val="20000"/>
              </a:spcBef>
              <a:buClr>
                <a:schemeClr val="tx2"/>
              </a:buClr>
              <a:buSzPct val="95000"/>
              <a:buFont typeface="Wingdings" panose="05000000000000000000" pitchFamily="2" charset="2"/>
              <a:buNone/>
              <a:defRPr/>
            </a:pPr>
            <a:r>
              <a:rPr lang="en-US" altLang="zh-CN" sz="2400" b="0" dirty="0">
                <a:solidFill>
                  <a:schemeClr val="tx1"/>
                </a:solidFill>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用户的程序地址 </a:t>
            </a:r>
            <a:r>
              <a:rPr lang="en-US" altLang="zh-CN" sz="2400" b="0" dirty="0">
                <a:solidFill>
                  <a:schemeClr val="tx1"/>
                </a:solidFill>
                <a:effectLst/>
                <a:latin typeface="Times New Roman" panose="02020603050405020304" pitchFamily="18" charset="0"/>
              </a:rPr>
              <a:t>(</a:t>
            </a:r>
            <a:r>
              <a:rPr lang="zh-CN" altLang="en-US" sz="2400" b="0" dirty="0">
                <a:solidFill>
                  <a:schemeClr val="tx1"/>
                </a:solidFill>
                <a:effectLst/>
                <a:latin typeface="Times New Roman" panose="02020603050405020304" pitchFamily="18" charset="0"/>
              </a:rPr>
              <a:t>指令地址或操作数地址</a:t>
            </a:r>
            <a:r>
              <a:rPr lang="en-US" altLang="zh-CN" sz="2400" b="0" dirty="0">
                <a:solidFill>
                  <a:schemeClr val="tx1"/>
                </a:solidFill>
                <a:effectLst/>
                <a:latin typeface="Times New Roman" panose="02020603050405020304" pitchFamily="18" charset="0"/>
              </a:rPr>
              <a:t>)</a:t>
            </a:r>
            <a:r>
              <a:rPr lang="zh-CN" altLang="en-US" sz="2400" b="0" dirty="0">
                <a:solidFill>
                  <a:schemeClr val="tx1"/>
                </a:solidFill>
                <a:effectLst/>
                <a:latin typeface="Times New Roman" panose="02020603050405020304" pitchFamily="18" charset="0"/>
              </a:rPr>
              <a:t>均为逻辑地址。</a:t>
            </a:r>
          </a:p>
          <a:p>
            <a:pPr marL="0" indent="0" algn="just">
              <a:lnSpc>
                <a:spcPct val="125000"/>
              </a:lnSpc>
              <a:spcBef>
                <a:spcPts val="1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(4) </a:t>
            </a:r>
            <a:r>
              <a:rPr lang="zh-CN" altLang="en-US" sz="2600" b="1" dirty="0">
                <a:solidFill>
                  <a:prstClr val="black"/>
                </a:solidFill>
                <a:effectLst/>
                <a:latin typeface="微软雅黑" panose="020B0503020204020204" pitchFamily="34" charset="-122"/>
                <a:ea typeface="微软雅黑" panose="020B0503020204020204" pitchFamily="34" charset="-122"/>
              </a:rPr>
              <a:t>程序地址空间 </a:t>
            </a:r>
          </a:p>
          <a:p>
            <a:pPr eaLnBrk="1" hangingPunct="1">
              <a:lnSpc>
                <a:spcPct val="125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用户程序所有的逻辑地址集合对应的空间。</a:t>
            </a:r>
          </a:p>
        </p:txBody>
      </p:sp>
    </p:spTree>
    <p:extLst>
      <p:ext uri="{BB962C8B-B14F-4D97-AF65-F5344CB8AC3E}">
        <p14:creationId xmlns:p14="http://schemas.microsoft.com/office/powerpoint/2010/main" val="2692626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主存管理功能</a:t>
            </a:r>
          </a:p>
        </p:txBody>
      </p:sp>
      <p:sp>
        <p:nvSpPr>
          <p:cNvPr id="3" name="Rectangle 3">
            <a:extLst>
              <a:ext uri="{FF2B5EF4-FFF2-40B4-BE49-F238E27FC236}">
                <a16:creationId xmlns:a16="http://schemas.microsoft.com/office/drawing/2014/main" id="{1918E1C8-A309-E574-860B-EDA3467169BF}"/>
              </a:ext>
            </a:extLst>
          </p:cNvPr>
          <p:cNvSpPr>
            <a:spLocks noChangeArrowheads="1"/>
          </p:cNvSpPr>
          <p:nvPr/>
        </p:nvSpPr>
        <p:spPr bwMode="auto">
          <a:xfrm>
            <a:off x="487822" y="830079"/>
            <a:ext cx="6475412"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(5) </a:t>
            </a:r>
            <a:r>
              <a:rPr lang="zh-CN" altLang="en-US" sz="2600" b="1" dirty="0">
                <a:solidFill>
                  <a:prstClr val="black"/>
                </a:solidFill>
                <a:effectLst/>
                <a:latin typeface="微软雅黑" panose="020B0503020204020204" pitchFamily="34" charset="-122"/>
                <a:ea typeface="微软雅黑" panose="020B0503020204020204" pitchFamily="34" charset="-122"/>
              </a:rPr>
              <a:t>程序地址空间与主存空间</a:t>
            </a:r>
          </a:p>
        </p:txBody>
      </p:sp>
      <p:grpSp>
        <p:nvGrpSpPr>
          <p:cNvPr id="4" name="Group 83">
            <a:extLst>
              <a:ext uri="{FF2B5EF4-FFF2-40B4-BE49-F238E27FC236}">
                <a16:creationId xmlns:a16="http://schemas.microsoft.com/office/drawing/2014/main" id="{432CAC38-A38D-F1D2-A206-7D474455B671}"/>
              </a:ext>
            </a:extLst>
          </p:cNvPr>
          <p:cNvGrpSpPr>
            <a:grpSpLocks/>
          </p:cNvGrpSpPr>
          <p:nvPr/>
        </p:nvGrpSpPr>
        <p:grpSpPr bwMode="auto">
          <a:xfrm>
            <a:off x="7250953" y="2149291"/>
            <a:ext cx="2193925" cy="3595688"/>
            <a:chOff x="3201" y="1228"/>
            <a:chExt cx="1382" cy="2265"/>
          </a:xfrm>
        </p:grpSpPr>
        <p:sp>
          <p:nvSpPr>
            <p:cNvPr id="5" name="Rectangle 42">
              <a:extLst>
                <a:ext uri="{FF2B5EF4-FFF2-40B4-BE49-F238E27FC236}">
                  <a16:creationId xmlns:a16="http://schemas.microsoft.com/office/drawing/2014/main" id="{7917E8B8-698A-8D6E-3D1C-977729D1B9D0}"/>
                </a:ext>
              </a:extLst>
            </p:cNvPr>
            <p:cNvSpPr>
              <a:spLocks noChangeArrowheads="1"/>
            </p:cNvSpPr>
            <p:nvPr/>
          </p:nvSpPr>
          <p:spPr bwMode="auto">
            <a:xfrm>
              <a:off x="3547" y="1336"/>
              <a:ext cx="1036" cy="1909"/>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6" name="Line 43">
              <a:extLst>
                <a:ext uri="{FF2B5EF4-FFF2-40B4-BE49-F238E27FC236}">
                  <a16:creationId xmlns:a16="http://schemas.microsoft.com/office/drawing/2014/main" id="{80BA191D-6048-8CC0-EE2C-AF4433EF1A9D}"/>
                </a:ext>
              </a:extLst>
            </p:cNvPr>
            <p:cNvSpPr>
              <a:spLocks noChangeShapeType="1"/>
            </p:cNvSpPr>
            <p:nvPr/>
          </p:nvSpPr>
          <p:spPr bwMode="auto">
            <a:xfrm>
              <a:off x="3547" y="1531"/>
              <a:ext cx="10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7" name="Line 44">
              <a:extLst>
                <a:ext uri="{FF2B5EF4-FFF2-40B4-BE49-F238E27FC236}">
                  <a16:creationId xmlns:a16="http://schemas.microsoft.com/office/drawing/2014/main" id="{934505C8-5DCA-CF57-D351-4944BA5DB7F8}"/>
                </a:ext>
              </a:extLst>
            </p:cNvPr>
            <p:cNvSpPr>
              <a:spLocks noChangeShapeType="1"/>
            </p:cNvSpPr>
            <p:nvPr/>
          </p:nvSpPr>
          <p:spPr bwMode="auto">
            <a:xfrm>
              <a:off x="3547" y="1776"/>
              <a:ext cx="10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8" name="Line 45">
              <a:extLst>
                <a:ext uri="{FF2B5EF4-FFF2-40B4-BE49-F238E27FC236}">
                  <a16:creationId xmlns:a16="http://schemas.microsoft.com/office/drawing/2014/main" id="{651F5407-37FD-DB9D-365A-1D666B2C2893}"/>
                </a:ext>
              </a:extLst>
            </p:cNvPr>
            <p:cNvSpPr>
              <a:spLocks noChangeShapeType="1"/>
            </p:cNvSpPr>
            <p:nvPr/>
          </p:nvSpPr>
          <p:spPr bwMode="auto">
            <a:xfrm>
              <a:off x="3547" y="2021"/>
              <a:ext cx="10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9" name="Line 46">
              <a:extLst>
                <a:ext uri="{FF2B5EF4-FFF2-40B4-BE49-F238E27FC236}">
                  <a16:creationId xmlns:a16="http://schemas.microsoft.com/office/drawing/2014/main" id="{591597A0-8CFB-7370-6B03-E76DA56CF856}"/>
                </a:ext>
              </a:extLst>
            </p:cNvPr>
            <p:cNvSpPr>
              <a:spLocks noChangeShapeType="1"/>
            </p:cNvSpPr>
            <p:nvPr/>
          </p:nvSpPr>
          <p:spPr bwMode="auto">
            <a:xfrm>
              <a:off x="3547" y="2706"/>
              <a:ext cx="10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0" name="Line 47">
              <a:extLst>
                <a:ext uri="{FF2B5EF4-FFF2-40B4-BE49-F238E27FC236}">
                  <a16:creationId xmlns:a16="http://schemas.microsoft.com/office/drawing/2014/main" id="{C4F9ACC4-B2E0-68AD-75F0-C31C065DAC43}"/>
                </a:ext>
              </a:extLst>
            </p:cNvPr>
            <p:cNvSpPr>
              <a:spLocks noChangeShapeType="1"/>
            </p:cNvSpPr>
            <p:nvPr/>
          </p:nvSpPr>
          <p:spPr bwMode="auto">
            <a:xfrm>
              <a:off x="3547" y="2951"/>
              <a:ext cx="10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1" name="Text Box 48">
              <a:extLst>
                <a:ext uri="{FF2B5EF4-FFF2-40B4-BE49-F238E27FC236}">
                  <a16:creationId xmlns:a16="http://schemas.microsoft.com/office/drawing/2014/main" id="{7CD5523C-B907-2523-1F3C-1CE9CBA8A570}"/>
                </a:ext>
              </a:extLst>
            </p:cNvPr>
            <p:cNvSpPr txBox="1">
              <a:spLocks noChangeArrowheads="1"/>
            </p:cNvSpPr>
            <p:nvPr/>
          </p:nvSpPr>
          <p:spPr bwMode="auto">
            <a:xfrm>
              <a:off x="3773" y="3281"/>
              <a:ext cx="692"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dirty="0">
                  <a:solidFill>
                    <a:schemeClr val="tx1"/>
                  </a:solidFill>
                  <a:latin typeface="Times New Roman" panose="02020603050405020304" pitchFamily="18" charset="0"/>
                </a:rPr>
                <a:t>主存空间</a:t>
              </a:r>
            </a:p>
          </p:txBody>
        </p:sp>
        <p:sp>
          <p:nvSpPr>
            <p:cNvPr id="12" name="Text Box 49">
              <a:extLst>
                <a:ext uri="{FF2B5EF4-FFF2-40B4-BE49-F238E27FC236}">
                  <a16:creationId xmlns:a16="http://schemas.microsoft.com/office/drawing/2014/main" id="{0E675BD0-1821-89CB-ABC2-06E7795A0A6F}"/>
                </a:ext>
              </a:extLst>
            </p:cNvPr>
            <p:cNvSpPr txBox="1">
              <a:spLocks noChangeArrowheads="1"/>
            </p:cNvSpPr>
            <p:nvPr/>
          </p:nvSpPr>
          <p:spPr bwMode="auto">
            <a:xfrm>
              <a:off x="3330" y="1228"/>
              <a:ext cx="217"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rPr>
                <a:t>0</a:t>
              </a:r>
            </a:p>
          </p:txBody>
        </p:sp>
        <p:sp>
          <p:nvSpPr>
            <p:cNvPr id="13" name="Text Box 50">
              <a:extLst>
                <a:ext uri="{FF2B5EF4-FFF2-40B4-BE49-F238E27FC236}">
                  <a16:creationId xmlns:a16="http://schemas.microsoft.com/office/drawing/2014/main" id="{90CC0BF7-DEF7-9978-3E4F-71B9E0949095}"/>
                </a:ext>
              </a:extLst>
            </p:cNvPr>
            <p:cNvSpPr txBox="1">
              <a:spLocks noChangeArrowheads="1"/>
            </p:cNvSpPr>
            <p:nvPr/>
          </p:nvSpPr>
          <p:spPr bwMode="auto">
            <a:xfrm>
              <a:off x="3330" y="1434"/>
              <a:ext cx="217"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rPr>
                <a:t>1</a:t>
              </a:r>
            </a:p>
          </p:txBody>
        </p:sp>
        <p:sp>
          <p:nvSpPr>
            <p:cNvPr id="14" name="Text Box 51">
              <a:extLst>
                <a:ext uri="{FF2B5EF4-FFF2-40B4-BE49-F238E27FC236}">
                  <a16:creationId xmlns:a16="http://schemas.microsoft.com/office/drawing/2014/main" id="{6672EB4A-53D2-6578-839D-C91805EAD564}"/>
                </a:ext>
              </a:extLst>
            </p:cNvPr>
            <p:cNvSpPr txBox="1">
              <a:spLocks noChangeArrowheads="1"/>
            </p:cNvSpPr>
            <p:nvPr/>
          </p:nvSpPr>
          <p:spPr bwMode="auto">
            <a:xfrm>
              <a:off x="3201" y="3097"/>
              <a:ext cx="518"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rPr>
                <a:t>m-1</a:t>
              </a:r>
            </a:p>
          </p:txBody>
        </p:sp>
      </p:grpSp>
      <p:grpSp>
        <p:nvGrpSpPr>
          <p:cNvPr id="15" name="Group 85">
            <a:extLst>
              <a:ext uri="{FF2B5EF4-FFF2-40B4-BE49-F238E27FC236}">
                <a16:creationId xmlns:a16="http://schemas.microsoft.com/office/drawing/2014/main" id="{DF7A74EB-4207-E339-4E37-80183B7B7A44}"/>
              </a:ext>
            </a:extLst>
          </p:cNvPr>
          <p:cNvGrpSpPr>
            <a:grpSpLocks/>
          </p:cNvGrpSpPr>
          <p:nvPr/>
        </p:nvGrpSpPr>
        <p:grpSpPr bwMode="auto">
          <a:xfrm>
            <a:off x="3186953" y="1504766"/>
            <a:ext cx="1908175" cy="4762500"/>
            <a:chOff x="641" y="822"/>
            <a:chExt cx="1202" cy="3000"/>
          </a:xfrm>
        </p:grpSpPr>
        <p:grpSp>
          <p:nvGrpSpPr>
            <p:cNvPr id="16" name="Group 84">
              <a:extLst>
                <a:ext uri="{FF2B5EF4-FFF2-40B4-BE49-F238E27FC236}">
                  <a16:creationId xmlns:a16="http://schemas.microsoft.com/office/drawing/2014/main" id="{A17088F6-AF58-10F2-0C01-746F8B934390}"/>
                </a:ext>
              </a:extLst>
            </p:cNvPr>
            <p:cNvGrpSpPr>
              <a:grpSpLocks/>
            </p:cNvGrpSpPr>
            <p:nvPr/>
          </p:nvGrpSpPr>
          <p:grpSpPr bwMode="auto">
            <a:xfrm>
              <a:off x="641" y="822"/>
              <a:ext cx="1146" cy="1198"/>
              <a:chOff x="641" y="822"/>
              <a:chExt cx="1146" cy="1198"/>
            </a:xfrm>
          </p:grpSpPr>
          <p:sp>
            <p:nvSpPr>
              <p:cNvPr id="28" name="Rectangle 53">
                <a:extLst>
                  <a:ext uri="{FF2B5EF4-FFF2-40B4-BE49-F238E27FC236}">
                    <a16:creationId xmlns:a16="http://schemas.microsoft.com/office/drawing/2014/main" id="{CAF2E242-FF11-05F2-6677-7F2B7741BB6C}"/>
                  </a:ext>
                </a:extLst>
              </p:cNvPr>
              <p:cNvSpPr>
                <a:spLocks noChangeArrowheads="1"/>
              </p:cNvSpPr>
              <p:nvPr/>
            </p:nvSpPr>
            <p:spPr bwMode="auto">
              <a:xfrm>
                <a:off x="912" y="968"/>
                <a:ext cx="813" cy="819"/>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a:solidFill>
                    <a:srgbClr val="4138FA"/>
                  </a:solidFill>
                  <a:effectLst>
                    <a:outerShdw blurRad="38100" dist="38100" dir="2700000" algn="tl">
                      <a:srgbClr val="000000"/>
                    </a:outerShdw>
                  </a:effectLst>
                </a:endParaRPr>
              </a:p>
            </p:txBody>
          </p:sp>
          <p:sp>
            <p:nvSpPr>
              <p:cNvPr id="29" name="Line 54">
                <a:extLst>
                  <a:ext uri="{FF2B5EF4-FFF2-40B4-BE49-F238E27FC236}">
                    <a16:creationId xmlns:a16="http://schemas.microsoft.com/office/drawing/2014/main" id="{949AE578-734A-C896-5792-FF7F30CBA127}"/>
                  </a:ext>
                </a:extLst>
              </p:cNvPr>
              <p:cNvSpPr>
                <a:spLocks noChangeShapeType="1"/>
              </p:cNvSpPr>
              <p:nvPr/>
            </p:nvSpPr>
            <p:spPr bwMode="auto">
              <a:xfrm>
                <a:off x="912" y="1051"/>
                <a:ext cx="8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30" name="Line 55">
                <a:extLst>
                  <a:ext uri="{FF2B5EF4-FFF2-40B4-BE49-F238E27FC236}">
                    <a16:creationId xmlns:a16="http://schemas.microsoft.com/office/drawing/2014/main" id="{D76CE891-40F1-8389-F134-F93A3624AA5F}"/>
                  </a:ext>
                </a:extLst>
              </p:cNvPr>
              <p:cNvSpPr>
                <a:spLocks noChangeShapeType="1"/>
              </p:cNvSpPr>
              <p:nvPr/>
            </p:nvSpPr>
            <p:spPr bwMode="auto">
              <a:xfrm>
                <a:off x="912" y="1157"/>
                <a:ext cx="8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31" name="Line 56">
                <a:extLst>
                  <a:ext uri="{FF2B5EF4-FFF2-40B4-BE49-F238E27FC236}">
                    <a16:creationId xmlns:a16="http://schemas.microsoft.com/office/drawing/2014/main" id="{2391FA65-E56C-73CB-624C-0063F9D19B99}"/>
                  </a:ext>
                </a:extLst>
              </p:cNvPr>
              <p:cNvSpPr>
                <a:spLocks noChangeShapeType="1"/>
              </p:cNvSpPr>
              <p:nvPr/>
            </p:nvSpPr>
            <p:spPr bwMode="auto">
              <a:xfrm>
                <a:off x="912" y="1556"/>
                <a:ext cx="8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32" name="Line 57">
                <a:extLst>
                  <a:ext uri="{FF2B5EF4-FFF2-40B4-BE49-F238E27FC236}">
                    <a16:creationId xmlns:a16="http://schemas.microsoft.com/office/drawing/2014/main" id="{DD512595-3491-38C5-DA38-04CC27949117}"/>
                  </a:ext>
                </a:extLst>
              </p:cNvPr>
              <p:cNvSpPr>
                <a:spLocks noChangeShapeType="1"/>
              </p:cNvSpPr>
              <p:nvPr/>
            </p:nvSpPr>
            <p:spPr bwMode="auto">
              <a:xfrm>
                <a:off x="912" y="1660"/>
                <a:ext cx="8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33" name="Text Box 58">
                <a:extLst>
                  <a:ext uri="{FF2B5EF4-FFF2-40B4-BE49-F238E27FC236}">
                    <a16:creationId xmlns:a16="http://schemas.microsoft.com/office/drawing/2014/main" id="{33D27FCC-360B-372C-163C-903D2404399C}"/>
                  </a:ext>
                </a:extLst>
              </p:cNvPr>
              <p:cNvSpPr txBox="1">
                <a:spLocks noChangeArrowheads="1"/>
              </p:cNvSpPr>
              <p:nvPr/>
            </p:nvSpPr>
            <p:spPr bwMode="auto">
              <a:xfrm>
                <a:off x="826" y="1808"/>
                <a:ext cx="961" cy="21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dirty="0">
                    <a:solidFill>
                      <a:schemeClr val="tx1"/>
                    </a:solidFill>
                    <a:latin typeface="Times New Roman" panose="02020603050405020304" pitchFamily="18" charset="0"/>
                  </a:rPr>
                  <a:t>程序</a:t>
                </a:r>
                <a:r>
                  <a:rPr kumimoji="1" lang="en-US" altLang="zh-CN" sz="1600" b="1" dirty="0">
                    <a:solidFill>
                      <a:schemeClr val="tx1"/>
                    </a:solidFill>
                    <a:latin typeface="Times New Roman" panose="02020603050405020304" pitchFamily="18" charset="0"/>
                  </a:rPr>
                  <a:t>1</a:t>
                </a:r>
                <a:r>
                  <a:rPr kumimoji="1" lang="zh-CN" altLang="en-US" sz="1600" b="1" dirty="0">
                    <a:solidFill>
                      <a:schemeClr val="tx1"/>
                    </a:solidFill>
                    <a:latin typeface="Times New Roman" panose="02020603050405020304" pitchFamily="18" charset="0"/>
                  </a:rPr>
                  <a:t>地址空间</a:t>
                </a:r>
              </a:p>
            </p:txBody>
          </p:sp>
          <p:sp>
            <p:nvSpPr>
              <p:cNvPr id="34" name="Text Box 59">
                <a:extLst>
                  <a:ext uri="{FF2B5EF4-FFF2-40B4-BE49-F238E27FC236}">
                    <a16:creationId xmlns:a16="http://schemas.microsoft.com/office/drawing/2014/main" id="{8274AD25-2345-15A9-D203-7F48FA568352}"/>
                  </a:ext>
                </a:extLst>
              </p:cNvPr>
              <p:cNvSpPr txBox="1">
                <a:spLocks noChangeArrowheads="1"/>
              </p:cNvSpPr>
              <p:nvPr/>
            </p:nvSpPr>
            <p:spPr bwMode="auto">
              <a:xfrm>
                <a:off x="743" y="822"/>
                <a:ext cx="169" cy="21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rPr>
                  <a:t>0</a:t>
                </a:r>
              </a:p>
            </p:txBody>
          </p:sp>
          <p:sp>
            <p:nvSpPr>
              <p:cNvPr id="35" name="Text Box 60">
                <a:extLst>
                  <a:ext uri="{FF2B5EF4-FFF2-40B4-BE49-F238E27FC236}">
                    <a16:creationId xmlns:a16="http://schemas.microsoft.com/office/drawing/2014/main" id="{E2EF72D0-3115-DB15-D97B-3C9B8E62DDB6}"/>
                  </a:ext>
                </a:extLst>
              </p:cNvPr>
              <p:cNvSpPr txBox="1">
                <a:spLocks noChangeArrowheads="1"/>
              </p:cNvSpPr>
              <p:nvPr/>
            </p:nvSpPr>
            <p:spPr bwMode="auto">
              <a:xfrm>
                <a:off x="743" y="1010"/>
                <a:ext cx="169" cy="21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nSpc>
                    <a:spcPct val="100000"/>
                  </a:lnSpc>
                  <a:spcBef>
                    <a:spcPct val="50000"/>
                  </a:spcBef>
                  <a:buClrTx/>
                  <a:buSzTx/>
                  <a:buNone/>
                </a:pPr>
                <a:r>
                  <a:rPr kumimoji="1" lang="en-US" altLang="zh-CN" sz="1600" b="1" dirty="0">
                    <a:solidFill>
                      <a:schemeClr val="tx1"/>
                    </a:solidFill>
                    <a:latin typeface="Times New Roman" panose="02020603050405020304" pitchFamily="18" charset="0"/>
                  </a:rPr>
                  <a:t>1</a:t>
                </a:r>
              </a:p>
            </p:txBody>
          </p:sp>
          <p:sp>
            <p:nvSpPr>
              <p:cNvPr id="36" name="Text Box 61">
                <a:extLst>
                  <a:ext uri="{FF2B5EF4-FFF2-40B4-BE49-F238E27FC236}">
                    <a16:creationId xmlns:a16="http://schemas.microsoft.com/office/drawing/2014/main" id="{A6599280-B9BB-906D-C80A-13844405F6E7}"/>
                  </a:ext>
                </a:extLst>
              </p:cNvPr>
              <p:cNvSpPr txBox="1">
                <a:spLocks noChangeArrowheads="1"/>
              </p:cNvSpPr>
              <p:nvPr/>
            </p:nvSpPr>
            <p:spPr bwMode="auto">
              <a:xfrm>
                <a:off x="641" y="1627"/>
                <a:ext cx="406" cy="21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nSpc>
                    <a:spcPct val="100000"/>
                  </a:lnSpc>
                  <a:spcBef>
                    <a:spcPct val="50000"/>
                  </a:spcBef>
                  <a:buClrTx/>
                  <a:buSzTx/>
                  <a:buNone/>
                </a:pPr>
                <a:r>
                  <a:rPr kumimoji="1" lang="en-US" altLang="zh-CN" sz="1600" b="1" dirty="0">
                    <a:solidFill>
                      <a:schemeClr val="tx1"/>
                    </a:solidFill>
                    <a:latin typeface="Times New Roman" panose="02020603050405020304" pitchFamily="18" charset="0"/>
                  </a:rPr>
                  <a:t>n-1</a:t>
                </a:r>
              </a:p>
            </p:txBody>
          </p:sp>
          <p:sp>
            <p:nvSpPr>
              <p:cNvPr id="37" name="Line 62">
                <a:extLst>
                  <a:ext uri="{FF2B5EF4-FFF2-40B4-BE49-F238E27FC236}">
                    <a16:creationId xmlns:a16="http://schemas.microsoft.com/office/drawing/2014/main" id="{B00E28EE-0500-F29A-C0F7-5E54C75CDC1C}"/>
                  </a:ext>
                </a:extLst>
              </p:cNvPr>
              <p:cNvSpPr>
                <a:spLocks noChangeShapeType="1"/>
              </p:cNvSpPr>
              <p:nvPr/>
            </p:nvSpPr>
            <p:spPr bwMode="auto">
              <a:xfrm>
                <a:off x="904" y="1277"/>
                <a:ext cx="8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grpSp>
        <p:sp>
          <p:nvSpPr>
            <p:cNvPr id="17" name="Rectangle 64">
              <a:extLst>
                <a:ext uri="{FF2B5EF4-FFF2-40B4-BE49-F238E27FC236}">
                  <a16:creationId xmlns:a16="http://schemas.microsoft.com/office/drawing/2014/main" id="{4003804A-73D6-2F0C-C597-E8B96629975D}"/>
                </a:ext>
              </a:extLst>
            </p:cNvPr>
            <p:cNvSpPr>
              <a:spLocks noChangeArrowheads="1"/>
            </p:cNvSpPr>
            <p:nvPr/>
          </p:nvSpPr>
          <p:spPr bwMode="auto">
            <a:xfrm>
              <a:off x="912" y="2752"/>
              <a:ext cx="813" cy="819"/>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a:solidFill>
                  <a:srgbClr val="4138FA"/>
                </a:solidFill>
                <a:effectLst>
                  <a:outerShdw blurRad="38100" dist="38100" dir="2700000" algn="tl">
                    <a:srgbClr val="000000"/>
                  </a:outerShdw>
                </a:effectLst>
              </a:endParaRPr>
            </a:p>
          </p:txBody>
        </p:sp>
        <p:sp>
          <p:nvSpPr>
            <p:cNvPr id="18" name="Line 65">
              <a:extLst>
                <a:ext uri="{FF2B5EF4-FFF2-40B4-BE49-F238E27FC236}">
                  <a16:creationId xmlns:a16="http://schemas.microsoft.com/office/drawing/2014/main" id="{193F4B80-D193-B2F6-DDCA-9AD986785AA5}"/>
                </a:ext>
              </a:extLst>
            </p:cNvPr>
            <p:cNvSpPr>
              <a:spLocks noChangeShapeType="1"/>
            </p:cNvSpPr>
            <p:nvPr/>
          </p:nvSpPr>
          <p:spPr bwMode="auto">
            <a:xfrm>
              <a:off x="912" y="2836"/>
              <a:ext cx="813"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9" name="Line 66">
              <a:extLst>
                <a:ext uri="{FF2B5EF4-FFF2-40B4-BE49-F238E27FC236}">
                  <a16:creationId xmlns:a16="http://schemas.microsoft.com/office/drawing/2014/main" id="{FD0414D8-3ADF-22C8-30BC-C27B87661BC8}"/>
                </a:ext>
              </a:extLst>
            </p:cNvPr>
            <p:cNvSpPr>
              <a:spLocks noChangeShapeType="1"/>
            </p:cNvSpPr>
            <p:nvPr/>
          </p:nvSpPr>
          <p:spPr bwMode="auto">
            <a:xfrm>
              <a:off x="912" y="2941"/>
              <a:ext cx="813"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20" name="Line 67">
              <a:extLst>
                <a:ext uri="{FF2B5EF4-FFF2-40B4-BE49-F238E27FC236}">
                  <a16:creationId xmlns:a16="http://schemas.microsoft.com/office/drawing/2014/main" id="{6F7F6B55-A7DA-424F-3250-33263B011D5F}"/>
                </a:ext>
              </a:extLst>
            </p:cNvPr>
            <p:cNvSpPr>
              <a:spLocks noChangeShapeType="1"/>
            </p:cNvSpPr>
            <p:nvPr/>
          </p:nvSpPr>
          <p:spPr bwMode="auto">
            <a:xfrm>
              <a:off x="912" y="3340"/>
              <a:ext cx="813"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21" name="Line 68">
              <a:extLst>
                <a:ext uri="{FF2B5EF4-FFF2-40B4-BE49-F238E27FC236}">
                  <a16:creationId xmlns:a16="http://schemas.microsoft.com/office/drawing/2014/main" id="{6613C636-C58F-668B-8647-020E71A31805}"/>
                </a:ext>
              </a:extLst>
            </p:cNvPr>
            <p:cNvSpPr>
              <a:spLocks noChangeShapeType="1"/>
            </p:cNvSpPr>
            <p:nvPr/>
          </p:nvSpPr>
          <p:spPr bwMode="auto">
            <a:xfrm>
              <a:off x="912" y="3444"/>
              <a:ext cx="813"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22" name="Text Box 69">
              <a:extLst>
                <a:ext uri="{FF2B5EF4-FFF2-40B4-BE49-F238E27FC236}">
                  <a16:creationId xmlns:a16="http://schemas.microsoft.com/office/drawing/2014/main" id="{A246AC54-25DA-A187-83C1-6B0C94327BD6}"/>
                </a:ext>
              </a:extLst>
            </p:cNvPr>
            <p:cNvSpPr txBox="1">
              <a:spLocks noChangeArrowheads="1"/>
            </p:cNvSpPr>
            <p:nvPr/>
          </p:nvSpPr>
          <p:spPr bwMode="auto">
            <a:xfrm>
              <a:off x="826" y="3610"/>
              <a:ext cx="1017" cy="21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dirty="0">
                  <a:solidFill>
                    <a:schemeClr val="tx1"/>
                  </a:solidFill>
                  <a:latin typeface="Times New Roman" panose="02020603050405020304" pitchFamily="18" charset="0"/>
                </a:rPr>
                <a:t>程序 </a:t>
              </a:r>
              <a:r>
                <a:rPr kumimoji="1" lang="en-US" altLang="zh-CN" sz="1600" b="1" dirty="0" err="1">
                  <a:solidFill>
                    <a:schemeClr val="tx1"/>
                  </a:solidFill>
                  <a:latin typeface="Times New Roman" panose="02020603050405020304" pitchFamily="18" charset="0"/>
                </a:rPr>
                <a:t>i</a:t>
              </a:r>
              <a:r>
                <a:rPr kumimoji="1" lang="en-US" altLang="zh-CN" sz="1600" b="1" dirty="0">
                  <a:solidFill>
                    <a:schemeClr val="tx1"/>
                  </a:solidFill>
                  <a:latin typeface="Times New Roman" panose="02020603050405020304" pitchFamily="18" charset="0"/>
                </a:rPr>
                <a:t> </a:t>
              </a:r>
              <a:r>
                <a:rPr kumimoji="1" lang="zh-CN" altLang="en-US" sz="1600" b="1" dirty="0">
                  <a:solidFill>
                    <a:schemeClr val="tx1"/>
                  </a:solidFill>
                  <a:latin typeface="Times New Roman" panose="02020603050405020304" pitchFamily="18" charset="0"/>
                </a:rPr>
                <a:t>地址空间</a:t>
              </a:r>
            </a:p>
          </p:txBody>
        </p:sp>
        <p:sp>
          <p:nvSpPr>
            <p:cNvPr id="23" name="Text Box 70">
              <a:extLst>
                <a:ext uri="{FF2B5EF4-FFF2-40B4-BE49-F238E27FC236}">
                  <a16:creationId xmlns:a16="http://schemas.microsoft.com/office/drawing/2014/main" id="{50B359F0-5EA6-AC6A-DD9A-24ABBDDEA441}"/>
                </a:ext>
              </a:extLst>
            </p:cNvPr>
            <p:cNvSpPr txBox="1">
              <a:spLocks noChangeArrowheads="1"/>
            </p:cNvSpPr>
            <p:nvPr/>
          </p:nvSpPr>
          <p:spPr bwMode="auto">
            <a:xfrm>
              <a:off x="743" y="2628"/>
              <a:ext cx="169" cy="21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nSpc>
                  <a:spcPct val="100000"/>
                </a:lnSpc>
                <a:spcBef>
                  <a:spcPct val="50000"/>
                </a:spcBef>
                <a:buClrTx/>
                <a:buSzTx/>
                <a:buNone/>
              </a:pPr>
              <a:r>
                <a:rPr kumimoji="1" lang="en-US" altLang="zh-CN" sz="1600" b="1" dirty="0">
                  <a:solidFill>
                    <a:schemeClr val="tx1"/>
                  </a:solidFill>
                  <a:latin typeface="Times New Roman" panose="02020603050405020304" pitchFamily="18" charset="0"/>
                </a:rPr>
                <a:t>0</a:t>
              </a:r>
            </a:p>
          </p:txBody>
        </p:sp>
        <p:sp>
          <p:nvSpPr>
            <p:cNvPr id="24" name="Text Box 71">
              <a:extLst>
                <a:ext uri="{FF2B5EF4-FFF2-40B4-BE49-F238E27FC236}">
                  <a16:creationId xmlns:a16="http://schemas.microsoft.com/office/drawing/2014/main" id="{AAFD56F6-AE21-6580-8111-6049C6CC8946}"/>
                </a:ext>
              </a:extLst>
            </p:cNvPr>
            <p:cNvSpPr txBox="1">
              <a:spLocks noChangeArrowheads="1"/>
            </p:cNvSpPr>
            <p:nvPr/>
          </p:nvSpPr>
          <p:spPr bwMode="auto">
            <a:xfrm>
              <a:off x="743" y="2794"/>
              <a:ext cx="169" cy="21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nSpc>
                  <a:spcPct val="100000"/>
                </a:lnSpc>
                <a:spcBef>
                  <a:spcPct val="50000"/>
                </a:spcBef>
                <a:buClrTx/>
                <a:buSzTx/>
                <a:buNone/>
              </a:pPr>
              <a:r>
                <a:rPr kumimoji="1" lang="en-US" altLang="zh-CN" sz="1600" b="1" dirty="0">
                  <a:solidFill>
                    <a:schemeClr val="tx1"/>
                  </a:solidFill>
                  <a:latin typeface="Times New Roman" panose="02020603050405020304" pitchFamily="18" charset="0"/>
                </a:rPr>
                <a:t>1</a:t>
              </a:r>
            </a:p>
          </p:txBody>
        </p:sp>
        <p:sp>
          <p:nvSpPr>
            <p:cNvPr id="25" name="Text Box 72">
              <a:extLst>
                <a:ext uri="{FF2B5EF4-FFF2-40B4-BE49-F238E27FC236}">
                  <a16:creationId xmlns:a16="http://schemas.microsoft.com/office/drawing/2014/main" id="{B0A89AE0-1BA7-A847-4B4C-ACA2698900A4}"/>
                </a:ext>
              </a:extLst>
            </p:cNvPr>
            <p:cNvSpPr txBox="1">
              <a:spLocks noChangeArrowheads="1"/>
            </p:cNvSpPr>
            <p:nvPr/>
          </p:nvSpPr>
          <p:spPr bwMode="auto">
            <a:xfrm>
              <a:off x="650" y="3393"/>
              <a:ext cx="406" cy="21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nSpc>
                  <a:spcPct val="100000"/>
                </a:lnSpc>
                <a:spcBef>
                  <a:spcPct val="50000"/>
                </a:spcBef>
                <a:buClrTx/>
                <a:buSzTx/>
                <a:buNone/>
              </a:pPr>
              <a:r>
                <a:rPr kumimoji="1" lang="en-US" altLang="zh-CN" sz="1600" b="1" dirty="0">
                  <a:solidFill>
                    <a:schemeClr val="tx1"/>
                  </a:solidFill>
                  <a:latin typeface="Times New Roman" panose="02020603050405020304" pitchFamily="18" charset="0"/>
                </a:rPr>
                <a:t>k-1</a:t>
              </a:r>
            </a:p>
          </p:txBody>
        </p:sp>
        <p:sp>
          <p:nvSpPr>
            <p:cNvPr id="26" name="Line 73">
              <a:extLst>
                <a:ext uri="{FF2B5EF4-FFF2-40B4-BE49-F238E27FC236}">
                  <a16:creationId xmlns:a16="http://schemas.microsoft.com/office/drawing/2014/main" id="{8D659CD3-1D70-15D7-7C8C-F602465EF9A1}"/>
                </a:ext>
              </a:extLst>
            </p:cNvPr>
            <p:cNvSpPr>
              <a:spLocks noChangeShapeType="1"/>
            </p:cNvSpPr>
            <p:nvPr/>
          </p:nvSpPr>
          <p:spPr bwMode="auto">
            <a:xfrm>
              <a:off x="904" y="3062"/>
              <a:ext cx="813"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27" name="Text Box 74">
              <a:extLst>
                <a:ext uri="{FF2B5EF4-FFF2-40B4-BE49-F238E27FC236}">
                  <a16:creationId xmlns:a16="http://schemas.microsoft.com/office/drawing/2014/main" id="{BC263221-E3B9-10F6-59B7-A4BF29348BFB}"/>
                </a:ext>
              </a:extLst>
            </p:cNvPr>
            <p:cNvSpPr txBox="1">
              <a:spLocks noChangeArrowheads="1"/>
            </p:cNvSpPr>
            <p:nvPr/>
          </p:nvSpPr>
          <p:spPr bwMode="auto">
            <a:xfrm>
              <a:off x="1025" y="2102"/>
              <a:ext cx="579" cy="4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a:solidFill>
                    <a:schemeClr val="tx1"/>
                  </a:solidFill>
                  <a:latin typeface="宋体" panose="02010600030101010101" pitchFamily="2" charset="-122"/>
                </a:rPr>
                <a:t>  </a:t>
              </a:r>
              <a:r>
                <a:rPr kumimoji="1" lang="en-US" altLang="zh-CN" sz="1600">
                  <a:solidFill>
                    <a:schemeClr val="tx1"/>
                  </a:solidFill>
                  <a:latin typeface="宋体" panose="02010600030101010101" pitchFamily="2" charset="-122"/>
                  <a:sym typeface="MT Extra" panose="05050102010205020202" pitchFamily="18" charset="2"/>
                </a:rPr>
                <a:t></a:t>
              </a:r>
            </a:p>
            <a:p>
              <a:pPr eaLnBrk="1" hangingPunct="1">
                <a:lnSpc>
                  <a:spcPct val="100000"/>
                </a:lnSpc>
                <a:spcBef>
                  <a:spcPct val="50000"/>
                </a:spcBef>
                <a:buClrTx/>
                <a:buSzTx/>
                <a:buFontTx/>
                <a:buNone/>
              </a:pPr>
              <a:r>
                <a:rPr kumimoji="1" lang="en-US" altLang="zh-CN" sz="1600">
                  <a:solidFill>
                    <a:schemeClr val="tx1"/>
                  </a:solidFill>
                  <a:latin typeface="宋体" panose="02010600030101010101" pitchFamily="2" charset="-122"/>
                </a:rPr>
                <a:t>  </a:t>
              </a:r>
              <a:r>
                <a:rPr kumimoji="1" lang="en-US" altLang="zh-CN" sz="1600">
                  <a:solidFill>
                    <a:schemeClr val="tx1"/>
                  </a:solidFill>
                  <a:latin typeface="Times New Roman" panose="02020603050405020304" pitchFamily="18" charset="0"/>
                  <a:sym typeface="MT Extra" panose="05050102010205020202" pitchFamily="18" charset="2"/>
                </a:rPr>
                <a:t></a:t>
              </a:r>
            </a:p>
          </p:txBody>
        </p:sp>
      </p:grpSp>
      <p:grpSp>
        <p:nvGrpSpPr>
          <p:cNvPr id="38" name="Group 81">
            <a:extLst>
              <a:ext uri="{FF2B5EF4-FFF2-40B4-BE49-F238E27FC236}">
                <a16:creationId xmlns:a16="http://schemas.microsoft.com/office/drawing/2014/main" id="{68C7328C-1BAB-065C-0897-D5B1D240CCF5}"/>
              </a:ext>
            </a:extLst>
          </p:cNvPr>
          <p:cNvGrpSpPr>
            <a:grpSpLocks/>
          </p:cNvGrpSpPr>
          <p:nvPr/>
        </p:nvGrpSpPr>
        <p:grpSpPr bwMode="auto">
          <a:xfrm>
            <a:off x="5109415" y="2136591"/>
            <a:ext cx="2036763" cy="2957513"/>
            <a:chOff x="1852" y="1220"/>
            <a:chExt cx="1283" cy="1863"/>
          </a:xfrm>
        </p:grpSpPr>
        <p:sp>
          <p:nvSpPr>
            <p:cNvPr id="39" name="Line 75">
              <a:extLst>
                <a:ext uri="{FF2B5EF4-FFF2-40B4-BE49-F238E27FC236}">
                  <a16:creationId xmlns:a16="http://schemas.microsoft.com/office/drawing/2014/main" id="{17322366-1343-7F7B-9B0B-29D67828FE5D}"/>
                </a:ext>
              </a:extLst>
            </p:cNvPr>
            <p:cNvSpPr>
              <a:spLocks noChangeShapeType="1"/>
            </p:cNvSpPr>
            <p:nvPr/>
          </p:nvSpPr>
          <p:spPr bwMode="auto">
            <a:xfrm>
              <a:off x="1852" y="1220"/>
              <a:ext cx="1283" cy="497"/>
            </a:xfrm>
            <a:prstGeom prst="line">
              <a:avLst/>
            </a:prstGeom>
            <a:noFill/>
            <a:ln w="381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40" name="Line 76">
              <a:extLst>
                <a:ext uri="{FF2B5EF4-FFF2-40B4-BE49-F238E27FC236}">
                  <a16:creationId xmlns:a16="http://schemas.microsoft.com/office/drawing/2014/main" id="{988B4ABF-6091-EDE5-B503-28CD31E5C3AF}"/>
                </a:ext>
              </a:extLst>
            </p:cNvPr>
            <p:cNvSpPr>
              <a:spLocks noChangeShapeType="1"/>
            </p:cNvSpPr>
            <p:nvPr/>
          </p:nvSpPr>
          <p:spPr bwMode="auto">
            <a:xfrm>
              <a:off x="1893" y="2090"/>
              <a:ext cx="1200" cy="0"/>
            </a:xfrm>
            <a:prstGeom prst="line">
              <a:avLst/>
            </a:prstGeom>
            <a:noFill/>
            <a:ln w="381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41" name="Line 77">
              <a:extLst>
                <a:ext uri="{FF2B5EF4-FFF2-40B4-BE49-F238E27FC236}">
                  <a16:creationId xmlns:a16="http://schemas.microsoft.com/office/drawing/2014/main" id="{8E0C0DE2-B428-9D45-CA04-3B1A6A6185DF}"/>
                </a:ext>
              </a:extLst>
            </p:cNvPr>
            <p:cNvSpPr>
              <a:spLocks noChangeShapeType="1"/>
            </p:cNvSpPr>
            <p:nvPr/>
          </p:nvSpPr>
          <p:spPr bwMode="auto">
            <a:xfrm flipV="1">
              <a:off x="1935" y="2669"/>
              <a:ext cx="1158" cy="414"/>
            </a:xfrm>
            <a:prstGeom prst="line">
              <a:avLst/>
            </a:prstGeom>
            <a:noFill/>
            <a:ln w="381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grpSp>
      <p:sp>
        <p:nvSpPr>
          <p:cNvPr id="42" name="Text Box 86">
            <a:extLst>
              <a:ext uri="{FF2B5EF4-FFF2-40B4-BE49-F238E27FC236}">
                <a16:creationId xmlns:a16="http://schemas.microsoft.com/office/drawing/2014/main" id="{1A8C8064-3263-4DDA-5B2F-6B58EF27662C}"/>
              </a:ext>
            </a:extLst>
          </p:cNvPr>
          <p:cNvSpPr txBox="1">
            <a:spLocks noChangeArrowheads="1"/>
          </p:cNvSpPr>
          <p:nvPr/>
        </p:nvSpPr>
        <p:spPr bwMode="auto">
          <a:xfrm>
            <a:off x="5267371" y="6267266"/>
            <a:ext cx="3624263"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dirty="0">
                <a:solidFill>
                  <a:schemeClr val="tx1"/>
                </a:solidFill>
                <a:latin typeface="Times New Roman" panose="02020603050405020304" pitchFamily="18" charset="0"/>
              </a:rPr>
              <a:t>程序地址空间与主存空间示意图</a:t>
            </a:r>
          </a:p>
        </p:txBody>
      </p:sp>
    </p:spTree>
    <p:extLst>
      <p:ext uri="{BB962C8B-B14F-4D97-AF65-F5344CB8AC3E}">
        <p14:creationId xmlns:p14="http://schemas.microsoft.com/office/powerpoint/2010/main" val="3177236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主存管理功能</a:t>
            </a:r>
          </a:p>
        </p:txBody>
      </p:sp>
      <p:sp>
        <p:nvSpPr>
          <p:cNvPr id="3" name="Rectangle 37">
            <a:extLst>
              <a:ext uri="{FF2B5EF4-FFF2-40B4-BE49-F238E27FC236}">
                <a16:creationId xmlns:a16="http://schemas.microsoft.com/office/drawing/2014/main" id="{D4AF366D-ABDB-6FF7-4C90-F182E3E84CC0}"/>
              </a:ext>
            </a:extLst>
          </p:cNvPr>
          <p:cNvSpPr>
            <a:spLocks noChangeArrowheads="1"/>
          </p:cNvSpPr>
          <p:nvPr/>
        </p:nvSpPr>
        <p:spPr bwMode="auto">
          <a:xfrm>
            <a:off x="487822" y="830079"/>
            <a:ext cx="8375650"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2.  </a:t>
            </a:r>
            <a:r>
              <a:rPr lang="zh-CN" altLang="en-US" sz="2800" b="1" dirty="0">
                <a:solidFill>
                  <a:srgbClr val="335F90"/>
                </a:solidFill>
                <a:latin typeface="Times New Roman" panose="02020603050405020304" pitchFamily="18" charset="0"/>
              </a:rPr>
              <a:t>主存管理功能</a:t>
            </a:r>
          </a:p>
        </p:txBody>
      </p:sp>
      <p:sp>
        <p:nvSpPr>
          <p:cNvPr id="4" name="Rectangle 39">
            <a:extLst>
              <a:ext uri="{FF2B5EF4-FFF2-40B4-BE49-F238E27FC236}">
                <a16:creationId xmlns:a16="http://schemas.microsoft.com/office/drawing/2014/main" id="{B8053E8A-CB0A-E36C-4CC1-8F2C18890D36}"/>
              </a:ext>
            </a:extLst>
          </p:cNvPr>
          <p:cNvSpPr>
            <a:spLocks noChangeArrowheads="1"/>
          </p:cNvSpPr>
          <p:nvPr/>
        </p:nvSpPr>
        <p:spPr bwMode="auto">
          <a:xfrm>
            <a:off x="975184" y="1760354"/>
            <a:ext cx="6357938" cy="280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2600" b="1" dirty="0">
                <a:solidFill>
                  <a:schemeClr val="tx1"/>
                </a:solidFill>
                <a:effectLst/>
                <a:latin typeface="微软雅黑" panose="020B0503020204020204" pitchFamily="34" charset="-122"/>
                <a:ea typeface="微软雅黑" panose="020B0503020204020204" pitchFamily="34" charset="-122"/>
              </a:rPr>
              <a:t>实现逻辑地址到物理主存地址的映射</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2600" b="1" dirty="0">
                <a:solidFill>
                  <a:schemeClr val="tx1"/>
                </a:solidFill>
                <a:effectLst/>
                <a:latin typeface="微软雅黑" panose="020B0503020204020204" pitchFamily="34" charset="-122"/>
                <a:ea typeface="微软雅黑" panose="020B0503020204020204" pitchFamily="34" charset="-122"/>
              </a:rPr>
              <a:t>主存分配 </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2600" b="1" dirty="0">
                <a:solidFill>
                  <a:schemeClr val="tx1"/>
                </a:solidFill>
                <a:effectLst/>
                <a:latin typeface="微软雅黑" panose="020B0503020204020204" pitchFamily="34" charset="-122"/>
                <a:ea typeface="微软雅黑" panose="020B0503020204020204" pitchFamily="34" charset="-122"/>
              </a:rPr>
              <a:t>存储保护</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2600" b="1" dirty="0">
                <a:solidFill>
                  <a:schemeClr val="tx1"/>
                </a:solidFill>
                <a:effectLst/>
                <a:latin typeface="微软雅黑" panose="020B0503020204020204" pitchFamily="34" charset="-122"/>
                <a:ea typeface="微软雅黑" panose="020B0503020204020204" pitchFamily="34" charset="-122"/>
              </a:rPr>
              <a:t>主存扩充    </a:t>
            </a:r>
          </a:p>
        </p:txBody>
      </p:sp>
    </p:spTree>
    <p:extLst>
      <p:ext uri="{BB962C8B-B14F-4D97-AF65-F5344CB8AC3E}">
        <p14:creationId xmlns:p14="http://schemas.microsoft.com/office/powerpoint/2010/main" val="2403607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主存管理功能</a:t>
            </a:r>
          </a:p>
        </p:txBody>
      </p:sp>
      <p:sp>
        <p:nvSpPr>
          <p:cNvPr id="3" name="Rectangle 6">
            <a:extLst>
              <a:ext uri="{FF2B5EF4-FFF2-40B4-BE49-F238E27FC236}">
                <a16:creationId xmlns:a16="http://schemas.microsoft.com/office/drawing/2014/main" id="{39FAD6DA-FEF0-4DC1-538D-A3A38A43222F}"/>
              </a:ext>
            </a:extLst>
          </p:cNvPr>
          <p:cNvSpPr>
            <a:spLocks noChangeArrowheads="1"/>
          </p:cNvSpPr>
          <p:nvPr/>
        </p:nvSpPr>
        <p:spPr bwMode="auto">
          <a:xfrm>
            <a:off x="487822" y="830079"/>
            <a:ext cx="10766332" cy="2289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3.  </a:t>
            </a:r>
            <a:r>
              <a:rPr lang="zh-CN" altLang="en-US" sz="2800" b="1" dirty="0">
                <a:solidFill>
                  <a:srgbClr val="335F90"/>
                </a:solidFill>
                <a:latin typeface="Times New Roman" panose="02020603050405020304" pitchFamily="18" charset="0"/>
              </a:rPr>
              <a:t>地址映射</a:t>
            </a:r>
          </a:p>
          <a:p>
            <a:pPr marL="0" indent="0" algn="just">
              <a:lnSpc>
                <a:spcPct val="150000"/>
              </a:lnSpc>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什么是地址映射</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000" b="0" dirty="0">
                <a:solidFill>
                  <a:schemeClr val="tx1"/>
                </a:solidFill>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将程序地址空间中使用的逻辑地址变换成主存中的物理</a:t>
            </a:r>
            <a:r>
              <a:rPr lang="zh-CN" altLang="en-US" sz="2400" b="0" dirty="0" smtClean="0">
                <a:solidFill>
                  <a:schemeClr val="tx1"/>
                </a:solidFill>
                <a:effectLst/>
                <a:latin typeface="Times New Roman" panose="02020603050405020304" pitchFamily="18" charset="0"/>
              </a:rPr>
              <a:t>地址</a:t>
            </a:r>
            <a:r>
              <a:rPr lang="zh-CN" altLang="en-US" sz="2400" b="0" dirty="0">
                <a:solidFill>
                  <a:schemeClr val="tx1"/>
                </a:solidFill>
                <a:effectLst/>
                <a:latin typeface="Times New Roman" panose="02020603050405020304" pitchFamily="18" charset="0"/>
              </a:rPr>
              <a:t>的过程，称为地址映射。</a:t>
            </a:r>
          </a:p>
        </p:txBody>
      </p:sp>
      <p:grpSp>
        <p:nvGrpSpPr>
          <p:cNvPr id="4" name="Group 26">
            <a:extLst>
              <a:ext uri="{FF2B5EF4-FFF2-40B4-BE49-F238E27FC236}">
                <a16:creationId xmlns:a16="http://schemas.microsoft.com/office/drawing/2014/main" id="{5A68E877-20F6-514E-B225-328862AB9E59}"/>
              </a:ext>
            </a:extLst>
          </p:cNvPr>
          <p:cNvGrpSpPr>
            <a:grpSpLocks/>
          </p:cNvGrpSpPr>
          <p:nvPr/>
        </p:nvGrpSpPr>
        <p:grpSpPr bwMode="auto">
          <a:xfrm>
            <a:off x="1981660" y="3292292"/>
            <a:ext cx="4989512" cy="2836862"/>
            <a:chOff x="1059" y="1391"/>
            <a:chExt cx="2914" cy="1622"/>
          </a:xfrm>
        </p:grpSpPr>
        <p:sp>
          <p:nvSpPr>
            <p:cNvPr id="5" name="Text Box 8">
              <a:extLst>
                <a:ext uri="{FF2B5EF4-FFF2-40B4-BE49-F238E27FC236}">
                  <a16:creationId xmlns:a16="http://schemas.microsoft.com/office/drawing/2014/main" id="{856B70D6-4717-E02C-278B-864220A03500}"/>
                </a:ext>
              </a:extLst>
            </p:cNvPr>
            <p:cNvSpPr txBox="1">
              <a:spLocks noChangeArrowheads="1"/>
            </p:cNvSpPr>
            <p:nvPr/>
          </p:nvSpPr>
          <p:spPr bwMode="auto">
            <a:xfrm>
              <a:off x="1370" y="1739"/>
              <a:ext cx="777" cy="824"/>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mov  r</a:t>
              </a:r>
              <a:r>
                <a:rPr kumimoji="1" lang="en-US" altLang="zh-CN" sz="1600" b="1" baseline="-25000">
                  <a:solidFill>
                    <a:schemeClr val="tx1"/>
                  </a:solidFill>
                  <a:latin typeface="Times New Roman" panose="02020603050405020304" pitchFamily="18" charset="0"/>
                </a:rPr>
                <a:t>1</a:t>
              </a:r>
              <a:r>
                <a:rPr kumimoji="1" lang="en-US" altLang="zh-CN" sz="1600" b="1">
                  <a:solidFill>
                    <a:schemeClr val="tx1"/>
                  </a:solidFill>
                  <a:latin typeface="Times New Roman" panose="02020603050405020304" pitchFamily="18" charset="0"/>
                </a:rPr>
                <a:t>,[500]</a:t>
              </a: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123</a:t>
              </a:r>
            </a:p>
          </p:txBody>
        </p:sp>
        <p:sp>
          <p:nvSpPr>
            <p:cNvPr id="6" name="Text Box 12">
              <a:extLst>
                <a:ext uri="{FF2B5EF4-FFF2-40B4-BE49-F238E27FC236}">
                  <a16:creationId xmlns:a16="http://schemas.microsoft.com/office/drawing/2014/main" id="{5B084129-7B79-6CC1-EAC1-A882E2736A85}"/>
                </a:ext>
              </a:extLst>
            </p:cNvPr>
            <p:cNvSpPr txBox="1">
              <a:spLocks noChangeArrowheads="1"/>
            </p:cNvSpPr>
            <p:nvPr/>
          </p:nvSpPr>
          <p:spPr bwMode="auto">
            <a:xfrm>
              <a:off x="1214" y="1623"/>
              <a:ext cx="195" cy="19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7" name="Text Box 13">
              <a:extLst>
                <a:ext uri="{FF2B5EF4-FFF2-40B4-BE49-F238E27FC236}">
                  <a16:creationId xmlns:a16="http://schemas.microsoft.com/office/drawing/2014/main" id="{A5E69FBF-4E9B-1F02-B29C-6A6E9B96372D}"/>
                </a:ext>
              </a:extLst>
            </p:cNvPr>
            <p:cNvSpPr txBox="1">
              <a:spLocks noChangeArrowheads="1"/>
            </p:cNvSpPr>
            <p:nvPr/>
          </p:nvSpPr>
          <p:spPr bwMode="auto">
            <a:xfrm>
              <a:off x="1059" y="1894"/>
              <a:ext cx="311" cy="19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100</a:t>
              </a:r>
            </a:p>
          </p:txBody>
        </p:sp>
        <p:sp>
          <p:nvSpPr>
            <p:cNvPr id="8" name="Text Box 14">
              <a:extLst>
                <a:ext uri="{FF2B5EF4-FFF2-40B4-BE49-F238E27FC236}">
                  <a16:creationId xmlns:a16="http://schemas.microsoft.com/office/drawing/2014/main" id="{5018054A-CF63-84F0-8FBB-61898F4ECF2D}"/>
                </a:ext>
              </a:extLst>
            </p:cNvPr>
            <p:cNvSpPr txBox="1">
              <a:spLocks noChangeArrowheads="1"/>
            </p:cNvSpPr>
            <p:nvPr/>
          </p:nvSpPr>
          <p:spPr bwMode="auto">
            <a:xfrm>
              <a:off x="1059" y="2165"/>
              <a:ext cx="311" cy="19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rPr>
                <a:t>500</a:t>
              </a:r>
            </a:p>
          </p:txBody>
        </p:sp>
        <p:sp>
          <p:nvSpPr>
            <p:cNvPr id="9" name="Text Box 15">
              <a:extLst>
                <a:ext uri="{FF2B5EF4-FFF2-40B4-BE49-F238E27FC236}">
                  <a16:creationId xmlns:a16="http://schemas.microsoft.com/office/drawing/2014/main" id="{16298841-71F0-0432-396A-116CE2B7DE15}"/>
                </a:ext>
              </a:extLst>
            </p:cNvPr>
            <p:cNvSpPr txBox="1">
              <a:spLocks noChangeArrowheads="1"/>
            </p:cNvSpPr>
            <p:nvPr/>
          </p:nvSpPr>
          <p:spPr bwMode="auto">
            <a:xfrm>
              <a:off x="1059" y="2435"/>
              <a:ext cx="311" cy="19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599</a:t>
              </a:r>
            </a:p>
          </p:txBody>
        </p:sp>
        <p:sp>
          <p:nvSpPr>
            <p:cNvPr id="10" name="Text Box 22">
              <a:extLst>
                <a:ext uri="{FF2B5EF4-FFF2-40B4-BE49-F238E27FC236}">
                  <a16:creationId xmlns:a16="http://schemas.microsoft.com/office/drawing/2014/main" id="{F6CF0D4C-349A-007B-FAEA-42AE243426A0}"/>
                </a:ext>
              </a:extLst>
            </p:cNvPr>
            <p:cNvSpPr txBox="1">
              <a:spLocks noChangeArrowheads="1"/>
            </p:cNvSpPr>
            <p:nvPr/>
          </p:nvSpPr>
          <p:spPr bwMode="auto">
            <a:xfrm>
              <a:off x="1370" y="2629"/>
              <a:ext cx="932" cy="19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程序地址空间</a:t>
              </a:r>
            </a:p>
          </p:txBody>
        </p:sp>
        <p:grpSp>
          <p:nvGrpSpPr>
            <p:cNvPr id="11" name="Group 25">
              <a:extLst>
                <a:ext uri="{FF2B5EF4-FFF2-40B4-BE49-F238E27FC236}">
                  <a16:creationId xmlns:a16="http://schemas.microsoft.com/office/drawing/2014/main" id="{4B3A1F68-401C-12EF-9B65-58B00392B343}"/>
                </a:ext>
              </a:extLst>
            </p:cNvPr>
            <p:cNvGrpSpPr>
              <a:grpSpLocks/>
            </p:cNvGrpSpPr>
            <p:nvPr/>
          </p:nvGrpSpPr>
          <p:grpSpPr bwMode="auto">
            <a:xfrm>
              <a:off x="2691" y="1391"/>
              <a:ext cx="1282" cy="1622"/>
              <a:chOff x="2691" y="1391"/>
              <a:chExt cx="1282" cy="1622"/>
            </a:xfrm>
          </p:grpSpPr>
          <p:sp>
            <p:nvSpPr>
              <p:cNvPr id="12" name="Text Box 9">
                <a:extLst>
                  <a:ext uri="{FF2B5EF4-FFF2-40B4-BE49-F238E27FC236}">
                    <a16:creationId xmlns:a16="http://schemas.microsoft.com/office/drawing/2014/main" id="{7AC718E2-FEFA-3195-2B24-99F5E6B734CC}"/>
                  </a:ext>
                </a:extLst>
              </p:cNvPr>
              <p:cNvSpPr txBox="1">
                <a:spLocks noChangeArrowheads="1"/>
              </p:cNvSpPr>
              <p:nvPr/>
            </p:nvSpPr>
            <p:spPr bwMode="auto">
              <a:xfrm>
                <a:off x="3113" y="1507"/>
                <a:ext cx="860" cy="1315"/>
              </a:xfrm>
              <a:prstGeom prst="rect">
                <a:avLst/>
              </a:prstGeom>
              <a:solidFill>
                <a:srgbClr val="FFFFCC"/>
              </a:solidFill>
              <a:ln w="9525">
                <a:solidFill>
                  <a:schemeClr val="tx1"/>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20000"/>
                  </a:spcBef>
                  <a:buClrTx/>
                  <a:buSzTx/>
                  <a:buFontTx/>
                  <a:buNone/>
                </a:pPr>
                <a:r>
                  <a:rPr kumimoji="1" lang="en-US" altLang="zh-CN" sz="1600" b="1">
                    <a:solidFill>
                      <a:schemeClr val="tx1"/>
                    </a:solidFill>
                    <a:latin typeface="Times New Roman" panose="02020603050405020304" pitchFamily="18" charset="0"/>
                  </a:rPr>
                  <a:t>mov  r</a:t>
                </a:r>
                <a:r>
                  <a:rPr kumimoji="1" lang="en-US" altLang="zh-CN" sz="1600" b="1" baseline="-25000">
                    <a:solidFill>
                      <a:schemeClr val="tx1"/>
                    </a:solidFill>
                    <a:latin typeface="Times New Roman" panose="02020603050405020304" pitchFamily="18" charset="0"/>
                  </a:rPr>
                  <a:t>1</a:t>
                </a:r>
                <a:r>
                  <a:rPr kumimoji="1" lang="en-US" altLang="zh-CN" sz="1600" b="1">
                    <a:solidFill>
                      <a:schemeClr val="tx1"/>
                    </a:solidFill>
                    <a:latin typeface="Times New Roman" panose="02020603050405020304" pitchFamily="18" charset="0"/>
                  </a:rPr>
                  <a:t>,[500]</a:t>
                </a: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123</a:t>
                </a:r>
              </a:p>
            </p:txBody>
          </p:sp>
          <p:sp>
            <p:nvSpPr>
              <p:cNvPr id="13" name="Line 10">
                <a:extLst>
                  <a:ext uri="{FF2B5EF4-FFF2-40B4-BE49-F238E27FC236}">
                    <a16:creationId xmlns:a16="http://schemas.microsoft.com/office/drawing/2014/main" id="{389243B8-5F6E-71C5-0323-D7899AA2351D}"/>
                  </a:ext>
                </a:extLst>
              </p:cNvPr>
              <p:cNvSpPr>
                <a:spLocks noChangeShapeType="1"/>
              </p:cNvSpPr>
              <p:nvPr/>
            </p:nvSpPr>
            <p:spPr bwMode="auto">
              <a:xfrm>
                <a:off x="3118" y="1778"/>
                <a:ext cx="8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4" name="Line 11">
                <a:extLst>
                  <a:ext uri="{FF2B5EF4-FFF2-40B4-BE49-F238E27FC236}">
                    <a16:creationId xmlns:a16="http://schemas.microsoft.com/office/drawing/2014/main" id="{7A8B52CF-AB79-93A9-1413-0A1840AEE2D1}"/>
                  </a:ext>
                </a:extLst>
              </p:cNvPr>
              <p:cNvSpPr>
                <a:spLocks noChangeShapeType="1"/>
              </p:cNvSpPr>
              <p:nvPr/>
            </p:nvSpPr>
            <p:spPr bwMode="auto">
              <a:xfrm>
                <a:off x="3118" y="2319"/>
                <a:ext cx="8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5" name="Text Box 16">
                <a:extLst>
                  <a:ext uri="{FF2B5EF4-FFF2-40B4-BE49-F238E27FC236}">
                    <a16:creationId xmlns:a16="http://schemas.microsoft.com/office/drawing/2014/main" id="{546B63DB-67CE-D5F9-D950-DB6160BF77E7}"/>
                  </a:ext>
                </a:extLst>
              </p:cNvPr>
              <p:cNvSpPr txBox="1">
                <a:spLocks noChangeArrowheads="1"/>
              </p:cNvSpPr>
              <p:nvPr/>
            </p:nvSpPr>
            <p:spPr bwMode="auto">
              <a:xfrm>
                <a:off x="2964" y="1391"/>
                <a:ext cx="192" cy="19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16" name="Text Box 17">
                <a:extLst>
                  <a:ext uri="{FF2B5EF4-FFF2-40B4-BE49-F238E27FC236}">
                    <a16:creationId xmlns:a16="http://schemas.microsoft.com/office/drawing/2014/main" id="{E8E8CA04-9667-5887-3714-BFE520017EB6}"/>
                  </a:ext>
                </a:extLst>
              </p:cNvPr>
              <p:cNvSpPr txBox="1">
                <a:spLocks noChangeArrowheads="1"/>
              </p:cNvSpPr>
              <p:nvPr/>
            </p:nvSpPr>
            <p:spPr bwMode="auto">
              <a:xfrm>
                <a:off x="2807" y="1662"/>
                <a:ext cx="389" cy="19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1000</a:t>
                </a:r>
              </a:p>
            </p:txBody>
          </p:sp>
          <p:sp>
            <p:nvSpPr>
              <p:cNvPr id="17" name="Text Box 18">
                <a:extLst>
                  <a:ext uri="{FF2B5EF4-FFF2-40B4-BE49-F238E27FC236}">
                    <a16:creationId xmlns:a16="http://schemas.microsoft.com/office/drawing/2014/main" id="{795D9E33-308E-50CC-176C-7237FB16C53B}"/>
                  </a:ext>
                </a:extLst>
              </p:cNvPr>
              <p:cNvSpPr txBox="1">
                <a:spLocks noChangeArrowheads="1"/>
              </p:cNvSpPr>
              <p:nvPr/>
            </p:nvSpPr>
            <p:spPr bwMode="auto">
              <a:xfrm>
                <a:off x="2807" y="1816"/>
                <a:ext cx="389" cy="19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1100</a:t>
                </a:r>
              </a:p>
            </p:txBody>
          </p:sp>
          <p:sp>
            <p:nvSpPr>
              <p:cNvPr id="18" name="Text Box 19">
                <a:extLst>
                  <a:ext uri="{FF2B5EF4-FFF2-40B4-BE49-F238E27FC236}">
                    <a16:creationId xmlns:a16="http://schemas.microsoft.com/office/drawing/2014/main" id="{79E3F5D4-502C-2E63-401B-0B7574FE63B5}"/>
                  </a:ext>
                </a:extLst>
              </p:cNvPr>
              <p:cNvSpPr txBox="1">
                <a:spLocks noChangeArrowheads="1"/>
              </p:cNvSpPr>
              <p:nvPr/>
            </p:nvSpPr>
            <p:spPr bwMode="auto">
              <a:xfrm>
                <a:off x="2807" y="2074"/>
                <a:ext cx="389" cy="19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1500</a:t>
                </a:r>
              </a:p>
            </p:txBody>
          </p:sp>
          <p:sp>
            <p:nvSpPr>
              <p:cNvPr id="19" name="Text Box 20">
                <a:extLst>
                  <a:ext uri="{FF2B5EF4-FFF2-40B4-BE49-F238E27FC236}">
                    <a16:creationId xmlns:a16="http://schemas.microsoft.com/office/drawing/2014/main" id="{B029734C-D0A7-0ECA-3ED1-17344CDB6DC6}"/>
                  </a:ext>
                </a:extLst>
              </p:cNvPr>
              <p:cNvSpPr txBox="1">
                <a:spLocks noChangeArrowheads="1"/>
              </p:cNvSpPr>
              <p:nvPr/>
            </p:nvSpPr>
            <p:spPr bwMode="auto">
              <a:xfrm>
                <a:off x="2807" y="2221"/>
                <a:ext cx="389" cy="19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1599</a:t>
                </a:r>
              </a:p>
            </p:txBody>
          </p:sp>
          <p:sp>
            <p:nvSpPr>
              <p:cNvPr id="20" name="Text Box 21">
                <a:extLst>
                  <a:ext uri="{FF2B5EF4-FFF2-40B4-BE49-F238E27FC236}">
                    <a16:creationId xmlns:a16="http://schemas.microsoft.com/office/drawing/2014/main" id="{A2B8C6AC-23F9-A327-90E3-19F69B15ABE9}"/>
                  </a:ext>
                </a:extLst>
              </p:cNvPr>
              <p:cNvSpPr txBox="1">
                <a:spLocks noChangeArrowheads="1"/>
              </p:cNvSpPr>
              <p:nvPr/>
            </p:nvSpPr>
            <p:spPr bwMode="auto">
              <a:xfrm>
                <a:off x="2691" y="2667"/>
                <a:ext cx="505" cy="193"/>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256k-1</a:t>
                </a:r>
              </a:p>
            </p:txBody>
          </p:sp>
          <p:sp>
            <p:nvSpPr>
              <p:cNvPr id="21" name="Text Box 23">
                <a:extLst>
                  <a:ext uri="{FF2B5EF4-FFF2-40B4-BE49-F238E27FC236}">
                    <a16:creationId xmlns:a16="http://schemas.microsoft.com/office/drawing/2014/main" id="{00712B8E-A00A-2C16-3274-B3293E438107}"/>
                  </a:ext>
                </a:extLst>
              </p:cNvPr>
              <p:cNvSpPr txBox="1">
                <a:spLocks noChangeArrowheads="1"/>
              </p:cNvSpPr>
              <p:nvPr/>
            </p:nvSpPr>
            <p:spPr bwMode="auto">
              <a:xfrm>
                <a:off x="3235" y="2821"/>
                <a:ext cx="699" cy="19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存储空间</a:t>
                </a:r>
              </a:p>
            </p:txBody>
          </p:sp>
        </p:grpSp>
      </p:grpSp>
      <p:sp>
        <p:nvSpPr>
          <p:cNvPr id="22" name="Text Box 27">
            <a:extLst>
              <a:ext uri="{FF2B5EF4-FFF2-40B4-BE49-F238E27FC236}">
                <a16:creationId xmlns:a16="http://schemas.microsoft.com/office/drawing/2014/main" id="{0AD2A783-764B-F703-54E6-C2E4248700A2}"/>
              </a:ext>
            </a:extLst>
          </p:cNvPr>
          <p:cNvSpPr txBox="1">
            <a:spLocks noChangeArrowheads="1"/>
          </p:cNvSpPr>
          <p:nvPr/>
        </p:nvSpPr>
        <p:spPr bwMode="auto">
          <a:xfrm>
            <a:off x="3620545" y="6268437"/>
            <a:ext cx="2708275"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dirty="0">
                <a:solidFill>
                  <a:schemeClr val="tx1"/>
                </a:solidFill>
                <a:latin typeface="Times New Roman" panose="02020603050405020304" pitchFamily="18" charset="0"/>
              </a:rPr>
              <a:t>程序地址空间装入主存</a:t>
            </a:r>
          </a:p>
        </p:txBody>
      </p:sp>
      <p:sp>
        <p:nvSpPr>
          <p:cNvPr id="23" name="AutoShape 29">
            <a:extLst>
              <a:ext uri="{FF2B5EF4-FFF2-40B4-BE49-F238E27FC236}">
                <a16:creationId xmlns:a16="http://schemas.microsoft.com/office/drawing/2014/main" id="{AF730006-7F5D-6DC7-A598-F3916F754C18}"/>
              </a:ext>
            </a:extLst>
          </p:cNvPr>
          <p:cNvSpPr>
            <a:spLocks noChangeArrowheads="1"/>
          </p:cNvSpPr>
          <p:nvPr/>
        </p:nvSpPr>
        <p:spPr bwMode="auto">
          <a:xfrm>
            <a:off x="4099170" y="4679463"/>
            <a:ext cx="812800" cy="88900"/>
          </a:xfrm>
          <a:prstGeom prst="rightArrow">
            <a:avLst>
              <a:gd name="adj1" fmla="val 50000"/>
              <a:gd name="adj2" fmla="val 228571"/>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a:solidFill>
                <a:srgbClr val="4138FA"/>
              </a:solidFill>
              <a:effectLst>
                <a:outerShdw blurRad="38100" dist="38100" dir="2700000" algn="tl">
                  <a:srgbClr val="000000"/>
                </a:outerShdw>
              </a:effectLst>
            </a:endParaRPr>
          </a:p>
        </p:txBody>
      </p:sp>
    </p:spTree>
    <p:extLst>
      <p:ext uri="{BB962C8B-B14F-4D97-AF65-F5344CB8AC3E}">
        <p14:creationId xmlns:p14="http://schemas.microsoft.com/office/powerpoint/2010/main" val="202711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主存管理功能</a:t>
            </a:r>
          </a:p>
        </p:txBody>
      </p:sp>
      <p:grpSp>
        <p:nvGrpSpPr>
          <p:cNvPr id="4" name="Group 44">
            <a:extLst>
              <a:ext uri="{FF2B5EF4-FFF2-40B4-BE49-F238E27FC236}">
                <a16:creationId xmlns:a16="http://schemas.microsoft.com/office/drawing/2014/main" id="{16BBEA53-86C0-28F8-3F92-30FBD81714DD}"/>
              </a:ext>
            </a:extLst>
          </p:cNvPr>
          <p:cNvGrpSpPr>
            <a:grpSpLocks/>
          </p:cNvGrpSpPr>
          <p:nvPr/>
        </p:nvGrpSpPr>
        <p:grpSpPr bwMode="auto">
          <a:xfrm>
            <a:off x="6247676" y="2579468"/>
            <a:ext cx="5684838" cy="3186112"/>
            <a:chOff x="978" y="2141"/>
            <a:chExt cx="3581" cy="2007"/>
          </a:xfrm>
        </p:grpSpPr>
        <p:sp>
          <p:nvSpPr>
            <p:cNvPr id="5" name="Text Box 24">
              <a:extLst>
                <a:ext uri="{FF2B5EF4-FFF2-40B4-BE49-F238E27FC236}">
                  <a16:creationId xmlns:a16="http://schemas.microsoft.com/office/drawing/2014/main" id="{56A82E39-6A7B-FB0B-A86A-9BB34FFE67CC}"/>
                </a:ext>
              </a:extLst>
            </p:cNvPr>
            <p:cNvSpPr txBox="1">
              <a:spLocks noChangeArrowheads="1"/>
            </p:cNvSpPr>
            <p:nvPr/>
          </p:nvSpPr>
          <p:spPr bwMode="auto">
            <a:xfrm>
              <a:off x="1296" y="2577"/>
              <a:ext cx="859" cy="1033"/>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endParaRPr kumimoji="1" lang="en-US" altLang="zh-CN" sz="1600" b="1" dirty="0">
                <a:solidFill>
                  <a:schemeClr val="tx1"/>
                </a:solidFill>
                <a:latin typeface="Times New Roman" panose="02020603050405020304" pitchFamily="18" charset="0"/>
              </a:endParaRPr>
            </a:p>
            <a:p>
              <a:pPr algn="just" eaLnBrk="1" hangingPunct="1">
                <a:lnSpc>
                  <a:spcPct val="100000"/>
                </a:lnSpc>
                <a:spcBef>
                  <a:spcPct val="0"/>
                </a:spcBef>
                <a:buClrTx/>
                <a:buSzTx/>
                <a:buFontTx/>
                <a:buNone/>
              </a:pPr>
              <a:r>
                <a:rPr kumimoji="1" lang="en-US" altLang="zh-CN" sz="1600" b="1" dirty="0">
                  <a:solidFill>
                    <a:schemeClr val="tx1"/>
                  </a:solidFill>
                  <a:latin typeface="Times New Roman" panose="02020603050405020304" pitchFamily="18" charset="0"/>
                </a:rPr>
                <a:t>mov r</a:t>
              </a:r>
              <a:r>
                <a:rPr kumimoji="1" lang="en-US" altLang="zh-CN" sz="1600" b="1" baseline="-25000" dirty="0">
                  <a:solidFill>
                    <a:schemeClr val="tx1"/>
                  </a:solidFill>
                  <a:latin typeface="Times New Roman" panose="02020603050405020304" pitchFamily="18" charset="0"/>
                </a:rPr>
                <a:t>1</a:t>
              </a:r>
              <a:r>
                <a:rPr kumimoji="1" lang="en-US" altLang="zh-CN" sz="1600" b="1" dirty="0">
                  <a:solidFill>
                    <a:schemeClr val="tx1"/>
                  </a:solidFill>
                  <a:latin typeface="Times New Roman" panose="02020603050405020304" pitchFamily="18" charset="0"/>
                </a:rPr>
                <a:t>,[500]</a:t>
              </a:r>
            </a:p>
            <a:p>
              <a:pPr algn="just" eaLnBrk="1" hangingPunct="1">
                <a:lnSpc>
                  <a:spcPct val="100000"/>
                </a:lnSpc>
                <a:spcBef>
                  <a:spcPct val="0"/>
                </a:spcBef>
                <a:buClrTx/>
                <a:buSzTx/>
                <a:buFontTx/>
                <a:buNone/>
              </a:pPr>
              <a:endParaRPr kumimoji="1" lang="en-US" altLang="zh-CN" sz="1600" b="1" dirty="0">
                <a:solidFill>
                  <a:schemeClr val="tx1"/>
                </a:solidFill>
                <a:latin typeface="Times New Roman" panose="02020603050405020304" pitchFamily="18" charset="0"/>
              </a:endParaRPr>
            </a:p>
            <a:p>
              <a:pPr algn="just" eaLnBrk="1" hangingPunct="1">
                <a:lnSpc>
                  <a:spcPct val="100000"/>
                </a:lnSpc>
                <a:spcBef>
                  <a:spcPct val="0"/>
                </a:spcBef>
                <a:buClrTx/>
                <a:buSzTx/>
                <a:buFontTx/>
                <a:buNone/>
              </a:pPr>
              <a:endParaRPr kumimoji="1" lang="en-US" altLang="zh-CN" sz="1600" b="1" dirty="0">
                <a:solidFill>
                  <a:schemeClr val="tx1"/>
                </a:solidFill>
                <a:latin typeface="Times New Roman" panose="02020603050405020304" pitchFamily="18" charset="0"/>
              </a:endParaRPr>
            </a:p>
          </p:txBody>
        </p:sp>
        <p:sp>
          <p:nvSpPr>
            <p:cNvPr id="6" name="Text Box 25">
              <a:extLst>
                <a:ext uri="{FF2B5EF4-FFF2-40B4-BE49-F238E27FC236}">
                  <a16:creationId xmlns:a16="http://schemas.microsoft.com/office/drawing/2014/main" id="{A4D3C9BF-D6F5-6C20-B430-CF6D7BAB76C4}"/>
                </a:ext>
              </a:extLst>
            </p:cNvPr>
            <p:cNvSpPr txBox="1">
              <a:spLocks noChangeArrowheads="1"/>
            </p:cNvSpPr>
            <p:nvPr/>
          </p:nvSpPr>
          <p:spPr bwMode="auto">
            <a:xfrm>
              <a:off x="3523" y="2287"/>
              <a:ext cx="1036" cy="1649"/>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2000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20000"/>
                </a:spcBef>
                <a:buClrTx/>
                <a:buSzTx/>
                <a:buFontTx/>
                <a:buNone/>
              </a:pPr>
              <a:r>
                <a:rPr kumimoji="1" lang="en-US" altLang="zh-CN" sz="1600" b="1">
                  <a:solidFill>
                    <a:schemeClr val="tx1"/>
                  </a:solidFill>
                  <a:latin typeface="Times New Roman" panose="02020603050405020304" pitchFamily="18" charset="0"/>
                </a:rPr>
                <a:t>mov r</a:t>
              </a:r>
              <a:r>
                <a:rPr kumimoji="1" lang="en-US" altLang="zh-CN" sz="1600" b="1" baseline="-25000">
                  <a:solidFill>
                    <a:schemeClr val="tx1"/>
                  </a:solidFill>
                  <a:latin typeface="Times New Roman" panose="02020603050405020304" pitchFamily="18" charset="0"/>
                </a:rPr>
                <a:t>1</a:t>
              </a:r>
              <a:r>
                <a:rPr kumimoji="1" lang="en-US" altLang="zh-CN" sz="1600" b="1">
                  <a:solidFill>
                    <a:schemeClr val="tx1"/>
                  </a:solidFill>
                  <a:latin typeface="Times New Roman" panose="02020603050405020304" pitchFamily="18" charset="0"/>
                </a:rPr>
                <a:t>,[500+m]</a:t>
              </a: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p:txBody>
        </p:sp>
        <p:sp>
          <p:nvSpPr>
            <p:cNvPr id="7" name="Text Box 26">
              <a:extLst>
                <a:ext uri="{FF2B5EF4-FFF2-40B4-BE49-F238E27FC236}">
                  <a16:creationId xmlns:a16="http://schemas.microsoft.com/office/drawing/2014/main" id="{D49E68C5-6FA3-8910-BEA9-D44FD71D36CD}"/>
                </a:ext>
              </a:extLst>
            </p:cNvPr>
            <p:cNvSpPr txBox="1">
              <a:spLocks noChangeArrowheads="1"/>
            </p:cNvSpPr>
            <p:nvPr/>
          </p:nvSpPr>
          <p:spPr bwMode="auto">
            <a:xfrm>
              <a:off x="1124" y="2432"/>
              <a:ext cx="215"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8" name="Text Box 27">
              <a:extLst>
                <a:ext uri="{FF2B5EF4-FFF2-40B4-BE49-F238E27FC236}">
                  <a16:creationId xmlns:a16="http://schemas.microsoft.com/office/drawing/2014/main" id="{AAA4EED3-5907-A8DE-7288-148F23C14837}"/>
                </a:ext>
              </a:extLst>
            </p:cNvPr>
            <p:cNvSpPr txBox="1">
              <a:spLocks noChangeArrowheads="1"/>
            </p:cNvSpPr>
            <p:nvPr/>
          </p:nvSpPr>
          <p:spPr bwMode="auto">
            <a:xfrm>
              <a:off x="995" y="2747"/>
              <a:ext cx="343"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100</a:t>
              </a:r>
            </a:p>
          </p:txBody>
        </p:sp>
        <p:sp>
          <p:nvSpPr>
            <p:cNvPr id="9" name="Text Box 28">
              <a:extLst>
                <a:ext uri="{FF2B5EF4-FFF2-40B4-BE49-F238E27FC236}">
                  <a16:creationId xmlns:a16="http://schemas.microsoft.com/office/drawing/2014/main" id="{AEC43B1C-A3DF-AE00-2DE1-F09959D56C81}"/>
                </a:ext>
              </a:extLst>
            </p:cNvPr>
            <p:cNvSpPr txBox="1">
              <a:spLocks noChangeArrowheads="1"/>
            </p:cNvSpPr>
            <p:nvPr/>
          </p:nvSpPr>
          <p:spPr bwMode="auto">
            <a:xfrm>
              <a:off x="978" y="3149"/>
              <a:ext cx="343"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500</a:t>
              </a:r>
            </a:p>
          </p:txBody>
        </p:sp>
        <p:sp>
          <p:nvSpPr>
            <p:cNvPr id="10" name="Text Box 29">
              <a:extLst>
                <a:ext uri="{FF2B5EF4-FFF2-40B4-BE49-F238E27FC236}">
                  <a16:creationId xmlns:a16="http://schemas.microsoft.com/office/drawing/2014/main" id="{EDC10FD2-8F86-150D-57D5-32F064F703B3}"/>
                </a:ext>
              </a:extLst>
            </p:cNvPr>
            <p:cNvSpPr txBox="1">
              <a:spLocks noChangeArrowheads="1"/>
            </p:cNvSpPr>
            <p:nvPr/>
          </p:nvSpPr>
          <p:spPr bwMode="auto">
            <a:xfrm>
              <a:off x="987" y="3483"/>
              <a:ext cx="343"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599</a:t>
              </a:r>
            </a:p>
          </p:txBody>
        </p:sp>
        <p:sp>
          <p:nvSpPr>
            <p:cNvPr id="11" name="Text Box 30">
              <a:extLst>
                <a:ext uri="{FF2B5EF4-FFF2-40B4-BE49-F238E27FC236}">
                  <a16:creationId xmlns:a16="http://schemas.microsoft.com/office/drawing/2014/main" id="{E0DCA0CC-E7E0-929F-DD57-B739EAB8CAF2}"/>
                </a:ext>
              </a:extLst>
            </p:cNvPr>
            <p:cNvSpPr txBox="1">
              <a:spLocks noChangeArrowheads="1"/>
            </p:cNvSpPr>
            <p:nvPr/>
          </p:nvSpPr>
          <p:spPr bwMode="auto">
            <a:xfrm>
              <a:off x="3357" y="2141"/>
              <a:ext cx="214"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12" name="Text Box 31">
              <a:extLst>
                <a:ext uri="{FF2B5EF4-FFF2-40B4-BE49-F238E27FC236}">
                  <a16:creationId xmlns:a16="http://schemas.microsoft.com/office/drawing/2014/main" id="{FDA8813F-A9A6-6E5D-7DF0-AE17B30422B6}"/>
                </a:ext>
              </a:extLst>
            </p:cNvPr>
            <p:cNvSpPr txBox="1">
              <a:spLocks noChangeArrowheads="1"/>
            </p:cNvSpPr>
            <p:nvPr/>
          </p:nvSpPr>
          <p:spPr bwMode="auto">
            <a:xfrm>
              <a:off x="3330" y="2470"/>
              <a:ext cx="258"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m</a:t>
              </a:r>
            </a:p>
          </p:txBody>
        </p:sp>
        <p:sp>
          <p:nvSpPr>
            <p:cNvPr id="13" name="Text Box 32">
              <a:extLst>
                <a:ext uri="{FF2B5EF4-FFF2-40B4-BE49-F238E27FC236}">
                  <a16:creationId xmlns:a16="http://schemas.microsoft.com/office/drawing/2014/main" id="{1E2F975C-CA2D-9572-6B06-7E30DB259E95}"/>
                </a:ext>
              </a:extLst>
            </p:cNvPr>
            <p:cNvSpPr txBox="1">
              <a:spLocks noChangeArrowheads="1"/>
            </p:cNvSpPr>
            <p:nvPr/>
          </p:nvSpPr>
          <p:spPr bwMode="auto">
            <a:xfrm>
              <a:off x="3056" y="2760"/>
              <a:ext cx="601"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m+100</a:t>
              </a:r>
            </a:p>
          </p:txBody>
        </p:sp>
        <p:sp>
          <p:nvSpPr>
            <p:cNvPr id="14" name="Text Box 33">
              <a:extLst>
                <a:ext uri="{FF2B5EF4-FFF2-40B4-BE49-F238E27FC236}">
                  <a16:creationId xmlns:a16="http://schemas.microsoft.com/office/drawing/2014/main" id="{BCBBC07D-96BA-12CB-9316-F092C44385B0}"/>
                </a:ext>
              </a:extLst>
            </p:cNvPr>
            <p:cNvSpPr txBox="1">
              <a:spLocks noChangeArrowheads="1"/>
            </p:cNvSpPr>
            <p:nvPr/>
          </p:nvSpPr>
          <p:spPr bwMode="auto">
            <a:xfrm>
              <a:off x="3056" y="3818"/>
              <a:ext cx="559"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256k-1</a:t>
              </a:r>
            </a:p>
          </p:txBody>
        </p:sp>
        <p:sp>
          <p:nvSpPr>
            <p:cNvPr id="15" name="Text Box 34">
              <a:extLst>
                <a:ext uri="{FF2B5EF4-FFF2-40B4-BE49-F238E27FC236}">
                  <a16:creationId xmlns:a16="http://schemas.microsoft.com/office/drawing/2014/main" id="{055519B1-6478-909E-5B8C-BF7480DBFBD4}"/>
                </a:ext>
              </a:extLst>
            </p:cNvPr>
            <p:cNvSpPr txBox="1">
              <a:spLocks noChangeArrowheads="1"/>
            </p:cNvSpPr>
            <p:nvPr/>
          </p:nvSpPr>
          <p:spPr bwMode="auto">
            <a:xfrm>
              <a:off x="1296" y="3694"/>
              <a:ext cx="1030"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程序地址空间</a:t>
              </a:r>
            </a:p>
          </p:txBody>
        </p:sp>
        <p:sp>
          <p:nvSpPr>
            <p:cNvPr id="16" name="Text Box 35">
              <a:extLst>
                <a:ext uri="{FF2B5EF4-FFF2-40B4-BE49-F238E27FC236}">
                  <a16:creationId xmlns:a16="http://schemas.microsoft.com/office/drawing/2014/main" id="{0DDE6ACD-5E55-77C1-4717-D5B40FF61546}"/>
                </a:ext>
              </a:extLst>
            </p:cNvPr>
            <p:cNvSpPr txBox="1">
              <a:spLocks noChangeArrowheads="1"/>
            </p:cNvSpPr>
            <p:nvPr/>
          </p:nvSpPr>
          <p:spPr bwMode="auto">
            <a:xfrm>
              <a:off x="3657" y="3936"/>
              <a:ext cx="773"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存储空间</a:t>
              </a:r>
            </a:p>
          </p:txBody>
        </p:sp>
        <p:sp>
          <p:nvSpPr>
            <p:cNvPr id="17" name="Text Box 36">
              <a:extLst>
                <a:ext uri="{FF2B5EF4-FFF2-40B4-BE49-F238E27FC236}">
                  <a16:creationId xmlns:a16="http://schemas.microsoft.com/office/drawing/2014/main" id="{09EAB792-1700-A33E-0E9C-DCD4142EDD1E}"/>
                </a:ext>
              </a:extLst>
            </p:cNvPr>
            <p:cNvSpPr txBox="1">
              <a:spLocks noChangeArrowheads="1"/>
            </p:cNvSpPr>
            <p:nvPr/>
          </p:nvSpPr>
          <p:spPr bwMode="auto">
            <a:xfrm>
              <a:off x="3056" y="3092"/>
              <a:ext cx="601"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m+500</a:t>
              </a:r>
            </a:p>
          </p:txBody>
        </p:sp>
        <p:sp>
          <p:nvSpPr>
            <p:cNvPr id="18" name="Line 37">
              <a:extLst>
                <a:ext uri="{FF2B5EF4-FFF2-40B4-BE49-F238E27FC236}">
                  <a16:creationId xmlns:a16="http://schemas.microsoft.com/office/drawing/2014/main" id="{4AA78ABA-FD85-2148-A5A0-CCFD935215DB}"/>
                </a:ext>
              </a:extLst>
            </p:cNvPr>
            <p:cNvSpPr>
              <a:spLocks noChangeShapeType="1"/>
            </p:cNvSpPr>
            <p:nvPr/>
          </p:nvSpPr>
          <p:spPr bwMode="auto">
            <a:xfrm>
              <a:off x="3528" y="2586"/>
              <a:ext cx="103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9" name="Line 38">
              <a:extLst>
                <a:ext uri="{FF2B5EF4-FFF2-40B4-BE49-F238E27FC236}">
                  <a16:creationId xmlns:a16="http://schemas.microsoft.com/office/drawing/2014/main" id="{15CD96AA-01C6-DB4E-0800-CBE3FA5A2C80}"/>
                </a:ext>
              </a:extLst>
            </p:cNvPr>
            <p:cNvSpPr>
              <a:spLocks noChangeShapeType="1"/>
            </p:cNvSpPr>
            <p:nvPr/>
          </p:nvSpPr>
          <p:spPr bwMode="auto">
            <a:xfrm>
              <a:off x="3528" y="3427"/>
              <a:ext cx="103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0" name="Line 39">
              <a:extLst>
                <a:ext uri="{FF2B5EF4-FFF2-40B4-BE49-F238E27FC236}">
                  <a16:creationId xmlns:a16="http://schemas.microsoft.com/office/drawing/2014/main" id="{6ABBEF1A-38F2-976A-0721-F29AD4996E11}"/>
                </a:ext>
              </a:extLst>
            </p:cNvPr>
            <p:cNvSpPr>
              <a:spLocks noChangeShapeType="1"/>
            </p:cNvSpPr>
            <p:nvPr/>
          </p:nvSpPr>
          <p:spPr bwMode="auto">
            <a:xfrm>
              <a:off x="2210" y="2998"/>
              <a:ext cx="773" cy="0"/>
            </a:xfrm>
            <a:prstGeom prst="line">
              <a:avLst/>
            </a:prstGeom>
            <a:noFill/>
            <a:ln w="381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1" name="Text Box 40">
              <a:extLst>
                <a:ext uri="{FF2B5EF4-FFF2-40B4-BE49-F238E27FC236}">
                  <a16:creationId xmlns:a16="http://schemas.microsoft.com/office/drawing/2014/main" id="{910BA05A-7BC5-A151-C6DB-D45030042DCA}"/>
                </a:ext>
              </a:extLst>
            </p:cNvPr>
            <p:cNvSpPr txBox="1">
              <a:spLocks noChangeArrowheads="1"/>
            </p:cNvSpPr>
            <p:nvPr/>
          </p:nvSpPr>
          <p:spPr bwMode="auto">
            <a:xfrm>
              <a:off x="2273" y="2483"/>
              <a:ext cx="688" cy="381"/>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10000"/>
                </a:spcBef>
                <a:buClrTx/>
                <a:buSzTx/>
                <a:buFontTx/>
                <a:buNone/>
              </a:pPr>
              <a:r>
                <a:rPr kumimoji="1" lang="zh-CN" altLang="en-US" sz="1600" b="1">
                  <a:solidFill>
                    <a:schemeClr val="tx1"/>
                  </a:solidFill>
                  <a:latin typeface="Times New Roman" panose="02020603050405020304" pitchFamily="18" charset="0"/>
                </a:rPr>
                <a:t>重定位</a:t>
              </a:r>
            </a:p>
            <a:p>
              <a:pPr eaLnBrk="1" hangingPunct="1">
                <a:lnSpc>
                  <a:spcPct val="100000"/>
                </a:lnSpc>
                <a:spcBef>
                  <a:spcPct val="10000"/>
                </a:spcBef>
                <a:buClrTx/>
                <a:buSzTx/>
                <a:buFontTx/>
                <a:buNone/>
              </a:pPr>
              <a:r>
                <a:rPr kumimoji="1" lang="zh-CN" altLang="en-US" sz="1600" b="1">
                  <a:solidFill>
                    <a:schemeClr val="tx1"/>
                  </a:solidFill>
                  <a:latin typeface="Times New Roman" panose="02020603050405020304" pitchFamily="18" charset="0"/>
                </a:rPr>
                <a:t>装入程序</a:t>
              </a:r>
            </a:p>
          </p:txBody>
        </p:sp>
        <p:sp>
          <p:nvSpPr>
            <p:cNvPr id="22" name="Text Box 41">
              <a:extLst>
                <a:ext uri="{FF2B5EF4-FFF2-40B4-BE49-F238E27FC236}">
                  <a16:creationId xmlns:a16="http://schemas.microsoft.com/office/drawing/2014/main" id="{B600E06B-C285-8E96-5C2F-2A09F1D75C52}"/>
                </a:ext>
              </a:extLst>
            </p:cNvPr>
            <p:cNvSpPr txBox="1">
              <a:spLocks noChangeArrowheads="1"/>
            </p:cNvSpPr>
            <p:nvPr/>
          </p:nvSpPr>
          <p:spPr bwMode="auto">
            <a:xfrm>
              <a:off x="1289" y="3144"/>
              <a:ext cx="343"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rPr>
                <a:t>123</a:t>
              </a:r>
            </a:p>
          </p:txBody>
        </p:sp>
        <p:sp>
          <p:nvSpPr>
            <p:cNvPr id="23" name="Text Box 42">
              <a:extLst>
                <a:ext uri="{FF2B5EF4-FFF2-40B4-BE49-F238E27FC236}">
                  <a16:creationId xmlns:a16="http://schemas.microsoft.com/office/drawing/2014/main" id="{491C26EC-1ECA-81C3-350C-4FD99DF1049F}"/>
                </a:ext>
              </a:extLst>
            </p:cNvPr>
            <p:cNvSpPr txBox="1">
              <a:spLocks noChangeArrowheads="1"/>
            </p:cNvSpPr>
            <p:nvPr/>
          </p:nvSpPr>
          <p:spPr bwMode="auto">
            <a:xfrm>
              <a:off x="3527" y="3092"/>
              <a:ext cx="343"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123</a:t>
              </a:r>
            </a:p>
          </p:txBody>
        </p:sp>
      </p:grpSp>
      <p:sp>
        <p:nvSpPr>
          <p:cNvPr id="24" name="Rectangle 43">
            <a:extLst>
              <a:ext uri="{FF2B5EF4-FFF2-40B4-BE49-F238E27FC236}">
                <a16:creationId xmlns:a16="http://schemas.microsoft.com/office/drawing/2014/main" id="{FBCAD949-7F80-25BD-37C9-29F8005F2640}"/>
              </a:ext>
            </a:extLst>
          </p:cNvPr>
          <p:cNvSpPr>
            <a:spLocks noChangeArrowheads="1"/>
          </p:cNvSpPr>
          <p:nvPr/>
        </p:nvSpPr>
        <p:spPr bwMode="auto">
          <a:xfrm>
            <a:off x="487822" y="830079"/>
            <a:ext cx="11216356" cy="3536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地址映射的时机和类别</a:t>
            </a:r>
          </a:p>
          <a:p>
            <a:pPr eaLnBrk="1" hangingPunct="1">
              <a:lnSpc>
                <a:spcPct val="110000"/>
              </a:lnSpc>
              <a:spcBef>
                <a:spcPct val="20000"/>
              </a:spcBef>
              <a:buClr>
                <a:schemeClr val="tx2"/>
              </a:buClr>
              <a:buSzPct val="95000"/>
              <a:buFont typeface="Wingdings" panose="05000000000000000000" pitchFamily="2" charset="2"/>
              <a:buNone/>
              <a:defRPr/>
            </a:pPr>
            <a:r>
              <a:rPr lang="en-US" altLang="zh-CN" sz="2400" dirty="0">
                <a:solidFill>
                  <a:srgbClr val="000099"/>
                </a:solidFill>
                <a:latin typeface="宋体" panose="02010600030101010101" pitchFamily="2" charset="-122"/>
              </a:rPr>
              <a:t>	</a:t>
            </a:r>
            <a:r>
              <a:rPr lang="zh-CN" altLang="en-US" sz="2400" dirty="0">
                <a:solidFill>
                  <a:srgbClr val="000099"/>
                </a:solidFill>
                <a:latin typeface="宋体" panose="02010600030101010101" pitchFamily="2" charset="-122"/>
              </a:rPr>
              <a:t>① </a:t>
            </a:r>
            <a:r>
              <a:rPr lang="zh-CN" altLang="en-US" sz="2400" dirty="0">
                <a:solidFill>
                  <a:srgbClr val="000099"/>
                </a:solidFill>
                <a:effectLst/>
                <a:latin typeface="Times New Roman" panose="02020603050405020304" pitchFamily="18" charset="0"/>
              </a:rPr>
              <a:t>编程或编译时确定地址映射关系</a:t>
            </a:r>
          </a:p>
          <a:p>
            <a:pPr marL="0">
              <a:lnSpc>
                <a:spcPct val="120000"/>
              </a:lnSpc>
              <a:buClr>
                <a:schemeClr val="tx2"/>
              </a:buClr>
              <a:buSzPct val="95000"/>
              <a:buFont typeface="Wingdings" panose="05000000000000000000" pitchFamily="2" charset="2"/>
              <a:buNone/>
              <a:defRPr/>
            </a:pPr>
            <a:r>
              <a:rPr lang="en-US" altLang="zh-CN" sz="2400" dirty="0">
                <a:solidFill>
                  <a:prstClr val="black"/>
                </a:solidFill>
                <a:effectLst/>
                <a:latin typeface="微软雅黑" panose="020B0503020204020204" pitchFamily="34" charset="-122"/>
                <a:ea typeface="微软雅黑" panose="020B0503020204020204" pitchFamily="34" charset="-122"/>
              </a:rPr>
              <a:t>	</a:t>
            </a:r>
            <a:r>
              <a:rPr lang="zh-CN" altLang="en-US" sz="2400" dirty="0">
                <a:solidFill>
                  <a:prstClr val="black"/>
                </a:solidFill>
                <a:effectLst/>
                <a:latin typeface="微软雅黑" panose="020B0503020204020204" pitchFamily="34" charset="-122"/>
                <a:ea typeface="微软雅黑" panose="020B0503020204020204" pitchFamily="34" charset="-122"/>
              </a:rPr>
              <a:t>在程序编写或程序编译时确定虚、实地址之间的对应关系，</a:t>
            </a:r>
            <a:r>
              <a:rPr lang="zh-CN" altLang="en-US" sz="2400" dirty="0" smtClean="0">
                <a:solidFill>
                  <a:prstClr val="black"/>
                </a:solidFill>
                <a:effectLst/>
                <a:latin typeface="微软雅黑" panose="020B0503020204020204" pitchFamily="34" charset="-122"/>
                <a:ea typeface="微软雅黑" panose="020B0503020204020204" pitchFamily="34" charset="-122"/>
              </a:rPr>
              <a:t>结果是</a:t>
            </a:r>
            <a:r>
              <a:rPr lang="zh-CN" altLang="en-US" sz="2400" dirty="0">
                <a:solidFill>
                  <a:prstClr val="black"/>
                </a:solidFill>
                <a:effectLst/>
                <a:latin typeface="微软雅黑" panose="020B0503020204020204" pitchFamily="34" charset="-122"/>
                <a:ea typeface="微软雅黑" panose="020B0503020204020204" pitchFamily="34" charset="-122"/>
              </a:rPr>
              <a:t>一个不</a:t>
            </a:r>
            <a:r>
              <a:rPr lang="en-US" altLang="zh-CN" sz="2400" dirty="0">
                <a:solidFill>
                  <a:prstClr val="black"/>
                </a:solidFill>
                <a:effectLst/>
                <a:latin typeface="微软雅黑" panose="020B0503020204020204" pitchFamily="34" charset="-122"/>
                <a:ea typeface="微软雅黑" panose="020B0503020204020204" pitchFamily="34" charset="-122"/>
              </a:rPr>
              <a:t>	</a:t>
            </a:r>
            <a:r>
              <a:rPr lang="zh-CN" altLang="en-US" sz="2400" dirty="0">
                <a:solidFill>
                  <a:prstClr val="black"/>
                </a:solidFill>
                <a:effectLst/>
                <a:latin typeface="微软雅黑" panose="020B0503020204020204" pitchFamily="34" charset="-122"/>
                <a:ea typeface="微软雅黑" panose="020B0503020204020204" pitchFamily="34" charset="-122"/>
              </a:rPr>
              <a:t>能浮动的程序模块。</a:t>
            </a:r>
            <a:endParaRPr lang="en-US" altLang="zh-CN" sz="2400" dirty="0">
              <a:solidFill>
                <a:prstClr val="black"/>
              </a:solidFill>
              <a:effectLst/>
              <a:latin typeface="微软雅黑" panose="020B0503020204020204" pitchFamily="34" charset="-122"/>
              <a:ea typeface="微软雅黑" panose="020B0503020204020204" pitchFamily="34" charset="-122"/>
            </a:endParaRPr>
          </a:p>
          <a:p>
            <a:pPr>
              <a:lnSpc>
                <a:spcPct val="110000"/>
              </a:lnSpc>
              <a:spcBef>
                <a:spcPct val="20000"/>
              </a:spcBef>
              <a:buClr>
                <a:schemeClr val="tx2"/>
              </a:buClr>
              <a:buSzPct val="95000"/>
              <a:buNone/>
              <a:defRPr/>
            </a:pPr>
            <a:r>
              <a:rPr lang="en-US" altLang="zh-CN" sz="2400" dirty="0">
                <a:solidFill>
                  <a:srgbClr val="000099"/>
                </a:solidFill>
                <a:effectLst/>
                <a:latin typeface="宋体" panose="02010600030101010101" pitchFamily="2" charset="-122"/>
              </a:rPr>
              <a:t>	② </a:t>
            </a:r>
            <a:r>
              <a:rPr lang="zh-CN" altLang="en-US" sz="2400" dirty="0">
                <a:solidFill>
                  <a:srgbClr val="000099"/>
                </a:solidFill>
                <a:effectLst/>
                <a:latin typeface="宋体" panose="02010600030101010101" pitchFamily="2" charset="-122"/>
              </a:rPr>
              <a:t>在程序装入时确定地址映射关系 </a:t>
            </a:r>
          </a:p>
          <a:p>
            <a:pPr marL="0" marR="0" lvl="0" indent="0" algn="l" defTabSz="914400" rtl="0" eaLnBrk="1" fontAlgn="auto" latinLnBrk="0" hangingPunct="1">
              <a:lnSpc>
                <a:spcPct val="120000"/>
              </a:lnSpc>
              <a:spcBef>
                <a:spcPts val="0"/>
              </a:spcBef>
              <a:spcAft>
                <a:spcPts val="0"/>
              </a:spcAft>
              <a:buClrTx/>
              <a:buSzTx/>
              <a:buFont typeface="Wingdings" panose="05000000000000000000" pitchFamily="2" charset="2"/>
              <a:buNone/>
              <a:tabLst/>
              <a:defRPr/>
            </a:pPr>
            <a:r>
              <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在程序装入过程中随即进行的地址</a:t>
            </a:r>
            <a:endParaRPr kumimoji="0" lang="en-US" altLang="zh-CN"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20000"/>
              </a:lnSpc>
              <a:spcBef>
                <a:spcPts val="0"/>
              </a:spcBef>
              <a:spcAft>
                <a:spcPts val="0"/>
              </a:spcAft>
              <a:buClrTx/>
              <a:buSzTx/>
              <a:buFont typeface="Wingdings" panose="05000000000000000000" pitchFamily="2" charset="2"/>
              <a:buNone/>
              <a:tabLst/>
              <a:defRPr/>
            </a:pPr>
            <a:r>
              <a:rPr lang="en-US" altLang="zh-CN" sz="2400" dirty="0">
                <a:solidFill>
                  <a:prstClr val="black"/>
                </a:solidFill>
                <a:effectLst/>
                <a:latin typeface="微软雅黑" panose="020B0503020204020204" pitchFamily="34" charset="-122"/>
                <a:ea typeface="微软雅黑" panose="020B0503020204020204" pitchFamily="34" charset="-122"/>
              </a:rPr>
              <a:t>	</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变换方式称为</a:t>
            </a:r>
            <a:r>
              <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静态地址映射</a:t>
            </a: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25" name="Text Box 45">
            <a:extLst>
              <a:ext uri="{FF2B5EF4-FFF2-40B4-BE49-F238E27FC236}">
                <a16:creationId xmlns:a16="http://schemas.microsoft.com/office/drawing/2014/main" id="{4B783CB1-770E-BBEB-89D0-1B317446982A}"/>
              </a:ext>
            </a:extLst>
          </p:cNvPr>
          <p:cNvSpPr txBox="1">
            <a:spLocks noChangeArrowheads="1"/>
          </p:cNvSpPr>
          <p:nvPr/>
        </p:nvSpPr>
        <p:spPr bwMode="auto">
          <a:xfrm>
            <a:off x="7985989" y="5926356"/>
            <a:ext cx="2447925"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dirty="0">
                <a:solidFill>
                  <a:schemeClr val="tx1"/>
                </a:solidFill>
                <a:latin typeface="Times New Roman" panose="02020603050405020304" pitchFamily="18" charset="0"/>
              </a:rPr>
              <a:t>静态地址重定位示意图</a:t>
            </a:r>
          </a:p>
        </p:txBody>
      </p:sp>
    </p:spTree>
    <p:extLst>
      <p:ext uri="{BB962C8B-B14F-4D97-AF65-F5344CB8AC3E}">
        <p14:creationId xmlns:p14="http://schemas.microsoft.com/office/powerpoint/2010/main" val="1994678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主存管理功能</a:t>
            </a:r>
          </a:p>
        </p:txBody>
      </p:sp>
      <p:sp>
        <p:nvSpPr>
          <p:cNvPr id="3" name="Rectangle 4">
            <a:extLst>
              <a:ext uri="{FF2B5EF4-FFF2-40B4-BE49-F238E27FC236}">
                <a16:creationId xmlns:a16="http://schemas.microsoft.com/office/drawing/2014/main" id="{FC0E1207-0DD2-B486-C88A-7AB27FBF7B07}"/>
              </a:ext>
            </a:extLst>
          </p:cNvPr>
          <p:cNvSpPr>
            <a:spLocks noChangeArrowheads="1"/>
          </p:cNvSpPr>
          <p:nvPr/>
        </p:nvSpPr>
        <p:spPr bwMode="auto">
          <a:xfrm>
            <a:off x="378068" y="917817"/>
            <a:ext cx="11183816" cy="1495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20000"/>
              </a:lnSpc>
              <a:buFont typeface="Wingdings" panose="05000000000000000000" pitchFamily="2" charset="2"/>
              <a:buNone/>
            </a:pPr>
            <a:r>
              <a:rPr lang="en-US" altLang="zh-CN" sz="2400" dirty="0">
                <a:solidFill>
                  <a:srgbClr val="000099"/>
                </a:solidFill>
                <a:latin typeface="Times New Roman" panose="02020603050405020304" pitchFamily="18" charset="0"/>
              </a:rPr>
              <a:t>③ </a:t>
            </a:r>
            <a:r>
              <a:rPr lang="zh-CN" altLang="en-US" sz="2400" dirty="0">
                <a:solidFill>
                  <a:srgbClr val="000099"/>
                </a:solidFill>
                <a:latin typeface="Times New Roman" panose="02020603050405020304" pitchFamily="18" charset="0"/>
              </a:rPr>
              <a:t>在程序运行时确定地址映射关系 </a:t>
            </a:r>
          </a:p>
          <a:p>
            <a:pPr eaLnBrk="1" hangingPunct="1">
              <a:lnSpc>
                <a:spcPct val="120000"/>
              </a:lnSpc>
              <a:spcBef>
                <a:spcPct val="20000"/>
              </a:spcBef>
              <a:buFont typeface="Wingdings" panose="05000000000000000000" pitchFamily="2" charset="2"/>
              <a:buNone/>
            </a:pPr>
            <a:r>
              <a:rPr lang="zh-CN" altLang="en-US" sz="2000" b="0" dirty="0">
                <a:solidFill>
                  <a:schemeClr val="tx1"/>
                </a:solidFill>
                <a:latin typeface="Times New Roman" panose="02020603050405020304" pitchFamily="18" charset="0"/>
              </a:rPr>
              <a:t>              </a:t>
            </a:r>
            <a:r>
              <a:rPr lang="zh-CN" altLang="en-US" sz="2400" b="0" dirty="0">
                <a:solidFill>
                  <a:schemeClr val="tx1"/>
                </a:solidFill>
                <a:latin typeface="Times New Roman" panose="02020603050405020304" pitchFamily="18" charset="0"/>
              </a:rPr>
              <a:t>在程序执行期间，随着每条指令和数据的访问自动地</a:t>
            </a:r>
            <a:r>
              <a:rPr lang="zh-CN" altLang="en-US" sz="2400" b="0" dirty="0" smtClean="0">
                <a:solidFill>
                  <a:schemeClr val="tx1"/>
                </a:solidFill>
                <a:latin typeface="Times New Roman" panose="02020603050405020304" pitchFamily="18" charset="0"/>
              </a:rPr>
              <a:t>连续地</a:t>
            </a:r>
            <a:r>
              <a:rPr lang="zh-CN" altLang="en-US" sz="2400" b="0" dirty="0">
                <a:solidFill>
                  <a:schemeClr val="tx1"/>
                </a:solidFill>
                <a:latin typeface="Times New Roman" panose="02020603050405020304" pitchFamily="18" charset="0"/>
              </a:rPr>
              <a:t>进行地址映射，这种地址变换方式称为</a:t>
            </a:r>
            <a:r>
              <a:rPr lang="zh-CN" altLang="en-US" sz="2400" b="1" dirty="0">
                <a:solidFill>
                  <a:schemeClr val="tx1"/>
                </a:solidFill>
                <a:latin typeface="Times New Roman" panose="02020603050405020304" pitchFamily="18" charset="0"/>
              </a:rPr>
              <a:t>动态地址映射</a:t>
            </a:r>
            <a:r>
              <a:rPr lang="zh-CN" altLang="en-US" sz="2400" b="0" dirty="0">
                <a:solidFill>
                  <a:schemeClr val="tx1"/>
                </a:solidFill>
                <a:latin typeface="Times New Roman" panose="02020603050405020304" pitchFamily="18" charset="0"/>
              </a:rPr>
              <a:t>。</a:t>
            </a:r>
          </a:p>
        </p:txBody>
      </p:sp>
      <p:grpSp>
        <p:nvGrpSpPr>
          <p:cNvPr id="4" name="Group 64">
            <a:extLst>
              <a:ext uri="{FF2B5EF4-FFF2-40B4-BE49-F238E27FC236}">
                <a16:creationId xmlns:a16="http://schemas.microsoft.com/office/drawing/2014/main" id="{B3DB2068-8967-91B6-03B3-7935F2B257E8}"/>
              </a:ext>
            </a:extLst>
          </p:cNvPr>
          <p:cNvGrpSpPr>
            <a:grpSpLocks/>
          </p:cNvGrpSpPr>
          <p:nvPr/>
        </p:nvGrpSpPr>
        <p:grpSpPr bwMode="auto">
          <a:xfrm>
            <a:off x="1336675" y="2654116"/>
            <a:ext cx="6715125" cy="3382963"/>
            <a:chOff x="915" y="1709"/>
            <a:chExt cx="4230" cy="2131"/>
          </a:xfrm>
        </p:grpSpPr>
        <p:sp>
          <p:nvSpPr>
            <p:cNvPr id="5" name="Text Box 27">
              <a:extLst>
                <a:ext uri="{FF2B5EF4-FFF2-40B4-BE49-F238E27FC236}">
                  <a16:creationId xmlns:a16="http://schemas.microsoft.com/office/drawing/2014/main" id="{37AD314E-A35D-2750-2A48-15D0C7C959E3}"/>
                </a:ext>
              </a:extLst>
            </p:cNvPr>
            <p:cNvSpPr txBox="1">
              <a:spLocks noChangeArrowheads="1"/>
            </p:cNvSpPr>
            <p:nvPr/>
          </p:nvSpPr>
          <p:spPr bwMode="auto">
            <a:xfrm>
              <a:off x="2651" y="1709"/>
              <a:ext cx="957"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10000"/>
                </a:spcBef>
                <a:buClrTx/>
                <a:buSzTx/>
                <a:buFontTx/>
                <a:buNone/>
              </a:pPr>
              <a:r>
                <a:rPr kumimoji="1" lang="zh-CN" altLang="en-US" sz="1600" b="1">
                  <a:solidFill>
                    <a:schemeClr val="tx1"/>
                  </a:solidFill>
                  <a:latin typeface="Times New Roman" panose="02020603050405020304" pitchFamily="18" charset="0"/>
                </a:rPr>
                <a:t>重定位寄存器</a:t>
              </a:r>
            </a:p>
          </p:txBody>
        </p:sp>
        <p:sp>
          <p:nvSpPr>
            <p:cNvPr id="6" name="Text Box 28">
              <a:extLst>
                <a:ext uri="{FF2B5EF4-FFF2-40B4-BE49-F238E27FC236}">
                  <a16:creationId xmlns:a16="http://schemas.microsoft.com/office/drawing/2014/main" id="{E3BC51B9-7324-5A7A-60C1-6B854BF0ACB8}"/>
                </a:ext>
              </a:extLst>
            </p:cNvPr>
            <p:cNvSpPr txBox="1">
              <a:spLocks noChangeArrowheads="1"/>
            </p:cNvSpPr>
            <p:nvPr/>
          </p:nvSpPr>
          <p:spPr bwMode="auto">
            <a:xfrm>
              <a:off x="2810" y="1961"/>
              <a:ext cx="533" cy="21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   1000</a:t>
              </a:r>
            </a:p>
          </p:txBody>
        </p:sp>
        <p:sp>
          <p:nvSpPr>
            <p:cNvPr id="7" name="Text Box 30">
              <a:extLst>
                <a:ext uri="{FF2B5EF4-FFF2-40B4-BE49-F238E27FC236}">
                  <a16:creationId xmlns:a16="http://schemas.microsoft.com/office/drawing/2014/main" id="{B5B53571-6FCC-DDEF-125F-0A52F39801F7}"/>
                </a:ext>
              </a:extLst>
            </p:cNvPr>
            <p:cNvSpPr txBox="1">
              <a:spLocks noChangeArrowheads="1"/>
            </p:cNvSpPr>
            <p:nvPr/>
          </p:nvSpPr>
          <p:spPr bwMode="auto">
            <a:xfrm>
              <a:off x="2320" y="2473"/>
              <a:ext cx="400" cy="21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  500</a:t>
              </a:r>
            </a:p>
          </p:txBody>
        </p:sp>
        <p:sp>
          <p:nvSpPr>
            <p:cNvPr id="8" name="Text Box 31">
              <a:extLst>
                <a:ext uri="{FF2B5EF4-FFF2-40B4-BE49-F238E27FC236}">
                  <a16:creationId xmlns:a16="http://schemas.microsoft.com/office/drawing/2014/main" id="{D3A4B4A3-65CE-2AD6-062B-5D95B73FE065}"/>
                </a:ext>
              </a:extLst>
            </p:cNvPr>
            <p:cNvSpPr txBox="1">
              <a:spLocks noChangeArrowheads="1"/>
            </p:cNvSpPr>
            <p:nvPr/>
          </p:nvSpPr>
          <p:spPr bwMode="auto">
            <a:xfrm>
              <a:off x="2239" y="2703"/>
              <a:ext cx="683"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10000"/>
                </a:spcBef>
                <a:buClrTx/>
                <a:buSzTx/>
                <a:buFontTx/>
                <a:buNone/>
              </a:pPr>
              <a:r>
                <a:rPr kumimoji="1" lang="zh-CN" altLang="en-US" sz="1600" b="1">
                  <a:solidFill>
                    <a:schemeClr val="tx1"/>
                  </a:solidFill>
                  <a:latin typeface="Times New Roman" panose="02020603050405020304" pitchFamily="18" charset="0"/>
                </a:rPr>
                <a:t>逻辑地址</a:t>
              </a:r>
            </a:p>
          </p:txBody>
        </p:sp>
        <p:sp>
          <p:nvSpPr>
            <p:cNvPr id="9" name="Line 32">
              <a:extLst>
                <a:ext uri="{FF2B5EF4-FFF2-40B4-BE49-F238E27FC236}">
                  <a16:creationId xmlns:a16="http://schemas.microsoft.com/office/drawing/2014/main" id="{C9C9D60B-D332-5AA9-15AC-4236A7928A2A}"/>
                </a:ext>
              </a:extLst>
            </p:cNvPr>
            <p:cNvSpPr>
              <a:spLocks noChangeShapeType="1"/>
            </p:cNvSpPr>
            <p:nvPr/>
          </p:nvSpPr>
          <p:spPr bwMode="auto">
            <a:xfrm>
              <a:off x="2098" y="2578"/>
              <a:ext cx="222" cy="0"/>
            </a:xfrm>
            <a:prstGeom prst="line">
              <a:avLst/>
            </a:prstGeom>
            <a:noFill/>
            <a:ln w="2857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0" name="Line 33">
              <a:extLst>
                <a:ext uri="{FF2B5EF4-FFF2-40B4-BE49-F238E27FC236}">
                  <a16:creationId xmlns:a16="http://schemas.microsoft.com/office/drawing/2014/main" id="{384429A5-E420-D399-6C0B-770A384E382A}"/>
                </a:ext>
              </a:extLst>
            </p:cNvPr>
            <p:cNvSpPr>
              <a:spLocks noChangeShapeType="1"/>
            </p:cNvSpPr>
            <p:nvPr/>
          </p:nvSpPr>
          <p:spPr bwMode="auto">
            <a:xfrm>
              <a:off x="3200" y="2580"/>
              <a:ext cx="533" cy="0"/>
            </a:xfrm>
            <a:prstGeom prst="line">
              <a:avLst/>
            </a:prstGeom>
            <a:noFill/>
            <a:ln w="2857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1" name="Line 35">
              <a:extLst>
                <a:ext uri="{FF2B5EF4-FFF2-40B4-BE49-F238E27FC236}">
                  <a16:creationId xmlns:a16="http://schemas.microsoft.com/office/drawing/2014/main" id="{E3816C4B-DFFD-CAF1-E529-0F0CF7D96DDB}"/>
                </a:ext>
              </a:extLst>
            </p:cNvPr>
            <p:cNvSpPr>
              <a:spLocks noChangeShapeType="1"/>
            </p:cNvSpPr>
            <p:nvPr/>
          </p:nvSpPr>
          <p:spPr bwMode="auto">
            <a:xfrm>
              <a:off x="2720" y="2578"/>
              <a:ext cx="267" cy="0"/>
            </a:xfrm>
            <a:prstGeom prst="line">
              <a:avLst/>
            </a:prstGeom>
            <a:noFill/>
            <a:ln w="2857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2" name="Oval 36">
              <a:extLst>
                <a:ext uri="{FF2B5EF4-FFF2-40B4-BE49-F238E27FC236}">
                  <a16:creationId xmlns:a16="http://schemas.microsoft.com/office/drawing/2014/main" id="{2966252E-6E8A-3099-3BEF-5A5D18203A45}"/>
                </a:ext>
              </a:extLst>
            </p:cNvPr>
            <p:cNvSpPr>
              <a:spLocks noChangeArrowheads="1"/>
            </p:cNvSpPr>
            <p:nvPr/>
          </p:nvSpPr>
          <p:spPr bwMode="auto">
            <a:xfrm>
              <a:off x="2978" y="2472"/>
              <a:ext cx="200" cy="227"/>
            </a:xfrm>
            <a:prstGeom prst="ellipse">
              <a:avLst/>
            </a:prstGeom>
            <a:solidFill>
              <a:srgbClr val="FFFFFF"/>
            </a:solidFill>
            <a:ln w="9525">
              <a:solidFill>
                <a:srgbClr val="000000"/>
              </a:solidFill>
              <a:round/>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a:t>
              </a:r>
            </a:p>
          </p:txBody>
        </p:sp>
        <p:sp>
          <p:nvSpPr>
            <p:cNvPr id="13" name="Line 37">
              <a:extLst>
                <a:ext uri="{FF2B5EF4-FFF2-40B4-BE49-F238E27FC236}">
                  <a16:creationId xmlns:a16="http://schemas.microsoft.com/office/drawing/2014/main" id="{D11B46B5-773B-5EDB-2236-30E9D3ABDA74}"/>
                </a:ext>
              </a:extLst>
            </p:cNvPr>
            <p:cNvSpPr>
              <a:spLocks noChangeShapeType="1"/>
            </p:cNvSpPr>
            <p:nvPr/>
          </p:nvSpPr>
          <p:spPr bwMode="auto">
            <a:xfrm>
              <a:off x="3076" y="2179"/>
              <a:ext cx="0" cy="312"/>
            </a:xfrm>
            <a:prstGeom prst="line">
              <a:avLst/>
            </a:prstGeom>
            <a:noFill/>
            <a:ln w="2857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4" name="Text Box 39">
              <a:extLst>
                <a:ext uri="{FF2B5EF4-FFF2-40B4-BE49-F238E27FC236}">
                  <a16:creationId xmlns:a16="http://schemas.microsoft.com/office/drawing/2014/main" id="{37639882-0BC8-3978-132A-0045326D3267}"/>
                </a:ext>
              </a:extLst>
            </p:cNvPr>
            <p:cNvSpPr txBox="1">
              <a:spLocks noChangeArrowheads="1"/>
            </p:cNvSpPr>
            <p:nvPr/>
          </p:nvSpPr>
          <p:spPr bwMode="auto">
            <a:xfrm>
              <a:off x="3910" y="1739"/>
              <a:ext cx="223"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15" name="Text Box 40">
              <a:extLst>
                <a:ext uri="{FF2B5EF4-FFF2-40B4-BE49-F238E27FC236}">
                  <a16:creationId xmlns:a16="http://schemas.microsoft.com/office/drawing/2014/main" id="{506ED302-1FC5-4308-38DA-E0A8F460054E}"/>
                </a:ext>
              </a:extLst>
            </p:cNvPr>
            <p:cNvSpPr txBox="1">
              <a:spLocks noChangeArrowheads="1"/>
            </p:cNvSpPr>
            <p:nvPr/>
          </p:nvSpPr>
          <p:spPr bwMode="auto">
            <a:xfrm>
              <a:off x="4072" y="1844"/>
              <a:ext cx="1073" cy="1766"/>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p>
            <a:p>
              <a:pPr algn="just" eaLnBrk="1" hangingPunct="1">
                <a:lnSpc>
                  <a:spcPct val="100000"/>
                </a:lnSpc>
                <a:buClrTx/>
                <a:buSzTx/>
                <a:buFontTx/>
                <a:buNone/>
              </a:pPr>
              <a:r>
                <a:rPr kumimoji="1" lang="en-US" altLang="zh-CN" sz="1600" b="1">
                  <a:solidFill>
                    <a:schemeClr val="tx1"/>
                  </a:solidFill>
                  <a:latin typeface="Times New Roman" panose="02020603050405020304" pitchFamily="18" charset="0"/>
                </a:rPr>
                <a:t>mov  r</a:t>
              </a:r>
              <a:r>
                <a:rPr kumimoji="1" lang="en-US" altLang="zh-CN" sz="1600" b="1" baseline="-25000">
                  <a:solidFill>
                    <a:schemeClr val="tx1"/>
                  </a:solidFill>
                  <a:latin typeface="Times New Roman" panose="02020603050405020304" pitchFamily="18" charset="0"/>
                </a:rPr>
                <a:t>1 </a:t>
              </a:r>
              <a:r>
                <a:rPr kumimoji="1" lang="en-US" altLang="zh-CN" sz="1600" b="1">
                  <a:solidFill>
                    <a:schemeClr val="tx1"/>
                  </a:solidFill>
                  <a:latin typeface="Times New Roman" panose="02020603050405020304" pitchFamily="18" charset="0"/>
                </a:rPr>
                <a:t>, [500]</a:t>
              </a: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p>
          </p:txBody>
        </p:sp>
        <p:sp>
          <p:nvSpPr>
            <p:cNvPr id="16" name="Text Box 41">
              <a:extLst>
                <a:ext uri="{FF2B5EF4-FFF2-40B4-BE49-F238E27FC236}">
                  <a16:creationId xmlns:a16="http://schemas.microsoft.com/office/drawing/2014/main" id="{DA0F726F-97B6-A744-2319-3E55F206A721}"/>
                </a:ext>
              </a:extLst>
            </p:cNvPr>
            <p:cNvSpPr txBox="1">
              <a:spLocks noChangeArrowheads="1"/>
            </p:cNvSpPr>
            <p:nvPr/>
          </p:nvSpPr>
          <p:spPr bwMode="auto">
            <a:xfrm>
              <a:off x="3721" y="1959"/>
              <a:ext cx="387"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1000</a:t>
              </a:r>
            </a:p>
          </p:txBody>
        </p:sp>
        <p:sp>
          <p:nvSpPr>
            <p:cNvPr id="17" name="Text Box 42">
              <a:extLst>
                <a:ext uri="{FF2B5EF4-FFF2-40B4-BE49-F238E27FC236}">
                  <a16:creationId xmlns:a16="http://schemas.microsoft.com/office/drawing/2014/main" id="{3B0A5683-AB6C-FC6E-0471-03385155C53A}"/>
                </a:ext>
              </a:extLst>
            </p:cNvPr>
            <p:cNvSpPr txBox="1">
              <a:spLocks noChangeArrowheads="1"/>
            </p:cNvSpPr>
            <p:nvPr/>
          </p:nvSpPr>
          <p:spPr bwMode="auto">
            <a:xfrm>
              <a:off x="3619" y="3505"/>
              <a:ext cx="550"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256k-1</a:t>
              </a:r>
            </a:p>
          </p:txBody>
        </p:sp>
        <p:sp>
          <p:nvSpPr>
            <p:cNvPr id="18" name="Text Box 43">
              <a:extLst>
                <a:ext uri="{FF2B5EF4-FFF2-40B4-BE49-F238E27FC236}">
                  <a16:creationId xmlns:a16="http://schemas.microsoft.com/office/drawing/2014/main" id="{71B4E521-EC63-FF7A-E394-4AEACB9DAA13}"/>
                </a:ext>
              </a:extLst>
            </p:cNvPr>
            <p:cNvSpPr txBox="1">
              <a:spLocks noChangeArrowheads="1"/>
            </p:cNvSpPr>
            <p:nvPr/>
          </p:nvSpPr>
          <p:spPr bwMode="auto">
            <a:xfrm>
              <a:off x="4337" y="3628"/>
              <a:ext cx="728"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存储空间</a:t>
              </a:r>
            </a:p>
          </p:txBody>
        </p:sp>
        <p:sp>
          <p:nvSpPr>
            <p:cNvPr id="19" name="Line 44">
              <a:extLst>
                <a:ext uri="{FF2B5EF4-FFF2-40B4-BE49-F238E27FC236}">
                  <a16:creationId xmlns:a16="http://schemas.microsoft.com/office/drawing/2014/main" id="{F2FD988D-6A01-CBD8-7ED0-599FA032210F}"/>
                </a:ext>
              </a:extLst>
            </p:cNvPr>
            <p:cNvSpPr>
              <a:spLocks noChangeShapeType="1"/>
            </p:cNvSpPr>
            <p:nvPr/>
          </p:nvSpPr>
          <p:spPr bwMode="auto">
            <a:xfrm>
              <a:off x="4077" y="2067"/>
              <a:ext cx="10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0" name="Line 45">
              <a:extLst>
                <a:ext uri="{FF2B5EF4-FFF2-40B4-BE49-F238E27FC236}">
                  <a16:creationId xmlns:a16="http://schemas.microsoft.com/office/drawing/2014/main" id="{F62F71D0-CCA4-62F5-F11E-2918576E51ED}"/>
                </a:ext>
              </a:extLst>
            </p:cNvPr>
            <p:cNvSpPr>
              <a:spLocks noChangeShapeType="1"/>
            </p:cNvSpPr>
            <p:nvPr/>
          </p:nvSpPr>
          <p:spPr bwMode="auto">
            <a:xfrm>
              <a:off x="4077" y="2935"/>
              <a:ext cx="10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1" name="Text Box 46">
              <a:extLst>
                <a:ext uri="{FF2B5EF4-FFF2-40B4-BE49-F238E27FC236}">
                  <a16:creationId xmlns:a16="http://schemas.microsoft.com/office/drawing/2014/main" id="{8EB1E9AA-A2B1-B1D3-F2B2-6C45AF597DA7}"/>
                </a:ext>
              </a:extLst>
            </p:cNvPr>
            <p:cNvSpPr txBox="1">
              <a:spLocks noChangeArrowheads="1"/>
            </p:cNvSpPr>
            <p:nvPr/>
          </p:nvSpPr>
          <p:spPr bwMode="auto">
            <a:xfrm>
              <a:off x="3721" y="2185"/>
              <a:ext cx="406"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1100</a:t>
              </a:r>
            </a:p>
          </p:txBody>
        </p:sp>
        <p:sp>
          <p:nvSpPr>
            <p:cNvPr id="22" name="Text Box 47">
              <a:extLst>
                <a:ext uri="{FF2B5EF4-FFF2-40B4-BE49-F238E27FC236}">
                  <a16:creationId xmlns:a16="http://schemas.microsoft.com/office/drawing/2014/main" id="{80A3C74E-51E0-03D5-C0A4-DA94CA81ECCF}"/>
                </a:ext>
              </a:extLst>
            </p:cNvPr>
            <p:cNvSpPr txBox="1">
              <a:spLocks noChangeArrowheads="1"/>
            </p:cNvSpPr>
            <p:nvPr/>
          </p:nvSpPr>
          <p:spPr bwMode="auto">
            <a:xfrm>
              <a:off x="3720" y="2457"/>
              <a:ext cx="397"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1500</a:t>
              </a:r>
            </a:p>
          </p:txBody>
        </p:sp>
        <p:sp>
          <p:nvSpPr>
            <p:cNvPr id="23" name="Text Box 48">
              <a:extLst>
                <a:ext uri="{FF2B5EF4-FFF2-40B4-BE49-F238E27FC236}">
                  <a16:creationId xmlns:a16="http://schemas.microsoft.com/office/drawing/2014/main" id="{B2F387EB-D500-B192-F35A-810C28AD6CA9}"/>
                </a:ext>
              </a:extLst>
            </p:cNvPr>
            <p:cNvSpPr txBox="1">
              <a:spLocks noChangeArrowheads="1"/>
            </p:cNvSpPr>
            <p:nvPr/>
          </p:nvSpPr>
          <p:spPr bwMode="auto">
            <a:xfrm>
              <a:off x="3720" y="2832"/>
              <a:ext cx="434"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1600</a:t>
              </a:r>
            </a:p>
          </p:txBody>
        </p:sp>
        <p:sp>
          <p:nvSpPr>
            <p:cNvPr id="24" name="Text Box 49">
              <a:extLst>
                <a:ext uri="{FF2B5EF4-FFF2-40B4-BE49-F238E27FC236}">
                  <a16:creationId xmlns:a16="http://schemas.microsoft.com/office/drawing/2014/main" id="{0B14FAC8-7CFC-3BF0-3C1A-B962446DA547}"/>
                </a:ext>
              </a:extLst>
            </p:cNvPr>
            <p:cNvSpPr txBox="1">
              <a:spLocks noChangeArrowheads="1"/>
            </p:cNvSpPr>
            <p:nvPr/>
          </p:nvSpPr>
          <p:spPr bwMode="auto">
            <a:xfrm>
              <a:off x="4083" y="2457"/>
              <a:ext cx="356"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123</a:t>
              </a:r>
            </a:p>
          </p:txBody>
        </p:sp>
        <p:sp>
          <p:nvSpPr>
            <p:cNvPr id="25" name="Text Box 51">
              <a:extLst>
                <a:ext uri="{FF2B5EF4-FFF2-40B4-BE49-F238E27FC236}">
                  <a16:creationId xmlns:a16="http://schemas.microsoft.com/office/drawing/2014/main" id="{8E9CEA3C-CEB3-6893-7C5C-EFA45633F325}"/>
                </a:ext>
              </a:extLst>
            </p:cNvPr>
            <p:cNvSpPr txBox="1">
              <a:spLocks noChangeArrowheads="1"/>
            </p:cNvSpPr>
            <p:nvPr/>
          </p:nvSpPr>
          <p:spPr bwMode="auto">
            <a:xfrm>
              <a:off x="1208" y="2288"/>
              <a:ext cx="890" cy="1106"/>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mov r</a:t>
              </a:r>
              <a:r>
                <a:rPr kumimoji="1" lang="en-US" altLang="zh-CN" sz="1600" b="1" baseline="-25000">
                  <a:solidFill>
                    <a:schemeClr val="tx1"/>
                  </a:solidFill>
                  <a:latin typeface="Times New Roman" panose="02020603050405020304" pitchFamily="18" charset="0"/>
                </a:rPr>
                <a:t>1</a:t>
              </a:r>
              <a:r>
                <a:rPr kumimoji="1" lang="en-US" altLang="zh-CN" sz="1600" b="1">
                  <a:solidFill>
                    <a:schemeClr val="tx1"/>
                  </a:solidFill>
                  <a:latin typeface="Times New Roman" panose="02020603050405020304" pitchFamily="18" charset="0"/>
                </a:rPr>
                <a:t>,[500]</a:t>
              </a: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p:txBody>
        </p:sp>
        <p:sp>
          <p:nvSpPr>
            <p:cNvPr id="26" name="Text Box 52">
              <a:extLst>
                <a:ext uri="{FF2B5EF4-FFF2-40B4-BE49-F238E27FC236}">
                  <a16:creationId xmlns:a16="http://schemas.microsoft.com/office/drawing/2014/main" id="{3DB43EEB-7D9F-F3C5-4C40-BF04982E5F2C}"/>
                </a:ext>
              </a:extLst>
            </p:cNvPr>
            <p:cNvSpPr txBox="1">
              <a:spLocks noChangeArrowheads="1"/>
            </p:cNvSpPr>
            <p:nvPr/>
          </p:nvSpPr>
          <p:spPr bwMode="auto">
            <a:xfrm>
              <a:off x="1030" y="2132"/>
              <a:ext cx="222"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27" name="Text Box 53">
              <a:extLst>
                <a:ext uri="{FF2B5EF4-FFF2-40B4-BE49-F238E27FC236}">
                  <a16:creationId xmlns:a16="http://schemas.microsoft.com/office/drawing/2014/main" id="{362B78D2-2ACF-9348-631F-34B0BE42F3E1}"/>
                </a:ext>
              </a:extLst>
            </p:cNvPr>
            <p:cNvSpPr txBox="1">
              <a:spLocks noChangeArrowheads="1"/>
            </p:cNvSpPr>
            <p:nvPr/>
          </p:nvSpPr>
          <p:spPr bwMode="auto">
            <a:xfrm>
              <a:off x="924" y="2442"/>
              <a:ext cx="356"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100</a:t>
              </a:r>
            </a:p>
          </p:txBody>
        </p:sp>
        <p:sp>
          <p:nvSpPr>
            <p:cNvPr id="28" name="Text Box 54">
              <a:extLst>
                <a:ext uri="{FF2B5EF4-FFF2-40B4-BE49-F238E27FC236}">
                  <a16:creationId xmlns:a16="http://schemas.microsoft.com/office/drawing/2014/main" id="{774A4B57-1340-9134-6529-20450DEBEAD1}"/>
                </a:ext>
              </a:extLst>
            </p:cNvPr>
            <p:cNvSpPr txBox="1">
              <a:spLocks noChangeArrowheads="1"/>
            </p:cNvSpPr>
            <p:nvPr/>
          </p:nvSpPr>
          <p:spPr bwMode="auto">
            <a:xfrm>
              <a:off x="915" y="2840"/>
              <a:ext cx="356"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500</a:t>
              </a:r>
            </a:p>
          </p:txBody>
        </p:sp>
        <p:sp>
          <p:nvSpPr>
            <p:cNvPr id="29" name="Text Box 55">
              <a:extLst>
                <a:ext uri="{FF2B5EF4-FFF2-40B4-BE49-F238E27FC236}">
                  <a16:creationId xmlns:a16="http://schemas.microsoft.com/office/drawing/2014/main" id="{D35C5F42-E9E7-4D59-617A-814F0C6F1615}"/>
                </a:ext>
              </a:extLst>
            </p:cNvPr>
            <p:cNvSpPr txBox="1">
              <a:spLocks noChangeArrowheads="1"/>
            </p:cNvSpPr>
            <p:nvPr/>
          </p:nvSpPr>
          <p:spPr bwMode="auto">
            <a:xfrm>
              <a:off x="915" y="3267"/>
              <a:ext cx="356"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599</a:t>
              </a:r>
            </a:p>
          </p:txBody>
        </p:sp>
        <p:sp>
          <p:nvSpPr>
            <p:cNvPr id="30" name="Text Box 56">
              <a:extLst>
                <a:ext uri="{FF2B5EF4-FFF2-40B4-BE49-F238E27FC236}">
                  <a16:creationId xmlns:a16="http://schemas.microsoft.com/office/drawing/2014/main" id="{6BE00FBA-7B91-F09C-86FE-25C7A95A4A02}"/>
                </a:ext>
              </a:extLst>
            </p:cNvPr>
            <p:cNvSpPr txBox="1">
              <a:spLocks noChangeArrowheads="1"/>
            </p:cNvSpPr>
            <p:nvPr/>
          </p:nvSpPr>
          <p:spPr bwMode="auto">
            <a:xfrm>
              <a:off x="1213" y="3407"/>
              <a:ext cx="931"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程序地址空间</a:t>
              </a:r>
            </a:p>
          </p:txBody>
        </p:sp>
        <p:sp>
          <p:nvSpPr>
            <p:cNvPr id="31" name="Text Box 57">
              <a:extLst>
                <a:ext uri="{FF2B5EF4-FFF2-40B4-BE49-F238E27FC236}">
                  <a16:creationId xmlns:a16="http://schemas.microsoft.com/office/drawing/2014/main" id="{2AD6D4D1-887A-F6C2-B9B8-D8EA7794B6B1}"/>
                </a:ext>
              </a:extLst>
            </p:cNvPr>
            <p:cNvSpPr txBox="1">
              <a:spLocks noChangeArrowheads="1"/>
            </p:cNvSpPr>
            <p:nvPr/>
          </p:nvSpPr>
          <p:spPr bwMode="auto">
            <a:xfrm>
              <a:off x="1211" y="2861"/>
              <a:ext cx="356"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123</a:t>
              </a:r>
            </a:p>
          </p:txBody>
        </p:sp>
      </p:grpSp>
      <p:sp>
        <p:nvSpPr>
          <p:cNvPr id="32" name="Text Box 65">
            <a:extLst>
              <a:ext uri="{FF2B5EF4-FFF2-40B4-BE49-F238E27FC236}">
                <a16:creationId xmlns:a16="http://schemas.microsoft.com/office/drawing/2014/main" id="{857C1E51-9701-23E0-D0AD-823F2DCB8E05}"/>
              </a:ext>
            </a:extLst>
          </p:cNvPr>
          <p:cNvSpPr txBox="1">
            <a:spLocks noChangeArrowheads="1"/>
          </p:cNvSpPr>
          <p:nvPr/>
        </p:nvSpPr>
        <p:spPr bwMode="auto">
          <a:xfrm>
            <a:off x="3365500" y="6072004"/>
            <a:ext cx="2447925"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a:solidFill>
                  <a:schemeClr val="tx1"/>
                </a:solidFill>
                <a:latin typeface="Times New Roman" panose="02020603050405020304" pitchFamily="18" charset="0"/>
              </a:rPr>
              <a:t>动态地址重定位示意图</a:t>
            </a:r>
          </a:p>
        </p:txBody>
      </p:sp>
    </p:spTree>
    <p:extLst>
      <p:ext uri="{BB962C8B-B14F-4D97-AF65-F5344CB8AC3E}">
        <p14:creationId xmlns:p14="http://schemas.microsoft.com/office/powerpoint/2010/main" val="117526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主存管理功能</a:t>
            </a:r>
          </a:p>
        </p:txBody>
      </p:sp>
      <p:sp>
        <p:nvSpPr>
          <p:cNvPr id="3" name="Rectangle 4">
            <a:extLst>
              <a:ext uri="{FF2B5EF4-FFF2-40B4-BE49-F238E27FC236}">
                <a16:creationId xmlns:a16="http://schemas.microsoft.com/office/drawing/2014/main" id="{4A0E2D9E-B41B-E53B-ED33-73C0FAD97F65}"/>
              </a:ext>
            </a:extLst>
          </p:cNvPr>
          <p:cNvSpPr>
            <a:spLocks noChangeArrowheads="1"/>
          </p:cNvSpPr>
          <p:nvPr/>
        </p:nvSpPr>
        <p:spPr bwMode="auto">
          <a:xfrm>
            <a:off x="320768" y="1150205"/>
            <a:ext cx="8375650" cy="378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lvl="1" eaLnBrk="1" hangingPunct="1">
              <a:lnSpc>
                <a:spcPct val="120000"/>
              </a:lnSpc>
              <a:buClr>
                <a:schemeClr val="tx2"/>
              </a:buClr>
              <a:buSzPct val="95000"/>
              <a:buFont typeface="Wingdings" panose="05000000000000000000" pitchFamily="2" charset="2"/>
              <a:buNone/>
              <a:defRPr/>
            </a:pPr>
            <a:r>
              <a:rPr lang="en-US" altLang="zh-CN" sz="2400" dirty="0">
                <a:solidFill>
                  <a:srgbClr val="000099"/>
                </a:solidFill>
                <a:effectLst/>
                <a:latin typeface="Times New Roman" panose="02020603050405020304" pitchFamily="18" charset="0"/>
              </a:rPr>
              <a:t>④ </a:t>
            </a:r>
            <a:r>
              <a:rPr lang="zh-CN" altLang="en-US" sz="2400" dirty="0">
                <a:solidFill>
                  <a:srgbClr val="000099"/>
                </a:solidFill>
                <a:effectLst/>
                <a:latin typeface="Times New Roman" panose="02020603050405020304" pitchFamily="18" charset="0"/>
              </a:rPr>
              <a:t>静态地址映射与动态地址映射的区别</a:t>
            </a:r>
            <a:r>
              <a:rPr lang="zh-CN" altLang="en-US" sz="1800" dirty="0"/>
              <a:t>                </a:t>
            </a:r>
          </a:p>
          <a:p>
            <a:pPr eaLnBrk="1" hangingPunct="1">
              <a:lnSpc>
                <a:spcPct val="150000"/>
              </a:lnSpc>
              <a:spcAft>
                <a:spcPct val="40000"/>
              </a:spcAft>
              <a:buClr>
                <a:schemeClr val="tx2"/>
              </a:buClr>
              <a:buSzPct val="95000"/>
              <a:buFont typeface="Wingdings" panose="05000000000000000000" pitchFamily="2" charset="2"/>
              <a:buNone/>
              <a:defRPr/>
            </a:pPr>
            <a:r>
              <a:rPr lang="zh-CN" altLang="en-US" sz="2000" b="1" dirty="0"/>
              <a:t>                  </a:t>
            </a:r>
            <a:r>
              <a:rPr lang="zh-CN" altLang="en-US" sz="2000" b="1" dirty="0">
                <a:solidFill>
                  <a:schemeClr val="tx1"/>
                </a:solidFill>
                <a:effectLst/>
              </a:rPr>
              <a:t>静态地址映射</a:t>
            </a:r>
            <a:r>
              <a:rPr lang="zh-CN" altLang="en-US" sz="2000" b="1" dirty="0">
                <a:solidFill>
                  <a:schemeClr val="tx1"/>
                </a:solidFill>
                <a:effectLst/>
                <a:latin typeface="Times New Roman" panose="02020603050405020304" pitchFamily="18" charset="0"/>
              </a:rPr>
              <a:t>                           </a:t>
            </a:r>
            <a:r>
              <a:rPr lang="zh-CN" altLang="en-US" sz="2000" b="1" dirty="0">
                <a:solidFill>
                  <a:schemeClr val="tx1"/>
                </a:solidFill>
                <a:effectLst/>
              </a:rPr>
              <a:t>动态地址映射</a:t>
            </a:r>
          </a:p>
          <a:p>
            <a:pPr eaLnBrk="1" hangingPunct="1">
              <a:lnSpc>
                <a:spcPct val="110000"/>
              </a:lnSpc>
              <a:spcBef>
                <a:spcPct val="20000"/>
              </a:spcBef>
              <a:buClr>
                <a:schemeClr val="tx2"/>
              </a:buClr>
              <a:buSzPct val="95000"/>
              <a:buFont typeface="Wingdings" panose="05000000000000000000" pitchFamily="2" charset="2"/>
              <a:buNone/>
              <a:defRPr/>
            </a:pPr>
            <a:r>
              <a:rPr lang="zh-CN" altLang="en-US" sz="2000" b="0" dirty="0">
                <a:solidFill>
                  <a:schemeClr val="tx1"/>
                </a:solidFill>
                <a:latin typeface="Times New Roman" panose="02020603050405020304" pitchFamily="18" charset="0"/>
              </a:rPr>
              <a:t>                </a:t>
            </a:r>
            <a:r>
              <a:rPr lang="zh-CN" altLang="en-US" sz="2000" b="0" dirty="0">
                <a:solidFill>
                  <a:schemeClr val="tx1"/>
                </a:solidFill>
                <a:sym typeface="Symbol" panose="05050102010706020507" pitchFamily="18" charset="2"/>
              </a:rPr>
              <a:t>   </a:t>
            </a:r>
            <a:r>
              <a:rPr lang="zh-CN" altLang="en-US" sz="2000" b="0" dirty="0">
                <a:solidFill>
                  <a:schemeClr val="tx1"/>
                </a:solidFill>
                <a:effectLst/>
              </a:rPr>
              <a:t>在程序装入过程中</a:t>
            </a:r>
            <a:r>
              <a:rPr lang="zh-CN" altLang="en-US" sz="2000" b="0" dirty="0">
                <a:solidFill>
                  <a:schemeClr val="tx1"/>
                </a:solidFill>
                <a:effectLst/>
                <a:latin typeface="Times New Roman" panose="02020603050405020304" pitchFamily="18" charset="0"/>
              </a:rPr>
              <a:t>                 </a:t>
            </a:r>
            <a:r>
              <a:rPr lang="zh-CN" altLang="en-US" sz="2000" b="0" dirty="0">
                <a:solidFill>
                  <a:schemeClr val="tx1"/>
                </a:solidFill>
                <a:effectLst/>
                <a:sym typeface="Symbol" panose="05050102010706020507" pitchFamily="18" charset="2"/>
              </a:rPr>
              <a:t>  </a:t>
            </a:r>
            <a:r>
              <a:rPr lang="zh-CN" altLang="en-US" sz="2000" b="0" dirty="0">
                <a:solidFill>
                  <a:schemeClr val="tx1"/>
                </a:solidFill>
                <a:effectLst/>
              </a:rPr>
              <a:t>在程序执行期间</a:t>
            </a:r>
          </a:p>
          <a:p>
            <a:pPr eaLnBrk="1" hangingPunct="1">
              <a:lnSpc>
                <a:spcPct val="110000"/>
              </a:lnSpc>
              <a:spcBef>
                <a:spcPct val="20000"/>
              </a:spcBef>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a:t>
            </a:r>
            <a:r>
              <a:rPr lang="zh-CN" altLang="en-US" sz="2000" b="0" dirty="0">
                <a:solidFill>
                  <a:schemeClr val="tx1"/>
                </a:solidFill>
                <a:effectLst/>
              </a:rPr>
              <a:t>进行地址映射</a:t>
            </a:r>
            <a:r>
              <a:rPr lang="zh-CN" altLang="en-US" sz="2000" b="0" dirty="0">
                <a:solidFill>
                  <a:schemeClr val="tx1"/>
                </a:solidFill>
                <a:effectLst/>
                <a:latin typeface="Times New Roman" panose="02020603050405020304" pitchFamily="18" charset="0"/>
              </a:rPr>
              <a:t>                            </a:t>
            </a:r>
            <a:r>
              <a:rPr lang="zh-CN" altLang="en-US" sz="2000" b="0" dirty="0">
                <a:solidFill>
                  <a:schemeClr val="tx1"/>
                </a:solidFill>
                <a:effectLst/>
              </a:rPr>
              <a:t>进行地址映射</a:t>
            </a:r>
          </a:p>
          <a:p>
            <a:pPr eaLnBrk="1" hangingPunct="1">
              <a:lnSpc>
                <a:spcPct val="110000"/>
              </a:lnSpc>
              <a:spcBef>
                <a:spcPct val="20000"/>
              </a:spcBef>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sym typeface="Symbol" panose="05050102010706020507" pitchFamily="18" charset="2"/>
              </a:rPr>
              <a:t>                </a:t>
            </a:r>
            <a:r>
              <a:rPr lang="zh-CN" altLang="en-US" sz="2000" b="0" dirty="0">
                <a:solidFill>
                  <a:schemeClr val="tx1"/>
                </a:solidFill>
                <a:effectLst/>
                <a:sym typeface="Symbol" panose="05050102010706020507" pitchFamily="18" charset="2"/>
              </a:rPr>
              <a:t>   需软件 </a:t>
            </a:r>
            <a:r>
              <a:rPr lang="zh-CN" altLang="en-US" sz="2000" b="0" dirty="0">
                <a:solidFill>
                  <a:schemeClr val="tx1"/>
                </a:solidFill>
                <a:effectLst/>
                <a:latin typeface="Times New Roman" panose="02020603050405020304" pitchFamily="18" charset="0"/>
                <a:sym typeface="Symbol" panose="05050102010706020507" pitchFamily="18" charset="2"/>
              </a:rPr>
              <a:t>                                    </a:t>
            </a:r>
            <a:r>
              <a:rPr lang="zh-CN" altLang="en-US" sz="2000" b="0" dirty="0">
                <a:solidFill>
                  <a:schemeClr val="tx1"/>
                </a:solidFill>
                <a:effectLst/>
                <a:sym typeface="Symbol" panose="05050102010706020507" pitchFamily="18" charset="2"/>
              </a:rPr>
              <a:t>  需硬件地址变换机构</a:t>
            </a:r>
          </a:p>
          <a:p>
            <a:pPr eaLnBrk="1" hangingPunct="1">
              <a:lnSpc>
                <a:spcPct val="110000"/>
              </a:lnSpc>
              <a:spcBef>
                <a:spcPct val="20000"/>
              </a:spcBef>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sym typeface="Symbol" panose="05050102010706020507" pitchFamily="18" charset="2"/>
              </a:rPr>
              <a:t>                   </a:t>
            </a:r>
            <a:r>
              <a:rPr lang="en-US" altLang="zh-CN" sz="2000" b="0" dirty="0">
                <a:solidFill>
                  <a:schemeClr val="tx1"/>
                </a:solidFill>
                <a:effectLst/>
                <a:latin typeface="Times New Roman" panose="02020603050405020304" pitchFamily="18" charset="0"/>
                <a:sym typeface="Symbol" panose="05050102010706020507" pitchFamily="18" charset="2"/>
              </a:rPr>
              <a:t>(</a:t>
            </a:r>
            <a:r>
              <a:rPr lang="zh-CN" altLang="en-US" sz="2000" b="0" dirty="0">
                <a:solidFill>
                  <a:schemeClr val="tx1"/>
                </a:solidFill>
                <a:effectLst/>
                <a:sym typeface="Symbol" panose="05050102010706020507" pitchFamily="18" charset="2"/>
              </a:rPr>
              <a:t>重定位装入程序</a:t>
            </a:r>
            <a:r>
              <a:rPr lang="en-US" altLang="zh-CN" sz="2000" b="0" dirty="0">
                <a:solidFill>
                  <a:schemeClr val="tx1"/>
                </a:solidFill>
                <a:effectLst/>
                <a:latin typeface="Times New Roman" panose="02020603050405020304" pitchFamily="18" charset="0"/>
                <a:sym typeface="Symbol" panose="05050102010706020507" pitchFamily="18" charset="2"/>
              </a:rPr>
              <a:t>)                     ( </a:t>
            </a:r>
            <a:r>
              <a:rPr lang="zh-CN" altLang="en-US" sz="2000" b="0" dirty="0">
                <a:solidFill>
                  <a:schemeClr val="tx1"/>
                </a:solidFill>
                <a:effectLst/>
                <a:sym typeface="Symbol" panose="05050102010706020507" pitchFamily="18" charset="2"/>
              </a:rPr>
              <a:t>重定位寄存器</a:t>
            </a:r>
            <a:r>
              <a:rPr lang="en-US" altLang="zh-CN" sz="2000" b="0" dirty="0">
                <a:solidFill>
                  <a:schemeClr val="tx1"/>
                </a:solidFill>
                <a:effectLst/>
                <a:sym typeface="Symbol" panose="05050102010706020507" pitchFamily="18" charset="2"/>
              </a:rPr>
              <a:t>)</a:t>
            </a:r>
          </a:p>
          <a:p>
            <a:pPr eaLnBrk="1" hangingPunct="1">
              <a:lnSpc>
                <a:spcPct val="120000"/>
              </a:lnSpc>
              <a:buClr>
                <a:schemeClr val="tx2"/>
              </a:buClr>
              <a:buSzPct val="95000"/>
              <a:buFont typeface="Wingdings" panose="05000000000000000000" pitchFamily="2" charset="2"/>
              <a:buNone/>
              <a:defRPr/>
            </a:pPr>
            <a:r>
              <a:rPr lang="en-US" altLang="zh-CN" sz="2000" b="0" dirty="0">
                <a:solidFill>
                  <a:schemeClr val="tx1"/>
                </a:solidFill>
                <a:effectLst/>
                <a:latin typeface="Times New Roman" panose="02020603050405020304" pitchFamily="18" charset="0"/>
                <a:sym typeface="Symbol" panose="05050102010706020507" pitchFamily="18" charset="2"/>
              </a:rPr>
              <a:t>                </a:t>
            </a:r>
            <a:r>
              <a:rPr lang="en-US" altLang="zh-CN" sz="2000" b="0" dirty="0">
                <a:solidFill>
                  <a:schemeClr val="tx1"/>
                </a:solidFill>
                <a:effectLst/>
                <a:sym typeface="Symbol" panose="05050102010706020507" pitchFamily="18" charset="2"/>
              </a:rPr>
              <a:t>   </a:t>
            </a:r>
            <a:r>
              <a:rPr lang="zh-CN" altLang="en-US" sz="2000" b="0" dirty="0">
                <a:solidFill>
                  <a:schemeClr val="tx1"/>
                </a:solidFill>
                <a:effectLst/>
                <a:sym typeface="Symbol" panose="05050102010706020507" pitchFamily="18" charset="2"/>
              </a:rPr>
              <a:t>需花费较多</a:t>
            </a:r>
            <a:r>
              <a:rPr lang="en-US" altLang="zh-CN" sz="2000" b="0" dirty="0">
                <a:solidFill>
                  <a:schemeClr val="tx1"/>
                </a:solidFill>
                <a:effectLst/>
                <a:latin typeface="Times New Roman" panose="02020603050405020304" pitchFamily="18" charset="0"/>
                <a:sym typeface="Symbol" panose="05050102010706020507" pitchFamily="18" charset="2"/>
              </a:rPr>
              <a:t>CPU</a:t>
            </a:r>
            <a:r>
              <a:rPr lang="zh-CN" altLang="en-US" sz="2000" b="0" dirty="0">
                <a:solidFill>
                  <a:schemeClr val="tx1"/>
                </a:solidFill>
                <a:effectLst/>
                <a:sym typeface="Symbol" panose="05050102010706020507" pitchFamily="18" charset="2"/>
              </a:rPr>
              <a:t>时间</a:t>
            </a:r>
            <a:r>
              <a:rPr lang="zh-CN" altLang="en-US" sz="2000" b="0" dirty="0">
                <a:solidFill>
                  <a:schemeClr val="tx1"/>
                </a:solidFill>
                <a:effectLst/>
                <a:latin typeface="Times New Roman" panose="02020603050405020304" pitchFamily="18" charset="0"/>
                <a:sym typeface="Symbol" panose="05050102010706020507" pitchFamily="18" charset="2"/>
              </a:rPr>
              <a:t>             </a:t>
            </a:r>
            <a:r>
              <a:rPr lang="zh-CN" altLang="en-US" sz="2000" b="0" dirty="0">
                <a:solidFill>
                  <a:schemeClr val="tx1"/>
                </a:solidFill>
                <a:effectLst/>
                <a:sym typeface="Symbol" panose="05050102010706020507" pitchFamily="18" charset="2"/>
              </a:rPr>
              <a:t>   地址变换快</a:t>
            </a:r>
          </a:p>
          <a:p>
            <a:pPr eaLnBrk="1" hangingPunct="1">
              <a:lnSpc>
                <a:spcPct val="120000"/>
              </a:lnSpc>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sym typeface="Symbol" panose="05050102010706020507" pitchFamily="18" charset="2"/>
              </a:rPr>
              <a:t>                </a:t>
            </a:r>
            <a:r>
              <a:rPr lang="zh-CN" altLang="en-US" sz="2000" b="0" dirty="0">
                <a:solidFill>
                  <a:schemeClr val="tx1"/>
                </a:solidFill>
                <a:effectLst/>
                <a:sym typeface="Symbol" panose="05050102010706020507" pitchFamily="18" charset="2"/>
              </a:rPr>
              <a:t>   不灵活</a:t>
            </a:r>
            <a:r>
              <a:rPr lang="zh-CN" altLang="en-US" sz="2000" b="0" dirty="0">
                <a:solidFill>
                  <a:schemeClr val="tx1"/>
                </a:solidFill>
                <a:effectLst/>
                <a:latin typeface="Times New Roman" panose="02020603050405020304" pitchFamily="18" charset="0"/>
                <a:sym typeface="Symbol" panose="05050102010706020507" pitchFamily="18" charset="2"/>
              </a:rPr>
              <a:t>                                     </a:t>
            </a:r>
            <a:r>
              <a:rPr lang="zh-CN" altLang="en-US" sz="2000" b="0" dirty="0">
                <a:solidFill>
                  <a:schemeClr val="tx1"/>
                </a:solidFill>
                <a:effectLst/>
                <a:sym typeface="Symbol" panose="05050102010706020507" pitchFamily="18" charset="2"/>
              </a:rPr>
              <a:t>   灵活</a:t>
            </a:r>
            <a:r>
              <a:rPr lang="zh-CN" altLang="en-US" sz="2400" b="0" dirty="0">
                <a:solidFill>
                  <a:schemeClr val="tx1"/>
                </a:solidFill>
                <a:effectLst/>
                <a:latin typeface="Times New Roman" panose="02020603050405020304" pitchFamily="18" charset="0"/>
              </a:rPr>
              <a:t>              </a:t>
            </a:r>
          </a:p>
        </p:txBody>
      </p:sp>
      <p:grpSp>
        <p:nvGrpSpPr>
          <p:cNvPr id="5" name="Group 54">
            <a:extLst>
              <a:ext uri="{FF2B5EF4-FFF2-40B4-BE49-F238E27FC236}">
                <a16:creationId xmlns:a16="http://schemas.microsoft.com/office/drawing/2014/main" id="{000C6F1E-A707-CEB5-B5E2-2CCBDC378316}"/>
              </a:ext>
            </a:extLst>
          </p:cNvPr>
          <p:cNvGrpSpPr>
            <a:grpSpLocks/>
          </p:cNvGrpSpPr>
          <p:nvPr/>
        </p:nvGrpSpPr>
        <p:grpSpPr bwMode="auto">
          <a:xfrm>
            <a:off x="1129207" y="1665519"/>
            <a:ext cx="6523038" cy="3313112"/>
            <a:chOff x="592" y="631"/>
            <a:chExt cx="4109" cy="2087"/>
          </a:xfrm>
        </p:grpSpPr>
        <p:sp>
          <p:nvSpPr>
            <p:cNvPr id="6" name="Line 38">
              <a:extLst>
                <a:ext uri="{FF2B5EF4-FFF2-40B4-BE49-F238E27FC236}">
                  <a16:creationId xmlns:a16="http://schemas.microsoft.com/office/drawing/2014/main" id="{3F3C892A-3F22-6ED3-30B6-2232321C40AC}"/>
                </a:ext>
              </a:extLst>
            </p:cNvPr>
            <p:cNvSpPr>
              <a:spLocks noChangeShapeType="1"/>
            </p:cNvSpPr>
            <p:nvPr/>
          </p:nvSpPr>
          <p:spPr bwMode="auto">
            <a:xfrm>
              <a:off x="2604" y="632"/>
              <a:ext cx="0" cy="20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7" name="Line 39">
              <a:extLst>
                <a:ext uri="{FF2B5EF4-FFF2-40B4-BE49-F238E27FC236}">
                  <a16:creationId xmlns:a16="http://schemas.microsoft.com/office/drawing/2014/main" id="{FDE30D5F-89DE-EA4A-236A-47E996CF5717}"/>
                </a:ext>
              </a:extLst>
            </p:cNvPr>
            <p:cNvSpPr>
              <a:spLocks noChangeShapeType="1"/>
            </p:cNvSpPr>
            <p:nvPr/>
          </p:nvSpPr>
          <p:spPr bwMode="auto">
            <a:xfrm>
              <a:off x="595" y="1032"/>
              <a:ext cx="40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8" name="Line 40">
              <a:extLst>
                <a:ext uri="{FF2B5EF4-FFF2-40B4-BE49-F238E27FC236}">
                  <a16:creationId xmlns:a16="http://schemas.microsoft.com/office/drawing/2014/main" id="{43882AD6-9887-0346-CB5A-745823E25A13}"/>
                </a:ext>
              </a:extLst>
            </p:cNvPr>
            <p:cNvSpPr>
              <a:spLocks noChangeShapeType="1"/>
            </p:cNvSpPr>
            <p:nvPr/>
          </p:nvSpPr>
          <p:spPr bwMode="auto">
            <a:xfrm>
              <a:off x="596" y="646"/>
              <a:ext cx="40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9" name="Line 41">
              <a:extLst>
                <a:ext uri="{FF2B5EF4-FFF2-40B4-BE49-F238E27FC236}">
                  <a16:creationId xmlns:a16="http://schemas.microsoft.com/office/drawing/2014/main" id="{B807F0A6-15DF-F872-B1C3-A768E38C5190}"/>
                </a:ext>
              </a:extLst>
            </p:cNvPr>
            <p:cNvSpPr>
              <a:spLocks noChangeShapeType="1"/>
            </p:cNvSpPr>
            <p:nvPr/>
          </p:nvSpPr>
          <p:spPr bwMode="auto">
            <a:xfrm>
              <a:off x="597" y="2717"/>
              <a:ext cx="40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0" name="Line 44">
              <a:extLst>
                <a:ext uri="{FF2B5EF4-FFF2-40B4-BE49-F238E27FC236}">
                  <a16:creationId xmlns:a16="http://schemas.microsoft.com/office/drawing/2014/main" id="{25D68656-63B8-4B22-56B5-977BF74AF72E}"/>
                </a:ext>
              </a:extLst>
            </p:cNvPr>
            <p:cNvSpPr>
              <a:spLocks noChangeShapeType="1"/>
            </p:cNvSpPr>
            <p:nvPr/>
          </p:nvSpPr>
          <p:spPr bwMode="auto">
            <a:xfrm>
              <a:off x="605" y="1555"/>
              <a:ext cx="40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1" name="Line 45">
              <a:extLst>
                <a:ext uri="{FF2B5EF4-FFF2-40B4-BE49-F238E27FC236}">
                  <a16:creationId xmlns:a16="http://schemas.microsoft.com/office/drawing/2014/main" id="{D5C546D7-E194-DF9A-B73B-B93EA084A85E}"/>
                </a:ext>
              </a:extLst>
            </p:cNvPr>
            <p:cNvSpPr>
              <a:spLocks noChangeShapeType="1"/>
            </p:cNvSpPr>
            <p:nvPr/>
          </p:nvSpPr>
          <p:spPr bwMode="auto">
            <a:xfrm>
              <a:off x="597" y="2060"/>
              <a:ext cx="40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2" name="Line 46">
              <a:extLst>
                <a:ext uri="{FF2B5EF4-FFF2-40B4-BE49-F238E27FC236}">
                  <a16:creationId xmlns:a16="http://schemas.microsoft.com/office/drawing/2014/main" id="{2147431C-7367-870A-5C4D-970AEC0EEE85}"/>
                </a:ext>
              </a:extLst>
            </p:cNvPr>
            <p:cNvSpPr>
              <a:spLocks noChangeShapeType="1"/>
            </p:cNvSpPr>
            <p:nvPr/>
          </p:nvSpPr>
          <p:spPr bwMode="auto">
            <a:xfrm>
              <a:off x="598" y="2394"/>
              <a:ext cx="40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3" name="Line 47">
              <a:extLst>
                <a:ext uri="{FF2B5EF4-FFF2-40B4-BE49-F238E27FC236}">
                  <a16:creationId xmlns:a16="http://schemas.microsoft.com/office/drawing/2014/main" id="{08E71D04-DBD2-B152-F78D-97C6DE77BD37}"/>
                </a:ext>
              </a:extLst>
            </p:cNvPr>
            <p:cNvSpPr>
              <a:spLocks noChangeShapeType="1"/>
            </p:cNvSpPr>
            <p:nvPr/>
          </p:nvSpPr>
          <p:spPr bwMode="auto">
            <a:xfrm>
              <a:off x="592" y="631"/>
              <a:ext cx="0" cy="20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4" name="Line 48">
              <a:extLst>
                <a:ext uri="{FF2B5EF4-FFF2-40B4-BE49-F238E27FC236}">
                  <a16:creationId xmlns:a16="http://schemas.microsoft.com/office/drawing/2014/main" id="{AF047834-FF2E-BDD4-3192-524C6679F4AD}"/>
                </a:ext>
              </a:extLst>
            </p:cNvPr>
            <p:cNvSpPr>
              <a:spLocks noChangeShapeType="1"/>
            </p:cNvSpPr>
            <p:nvPr/>
          </p:nvSpPr>
          <p:spPr bwMode="auto">
            <a:xfrm>
              <a:off x="4697" y="631"/>
              <a:ext cx="0" cy="208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2015817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主存管理</a:t>
            </a:r>
            <a:r>
              <a:rPr lang="en-US" altLang="zh-CN" dirty="0"/>
              <a:t>——</a:t>
            </a:r>
            <a:r>
              <a:rPr lang="zh-CN" altLang="en-US" dirty="0"/>
              <a:t>主存管理功能</a:t>
            </a:r>
          </a:p>
        </p:txBody>
      </p:sp>
      <p:sp>
        <p:nvSpPr>
          <p:cNvPr id="4" name="Rectangle 52">
            <a:extLst>
              <a:ext uri="{FF2B5EF4-FFF2-40B4-BE49-F238E27FC236}">
                <a16:creationId xmlns:a16="http://schemas.microsoft.com/office/drawing/2014/main" id="{8AA06A2B-83C7-8C19-71A9-7DF52A1724D7}"/>
              </a:ext>
            </a:extLst>
          </p:cNvPr>
          <p:cNvSpPr>
            <a:spLocks noChangeArrowheads="1"/>
          </p:cNvSpPr>
          <p:nvPr/>
        </p:nvSpPr>
        <p:spPr bwMode="auto">
          <a:xfrm>
            <a:off x="690246" y="830079"/>
            <a:ext cx="10502361" cy="5478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4.  </a:t>
            </a:r>
            <a:r>
              <a:rPr lang="zh-CN" altLang="en-US" sz="2800" b="1" dirty="0">
                <a:solidFill>
                  <a:srgbClr val="335F90"/>
                </a:solidFill>
                <a:latin typeface="Times New Roman" panose="02020603050405020304" pitchFamily="18" charset="0"/>
              </a:rPr>
              <a:t>主存分配</a:t>
            </a:r>
          </a:p>
          <a:p>
            <a:pPr marL="0" indent="0" algn="just">
              <a:lnSpc>
                <a:spcPct val="150000"/>
              </a:lnSpc>
              <a:spcBef>
                <a:spcPct val="20000"/>
              </a:spcBef>
              <a:buClr>
                <a:srgbClr val="FFC000"/>
              </a:buClr>
              <a:buNone/>
              <a:defRPr/>
            </a:pPr>
            <a:r>
              <a:rPr lang="zh-CN" altLang="en-US" sz="2400" b="1" dirty="0">
                <a:solidFill>
                  <a:prstClr val="black"/>
                </a:solidFill>
                <a:effectLst/>
                <a:latin typeface="微软雅黑" panose="020B0503020204020204" pitchFamily="34" charset="-122"/>
                <a:ea typeface="微软雅黑" panose="020B0503020204020204" pitchFamily="34" charset="-122"/>
              </a:rPr>
              <a:t>      </a:t>
            </a:r>
            <a:r>
              <a:rPr lang="en-US" altLang="zh-CN" sz="2400" b="1" dirty="0">
                <a:solidFill>
                  <a:prstClr val="black"/>
                </a:solidFill>
                <a:effectLst/>
                <a:latin typeface="微软雅黑" panose="020B0503020204020204" pitchFamily="34" charset="-122"/>
                <a:ea typeface="微软雅黑" panose="020B0503020204020204" pitchFamily="34" charset="-122"/>
              </a:rPr>
              <a:t>(1) </a:t>
            </a:r>
            <a:r>
              <a:rPr lang="zh-CN" altLang="en-US" sz="2400" b="1" dirty="0">
                <a:solidFill>
                  <a:prstClr val="black"/>
                </a:solidFill>
                <a:effectLst/>
                <a:latin typeface="微软雅黑" panose="020B0503020204020204" pitchFamily="34" charset="-122"/>
                <a:ea typeface="微软雅黑" panose="020B0503020204020204" pitchFamily="34" charset="-122"/>
              </a:rPr>
              <a:t>构造分配用的数据结构</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1800" b="0" dirty="0">
                <a:solidFill>
                  <a:schemeClr val="tx1"/>
                </a:solidFill>
                <a:effectLst/>
              </a:rPr>
              <a:t>              </a:t>
            </a:r>
            <a:r>
              <a:rPr lang="zh-CN" altLang="en-US" sz="2000" b="1" dirty="0">
                <a:solidFill>
                  <a:schemeClr val="tx1"/>
                </a:solidFill>
              </a:rPr>
              <a:t>主存资源信息块</a:t>
            </a:r>
            <a:r>
              <a:rPr lang="zh-CN" altLang="en-US" sz="2000" b="1" dirty="0">
                <a:solidFill>
                  <a:schemeClr val="tx1"/>
                </a:solidFill>
                <a:effectLst/>
              </a:rPr>
              <a:t>：</a:t>
            </a:r>
            <a:r>
              <a:rPr lang="zh-CN" altLang="en-US" sz="2000" b="0" dirty="0">
                <a:solidFill>
                  <a:schemeClr val="tx1"/>
                </a:solidFill>
                <a:effectLst/>
              </a:rPr>
              <a:t>等待队列；空闲区队列；主存分配</a:t>
            </a:r>
            <a:r>
              <a:rPr lang="zh-CN" altLang="en-US" sz="2000" b="0" dirty="0" smtClean="0">
                <a:solidFill>
                  <a:schemeClr val="tx1"/>
                </a:solidFill>
                <a:effectLst/>
              </a:rPr>
              <a:t>程序</a:t>
            </a:r>
            <a:endParaRPr lang="en-US" altLang="zh-CN" sz="2000" b="0" dirty="0" smtClean="0">
              <a:solidFill>
                <a:schemeClr val="tx1"/>
              </a:solidFill>
              <a:effectLst/>
            </a:endParaRPr>
          </a:p>
          <a:p>
            <a:pPr marL="0" indent="0" algn="just">
              <a:lnSpc>
                <a:spcPct val="150000"/>
              </a:lnSpc>
              <a:buClr>
                <a:srgbClr val="FFC000"/>
              </a:buClr>
              <a:buNone/>
              <a:defRPr/>
            </a:pPr>
            <a:r>
              <a:rPr lang="en-US" altLang="zh-CN" sz="2400" b="1" dirty="0" smtClean="0">
                <a:solidFill>
                  <a:prstClr val="black"/>
                </a:solidFill>
                <a:effectLst/>
                <a:latin typeface="微软雅黑" panose="020B0503020204020204" pitchFamily="34" charset="-122"/>
                <a:ea typeface="微软雅黑" panose="020B0503020204020204" pitchFamily="34" charset="-122"/>
              </a:rPr>
              <a:t>      (</a:t>
            </a:r>
            <a:r>
              <a:rPr lang="en-US" altLang="zh-CN" sz="2400" b="1" dirty="0">
                <a:solidFill>
                  <a:prstClr val="black"/>
                </a:solidFill>
                <a:effectLst/>
                <a:latin typeface="微软雅黑" panose="020B0503020204020204" pitchFamily="34" charset="-122"/>
                <a:ea typeface="微软雅黑" panose="020B0503020204020204" pitchFamily="34" charset="-122"/>
              </a:rPr>
              <a:t>2) </a:t>
            </a:r>
            <a:r>
              <a:rPr lang="zh-CN" altLang="en-US" sz="2400" b="1" dirty="0">
                <a:solidFill>
                  <a:prstClr val="black"/>
                </a:solidFill>
                <a:effectLst/>
                <a:latin typeface="微软雅黑" panose="020B0503020204020204" pitchFamily="34" charset="-122"/>
                <a:ea typeface="微软雅黑" panose="020B0503020204020204" pitchFamily="34" charset="-122"/>
              </a:rPr>
              <a:t>制定策略</a:t>
            </a:r>
          </a:p>
          <a:p>
            <a:pPr lvl="1">
              <a:lnSpc>
                <a:spcPct val="130000"/>
              </a:lnSpc>
              <a:buClr>
                <a:schemeClr val="tx2"/>
              </a:buClr>
              <a:buSzPct val="95000"/>
              <a:buNone/>
              <a:defRPr/>
            </a:pPr>
            <a:r>
              <a:rPr lang="zh-CN" altLang="en-US" sz="2000" dirty="0">
                <a:solidFill>
                  <a:srgbClr val="000099"/>
                </a:solidFill>
                <a:effectLst/>
                <a:latin typeface="Times New Roman" panose="02020603050405020304" pitchFamily="18" charset="0"/>
              </a:rPr>
              <a:t>① 分配策略</a:t>
            </a:r>
            <a:r>
              <a:rPr lang="zh-CN" altLang="en-US" sz="2000" dirty="0">
                <a:solidFill>
                  <a:schemeClr val="tx1"/>
                </a:solidFill>
              </a:rPr>
              <a:t> </a:t>
            </a:r>
            <a:r>
              <a:rPr lang="en-US" altLang="zh-CN" sz="2000" dirty="0">
                <a:solidFill>
                  <a:srgbClr val="000099"/>
                </a:solidFill>
                <a:effectLst/>
              </a:rPr>
              <a:t>——</a:t>
            </a:r>
            <a:r>
              <a:rPr lang="en-US" altLang="zh-CN" sz="2000" dirty="0">
                <a:solidFill>
                  <a:schemeClr val="tx1"/>
                </a:solidFill>
              </a:rPr>
              <a:t> </a:t>
            </a:r>
            <a:r>
              <a:rPr lang="zh-CN" altLang="en-US" sz="2000" dirty="0">
                <a:solidFill>
                  <a:schemeClr val="tx1"/>
                </a:solidFill>
                <a:effectLst/>
              </a:rPr>
              <a:t>在众多个请求者中选择一个请求者的原则</a:t>
            </a:r>
          </a:p>
          <a:p>
            <a:pPr lvl="1">
              <a:lnSpc>
                <a:spcPct val="130000"/>
              </a:lnSpc>
              <a:buClr>
                <a:schemeClr val="tx2"/>
              </a:buClr>
              <a:buSzPct val="95000"/>
              <a:buNone/>
              <a:defRPr/>
            </a:pPr>
            <a:r>
              <a:rPr lang="zh-CN" altLang="en-US" sz="2000" dirty="0">
                <a:solidFill>
                  <a:srgbClr val="000099"/>
                </a:solidFill>
                <a:effectLst/>
                <a:latin typeface="Times New Roman" panose="02020603050405020304" pitchFamily="18" charset="0"/>
              </a:rPr>
              <a:t>② 放置策略</a:t>
            </a:r>
            <a:r>
              <a:rPr lang="zh-CN" altLang="en-US" sz="2000" dirty="0">
                <a:solidFill>
                  <a:schemeClr val="tx1"/>
                </a:solidFill>
              </a:rPr>
              <a:t> </a:t>
            </a:r>
            <a:r>
              <a:rPr lang="en-US" altLang="zh-CN" sz="2000" dirty="0">
                <a:solidFill>
                  <a:srgbClr val="000099"/>
                </a:solidFill>
                <a:effectLst/>
              </a:rPr>
              <a:t>——</a:t>
            </a:r>
            <a:r>
              <a:rPr lang="en-US" altLang="zh-CN" sz="2000" dirty="0">
                <a:solidFill>
                  <a:schemeClr val="tx1"/>
                </a:solidFill>
              </a:rPr>
              <a:t> </a:t>
            </a:r>
            <a:r>
              <a:rPr lang="zh-CN" altLang="en-US" sz="2000" dirty="0">
                <a:solidFill>
                  <a:schemeClr val="tx1"/>
                </a:solidFill>
                <a:effectLst/>
              </a:rPr>
              <a:t>在可用资源中</a:t>
            </a:r>
            <a:r>
              <a:rPr lang="zh-CN" altLang="en-US" sz="2000" dirty="0">
                <a:solidFill>
                  <a:schemeClr val="tx1"/>
                </a:solidFill>
              </a:rPr>
              <a:t>，</a:t>
            </a:r>
            <a:r>
              <a:rPr lang="zh-CN" altLang="en-US" sz="2000" dirty="0">
                <a:solidFill>
                  <a:schemeClr val="tx1"/>
                </a:solidFill>
                <a:effectLst/>
              </a:rPr>
              <a:t>选择一个空闲区的原则</a:t>
            </a:r>
          </a:p>
          <a:p>
            <a:pPr lvl="1">
              <a:lnSpc>
                <a:spcPct val="130000"/>
              </a:lnSpc>
              <a:buClr>
                <a:schemeClr val="tx2"/>
              </a:buClr>
              <a:buSzPct val="95000"/>
              <a:buNone/>
              <a:defRPr/>
            </a:pPr>
            <a:r>
              <a:rPr lang="zh-CN" altLang="en-US" sz="2000" dirty="0">
                <a:solidFill>
                  <a:srgbClr val="000099"/>
                </a:solidFill>
                <a:effectLst/>
                <a:latin typeface="Times New Roman" panose="02020603050405020304" pitchFamily="18" charset="0"/>
              </a:rPr>
              <a:t>③ 调入策略</a:t>
            </a:r>
            <a:r>
              <a:rPr lang="zh-CN" altLang="en-US" sz="2000" dirty="0">
                <a:solidFill>
                  <a:schemeClr val="tx1"/>
                </a:solidFill>
              </a:rPr>
              <a:t> </a:t>
            </a:r>
            <a:r>
              <a:rPr lang="en-US" altLang="zh-CN" sz="2000" dirty="0">
                <a:solidFill>
                  <a:srgbClr val="000099"/>
                </a:solidFill>
                <a:effectLst/>
              </a:rPr>
              <a:t>——</a:t>
            </a:r>
            <a:r>
              <a:rPr lang="en-US" altLang="zh-CN" sz="2000" dirty="0">
                <a:solidFill>
                  <a:schemeClr val="tx1"/>
                </a:solidFill>
              </a:rPr>
              <a:t> </a:t>
            </a:r>
            <a:r>
              <a:rPr lang="zh-CN" altLang="en-US" sz="2000" dirty="0">
                <a:solidFill>
                  <a:schemeClr val="tx1"/>
                </a:solidFill>
                <a:effectLst/>
              </a:rPr>
              <a:t>决定信息装入主存的时机（预先调入，请求调入）</a:t>
            </a:r>
          </a:p>
          <a:p>
            <a:pPr lvl="1">
              <a:lnSpc>
                <a:spcPct val="130000"/>
              </a:lnSpc>
              <a:buClr>
                <a:schemeClr val="tx2"/>
              </a:buClr>
              <a:buSzPct val="95000"/>
              <a:buNone/>
              <a:defRPr/>
            </a:pPr>
            <a:r>
              <a:rPr lang="zh-CN" altLang="en-US" sz="2000" dirty="0">
                <a:solidFill>
                  <a:srgbClr val="000099"/>
                </a:solidFill>
                <a:effectLst/>
                <a:latin typeface="Times New Roman" panose="02020603050405020304" pitchFamily="18" charset="0"/>
              </a:rPr>
              <a:t>④ 淘汰策略 </a:t>
            </a:r>
            <a:r>
              <a:rPr lang="en-US" altLang="zh-CN" sz="2000" dirty="0">
                <a:solidFill>
                  <a:srgbClr val="000099"/>
                </a:solidFill>
                <a:effectLst/>
              </a:rPr>
              <a:t>—— </a:t>
            </a:r>
            <a:r>
              <a:rPr lang="zh-CN" altLang="en-US" sz="2000" dirty="0">
                <a:solidFill>
                  <a:schemeClr val="tx1"/>
                </a:solidFill>
                <a:effectLst/>
              </a:rPr>
              <a:t>在主存中没有可用的空闲区 </a:t>
            </a:r>
            <a:r>
              <a:rPr lang="en-US" altLang="zh-CN" sz="2000" dirty="0">
                <a:solidFill>
                  <a:schemeClr val="tx1"/>
                </a:solidFill>
                <a:effectLst/>
              </a:rPr>
              <a:t>(</a:t>
            </a:r>
            <a:r>
              <a:rPr lang="zh-CN" altLang="en-US" sz="2000" dirty="0">
                <a:solidFill>
                  <a:schemeClr val="tx1"/>
                </a:solidFill>
                <a:effectLst/>
              </a:rPr>
              <a:t>对某一程序而言</a:t>
            </a:r>
            <a:r>
              <a:rPr lang="en-US" altLang="zh-CN" sz="2000" dirty="0">
                <a:solidFill>
                  <a:schemeClr val="tx1"/>
                </a:solidFill>
                <a:effectLst/>
              </a:rPr>
              <a:t>)</a:t>
            </a:r>
            <a:r>
              <a:rPr lang="zh-CN" altLang="en-US" sz="2000" dirty="0">
                <a:solidFill>
                  <a:schemeClr val="tx1"/>
                </a:solidFill>
                <a:effectLst/>
              </a:rPr>
              <a:t>时，决定哪些信息从主存中移走，即确定淘汰已占用的内存区的原则。</a:t>
            </a:r>
          </a:p>
          <a:p>
            <a:pPr marL="0" indent="0" algn="just">
              <a:lnSpc>
                <a:spcPct val="150000"/>
              </a:lnSpc>
              <a:buClr>
                <a:srgbClr val="FFC000"/>
              </a:buClr>
              <a:buNone/>
              <a:defRPr/>
            </a:pPr>
            <a:r>
              <a:rPr lang="zh-CN" altLang="en-US" sz="2400" b="1" dirty="0">
                <a:solidFill>
                  <a:prstClr val="black"/>
                </a:solidFill>
                <a:effectLst/>
                <a:latin typeface="微软雅黑" panose="020B0503020204020204" pitchFamily="34" charset="-122"/>
                <a:ea typeface="微软雅黑" panose="020B0503020204020204" pitchFamily="34" charset="-122"/>
              </a:rPr>
              <a:t>      </a:t>
            </a:r>
            <a:r>
              <a:rPr lang="en-US" altLang="zh-CN" sz="2400" b="1" dirty="0">
                <a:solidFill>
                  <a:prstClr val="black"/>
                </a:solidFill>
                <a:effectLst/>
                <a:latin typeface="微软雅黑" panose="020B0503020204020204" pitchFamily="34" charset="-122"/>
                <a:ea typeface="微软雅黑" panose="020B0503020204020204" pitchFamily="34" charset="-122"/>
              </a:rPr>
              <a:t>(3) </a:t>
            </a:r>
            <a:r>
              <a:rPr lang="zh-CN" altLang="en-US" sz="2400" b="1" dirty="0">
                <a:solidFill>
                  <a:prstClr val="black"/>
                </a:solidFill>
                <a:effectLst/>
                <a:latin typeface="微软雅黑" panose="020B0503020204020204" pitchFamily="34" charset="-122"/>
                <a:ea typeface="微软雅黑" panose="020B0503020204020204" pitchFamily="34" charset="-122"/>
              </a:rPr>
              <a:t>实施主存分配与</a:t>
            </a:r>
            <a:r>
              <a:rPr lang="zh-CN" altLang="en-US" sz="2400" b="1" dirty="0" smtClean="0">
                <a:solidFill>
                  <a:prstClr val="black"/>
                </a:solidFill>
                <a:effectLst/>
                <a:latin typeface="微软雅黑" panose="020B0503020204020204" pitchFamily="34" charset="-122"/>
                <a:ea typeface="微软雅黑" panose="020B0503020204020204" pitchFamily="34" charset="-122"/>
              </a:rPr>
              <a:t>回收</a:t>
            </a:r>
            <a:r>
              <a:rPr lang="zh-CN" altLang="en-US" sz="2400" dirty="0" smtClean="0">
                <a:solidFill>
                  <a:srgbClr val="A50021"/>
                </a:solidFill>
                <a:latin typeface="Times New Roman" panose="02020603050405020304" pitchFamily="18" charset="0"/>
              </a:rPr>
              <a:t>      </a:t>
            </a:r>
            <a:endParaRPr lang="zh-CN" altLang="en-US" sz="2000" dirty="0">
              <a:solidFill>
                <a:srgbClr val="000099"/>
              </a:solidFill>
              <a:latin typeface="Times New Roman" panose="02020603050405020304" pitchFamily="18" charset="0"/>
            </a:endParaRPr>
          </a:p>
        </p:txBody>
      </p:sp>
    </p:spTree>
    <p:extLst>
      <p:ext uri="{BB962C8B-B14F-4D97-AF65-F5344CB8AC3E}">
        <p14:creationId xmlns:p14="http://schemas.microsoft.com/office/powerpoint/2010/main" val="176753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主存管理功能</a:t>
            </a:r>
          </a:p>
        </p:txBody>
      </p:sp>
      <p:sp>
        <p:nvSpPr>
          <p:cNvPr id="3" name="Rectangle 4">
            <a:extLst>
              <a:ext uri="{FF2B5EF4-FFF2-40B4-BE49-F238E27FC236}">
                <a16:creationId xmlns:a16="http://schemas.microsoft.com/office/drawing/2014/main" id="{4DA2C148-D10D-8079-2150-A60811A3966C}"/>
              </a:ext>
            </a:extLst>
          </p:cNvPr>
          <p:cNvSpPr>
            <a:spLocks noChangeArrowheads="1"/>
          </p:cNvSpPr>
          <p:nvPr/>
        </p:nvSpPr>
        <p:spPr bwMode="auto">
          <a:xfrm>
            <a:off x="487822" y="830079"/>
            <a:ext cx="10407486" cy="5641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5.  </a:t>
            </a:r>
            <a:r>
              <a:rPr lang="zh-CN" altLang="en-US" sz="2800" b="1" dirty="0">
                <a:solidFill>
                  <a:srgbClr val="335F90"/>
                </a:solidFill>
                <a:latin typeface="Times New Roman" panose="02020603050405020304" pitchFamily="18" charset="0"/>
              </a:rPr>
              <a:t>主存扩充</a:t>
            </a:r>
          </a:p>
          <a:p>
            <a:pPr marL="0" indent="0" algn="just">
              <a:lnSpc>
                <a:spcPct val="150000"/>
              </a:lnSpc>
              <a:spcBef>
                <a:spcPct val="20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可行性</a:t>
            </a:r>
          </a:p>
          <a:p>
            <a:pPr marL="0" indent="0" algn="just">
              <a:lnSpc>
                <a:spcPct val="150000"/>
              </a:lnSpc>
              <a:spcBef>
                <a:spcPct val="20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实现方法</a:t>
            </a:r>
          </a:p>
          <a:p>
            <a:pPr marL="800100" lvl="3" indent="-228600">
              <a:lnSpc>
                <a:spcPct val="150000"/>
              </a:lnSpc>
              <a:spcBef>
                <a:spcPts val="500"/>
              </a:spcBef>
              <a:buClr>
                <a:srgbClr val="FFC000"/>
              </a:buClr>
              <a:buSzPct val="95000"/>
              <a:buFont typeface="Wingdings" panose="05000000000000000000" pitchFamily="2" charset="2"/>
              <a:buChar char="u"/>
              <a:defRPr/>
            </a:pPr>
            <a:r>
              <a:rPr lang="zh-CN" altLang="en-US" sz="2400" dirty="0">
                <a:solidFill>
                  <a:prstClr val="black"/>
                </a:solidFill>
                <a:effectLst/>
                <a:latin typeface="微软雅黑" panose="020B0503020204020204" pitchFamily="34" charset="-122"/>
                <a:ea typeface="微软雅黑" panose="020B0503020204020204" pitchFamily="34" charset="-122"/>
                <a:sym typeface="Symbol" panose="05050102010706020507" pitchFamily="18" charset="2"/>
              </a:rPr>
              <a:t>程序的全部代码和数据存放在辅存中；</a:t>
            </a:r>
          </a:p>
          <a:p>
            <a:pPr marL="800100" lvl="3" indent="-228600">
              <a:lnSpc>
                <a:spcPct val="150000"/>
              </a:lnSpc>
              <a:spcBef>
                <a:spcPts val="500"/>
              </a:spcBef>
              <a:buClr>
                <a:srgbClr val="FFC000"/>
              </a:buClr>
              <a:buSzPct val="95000"/>
              <a:buFont typeface="Wingdings" panose="05000000000000000000" pitchFamily="2" charset="2"/>
              <a:buChar char="u"/>
              <a:defRPr/>
            </a:pPr>
            <a:r>
              <a:rPr lang="zh-CN" altLang="en-US" sz="2400" dirty="0">
                <a:solidFill>
                  <a:prstClr val="black"/>
                </a:solidFill>
                <a:effectLst/>
                <a:latin typeface="微软雅黑" panose="020B0503020204020204" pitchFamily="34" charset="-122"/>
                <a:ea typeface="微软雅黑" panose="020B0503020204020204" pitchFamily="34" charset="-122"/>
              </a:rPr>
              <a:t>将程序当前执行所涉及的那部分程序代码放入主存中；</a:t>
            </a:r>
          </a:p>
          <a:p>
            <a:pPr marL="800100" lvl="3" indent="-228600">
              <a:lnSpc>
                <a:spcPct val="150000"/>
              </a:lnSpc>
              <a:spcBef>
                <a:spcPts val="500"/>
              </a:spcBef>
              <a:buClr>
                <a:srgbClr val="FFC000"/>
              </a:buClr>
              <a:buSzPct val="95000"/>
              <a:buFont typeface="Wingdings" panose="05000000000000000000" pitchFamily="2" charset="2"/>
              <a:buChar char="u"/>
              <a:defRPr/>
            </a:pPr>
            <a:r>
              <a:rPr lang="zh-CN" altLang="en-US" sz="2400" dirty="0">
                <a:solidFill>
                  <a:prstClr val="black"/>
                </a:solidFill>
                <a:effectLst/>
                <a:latin typeface="微软雅黑" panose="020B0503020204020204" pitchFamily="34" charset="-122"/>
                <a:ea typeface="微软雅黑" panose="020B0503020204020204" pitchFamily="34" charset="-122"/>
                <a:sym typeface="Symbol" panose="05050102010706020507" pitchFamily="18" charset="2"/>
              </a:rPr>
              <a:t>程序执行时，当所需信息不在主存，</a:t>
            </a:r>
            <a:r>
              <a:rPr lang="zh-CN" altLang="en-US" sz="2400" dirty="0">
                <a:solidFill>
                  <a:prstClr val="black"/>
                </a:solidFill>
                <a:effectLst/>
                <a:latin typeface="微软雅黑" panose="020B0503020204020204" pitchFamily="34" charset="-122"/>
                <a:ea typeface="微软雅黑" panose="020B0503020204020204" pitchFamily="34" charset="-122"/>
              </a:rPr>
              <a:t>由操作系统和硬件相配合来完成主存从</a:t>
            </a:r>
            <a:r>
              <a:rPr lang="zh-CN" altLang="en-US" sz="2400" dirty="0">
                <a:solidFill>
                  <a:prstClr val="black"/>
                </a:solidFill>
                <a:effectLst/>
                <a:latin typeface="微软雅黑" panose="020B0503020204020204" pitchFamily="34" charset="-122"/>
                <a:ea typeface="微软雅黑" panose="020B0503020204020204" pitchFamily="34" charset="-122"/>
                <a:sym typeface="Symbol" panose="05050102010706020507" pitchFamily="18" charset="2"/>
              </a:rPr>
              <a:t>辅存中调入信息，程序继续执行。</a:t>
            </a:r>
            <a:endParaRPr lang="zh-CN" altLang="en-US" sz="2400" dirty="0">
              <a:solidFill>
                <a:prstClr val="black"/>
              </a:solidFill>
              <a:effectLst/>
              <a:latin typeface="微软雅黑" panose="020B0503020204020204" pitchFamily="34" charset="-122"/>
              <a:ea typeface="微软雅黑" panose="020B0503020204020204" pitchFamily="34" charset="-122"/>
            </a:endParaRPr>
          </a:p>
          <a:p>
            <a:pPr marL="0" indent="0" algn="just">
              <a:lnSpc>
                <a:spcPct val="150000"/>
              </a:lnSpc>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(3) </a:t>
            </a:r>
            <a:r>
              <a:rPr lang="zh-CN" altLang="en-US" sz="2600" b="1" dirty="0">
                <a:solidFill>
                  <a:prstClr val="black"/>
                </a:solidFill>
                <a:effectLst/>
                <a:latin typeface="微软雅黑" panose="020B0503020204020204" pitchFamily="34" charset="-122"/>
                <a:ea typeface="微软雅黑" panose="020B0503020204020204" pitchFamily="34" charset="-122"/>
              </a:rPr>
              <a:t>虚拟存储器</a:t>
            </a:r>
          </a:p>
          <a:p>
            <a:pPr eaLnBrk="1" hangingPunct="1">
              <a:lnSpc>
                <a:spcPct val="130000"/>
              </a:lnSpc>
              <a:buClr>
                <a:schemeClr val="tx2"/>
              </a:buClr>
              <a:buSzPct val="95000"/>
              <a:buFont typeface="Wingdings" panose="05000000000000000000" pitchFamily="2" charset="2"/>
              <a:buNone/>
              <a:defRPr/>
            </a:pPr>
            <a:r>
              <a:rPr lang="zh-CN" altLang="en-US" sz="2400" dirty="0">
                <a:solidFill>
                  <a:srgbClr val="000099"/>
                </a:solidFill>
                <a:latin typeface="Times New Roman" panose="02020603050405020304" pitchFamily="18" charset="0"/>
              </a:rPr>
              <a:t>       </a:t>
            </a:r>
            <a:endParaRPr lang="zh-CN" altLang="en-US" sz="2400" b="0" dirty="0">
              <a:solidFill>
                <a:schemeClr val="tx1"/>
              </a:solidFill>
              <a:effectLst/>
              <a:latin typeface="Times New Roman" panose="02020603050405020304" pitchFamily="18" charset="0"/>
            </a:endParaRPr>
          </a:p>
        </p:txBody>
      </p:sp>
      <p:sp>
        <p:nvSpPr>
          <p:cNvPr id="4" name="Text Box 5">
            <a:extLst>
              <a:ext uri="{FF2B5EF4-FFF2-40B4-BE49-F238E27FC236}">
                <a16:creationId xmlns:a16="http://schemas.microsoft.com/office/drawing/2014/main" id="{DBFA50F0-F120-1C6D-5CBA-F16AB5DE8DC8}"/>
              </a:ext>
            </a:extLst>
          </p:cNvPr>
          <p:cNvSpPr txBox="1">
            <a:spLocks noChangeArrowheads="1"/>
          </p:cNvSpPr>
          <p:nvPr/>
        </p:nvSpPr>
        <p:spPr bwMode="auto">
          <a:xfrm>
            <a:off x="2988134" y="1581769"/>
            <a:ext cx="1985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lang="zh-CN" altLang="en-US" sz="2400" dirty="0">
                <a:solidFill>
                  <a:schemeClr val="tx1"/>
                </a:solidFill>
              </a:rPr>
              <a:t>局部性特征</a:t>
            </a:r>
          </a:p>
        </p:txBody>
      </p:sp>
    </p:spTree>
    <p:extLst>
      <p:ext uri="{BB962C8B-B14F-4D97-AF65-F5344CB8AC3E}">
        <p14:creationId xmlns:p14="http://schemas.microsoft.com/office/powerpoint/2010/main" val="1925201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主存管理功能</a:t>
            </a:r>
          </a:p>
        </p:txBody>
      </p:sp>
      <p:sp>
        <p:nvSpPr>
          <p:cNvPr id="4" name="Rectangle 6">
            <a:extLst>
              <a:ext uri="{FF2B5EF4-FFF2-40B4-BE49-F238E27FC236}">
                <a16:creationId xmlns:a16="http://schemas.microsoft.com/office/drawing/2014/main" id="{D91A63CD-C4C6-642E-30D0-CACBB47BEF9B}"/>
              </a:ext>
            </a:extLst>
          </p:cNvPr>
          <p:cNvSpPr>
            <a:spLocks noChangeArrowheads="1"/>
          </p:cNvSpPr>
          <p:nvPr/>
        </p:nvSpPr>
        <p:spPr bwMode="auto">
          <a:xfrm>
            <a:off x="487821" y="830079"/>
            <a:ext cx="10965425" cy="5792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14000"/>
              </a:lnSpc>
              <a:buFont typeface="Wingdings" panose="05000000000000000000" pitchFamily="2" charset="2"/>
              <a:buNone/>
            </a:pPr>
            <a:r>
              <a:rPr lang="en-US" altLang="zh-CN" sz="2400" dirty="0">
                <a:solidFill>
                  <a:srgbClr val="000099"/>
                </a:solidFill>
                <a:latin typeface="宋体" panose="02010600030101010101" pitchFamily="2" charset="-122"/>
              </a:rPr>
              <a:t>① </a:t>
            </a:r>
            <a:r>
              <a:rPr lang="zh-CN" altLang="en-US" sz="2400" dirty="0">
                <a:solidFill>
                  <a:srgbClr val="000099"/>
                </a:solidFill>
                <a:latin typeface="Times New Roman" panose="02020603050405020304" pitchFamily="18" charset="0"/>
              </a:rPr>
              <a:t>什么是虚拟存储器</a:t>
            </a:r>
          </a:p>
          <a:p>
            <a:pPr eaLnBrk="1" hangingPunct="1">
              <a:lnSpc>
                <a:spcPct val="114000"/>
              </a:lnSpc>
              <a:buFont typeface="Wingdings" panose="05000000000000000000" pitchFamily="2" charset="2"/>
              <a:buNone/>
            </a:pPr>
            <a:r>
              <a:rPr lang="zh-CN" altLang="en-US" sz="2000" b="0" dirty="0">
                <a:solidFill>
                  <a:schemeClr val="tx1"/>
                </a:solidFill>
                <a:latin typeface="Times New Roman" panose="02020603050405020304" pitchFamily="18" charset="0"/>
              </a:rPr>
              <a:t>        </a:t>
            </a:r>
            <a:r>
              <a:rPr lang="zh-CN" altLang="en-US" sz="2400" b="0" dirty="0">
                <a:solidFill>
                  <a:schemeClr val="tx1"/>
                </a:solidFill>
                <a:latin typeface="Times New Roman" panose="02020603050405020304" pitchFamily="18" charset="0"/>
              </a:rPr>
              <a:t>由操作系统和硬件相配合来完成主存和</a:t>
            </a:r>
            <a:r>
              <a:rPr lang="zh-CN" altLang="en-US" sz="2400" b="0" dirty="0">
                <a:solidFill>
                  <a:schemeClr val="tx1"/>
                </a:solidFill>
                <a:latin typeface="Times New Roman" panose="02020603050405020304" pitchFamily="18" charset="0"/>
                <a:sym typeface="Symbol" panose="05050102010706020507" pitchFamily="18" charset="2"/>
              </a:rPr>
              <a:t>辅存</a:t>
            </a:r>
            <a:r>
              <a:rPr lang="zh-CN" altLang="en-US" sz="2400" b="0" dirty="0">
                <a:solidFill>
                  <a:schemeClr val="tx1"/>
                </a:solidFill>
                <a:latin typeface="Times New Roman" panose="02020603050405020304" pitchFamily="18" charset="0"/>
              </a:rPr>
              <a:t>之间的信息的动态调度。这样的计算机系统好像为用户提供了一个其存储容量比实际主存大得多的存储器，这个存储器称为虚拟存储器。</a:t>
            </a:r>
            <a:endParaRPr lang="en-US" altLang="zh-CN" sz="2400" b="0" dirty="0">
              <a:solidFill>
                <a:schemeClr val="tx1"/>
              </a:solidFill>
              <a:latin typeface="Times New Roman" panose="02020603050405020304" pitchFamily="18" charset="0"/>
            </a:endParaRPr>
          </a:p>
          <a:p>
            <a:pPr eaLnBrk="1" hangingPunct="1">
              <a:lnSpc>
                <a:spcPct val="114000"/>
              </a:lnSpc>
              <a:buClr>
                <a:schemeClr val="tx2"/>
              </a:buClr>
              <a:buSzPct val="95000"/>
              <a:buFont typeface="Wingdings" panose="05000000000000000000" pitchFamily="2" charset="2"/>
              <a:buNone/>
              <a:defRPr/>
            </a:pPr>
            <a:r>
              <a:rPr lang="en-US" altLang="zh-CN" sz="2400" dirty="0">
                <a:solidFill>
                  <a:srgbClr val="000099"/>
                </a:solidFill>
                <a:effectLst/>
                <a:latin typeface="Times New Roman" panose="02020603050405020304" pitchFamily="18" charset="0"/>
              </a:rPr>
              <a:t>②</a:t>
            </a:r>
            <a:r>
              <a:rPr lang="en-US" altLang="zh-CN" sz="2400" dirty="0">
                <a:solidFill>
                  <a:srgbClr val="000099"/>
                </a:solidFill>
                <a:effectLst/>
                <a:latin typeface="宋体" panose="02010600030101010101" pitchFamily="2" charset="-122"/>
              </a:rPr>
              <a:t> </a:t>
            </a:r>
            <a:r>
              <a:rPr lang="zh-CN" altLang="en-US" sz="2400" dirty="0">
                <a:solidFill>
                  <a:srgbClr val="000099"/>
                </a:solidFill>
                <a:effectLst/>
                <a:latin typeface="Times New Roman" panose="02020603050405020304" pitchFamily="18" charset="0"/>
              </a:rPr>
              <a:t>虚拟存储器的核心</a:t>
            </a:r>
          </a:p>
          <a:p>
            <a:pPr marL="800100" lvl="3" indent="-228600">
              <a:lnSpc>
                <a:spcPct val="114000"/>
              </a:lnSpc>
              <a:spcBef>
                <a:spcPts val="500"/>
              </a:spcBef>
              <a:buClr>
                <a:srgbClr val="FFC000"/>
              </a:buClr>
              <a:buSzPct val="95000"/>
              <a:buFont typeface="Wingdings" panose="05000000000000000000" pitchFamily="2" charset="2"/>
              <a:buChar char="u"/>
              <a:defRPr/>
            </a:pPr>
            <a:r>
              <a:rPr lang="zh-CN" altLang="en-US" sz="2400" b="1" dirty="0">
                <a:solidFill>
                  <a:prstClr val="black"/>
                </a:solidFill>
                <a:effectLst/>
                <a:latin typeface="微软雅黑" panose="020B0503020204020204" pitchFamily="34" charset="-122"/>
                <a:ea typeface="微软雅黑" panose="020B0503020204020204" pitchFamily="34" charset="-122"/>
                <a:sym typeface="Symbol" panose="05050102010706020507" pitchFamily="18" charset="2"/>
              </a:rPr>
              <a:t>逻辑地址与物理地址分开</a:t>
            </a:r>
          </a:p>
          <a:p>
            <a:pPr marL="800100" lvl="3" indent="-228600">
              <a:lnSpc>
                <a:spcPct val="114000"/>
              </a:lnSpc>
              <a:spcBef>
                <a:spcPts val="500"/>
              </a:spcBef>
              <a:buClr>
                <a:srgbClr val="FFC000"/>
              </a:buClr>
              <a:buSzPct val="95000"/>
              <a:buFont typeface="Wingdings" panose="05000000000000000000" pitchFamily="2" charset="2"/>
              <a:buChar char="u"/>
              <a:defRPr/>
            </a:pPr>
            <a:r>
              <a:rPr lang="zh-CN" altLang="en-US" sz="2400" b="1" dirty="0">
                <a:solidFill>
                  <a:prstClr val="black"/>
                </a:solidFill>
                <a:effectLst/>
                <a:latin typeface="微软雅黑" panose="020B0503020204020204" pitchFamily="34" charset="-122"/>
                <a:ea typeface="微软雅黑" panose="020B0503020204020204" pitchFamily="34" charset="-122"/>
              </a:rPr>
              <a:t>存储空间与虚地址空间分开</a:t>
            </a:r>
          </a:p>
          <a:p>
            <a:pPr marL="800100" lvl="3" indent="-228600">
              <a:lnSpc>
                <a:spcPct val="114000"/>
              </a:lnSpc>
              <a:spcBef>
                <a:spcPts val="500"/>
              </a:spcBef>
              <a:buClr>
                <a:srgbClr val="FFC000"/>
              </a:buClr>
              <a:buSzPct val="95000"/>
              <a:buFont typeface="Wingdings" panose="05000000000000000000" pitchFamily="2" charset="2"/>
              <a:buChar char="u"/>
              <a:defRPr/>
            </a:pPr>
            <a:r>
              <a:rPr lang="zh-CN" altLang="en-US" sz="2400" b="1" dirty="0">
                <a:solidFill>
                  <a:prstClr val="black"/>
                </a:solidFill>
                <a:effectLst/>
                <a:latin typeface="微软雅黑" panose="020B0503020204020204" pitchFamily="34" charset="-122"/>
                <a:ea typeface="微软雅黑" panose="020B0503020204020204" pitchFamily="34" charset="-122"/>
                <a:sym typeface="Symbol" panose="05050102010706020507" pitchFamily="18" charset="2"/>
              </a:rPr>
              <a:t>提供地址变换机构</a:t>
            </a:r>
            <a:endParaRPr lang="zh-CN" altLang="en-US" sz="2400" b="1" dirty="0">
              <a:solidFill>
                <a:prstClr val="black"/>
              </a:solidFill>
              <a:effectLst/>
              <a:latin typeface="微软雅黑" panose="020B0503020204020204" pitchFamily="34" charset="-122"/>
              <a:ea typeface="微软雅黑" panose="020B0503020204020204" pitchFamily="34" charset="-122"/>
            </a:endParaRPr>
          </a:p>
          <a:p>
            <a:pPr eaLnBrk="1" hangingPunct="1">
              <a:lnSpc>
                <a:spcPct val="114000"/>
              </a:lnSpc>
              <a:spcBef>
                <a:spcPct val="20000"/>
              </a:spcBef>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③ 实现虚拟存储器的物质基础</a:t>
            </a:r>
          </a:p>
          <a:p>
            <a:pPr marL="800100" lvl="3" indent="-228600">
              <a:lnSpc>
                <a:spcPct val="114000"/>
              </a:lnSpc>
              <a:spcBef>
                <a:spcPts val="500"/>
              </a:spcBef>
              <a:buClr>
                <a:srgbClr val="FFC000"/>
              </a:buClr>
              <a:buSzPct val="95000"/>
              <a:buFont typeface="Wingdings" panose="05000000000000000000" pitchFamily="2" charset="2"/>
              <a:buChar char="u"/>
              <a:defRPr/>
            </a:pPr>
            <a:r>
              <a:rPr lang="zh-CN" altLang="en-US" sz="2400" b="1" dirty="0">
                <a:solidFill>
                  <a:prstClr val="black"/>
                </a:solidFill>
                <a:effectLst/>
                <a:latin typeface="微软雅黑" panose="020B0503020204020204" pitchFamily="34" charset="-122"/>
                <a:ea typeface="微软雅黑" panose="020B0503020204020204" pitchFamily="34" charset="-122"/>
              </a:rPr>
              <a:t>有相当容量的辅存：     </a:t>
            </a:r>
            <a:r>
              <a:rPr lang="zh-CN" altLang="en-US" sz="2400" dirty="0">
                <a:solidFill>
                  <a:prstClr val="black"/>
                </a:solidFill>
                <a:effectLst/>
                <a:latin typeface="微软雅黑" panose="020B0503020204020204" pitchFamily="34" charset="-122"/>
                <a:ea typeface="微软雅黑" panose="020B0503020204020204" pitchFamily="34" charset="-122"/>
              </a:rPr>
              <a:t>足以存放应用程序的虚地址空间</a:t>
            </a:r>
          </a:p>
          <a:p>
            <a:pPr marL="800100" lvl="3" indent="-228600">
              <a:lnSpc>
                <a:spcPct val="114000"/>
              </a:lnSpc>
              <a:spcBef>
                <a:spcPts val="500"/>
              </a:spcBef>
              <a:buClr>
                <a:srgbClr val="FFC000"/>
              </a:buClr>
              <a:buSzPct val="95000"/>
              <a:buFont typeface="Wingdings" panose="05000000000000000000" pitchFamily="2" charset="2"/>
              <a:buChar char="u"/>
              <a:defRPr/>
            </a:pPr>
            <a:r>
              <a:rPr lang="zh-CN" altLang="en-US" sz="2400" b="1" dirty="0">
                <a:solidFill>
                  <a:prstClr val="black"/>
                </a:solidFill>
                <a:effectLst/>
                <a:latin typeface="微软雅黑" panose="020B0503020204020204" pitchFamily="34" charset="-122"/>
                <a:ea typeface="微软雅黑" panose="020B0503020204020204" pitchFamily="34" charset="-122"/>
              </a:rPr>
              <a:t>有一定容量的主存：     </a:t>
            </a:r>
            <a:r>
              <a:rPr lang="zh-CN" altLang="en-US" sz="2400" dirty="0">
                <a:solidFill>
                  <a:prstClr val="black"/>
                </a:solidFill>
                <a:effectLst/>
                <a:latin typeface="微软雅黑" panose="020B0503020204020204" pitchFamily="34" charset="-122"/>
                <a:ea typeface="微软雅黑" panose="020B0503020204020204" pitchFamily="34" charset="-122"/>
              </a:rPr>
              <a:t>存放进入主存的多进程的信息</a:t>
            </a:r>
          </a:p>
          <a:p>
            <a:pPr marL="800100" lvl="3" indent="-228600">
              <a:lnSpc>
                <a:spcPct val="114000"/>
              </a:lnSpc>
              <a:spcBef>
                <a:spcPts val="500"/>
              </a:spcBef>
              <a:buClr>
                <a:srgbClr val="FFC000"/>
              </a:buClr>
              <a:buSzPct val="95000"/>
              <a:buFont typeface="Wingdings" panose="05000000000000000000" pitchFamily="2" charset="2"/>
              <a:buChar char="u"/>
              <a:defRPr/>
            </a:pPr>
            <a:r>
              <a:rPr lang="zh-CN" altLang="en-US" sz="2400" b="1" dirty="0">
                <a:solidFill>
                  <a:prstClr val="black"/>
                </a:solidFill>
                <a:effectLst/>
                <a:latin typeface="微软雅黑" panose="020B0503020204020204" pitchFamily="34" charset="-122"/>
                <a:ea typeface="微软雅黑" panose="020B0503020204020204" pitchFamily="34" charset="-122"/>
              </a:rPr>
              <a:t>地址变换机构        </a:t>
            </a:r>
          </a:p>
        </p:txBody>
      </p:sp>
    </p:spTree>
    <p:extLst>
      <p:ext uri="{BB962C8B-B14F-4D97-AF65-F5344CB8AC3E}">
        <p14:creationId xmlns:p14="http://schemas.microsoft.com/office/powerpoint/2010/main" val="386016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主存管理功能</a:t>
            </a:r>
          </a:p>
        </p:txBody>
      </p:sp>
      <p:sp>
        <p:nvSpPr>
          <p:cNvPr id="3" name="Rectangle 4">
            <a:extLst>
              <a:ext uri="{FF2B5EF4-FFF2-40B4-BE49-F238E27FC236}">
                <a16:creationId xmlns:a16="http://schemas.microsoft.com/office/drawing/2014/main" id="{7947F68C-CCFD-30E6-56F9-059F3E5DFDEC}"/>
              </a:ext>
            </a:extLst>
          </p:cNvPr>
          <p:cNvSpPr>
            <a:spLocks noChangeArrowheads="1"/>
          </p:cNvSpPr>
          <p:nvPr/>
        </p:nvSpPr>
        <p:spPr bwMode="auto">
          <a:xfrm>
            <a:off x="487821" y="830079"/>
            <a:ext cx="10907009" cy="4797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6.  </a:t>
            </a:r>
            <a:r>
              <a:rPr lang="zh-CN" altLang="en-US" sz="2800" b="1" dirty="0">
                <a:solidFill>
                  <a:srgbClr val="335F90"/>
                </a:solidFill>
                <a:latin typeface="Times New Roman" panose="02020603050405020304" pitchFamily="18" charset="0"/>
              </a:rPr>
              <a:t>存储保护</a:t>
            </a:r>
          </a:p>
          <a:p>
            <a:pPr marL="0" indent="0" algn="just">
              <a:lnSpc>
                <a:spcPct val="150000"/>
              </a:lnSpc>
              <a:spcBef>
                <a:spcPct val="20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什么是存储保护</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在多用户环境中，主存储器按区分配给各用户程序使用。</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为了互不影响，必须由硬件 </a:t>
            </a:r>
            <a:r>
              <a:rPr lang="en-US" altLang="zh-CN" sz="2400" b="0" dirty="0">
                <a:solidFill>
                  <a:schemeClr val="tx1"/>
                </a:solidFill>
                <a:effectLst/>
                <a:latin typeface="Times New Roman" panose="02020603050405020304" pitchFamily="18" charset="0"/>
              </a:rPr>
              <a:t>(</a:t>
            </a:r>
            <a:r>
              <a:rPr lang="zh-CN" altLang="en-US" sz="2400" b="0" dirty="0">
                <a:solidFill>
                  <a:schemeClr val="tx1"/>
                </a:solidFill>
                <a:effectLst/>
                <a:latin typeface="Times New Roman" panose="02020603050405020304" pitchFamily="18" charset="0"/>
              </a:rPr>
              <a:t>软件配合</a:t>
            </a:r>
            <a:r>
              <a:rPr lang="en-US" altLang="zh-CN" sz="2400" b="0" dirty="0">
                <a:solidFill>
                  <a:schemeClr val="tx1"/>
                </a:solidFill>
                <a:effectLst/>
                <a:latin typeface="Times New Roman" panose="02020603050405020304" pitchFamily="18" charset="0"/>
              </a:rPr>
              <a:t>)</a:t>
            </a:r>
            <a:r>
              <a:rPr lang="zh-CN" altLang="en-US" sz="2400" b="0" dirty="0">
                <a:solidFill>
                  <a:schemeClr val="tx1"/>
                </a:solidFill>
                <a:effectLst/>
                <a:latin typeface="Times New Roman" panose="02020603050405020304" pitchFamily="18" charset="0"/>
              </a:rPr>
              <a:t>保证各用户程序</a:t>
            </a:r>
            <a:r>
              <a:rPr lang="zh-CN" altLang="en-US" sz="2400" b="0" dirty="0" smtClean="0">
                <a:solidFill>
                  <a:schemeClr val="tx1"/>
                </a:solidFill>
                <a:effectLst/>
                <a:latin typeface="Times New Roman" panose="02020603050405020304" pitchFamily="18" charset="0"/>
              </a:rPr>
              <a:t>只能</a:t>
            </a:r>
            <a:r>
              <a:rPr lang="zh-CN" altLang="en-US" sz="2400" b="0" dirty="0">
                <a:solidFill>
                  <a:schemeClr val="tx1"/>
                </a:solidFill>
                <a:effectLst/>
                <a:latin typeface="Times New Roman" panose="02020603050405020304" pitchFamily="18" charset="0"/>
              </a:rPr>
              <a:t>在给定的存储区域内活动，这种措施叫做存储保护。</a:t>
            </a:r>
          </a:p>
          <a:p>
            <a:pPr marL="0" indent="0" algn="just">
              <a:lnSpc>
                <a:spcPct val="150000"/>
              </a:lnSpc>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实现方法</a:t>
            </a:r>
          </a:p>
          <a:p>
            <a:pPr marL="800100" lvl="3" indent="-228600">
              <a:lnSpc>
                <a:spcPct val="150000"/>
              </a:lnSpc>
              <a:spcBef>
                <a:spcPts val="500"/>
              </a:spcBef>
              <a:buClr>
                <a:srgbClr val="FFC000"/>
              </a:buClr>
              <a:buSzPct val="95000"/>
              <a:buFont typeface="Wingdings" panose="05000000000000000000" pitchFamily="2" charset="2"/>
              <a:buChar char="u"/>
              <a:defRPr/>
            </a:pPr>
            <a:r>
              <a:rPr lang="zh-CN" altLang="en-US" sz="2400" dirty="0">
                <a:solidFill>
                  <a:prstClr val="black"/>
                </a:solidFill>
                <a:effectLst/>
                <a:latin typeface="微软雅黑" panose="020B0503020204020204" pitchFamily="34" charset="-122"/>
                <a:ea typeface="微软雅黑" panose="020B0503020204020204" pitchFamily="34" charset="-122"/>
                <a:sym typeface="Symbol" panose="05050102010706020507" pitchFamily="18" charset="2"/>
              </a:rPr>
              <a:t>界地址保护</a:t>
            </a:r>
          </a:p>
          <a:p>
            <a:pPr marL="800100" lvl="3" indent="-228600">
              <a:lnSpc>
                <a:spcPct val="150000"/>
              </a:lnSpc>
              <a:spcBef>
                <a:spcPts val="500"/>
              </a:spcBef>
              <a:buClr>
                <a:srgbClr val="FFC000"/>
              </a:buClr>
              <a:buSzPct val="95000"/>
              <a:buFont typeface="Wingdings" panose="05000000000000000000" pitchFamily="2" charset="2"/>
              <a:buChar char="u"/>
              <a:defRPr/>
            </a:pPr>
            <a:r>
              <a:rPr lang="zh-CN" altLang="en-US" sz="2400" dirty="0">
                <a:solidFill>
                  <a:prstClr val="black"/>
                </a:solidFill>
                <a:effectLst/>
                <a:latin typeface="微软雅黑" panose="020B0503020204020204" pitchFamily="34" charset="-122"/>
                <a:ea typeface="微软雅黑" panose="020B0503020204020204" pitchFamily="34" charset="-122"/>
              </a:rPr>
              <a:t>存储键保护</a:t>
            </a:r>
          </a:p>
        </p:txBody>
      </p:sp>
    </p:spTree>
    <p:extLst>
      <p:ext uri="{BB962C8B-B14F-4D97-AF65-F5344CB8AC3E}">
        <p14:creationId xmlns:p14="http://schemas.microsoft.com/office/powerpoint/2010/main" val="1760965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主存管理功能</a:t>
            </a:r>
          </a:p>
        </p:txBody>
      </p:sp>
      <p:sp>
        <p:nvSpPr>
          <p:cNvPr id="3" name="Rectangle 4">
            <a:extLst>
              <a:ext uri="{FF2B5EF4-FFF2-40B4-BE49-F238E27FC236}">
                <a16:creationId xmlns:a16="http://schemas.microsoft.com/office/drawing/2014/main" id="{E8854B8E-5D77-3BE6-25E9-47ABCBC36749}"/>
              </a:ext>
            </a:extLst>
          </p:cNvPr>
          <p:cNvSpPr>
            <a:spLocks noChangeArrowheads="1"/>
          </p:cNvSpPr>
          <p:nvPr/>
        </p:nvSpPr>
        <p:spPr bwMode="auto">
          <a:xfrm>
            <a:off x="734717" y="830079"/>
            <a:ext cx="837565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Font typeface="Wingdings" panose="05000000000000000000" pitchFamily="2" charset="2"/>
              <a:buNone/>
            </a:pPr>
            <a:r>
              <a:rPr lang="zh-CN" altLang="en-US" sz="2400" dirty="0">
                <a:solidFill>
                  <a:schemeClr val="tx1"/>
                </a:solidFill>
                <a:latin typeface="Times New Roman" panose="02020603050405020304" pitchFamily="18" charset="0"/>
              </a:rPr>
              <a:t>界地址保护</a:t>
            </a:r>
          </a:p>
          <a:p>
            <a:pPr eaLnBrk="1" hangingPunct="1">
              <a:lnSpc>
                <a:spcPct val="120000"/>
              </a:lnSpc>
              <a:spcBef>
                <a:spcPct val="20000"/>
              </a:spcBef>
              <a:buFont typeface="Wingdings" panose="05000000000000000000" pitchFamily="2" charset="2"/>
              <a:buNone/>
            </a:pPr>
            <a:r>
              <a:rPr lang="zh-CN" altLang="en-US" sz="2400" dirty="0">
                <a:solidFill>
                  <a:srgbClr val="000099"/>
                </a:solidFill>
                <a:latin typeface="Times New Roman" panose="02020603050405020304" pitchFamily="18" charset="0"/>
              </a:rPr>
              <a:t> ① 上下界防护</a:t>
            </a:r>
          </a:p>
          <a:p>
            <a:pPr eaLnBrk="1" hangingPunct="1">
              <a:lnSpc>
                <a:spcPct val="120000"/>
              </a:lnSpc>
              <a:spcBef>
                <a:spcPct val="20000"/>
              </a:spcBef>
              <a:buFont typeface="Wingdings" panose="05000000000000000000" pitchFamily="2" charset="2"/>
              <a:buNone/>
            </a:pPr>
            <a:r>
              <a:rPr lang="zh-CN" altLang="en-US" sz="2000" b="0" dirty="0">
                <a:solidFill>
                  <a:schemeClr val="tx1"/>
                </a:solidFill>
                <a:latin typeface="Times New Roman" panose="02020603050405020304" pitchFamily="18" charset="0"/>
              </a:rPr>
              <a:t>               </a:t>
            </a:r>
            <a:r>
              <a:rPr lang="zh-CN" altLang="en-US" sz="2400" b="0" dirty="0">
                <a:solidFill>
                  <a:schemeClr val="tx1"/>
                </a:solidFill>
                <a:latin typeface="Times New Roman" panose="02020603050405020304" pitchFamily="18" charset="0"/>
              </a:rPr>
              <a:t>例：程序大小为</a:t>
            </a:r>
            <a:r>
              <a:rPr lang="en-US" altLang="zh-CN" sz="2400" b="1" dirty="0">
                <a:solidFill>
                  <a:schemeClr val="tx1"/>
                </a:solidFill>
                <a:latin typeface="Times New Roman" panose="02020603050405020304" pitchFamily="18" charset="0"/>
              </a:rPr>
              <a:t>4KB</a:t>
            </a:r>
            <a:r>
              <a:rPr lang="zh-CN" altLang="en-US" sz="2400" b="0" dirty="0">
                <a:solidFill>
                  <a:schemeClr val="tx1"/>
                </a:solidFill>
                <a:latin typeface="Times New Roman" panose="02020603050405020304" pitchFamily="18" charset="0"/>
              </a:rPr>
              <a:t>，主存首址为</a:t>
            </a:r>
            <a:r>
              <a:rPr lang="en-US" altLang="zh-CN" sz="2400" b="1" dirty="0">
                <a:solidFill>
                  <a:schemeClr val="tx1"/>
                </a:solidFill>
                <a:latin typeface="Times New Roman" panose="02020603050405020304" pitchFamily="18" charset="0"/>
              </a:rPr>
              <a:t>20KB</a:t>
            </a:r>
            <a:r>
              <a:rPr lang="zh-CN" altLang="en-US" sz="2400" b="0" dirty="0">
                <a:solidFill>
                  <a:schemeClr val="tx1"/>
                </a:solidFill>
                <a:latin typeface="Times New Roman" panose="02020603050405020304" pitchFamily="18" charset="0"/>
              </a:rPr>
              <a:t>。</a:t>
            </a:r>
          </a:p>
        </p:txBody>
      </p:sp>
      <p:grpSp>
        <p:nvGrpSpPr>
          <p:cNvPr id="4" name="Group 27">
            <a:extLst>
              <a:ext uri="{FF2B5EF4-FFF2-40B4-BE49-F238E27FC236}">
                <a16:creationId xmlns:a16="http://schemas.microsoft.com/office/drawing/2014/main" id="{BCE6D012-3343-DF41-574D-B19A272AB76F}"/>
              </a:ext>
            </a:extLst>
          </p:cNvPr>
          <p:cNvGrpSpPr>
            <a:grpSpLocks/>
          </p:cNvGrpSpPr>
          <p:nvPr/>
        </p:nvGrpSpPr>
        <p:grpSpPr bwMode="auto">
          <a:xfrm>
            <a:off x="3457724" y="2606492"/>
            <a:ext cx="2452688" cy="3252787"/>
            <a:chOff x="1207" y="1624"/>
            <a:chExt cx="1545" cy="2049"/>
          </a:xfrm>
        </p:grpSpPr>
        <p:sp>
          <p:nvSpPr>
            <p:cNvPr id="5" name="Text Box 6">
              <a:extLst>
                <a:ext uri="{FF2B5EF4-FFF2-40B4-BE49-F238E27FC236}">
                  <a16:creationId xmlns:a16="http://schemas.microsoft.com/office/drawing/2014/main" id="{34652C0A-3C1F-7EB1-29FB-D1A2EDD1E5B3}"/>
                </a:ext>
              </a:extLst>
            </p:cNvPr>
            <p:cNvSpPr txBox="1">
              <a:spLocks noChangeArrowheads="1"/>
            </p:cNvSpPr>
            <p:nvPr/>
          </p:nvSpPr>
          <p:spPr bwMode="auto">
            <a:xfrm>
              <a:off x="1803" y="1772"/>
              <a:ext cx="945" cy="1671"/>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20000"/>
                </a:spcBef>
                <a:buClrTx/>
                <a:buSzTx/>
                <a:buFontTx/>
                <a:buNone/>
              </a:pPr>
              <a:r>
                <a:rPr kumimoji="1" lang="en-US" altLang="zh-CN" sz="1600" b="1">
                  <a:solidFill>
                    <a:schemeClr val="tx1"/>
                  </a:solidFill>
                  <a:latin typeface="Times New Roman" panose="02020603050405020304" pitchFamily="18" charset="0"/>
                </a:rPr>
                <a:t> mov  r</a:t>
              </a:r>
              <a:r>
                <a:rPr kumimoji="1" lang="en-US" altLang="zh-CN" sz="1600" b="1" baseline="-25000">
                  <a:solidFill>
                    <a:schemeClr val="tx1"/>
                  </a:solidFill>
                  <a:latin typeface="Times New Roman" panose="02020603050405020304" pitchFamily="18" charset="0"/>
                </a:rPr>
                <a:t>1 </a:t>
              </a:r>
              <a:r>
                <a:rPr kumimoji="1" lang="en-US" altLang="zh-CN" sz="1600" b="1">
                  <a:solidFill>
                    <a:schemeClr val="tx1"/>
                  </a:solidFill>
                  <a:latin typeface="Times New Roman" panose="02020603050405020304" pitchFamily="18" charset="0"/>
                </a:rPr>
                <a:t>, [500]</a:t>
              </a: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123</a:t>
              </a:r>
            </a:p>
          </p:txBody>
        </p:sp>
        <p:sp>
          <p:nvSpPr>
            <p:cNvPr id="6" name="Text Box 7">
              <a:extLst>
                <a:ext uri="{FF2B5EF4-FFF2-40B4-BE49-F238E27FC236}">
                  <a16:creationId xmlns:a16="http://schemas.microsoft.com/office/drawing/2014/main" id="{BB38BB7D-7CCE-3948-F6F6-99E4CEABE862}"/>
                </a:ext>
              </a:extLst>
            </p:cNvPr>
            <p:cNvSpPr txBox="1">
              <a:spLocks noChangeArrowheads="1"/>
            </p:cNvSpPr>
            <p:nvPr/>
          </p:nvSpPr>
          <p:spPr bwMode="auto">
            <a:xfrm>
              <a:off x="1633" y="1624"/>
              <a:ext cx="173"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7" name="Text Box 8">
              <a:extLst>
                <a:ext uri="{FF2B5EF4-FFF2-40B4-BE49-F238E27FC236}">
                  <a16:creationId xmlns:a16="http://schemas.microsoft.com/office/drawing/2014/main" id="{1C8735BE-992F-8F02-CED4-229F3014FBEC}"/>
                </a:ext>
              </a:extLst>
            </p:cNvPr>
            <p:cNvSpPr txBox="1">
              <a:spLocks noChangeArrowheads="1"/>
            </p:cNvSpPr>
            <p:nvPr/>
          </p:nvSpPr>
          <p:spPr bwMode="auto">
            <a:xfrm>
              <a:off x="1416" y="1956"/>
              <a:ext cx="506"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20KB</a:t>
              </a:r>
            </a:p>
          </p:txBody>
        </p:sp>
        <p:sp>
          <p:nvSpPr>
            <p:cNvPr id="8" name="Text Box 9">
              <a:extLst>
                <a:ext uri="{FF2B5EF4-FFF2-40B4-BE49-F238E27FC236}">
                  <a16:creationId xmlns:a16="http://schemas.microsoft.com/office/drawing/2014/main" id="{57CD98E1-D83C-E038-ABE1-EF4369D3223E}"/>
                </a:ext>
              </a:extLst>
            </p:cNvPr>
            <p:cNvSpPr txBox="1">
              <a:spLocks noChangeArrowheads="1"/>
            </p:cNvSpPr>
            <p:nvPr/>
          </p:nvSpPr>
          <p:spPr bwMode="auto">
            <a:xfrm>
              <a:off x="1207" y="3301"/>
              <a:ext cx="688"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256KB</a:t>
              </a:r>
              <a:r>
                <a:rPr kumimoji="1" lang="en-US" altLang="zh-CN" sz="1600" b="1">
                  <a:solidFill>
                    <a:schemeClr val="tx1"/>
                  </a:solidFill>
                  <a:latin typeface="Times New Roman" panose="02020603050405020304" pitchFamily="18" charset="0"/>
                  <a:sym typeface="Symbol" panose="05050102010706020507" pitchFamily="18" charset="2"/>
                </a:rPr>
                <a:t></a:t>
              </a:r>
              <a:r>
                <a:rPr kumimoji="1" lang="en-US" altLang="zh-CN" sz="1600" b="1">
                  <a:solidFill>
                    <a:schemeClr val="tx1"/>
                  </a:solidFill>
                  <a:latin typeface="Times New Roman" panose="02020603050405020304" pitchFamily="18" charset="0"/>
                </a:rPr>
                <a:t>1</a:t>
              </a:r>
            </a:p>
          </p:txBody>
        </p:sp>
        <p:sp>
          <p:nvSpPr>
            <p:cNvPr id="9" name="Text Box 10">
              <a:extLst>
                <a:ext uri="{FF2B5EF4-FFF2-40B4-BE49-F238E27FC236}">
                  <a16:creationId xmlns:a16="http://schemas.microsoft.com/office/drawing/2014/main" id="{4F83BE5C-D607-05FB-2CEB-69A98D07741B}"/>
                </a:ext>
              </a:extLst>
            </p:cNvPr>
            <p:cNvSpPr txBox="1">
              <a:spLocks noChangeArrowheads="1"/>
            </p:cNvSpPr>
            <p:nvPr/>
          </p:nvSpPr>
          <p:spPr bwMode="auto">
            <a:xfrm>
              <a:off x="1938" y="3461"/>
              <a:ext cx="660"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存储空间</a:t>
              </a:r>
            </a:p>
          </p:txBody>
        </p:sp>
        <p:sp>
          <p:nvSpPr>
            <p:cNvPr id="10" name="Line 11">
              <a:extLst>
                <a:ext uri="{FF2B5EF4-FFF2-40B4-BE49-F238E27FC236}">
                  <a16:creationId xmlns:a16="http://schemas.microsoft.com/office/drawing/2014/main" id="{DF4FE6A6-0CEB-B078-3970-B7903F9A542A}"/>
                </a:ext>
              </a:extLst>
            </p:cNvPr>
            <p:cNvSpPr>
              <a:spLocks noChangeShapeType="1"/>
            </p:cNvSpPr>
            <p:nvPr/>
          </p:nvSpPr>
          <p:spPr bwMode="auto">
            <a:xfrm>
              <a:off x="1807" y="2080"/>
              <a:ext cx="9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1" name="Line 12">
              <a:extLst>
                <a:ext uri="{FF2B5EF4-FFF2-40B4-BE49-F238E27FC236}">
                  <a16:creationId xmlns:a16="http://schemas.microsoft.com/office/drawing/2014/main" id="{73C96D0E-DD90-6705-F4EA-177C9B21FC71}"/>
                </a:ext>
              </a:extLst>
            </p:cNvPr>
            <p:cNvSpPr>
              <a:spLocks noChangeShapeType="1"/>
            </p:cNvSpPr>
            <p:nvPr/>
          </p:nvSpPr>
          <p:spPr bwMode="auto">
            <a:xfrm>
              <a:off x="1807" y="2804"/>
              <a:ext cx="9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2" name="Text Box 13">
              <a:extLst>
                <a:ext uri="{FF2B5EF4-FFF2-40B4-BE49-F238E27FC236}">
                  <a16:creationId xmlns:a16="http://schemas.microsoft.com/office/drawing/2014/main" id="{4B41EEB0-C748-52FB-5B12-29F8FEF1E602}"/>
                </a:ext>
              </a:extLst>
            </p:cNvPr>
            <p:cNvSpPr txBox="1">
              <a:spLocks noChangeArrowheads="1"/>
            </p:cNvSpPr>
            <p:nvPr/>
          </p:nvSpPr>
          <p:spPr bwMode="auto">
            <a:xfrm>
              <a:off x="1416" y="2695"/>
              <a:ext cx="516"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24KB</a:t>
              </a:r>
            </a:p>
          </p:txBody>
        </p:sp>
      </p:grpSp>
      <p:grpSp>
        <p:nvGrpSpPr>
          <p:cNvPr id="13" name="Group 29">
            <a:extLst>
              <a:ext uri="{FF2B5EF4-FFF2-40B4-BE49-F238E27FC236}">
                <a16:creationId xmlns:a16="http://schemas.microsoft.com/office/drawing/2014/main" id="{5430AEE6-E97A-0935-A307-027D4B7A02B2}"/>
              </a:ext>
            </a:extLst>
          </p:cNvPr>
          <p:cNvGrpSpPr>
            <a:grpSpLocks/>
          </p:cNvGrpSpPr>
          <p:nvPr/>
        </p:nvGrpSpPr>
        <p:grpSpPr bwMode="auto">
          <a:xfrm>
            <a:off x="2330599" y="2952567"/>
            <a:ext cx="1331913" cy="765175"/>
            <a:chOff x="362" y="1815"/>
            <a:chExt cx="839" cy="482"/>
          </a:xfrm>
        </p:grpSpPr>
        <p:sp>
          <p:nvSpPr>
            <p:cNvPr id="14" name="Text Box 14">
              <a:extLst>
                <a:ext uri="{FF2B5EF4-FFF2-40B4-BE49-F238E27FC236}">
                  <a16:creationId xmlns:a16="http://schemas.microsoft.com/office/drawing/2014/main" id="{5B67BC1E-CBFC-B186-41F8-319E6514624C}"/>
                </a:ext>
              </a:extLst>
            </p:cNvPr>
            <p:cNvSpPr txBox="1">
              <a:spLocks noChangeArrowheads="1"/>
            </p:cNvSpPr>
            <p:nvPr/>
          </p:nvSpPr>
          <p:spPr bwMode="auto">
            <a:xfrm>
              <a:off x="362" y="1815"/>
              <a:ext cx="839"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下界寄存器</a:t>
              </a:r>
            </a:p>
          </p:txBody>
        </p:sp>
        <p:sp>
          <p:nvSpPr>
            <p:cNvPr id="15" name="Text Box 15">
              <a:extLst>
                <a:ext uri="{FF2B5EF4-FFF2-40B4-BE49-F238E27FC236}">
                  <a16:creationId xmlns:a16="http://schemas.microsoft.com/office/drawing/2014/main" id="{E316038A-E485-EE36-1939-6B00E854E5A5}"/>
                </a:ext>
              </a:extLst>
            </p:cNvPr>
            <p:cNvSpPr txBox="1">
              <a:spLocks noChangeArrowheads="1"/>
            </p:cNvSpPr>
            <p:nvPr/>
          </p:nvSpPr>
          <p:spPr bwMode="auto">
            <a:xfrm>
              <a:off x="428" y="2051"/>
              <a:ext cx="588" cy="246"/>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p>
          </p:txBody>
        </p:sp>
      </p:grpSp>
      <p:sp>
        <p:nvSpPr>
          <p:cNvPr id="16" name="Text Box 18">
            <a:extLst>
              <a:ext uri="{FF2B5EF4-FFF2-40B4-BE49-F238E27FC236}">
                <a16:creationId xmlns:a16="http://schemas.microsoft.com/office/drawing/2014/main" id="{5822D8DF-1F88-742F-A7DD-A8CA187E7DC2}"/>
              </a:ext>
            </a:extLst>
          </p:cNvPr>
          <p:cNvSpPr txBox="1">
            <a:spLocks noChangeArrowheads="1"/>
          </p:cNvSpPr>
          <p:nvPr/>
        </p:nvSpPr>
        <p:spPr bwMode="auto">
          <a:xfrm>
            <a:off x="2595712" y="3349442"/>
            <a:ext cx="7810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lang="en-US" altLang="zh-CN" sz="1600" b="1">
                <a:solidFill>
                  <a:schemeClr val="tx1"/>
                </a:solidFill>
                <a:latin typeface="Times New Roman" panose="02020603050405020304" pitchFamily="18" charset="0"/>
              </a:rPr>
              <a:t>20KB</a:t>
            </a:r>
          </a:p>
        </p:txBody>
      </p:sp>
      <p:grpSp>
        <p:nvGrpSpPr>
          <p:cNvPr id="17" name="Group 30">
            <a:extLst>
              <a:ext uri="{FF2B5EF4-FFF2-40B4-BE49-F238E27FC236}">
                <a16:creationId xmlns:a16="http://schemas.microsoft.com/office/drawing/2014/main" id="{696F2AF9-AF77-FB31-FEDB-BBCDCA1BF251}"/>
              </a:ext>
            </a:extLst>
          </p:cNvPr>
          <p:cNvGrpSpPr>
            <a:grpSpLocks/>
          </p:cNvGrpSpPr>
          <p:nvPr/>
        </p:nvGrpSpPr>
        <p:grpSpPr bwMode="auto">
          <a:xfrm>
            <a:off x="2332187" y="3982854"/>
            <a:ext cx="1260475" cy="803275"/>
            <a:chOff x="363" y="2464"/>
            <a:chExt cx="794" cy="506"/>
          </a:xfrm>
        </p:grpSpPr>
        <p:sp>
          <p:nvSpPr>
            <p:cNvPr id="18" name="Text Box 16">
              <a:extLst>
                <a:ext uri="{FF2B5EF4-FFF2-40B4-BE49-F238E27FC236}">
                  <a16:creationId xmlns:a16="http://schemas.microsoft.com/office/drawing/2014/main" id="{F9B8CD5E-A7E8-BCB1-A2B5-CC5EBF7B8142}"/>
                </a:ext>
              </a:extLst>
            </p:cNvPr>
            <p:cNvSpPr txBox="1">
              <a:spLocks noChangeArrowheads="1"/>
            </p:cNvSpPr>
            <p:nvPr/>
          </p:nvSpPr>
          <p:spPr bwMode="auto">
            <a:xfrm>
              <a:off x="363" y="2464"/>
              <a:ext cx="79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上界寄存器</a:t>
              </a:r>
            </a:p>
          </p:txBody>
        </p:sp>
        <p:sp>
          <p:nvSpPr>
            <p:cNvPr id="19" name="Text Box 17">
              <a:extLst>
                <a:ext uri="{FF2B5EF4-FFF2-40B4-BE49-F238E27FC236}">
                  <a16:creationId xmlns:a16="http://schemas.microsoft.com/office/drawing/2014/main" id="{FEA5E1FD-CA58-55FB-36E8-7D225EE2D1B4}"/>
                </a:ext>
              </a:extLst>
            </p:cNvPr>
            <p:cNvSpPr txBox="1">
              <a:spLocks noChangeArrowheads="1"/>
            </p:cNvSpPr>
            <p:nvPr/>
          </p:nvSpPr>
          <p:spPr bwMode="auto">
            <a:xfrm>
              <a:off x="442" y="2724"/>
              <a:ext cx="588" cy="246"/>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p>
          </p:txBody>
        </p:sp>
      </p:grpSp>
      <p:sp>
        <p:nvSpPr>
          <p:cNvPr id="20" name="Text Box 19">
            <a:extLst>
              <a:ext uri="{FF2B5EF4-FFF2-40B4-BE49-F238E27FC236}">
                <a16:creationId xmlns:a16="http://schemas.microsoft.com/office/drawing/2014/main" id="{21C57E36-E2B6-BA4A-55A5-7D4A4CBADD1F}"/>
              </a:ext>
            </a:extLst>
          </p:cNvPr>
          <p:cNvSpPr txBox="1">
            <a:spLocks noChangeArrowheads="1"/>
          </p:cNvSpPr>
          <p:nvPr/>
        </p:nvSpPr>
        <p:spPr bwMode="auto">
          <a:xfrm>
            <a:off x="2627462" y="4408304"/>
            <a:ext cx="796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lang="en-US" altLang="zh-CN" sz="1600" b="1">
                <a:solidFill>
                  <a:schemeClr val="tx1"/>
                </a:solidFill>
                <a:latin typeface="Times New Roman" panose="02020603050405020304" pitchFamily="18" charset="0"/>
              </a:rPr>
              <a:t>24KB</a:t>
            </a:r>
          </a:p>
        </p:txBody>
      </p:sp>
      <p:sp>
        <p:nvSpPr>
          <p:cNvPr id="21" name="Rectangle 24">
            <a:extLst>
              <a:ext uri="{FF2B5EF4-FFF2-40B4-BE49-F238E27FC236}">
                <a16:creationId xmlns:a16="http://schemas.microsoft.com/office/drawing/2014/main" id="{217B61F1-ABCB-E5FB-97A2-F8498799F5CF}"/>
              </a:ext>
            </a:extLst>
          </p:cNvPr>
          <p:cNvSpPr>
            <a:spLocks noChangeArrowheads="1"/>
          </p:cNvSpPr>
          <p:nvPr/>
        </p:nvSpPr>
        <p:spPr bwMode="auto">
          <a:xfrm>
            <a:off x="5731024" y="2676342"/>
            <a:ext cx="5168900" cy="2990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800100" lvl="3" indent="-228600">
              <a:lnSpc>
                <a:spcPct val="150000"/>
              </a:lnSpc>
              <a:spcBef>
                <a:spcPts val="500"/>
              </a:spcBef>
              <a:buClr>
                <a:srgbClr val="FFC000"/>
              </a:buClr>
              <a:buFont typeface="Wingdings" panose="05000000000000000000" pitchFamily="2" charset="2"/>
              <a:buChar char="u"/>
              <a:defRPr/>
            </a:pPr>
            <a:r>
              <a:rPr lang="zh-CN" altLang="en-US" sz="2400" b="1"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如何</a:t>
            </a:r>
            <a:r>
              <a:rPr lang="zh-CN" altLang="en-US" sz="2400" b="1" dirty="0">
                <a:solidFill>
                  <a:prstClr val="black"/>
                </a:solidFill>
                <a:latin typeface="微软雅黑" panose="020B0503020204020204" pitchFamily="34" charset="-122"/>
                <a:ea typeface="微软雅黑" panose="020B0503020204020204" pitchFamily="34" charset="-122"/>
              </a:rPr>
              <a:t>设置上下界寄存器内容 ？</a:t>
            </a:r>
          </a:p>
          <a:p>
            <a:pPr marL="800100" lvl="3" indent="-228600">
              <a:lnSpc>
                <a:spcPct val="150000"/>
              </a:lnSpc>
              <a:spcBef>
                <a:spcPts val="500"/>
              </a:spcBef>
              <a:buClr>
                <a:srgbClr val="FFC000"/>
              </a:buClr>
              <a:buFont typeface="Wingdings" panose="05000000000000000000" pitchFamily="2" charset="2"/>
              <a:buChar char="u"/>
              <a:defRPr/>
            </a:pPr>
            <a:r>
              <a:rPr lang="zh-CN" altLang="en-US" sz="2400" b="1"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如何判断是否越界 ？</a:t>
            </a:r>
          </a:p>
          <a:p>
            <a:pPr eaLnBrk="1" hangingPunct="1">
              <a:lnSpc>
                <a:spcPct val="130000"/>
              </a:lnSpc>
              <a:buFont typeface="Wingdings" panose="05000000000000000000" pitchFamily="2" charset="2"/>
              <a:buNone/>
            </a:pPr>
            <a:r>
              <a:rPr lang="zh-CN" altLang="en-US" sz="2000" b="1" dirty="0">
                <a:solidFill>
                  <a:schemeClr val="tx1"/>
                </a:solidFill>
                <a:latin typeface="Times New Roman" panose="02020603050405020304" pitchFamily="18" charset="0"/>
                <a:sym typeface="Symbol" panose="05050102010706020507" pitchFamily="18" charset="2"/>
              </a:rPr>
              <a:t>               若  </a:t>
            </a:r>
            <a:r>
              <a:rPr lang="en-US" altLang="zh-CN" sz="2400" b="1" dirty="0">
                <a:solidFill>
                  <a:schemeClr val="tx1"/>
                </a:solidFill>
                <a:latin typeface="Times New Roman" panose="02020603050405020304" pitchFamily="18" charset="0"/>
              </a:rPr>
              <a:t>20KB≤D</a:t>
            </a:r>
            <a:r>
              <a:rPr lang="zh-CN" altLang="en-US" sz="2400" b="1" dirty="0">
                <a:solidFill>
                  <a:schemeClr val="tx1"/>
                </a:solidFill>
                <a:latin typeface="Times New Roman" panose="02020603050405020304" pitchFamily="18" charset="0"/>
              </a:rPr>
              <a:t>＜</a:t>
            </a:r>
            <a:r>
              <a:rPr lang="en-US" altLang="zh-CN" sz="2400" b="1" dirty="0">
                <a:solidFill>
                  <a:schemeClr val="tx1"/>
                </a:solidFill>
                <a:latin typeface="Times New Roman" panose="02020603050405020304" pitchFamily="18" charset="0"/>
              </a:rPr>
              <a:t>24KB    </a:t>
            </a:r>
          </a:p>
          <a:p>
            <a:pPr eaLnBrk="1" hangingPunct="1">
              <a:lnSpc>
                <a:spcPct val="130000"/>
              </a:lnSpc>
              <a:buFont typeface="Wingdings" panose="05000000000000000000" pitchFamily="2" charset="2"/>
              <a:buNone/>
            </a:pPr>
            <a:r>
              <a:rPr lang="en-US" altLang="zh-CN" sz="2400" b="0" dirty="0">
                <a:solidFill>
                  <a:schemeClr val="tx1"/>
                </a:solidFill>
                <a:latin typeface="Times New Roman" panose="02020603050405020304" pitchFamily="18" charset="0"/>
              </a:rPr>
              <a:t>                 </a:t>
            </a:r>
            <a:r>
              <a:rPr lang="zh-CN" altLang="en-US" sz="2400" b="0" dirty="0">
                <a:solidFill>
                  <a:schemeClr val="tx1"/>
                </a:solidFill>
                <a:latin typeface="Times New Roman" panose="02020603050405020304" pitchFamily="18" charset="0"/>
              </a:rPr>
              <a:t>允许访问；</a:t>
            </a:r>
          </a:p>
          <a:p>
            <a:pPr eaLnBrk="1" hangingPunct="1">
              <a:lnSpc>
                <a:spcPct val="130000"/>
              </a:lnSpc>
              <a:buFont typeface="Wingdings" panose="05000000000000000000" pitchFamily="2" charset="2"/>
              <a:buNone/>
            </a:pPr>
            <a:r>
              <a:rPr lang="zh-CN" altLang="en-US" sz="2400" b="0" dirty="0">
                <a:solidFill>
                  <a:schemeClr val="tx1"/>
                </a:solidFill>
                <a:latin typeface="Times New Roman" panose="02020603050405020304" pitchFamily="18" charset="0"/>
              </a:rPr>
              <a:t>             否则发生越界中断</a:t>
            </a:r>
          </a:p>
        </p:txBody>
      </p:sp>
      <p:sp>
        <p:nvSpPr>
          <p:cNvPr id="22" name="Text Box 31">
            <a:extLst>
              <a:ext uri="{FF2B5EF4-FFF2-40B4-BE49-F238E27FC236}">
                <a16:creationId xmlns:a16="http://schemas.microsoft.com/office/drawing/2014/main" id="{33331C18-5A8C-D211-CB13-4BE7E3419FCF}"/>
              </a:ext>
            </a:extLst>
          </p:cNvPr>
          <p:cNvSpPr txBox="1">
            <a:spLocks noChangeArrowheads="1"/>
          </p:cNvSpPr>
          <p:nvPr/>
        </p:nvSpPr>
        <p:spPr bwMode="auto">
          <a:xfrm>
            <a:off x="3222774" y="6059304"/>
            <a:ext cx="2447925"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a:solidFill>
                  <a:schemeClr val="tx1"/>
                </a:solidFill>
                <a:latin typeface="Times New Roman" panose="02020603050405020304" pitchFamily="18" charset="0"/>
              </a:rPr>
              <a:t>界限寄存器保护示意图</a:t>
            </a:r>
          </a:p>
        </p:txBody>
      </p:sp>
    </p:spTree>
    <p:extLst>
      <p:ext uri="{BB962C8B-B14F-4D97-AF65-F5344CB8AC3E}">
        <p14:creationId xmlns:p14="http://schemas.microsoft.com/office/powerpoint/2010/main" val="3180095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主存管理功能</a:t>
            </a:r>
          </a:p>
        </p:txBody>
      </p:sp>
      <p:sp>
        <p:nvSpPr>
          <p:cNvPr id="3" name="Rectangle 4">
            <a:extLst>
              <a:ext uri="{FF2B5EF4-FFF2-40B4-BE49-F238E27FC236}">
                <a16:creationId xmlns:a16="http://schemas.microsoft.com/office/drawing/2014/main" id="{757A3ADF-A28D-82CB-1B0E-2BE5259AA266}"/>
              </a:ext>
            </a:extLst>
          </p:cNvPr>
          <p:cNvSpPr>
            <a:spLocks noChangeArrowheads="1"/>
          </p:cNvSpPr>
          <p:nvPr/>
        </p:nvSpPr>
        <p:spPr bwMode="auto">
          <a:xfrm>
            <a:off x="487822" y="830079"/>
            <a:ext cx="837565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20000"/>
              </a:lnSpc>
              <a:spcBef>
                <a:spcPct val="20000"/>
              </a:spcBef>
              <a:buFont typeface="Wingdings" panose="05000000000000000000" pitchFamily="2" charset="2"/>
              <a:buNone/>
            </a:pPr>
            <a:r>
              <a:rPr lang="en-US" altLang="zh-CN" sz="2400" dirty="0">
                <a:solidFill>
                  <a:srgbClr val="000099"/>
                </a:solidFill>
                <a:latin typeface="Times New Roman" panose="02020603050405020304" pitchFamily="18" charset="0"/>
              </a:rPr>
              <a:t>② </a:t>
            </a:r>
            <a:r>
              <a:rPr lang="zh-CN" altLang="en-US" sz="2400" dirty="0">
                <a:solidFill>
                  <a:srgbClr val="000099"/>
                </a:solidFill>
                <a:latin typeface="Times New Roman" panose="02020603050405020304" pitchFamily="18" charset="0"/>
              </a:rPr>
              <a:t>基地址、限长防护</a:t>
            </a:r>
          </a:p>
          <a:p>
            <a:pPr eaLnBrk="1" hangingPunct="1">
              <a:lnSpc>
                <a:spcPct val="120000"/>
              </a:lnSpc>
              <a:spcBef>
                <a:spcPct val="20000"/>
              </a:spcBef>
              <a:buFont typeface="Wingdings" panose="05000000000000000000" pitchFamily="2" charset="2"/>
              <a:buNone/>
            </a:pPr>
            <a:r>
              <a:rPr lang="zh-CN" altLang="en-US" sz="2000" b="0" dirty="0">
                <a:solidFill>
                  <a:schemeClr val="tx1"/>
                </a:solidFill>
                <a:latin typeface="Times New Roman" panose="02020603050405020304" pitchFamily="18" charset="0"/>
              </a:rPr>
              <a:t>                </a:t>
            </a:r>
            <a:r>
              <a:rPr lang="zh-CN" altLang="en-US" sz="2400" b="0" dirty="0">
                <a:solidFill>
                  <a:schemeClr val="tx1"/>
                </a:solidFill>
                <a:latin typeface="Times New Roman" panose="02020603050405020304" pitchFamily="18" charset="0"/>
              </a:rPr>
              <a:t>例：程序大小为</a:t>
            </a:r>
            <a:r>
              <a:rPr lang="en-US" altLang="zh-CN" sz="2400" b="1" dirty="0">
                <a:solidFill>
                  <a:schemeClr val="tx1"/>
                </a:solidFill>
                <a:latin typeface="Times New Roman" panose="02020603050405020304" pitchFamily="18" charset="0"/>
              </a:rPr>
              <a:t>4KB</a:t>
            </a:r>
            <a:r>
              <a:rPr lang="zh-CN" altLang="en-US" sz="2400" b="0" dirty="0">
                <a:solidFill>
                  <a:schemeClr val="tx1"/>
                </a:solidFill>
                <a:latin typeface="Times New Roman" panose="02020603050405020304" pitchFamily="18" charset="0"/>
              </a:rPr>
              <a:t>，主存首址为</a:t>
            </a:r>
            <a:r>
              <a:rPr lang="en-US" altLang="zh-CN" sz="2400" b="1" dirty="0">
                <a:solidFill>
                  <a:schemeClr val="tx1"/>
                </a:solidFill>
                <a:latin typeface="Times New Roman" panose="02020603050405020304" pitchFamily="18" charset="0"/>
              </a:rPr>
              <a:t>20KB</a:t>
            </a:r>
            <a:r>
              <a:rPr lang="zh-CN" altLang="en-US" sz="2400" b="0" dirty="0">
                <a:solidFill>
                  <a:schemeClr val="tx1"/>
                </a:solidFill>
                <a:latin typeface="Times New Roman" panose="02020603050405020304" pitchFamily="18" charset="0"/>
              </a:rPr>
              <a:t>。</a:t>
            </a:r>
          </a:p>
        </p:txBody>
      </p:sp>
      <p:sp>
        <p:nvSpPr>
          <p:cNvPr id="4" name="Rectangle 23">
            <a:extLst>
              <a:ext uri="{FF2B5EF4-FFF2-40B4-BE49-F238E27FC236}">
                <a16:creationId xmlns:a16="http://schemas.microsoft.com/office/drawing/2014/main" id="{BA83E812-4E21-BE37-1AE9-9167C21C496A}"/>
              </a:ext>
            </a:extLst>
          </p:cNvPr>
          <p:cNvSpPr>
            <a:spLocks noChangeArrowheads="1"/>
          </p:cNvSpPr>
          <p:nvPr/>
        </p:nvSpPr>
        <p:spPr bwMode="auto">
          <a:xfrm>
            <a:off x="5216222" y="2219142"/>
            <a:ext cx="5796632" cy="2990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800100" lvl="3" indent="-228600">
              <a:lnSpc>
                <a:spcPct val="150000"/>
              </a:lnSpc>
              <a:spcBef>
                <a:spcPts val="500"/>
              </a:spcBef>
              <a:buClr>
                <a:srgbClr val="FFC000"/>
              </a:buClr>
              <a:buFont typeface="Wingdings" panose="05000000000000000000" pitchFamily="2" charset="2"/>
              <a:buChar char="u"/>
              <a:defRPr/>
            </a:pPr>
            <a:r>
              <a:rPr lang="zh-CN" altLang="en-US" sz="2400" b="1"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如何</a:t>
            </a:r>
            <a:r>
              <a:rPr lang="zh-CN" altLang="en-US" sz="2400" b="1" dirty="0">
                <a:solidFill>
                  <a:prstClr val="black"/>
                </a:solidFill>
                <a:latin typeface="微软雅黑" panose="020B0503020204020204" pitchFamily="34" charset="-122"/>
                <a:ea typeface="微软雅黑" panose="020B0503020204020204" pitchFamily="34" charset="-122"/>
              </a:rPr>
              <a:t>设置基址、限长寄存器内容 ？</a:t>
            </a:r>
          </a:p>
          <a:p>
            <a:pPr marL="800100" lvl="3" indent="-228600">
              <a:lnSpc>
                <a:spcPct val="150000"/>
              </a:lnSpc>
              <a:spcBef>
                <a:spcPts val="500"/>
              </a:spcBef>
              <a:buClr>
                <a:srgbClr val="FFC000"/>
              </a:buClr>
              <a:buFont typeface="Wingdings" panose="05000000000000000000" pitchFamily="2" charset="2"/>
              <a:buChar char="u"/>
              <a:defRPr/>
            </a:pPr>
            <a:r>
              <a:rPr lang="zh-CN" altLang="en-US" sz="2400" b="1"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如何判断是否越界 ？</a:t>
            </a:r>
          </a:p>
          <a:p>
            <a:pPr eaLnBrk="1" hangingPunct="1">
              <a:lnSpc>
                <a:spcPct val="130000"/>
              </a:lnSpc>
              <a:buFont typeface="Wingdings" panose="05000000000000000000" pitchFamily="2" charset="2"/>
              <a:buNone/>
            </a:pPr>
            <a:r>
              <a:rPr lang="zh-CN" altLang="en-US" sz="2400" b="1" dirty="0">
                <a:solidFill>
                  <a:schemeClr val="tx1"/>
                </a:solidFill>
                <a:latin typeface="Times New Roman" panose="02020603050405020304" pitchFamily="18" charset="0"/>
                <a:sym typeface="Symbol" panose="05050102010706020507" pitchFamily="18" charset="2"/>
              </a:rPr>
              <a:t>               若 逻辑地址 </a:t>
            </a:r>
            <a:r>
              <a:rPr lang="zh-CN" altLang="en-US" sz="2400" b="1" dirty="0">
                <a:solidFill>
                  <a:schemeClr val="tx1"/>
                </a:solidFill>
                <a:latin typeface="Times New Roman" panose="02020603050405020304" pitchFamily="18" charset="0"/>
              </a:rPr>
              <a:t>＜ </a:t>
            </a:r>
            <a:r>
              <a:rPr lang="en-US" altLang="zh-CN" sz="2400" b="1" dirty="0">
                <a:solidFill>
                  <a:schemeClr val="tx1"/>
                </a:solidFill>
                <a:latin typeface="Times New Roman" panose="02020603050405020304" pitchFamily="18" charset="0"/>
              </a:rPr>
              <a:t>4KB    </a:t>
            </a:r>
          </a:p>
          <a:p>
            <a:pPr eaLnBrk="1" hangingPunct="1">
              <a:lnSpc>
                <a:spcPct val="130000"/>
              </a:lnSpc>
              <a:buFont typeface="Wingdings" panose="05000000000000000000" pitchFamily="2" charset="2"/>
              <a:buNone/>
            </a:pPr>
            <a:r>
              <a:rPr lang="en-US" altLang="zh-CN" sz="2400" b="0" dirty="0">
                <a:solidFill>
                  <a:schemeClr val="tx1"/>
                </a:solidFill>
                <a:latin typeface="Times New Roman" panose="02020603050405020304" pitchFamily="18" charset="0"/>
              </a:rPr>
              <a:t>                    </a:t>
            </a:r>
            <a:r>
              <a:rPr lang="zh-CN" altLang="en-US" sz="2400" b="0" dirty="0">
                <a:solidFill>
                  <a:schemeClr val="tx1"/>
                </a:solidFill>
                <a:latin typeface="Times New Roman" panose="02020603050405020304" pitchFamily="18" charset="0"/>
              </a:rPr>
              <a:t>允许访问；</a:t>
            </a:r>
          </a:p>
          <a:p>
            <a:pPr eaLnBrk="1" hangingPunct="1">
              <a:lnSpc>
                <a:spcPct val="130000"/>
              </a:lnSpc>
              <a:buFont typeface="Wingdings" panose="05000000000000000000" pitchFamily="2" charset="2"/>
              <a:buNone/>
            </a:pPr>
            <a:r>
              <a:rPr lang="zh-CN" altLang="en-US" sz="2400" b="0" dirty="0">
                <a:solidFill>
                  <a:schemeClr val="tx1"/>
                </a:solidFill>
                <a:latin typeface="Times New Roman" panose="02020603050405020304" pitchFamily="18" charset="0"/>
              </a:rPr>
              <a:t>               否则发生越界中断</a:t>
            </a:r>
          </a:p>
        </p:txBody>
      </p:sp>
      <p:grpSp>
        <p:nvGrpSpPr>
          <p:cNvPr id="5" name="Group 25">
            <a:extLst>
              <a:ext uri="{FF2B5EF4-FFF2-40B4-BE49-F238E27FC236}">
                <a16:creationId xmlns:a16="http://schemas.microsoft.com/office/drawing/2014/main" id="{41298C9A-A6EE-E45A-044D-D115592BE368}"/>
              </a:ext>
            </a:extLst>
          </p:cNvPr>
          <p:cNvGrpSpPr>
            <a:grpSpLocks/>
          </p:cNvGrpSpPr>
          <p:nvPr/>
        </p:nvGrpSpPr>
        <p:grpSpPr bwMode="auto">
          <a:xfrm>
            <a:off x="2942922" y="2235017"/>
            <a:ext cx="2452688" cy="3252787"/>
            <a:chOff x="1207" y="1624"/>
            <a:chExt cx="1545" cy="2049"/>
          </a:xfrm>
        </p:grpSpPr>
        <p:sp>
          <p:nvSpPr>
            <p:cNvPr id="6" name="Text Box 26">
              <a:extLst>
                <a:ext uri="{FF2B5EF4-FFF2-40B4-BE49-F238E27FC236}">
                  <a16:creationId xmlns:a16="http://schemas.microsoft.com/office/drawing/2014/main" id="{407FF771-9F25-678D-4B6C-189743B9518C}"/>
                </a:ext>
              </a:extLst>
            </p:cNvPr>
            <p:cNvSpPr txBox="1">
              <a:spLocks noChangeArrowheads="1"/>
            </p:cNvSpPr>
            <p:nvPr/>
          </p:nvSpPr>
          <p:spPr bwMode="auto">
            <a:xfrm>
              <a:off x="1803" y="1772"/>
              <a:ext cx="945" cy="1671"/>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20000"/>
                </a:spcBef>
                <a:buClrTx/>
                <a:buSzTx/>
                <a:buFontTx/>
                <a:buNone/>
              </a:pPr>
              <a:r>
                <a:rPr kumimoji="1" lang="en-US" altLang="zh-CN" sz="1600" b="1">
                  <a:solidFill>
                    <a:schemeClr val="tx1"/>
                  </a:solidFill>
                  <a:latin typeface="Times New Roman" panose="02020603050405020304" pitchFamily="18" charset="0"/>
                </a:rPr>
                <a:t> mov  r</a:t>
              </a:r>
              <a:r>
                <a:rPr kumimoji="1" lang="en-US" altLang="zh-CN" sz="1600" b="1" baseline="-25000">
                  <a:solidFill>
                    <a:schemeClr val="tx1"/>
                  </a:solidFill>
                  <a:latin typeface="Times New Roman" panose="02020603050405020304" pitchFamily="18" charset="0"/>
                </a:rPr>
                <a:t>1 </a:t>
              </a:r>
              <a:r>
                <a:rPr kumimoji="1" lang="en-US" altLang="zh-CN" sz="1600" b="1">
                  <a:solidFill>
                    <a:schemeClr val="tx1"/>
                  </a:solidFill>
                  <a:latin typeface="Times New Roman" panose="02020603050405020304" pitchFamily="18" charset="0"/>
                </a:rPr>
                <a:t>, [500]</a:t>
              </a: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123</a:t>
              </a:r>
            </a:p>
          </p:txBody>
        </p:sp>
        <p:sp>
          <p:nvSpPr>
            <p:cNvPr id="7" name="Text Box 27">
              <a:extLst>
                <a:ext uri="{FF2B5EF4-FFF2-40B4-BE49-F238E27FC236}">
                  <a16:creationId xmlns:a16="http://schemas.microsoft.com/office/drawing/2014/main" id="{251B0C46-9FEB-9BAF-9051-A73C05B82CB2}"/>
                </a:ext>
              </a:extLst>
            </p:cNvPr>
            <p:cNvSpPr txBox="1">
              <a:spLocks noChangeArrowheads="1"/>
            </p:cNvSpPr>
            <p:nvPr/>
          </p:nvSpPr>
          <p:spPr bwMode="auto">
            <a:xfrm>
              <a:off x="1633" y="1624"/>
              <a:ext cx="173"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8" name="Text Box 28">
              <a:extLst>
                <a:ext uri="{FF2B5EF4-FFF2-40B4-BE49-F238E27FC236}">
                  <a16:creationId xmlns:a16="http://schemas.microsoft.com/office/drawing/2014/main" id="{AEB801C3-72B6-2970-E583-0DA740EFADF2}"/>
                </a:ext>
              </a:extLst>
            </p:cNvPr>
            <p:cNvSpPr txBox="1">
              <a:spLocks noChangeArrowheads="1"/>
            </p:cNvSpPr>
            <p:nvPr/>
          </p:nvSpPr>
          <p:spPr bwMode="auto">
            <a:xfrm>
              <a:off x="1416" y="1956"/>
              <a:ext cx="506"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20KB</a:t>
              </a:r>
            </a:p>
          </p:txBody>
        </p:sp>
        <p:sp>
          <p:nvSpPr>
            <p:cNvPr id="9" name="Text Box 29">
              <a:extLst>
                <a:ext uri="{FF2B5EF4-FFF2-40B4-BE49-F238E27FC236}">
                  <a16:creationId xmlns:a16="http://schemas.microsoft.com/office/drawing/2014/main" id="{C4BFE12E-44C3-A70B-0565-A33C9D7A5BD6}"/>
                </a:ext>
              </a:extLst>
            </p:cNvPr>
            <p:cNvSpPr txBox="1">
              <a:spLocks noChangeArrowheads="1"/>
            </p:cNvSpPr>
            <p:nvPr/>
          </p:nvSpPr>
          <p:spPr bwMode="auto">
            <a:xfrm>
              <a:off x="1207" y="3301"/>
              <a:ext cx="688"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256KB</a:t>
              </a:r>
              <a:r>
                <a:rPr kumimoji="1" lang="en-US" altLang="zh-CN" sz="1600" b="1">
                  <a:solidFill>
                    <a:schemeClr val="tx1"/>
                  </a:solidFill>
                  <a:latin typeface="Times New Roman" panose="02020603050405020304" pitchFamily="18" charset="0"/>
                  <a:sym typeface="Symbol" panose="05050102010706020507" pitchFamily="18" charset="2"/>
                </a:rPr>
                <a:t></a:t>
              </a:r>
              <a:r>
                <a:rPr kumimoji="1" lang="en-US" altLang="zh-CN" sz="1600" b="1">
                  <a:solidFill>
                    <a:schemeClr val="tx1"/>
                  </a:solidFill>
                  <a:latin typeface="Times New Roman" panose="02020603050405020304" pitchFamily="18" charset="0"/>
                </a:rPr>
                <a:t>1</a:t>
              </a:r>
            </a:p>
          </p:txBody>
        </p:sp>
        <p:sp>
          <p:nvSpPr>
            <p:cNvPr id="10" name="Text Box 30">
              <a:extLst>
                <a:ext uri="{FF2B5EF4-FFF2-40B4-BE49-F238E27FC236}">
                  <a16:creationId xmlns:a16="http://schemas.microsoft.com/office/drawing/2014/main" id="{46DC5989-9821-2771-2EFB-8317A74E4929}"/>
                </a:ext>
              </a:extLst>
            </p:cNvPr>
            <p:cNvSpPr txBox="1">
              <a:spLocks noChangeArrowheads="1"/>
            </p:cNvSpPr>
            <p:nvPr/>
          </p:nvSpPr>
          <p:spPr bwMode="auto">
            <a:xfrm>
              <a:off x="1938" y="3461"/>
              <a:ext cx="660"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存储空间</a:t>
              </a:r>
            </a:p>
          </p:txBody>
        </p:sp>
        <p:sp>
          <p:nvSpPr>
            <p:cNvPr id="11" name="Line 31">
              <a:extLst>
                <a:ext uri="{FF2B5EF4-FFF2-40B4-BE49-F238E27FC236}">
                  <a16:creationId xmlns:a16="http://schemas.microsoft.com/office/drawing/2014/main" id="{2BFCBC46-7C48-3CED-6A0C-4F685137E905}"/>
                </a:ext>
              </a:extLst>
            </p:cNvPr>
            <p:cNvSpPr>
              <a:spLocks noChangeShapeType="1"/>
            </p:cNvSpPr>
            <p:nvPr/>
          </p:nvSpPr>
          <p:spPr bwMode="auto">
            <a:xfrm>
              <a:off x="1807" y="2080"/>
              <a:ext cx="9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2" name="Line 32">
              <a:extLst>
                <a:ext uri="{FF2B5EF4-FFF2-40B4-BE49-F238E27FC236}">
                  <a16:creationId xmlns:a16="http://schemas.microsoft.com/office/drawing/2014/main" id="{F2248F1E-59CA-693E-36F6-AFB82236A120}"/>
                </a:ext>
              </a:extLst>
            </p:cNvPr>
            <p:cNvSpPr>
              <a:spLocks noChangeShapeType="1"/>
            </p:cNvSpPr>
            <p:nvPr/>
          </p:nvSpPr>
          <p:spPr bwMode="auto">
            <a:xfrm>
              <a:off x="1807" y="2804"/>
              <a:ext cx="9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3" name="Text Box 33">
              <a:extLst>
                <a:ext uri="{FF2B5EF4-FFF2-40B4-BE49-F238E27FC236}">
                  <a16:creationId xmlns:a16="http://schemas.microsoft.com/office/drawing/2014/main" id="{F62CC186-ACF2-1394-7B98-64A26C84078F}"/>
                </a:ext>
              </a:extLst>
            </p:cNvPr>
            <p:cNvSpPr txBox="1">
              <a:spLocks noChangeArrowheads="1"/>
            </p:cNvSpPr>
            <p:nvPr/>
          </p:nvSpPr>
          <p:spPr bwMode="auto">
            <a:xfrm>
              <a:off x="1416" y="2695"/>
              <a:ext cx="516" cy="212"/>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24KB</a:t>
              </a:r>
            </a:p>
          </p:txBody>
        </p:sp>
      </p:grpSp>
      <p:grpSp>
        <p:nvGrpSpPr>
          <p:cNvPr id="14" name="Group 41">
            <a:extLst>
              <a:ext uri="{FF2B5EF4-FFF2-40B4-BE49-F238E27FC236}">
                <a16:creationId xmlns:a16="http://schemas.microsoft.com/office/drawing/2014/main" id="{24192E30-67C0-0E8C-2DE7-526C1FE8013A}"/>
              </a:ext>
            </a:extLst>
          </p:cNvPr>
          <p:cNvGrpSpPr>
            <a:grpSpLocks/>
          </p:cNvGrpSpPr>
          <p:nvPr/>
        </p:nvGrpSpPr>
        <p:grpSpPr bwMode="auto">
          <a:xfrm>
            <a:off x="1888822" y="2796992"/>
            <a:ext cx="1331913" cy="765175"/>
            <a:chOff x="362" y="1815"/>
            <a:chExt cx="839" cy="482"/>
          </a:xfrm>
        </p:grpSpPr>
        <p:sp>
          <p:nvSpPr>
            <p:cNvPr id="15" name="Text Box 42">
              <a:extLst>
                <a:ext uri="{FF2B5EF4-FFF2-40B4-BE49-F238E27FC236}">
                  <a16:creationId xmlns:a16="http://schemas.microsoft.com/office/drawing/2014/main" id="{E0F3879A-F9A2-1481-418B-E531A25A5802}"/>
                </a:ext>
              </a:extLst>
            </p:cNvPr>
            <p:cNvSpPr txBox="1">
              <a:spLocks noChangeArrowheads="1"/>
            </p:cNvSpPr>
            <p:nvPr/>
          </p:nvSpPr>
          <p:spPr bwMode="auto">
            <a:xfrm>
              <a:off x="362" y="1815"/>
              <a:ext cx="839"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基址寄存器</a:t>
              </a:r>
            </a:p>
          </p:txBody>
        </p:sp>
        <p:sp>
          <p:nvSpPr>
            <p:cNvPr id="16" name="Text Box 43">
              <a:extLst>
                <a:ext uri="{FF2B5EF4-FFF2-40B4-BE49-F238E27FC236}">
                  <a16:creationId xmlns:a16="http://schemas.microsoft.com/office/drawing/2014/main" id="{F29A6CD8-A257-619E-2DBF-99E14C3FD8EB}"/>
                </a:ext>
              </a:extLst>
            </p:cNvPr>
            <p:cNvSpPr txBox="1">
              <a:spLocks noChangeArrowheads="1"/>
            </p:cNvSpPr>
            <p:nvPr/>
          </p:nvSpPr>
          <p:spPr bwMode="auto">
            <a:xfrm>
              <a:off x="428" y="2051"/>
              <a:ext cx="588" cy="246"/>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p>
          </p:txBody>
        </p:sp>
      </p:grpSp>
      <p:sp>
        <p:nvSpPr>
          <p:cNvPr id="17" name="Text Box 44">
            <a:extLst>
              <a:ext uri="{FF2B5EF4-FFF2-40B4-BE49-F238E27FC236}">
                <a16:creationId xmlns:a16="http://schemas.microsoft.com/office/drawing/2014/main" id="{83C52C00-8C4B-1124-F3DB-1C0867E33FA9}"/>
              </a:ext>
            </a:extLst>
          </p:cNvPr>
          <p:cNvSpPr txBox="1">
            <a:spLocks noChangeArrowheads="1"/>
          </p:cNvSpPr>
          <p:nvPr/>
        </p:nvSpPr>
        <p:spPr bwMode="auto">
          <a:xfrm>
            <a:off x="2153935" y="3193867"/>
            <a:ext cx="7810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lang="en-US" altLang="zh-CN" sz="1600" b="1">
                <a:solidFill>
                  <a:schemeClr val="tx1"/>
                </a:solidFill>
                <a:latin typeface="Times New Roman" panose="02020603050405020304" pitchFamily="18" charset="0"/>
              </a:rPr>
              <a:t>20KB</a:t>
            </a:r>
          </a:p>
        </p:txBody>
      </p:sp>
      <p:grpSp>
        <p:nvGrpSpPr>
          <p:cNvPr id="18" name="Group 45">
            <a:extLst>
              <a:ext uri="{FF2B5EF4-FFF2-40B4-BE49-F238E27FC236}">
                <a16:creationId xmlns:a16="http://schemas.microsoft.com/office/drawing/2014/main" id="{4772420A-80A9-E3CA-9F9C-8180456BC157}"/>
              </a:ext>
            </a:extLst>
          </p:cNvPr>
          <p:cNvGrpSpPr>
            <a:grpSpLocks/>
          </p:cNvGrpSpPr>
          <p:nvPr/>
        </p:nvGrpSpPr>
        <p:grpSpPr bwMode="auto">
          <a:xfrm>
            <a:off x="1890410" y="3827279"/>
            <a:ext cx="1260475" cy="803275"/>
            <a:chOff x="363" y="2464"/>
            <a:chExt cx="794" cy="506"/>
          </a:xfrm>
        </p:grpSpPr>
        <p:sp>
          <p:nvSpPr>
            <p:cNvPr id="19" name="Text Box 46">
              <a:extLst>
                <a:ext uri="{FF2B5EF4-FFF2-40B4-BE49-F238E27FC236}">
                  <a16:creationId xmlns:a16="http://schemas.microsoft.com/office/drawing/2014/main" id="{3CD07CD8-6E02-F850-4CA0-C7D25C187D65}"/>
                </a:ext>
              </a:extLst>
            </p:cNvPr>
            <p:cNvSpPr txBox="1">
              <a:spLocks noChangeArrowheads="1"/>
            </p:cNvSpPr>
            <p:nvPr/>
          </p:nvSpPr>
          <p:spPr bwMode="auto">
            <a:xfrm>
              <a:off x="363" y="2464"/>
              <a:ext cx="79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限长寄存器</a:t>
              </a:r>
            </a:p>
          </p:txBody>
        </p:sp>
        <p:sp>
          <p:nvSpPr>
            <p:cNvPr id="20" name="Text Box 47">
              <a:extLst>
                <a:ext uri="{FF2B5EF4-FFF2-40B4-BE49-F238E27FC236}">
                  <a16:creationId xmlns:a16="http://schemas.microsoft.com/office/drawing/2014/main" id="{9D3B2641-38EA-6ABB-D732-4D2A1635878B}"/>
                </a:ext>
              </a:extLst>
            </p:cNvPr>
            <p:cNvSpPr txBox="1">
              <a:spLocks noChangeArrowheads="1"/>
            </p:cNvSpPr>
            <p:nvPr/>
          </p:nvSpPr>
          <p:spPr bwMode="auto">
            <a:xfrm>
              <a:off x="442" y="2724"/>
              <a:ext cx="588" cy="246"/>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p>
          </p:txBody>
        </p:sp>
      </p:grpSp>
      <p:sp>
        <p:nvSpPr>
          <p:cNvPr id="21" name="Text Box 48">
            <a:extLst>
              <a:ext uri="{FF2B5EF4-FFF2-40B4-BE49-F238E27FC236}">
                <a16:creationId xmlns:a16="http://schemas.microsoft.com/office/drawing/2014/main" id="{88452894-1234-5A40-F70E-238B629F6D88}"/>
              </a:ext>
            </a:extLst>
          </p:cNvPr>
          <p:cNvSpPr txBox="1">
            <a:spLocks noChangeArrowheads="1"/>
          </p:cNvSpPr>
          <p:nvPr/>
        </p:nvSpPr>
        <p:spPr bwMode="auto">
          <a:xfrm>
            <a:off x="2185685" y="4252729"/>
            <a:ext cx="796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lang="en-US" altLang="zh-CN" sz="1600" b="1">
                <a:solidFill>
                  <a:schemeClr val="tx1"/>
                </a:solidFill>
                <a:latin typeface="Times New Roman" panose="02020603050405020304" pitchFamily="18" charset="0"/>
              </a:rPr>
              <a:t> 4KB</a:t>
            </a:r>
          </a:p>
        </p:txBody>
      </p:sp>
      <p:sp>
        <p:nvSpPr>
          <p:cNvPr id="22" name="Text Box 49">
            <a:extLst>
              <a:ext uri="{FF2B5EF4-FFF2-40B4-BE49-F238E27FC236}">
                <a16:creationId xmlns:a16="http://schemas.microsoft.com/office/drawing/2014/main" id="{7F43270E-7406-EB81-61D2-DA3ECE1D613F}"/>
              </a:ext>
            </a:extLst>
          </p:cNvPr>
          <p:cNvSpPr txBox="1">
            <a:spLocks noChangeArrowheads="1"/>
          </p:cNvSpPr>
          <p:nvPr/>
        </p:nvSpPr>
        <p:spPr bwMode="auto">
          <a:xfrm>
            <a:off x="2707972" y="5687829"/>
            <a:ext cx="2447925"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a:solidFill>
                  <a:schemeClr val="tx1"/>
                </a:solidFill>
                <a:latin typeface="Times New Roman" panose="02020603050405020304" pitchFamily="18" charset="0"/>
              </a:rPr>
              <a:t>界限寄存器保护示意图</a:t>
            </a:r>
          </a:p>
        </p:txBody>
      </p:sp>
    </p:spTree>
    <p:extLst>
      <p:ext uri="{BB962C8B-B14F-4D97-AF65-F5344CB8AC3E}">
        <p14:creationId xmlns:p14="http://schemas.microsoft.com/office/powerpoint/2010/main" val="2345129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主要内容</a:t>
            </a:r>
          </a:p>
        </p:txBody>
      </p:sp>
      <p:sp>
        <p:nvSpPr>
          <p:cNvPr id="6" name="Rectangle 2">
            <a:extLst>
              <a:ext uri="{FF2B5EF4-FFF2-40B4-BE49-F238E27FC236}">
                <a16:creationId xmlns:a16="http://schemas.microsoft.com/office/drawing/2014/main" id="{A66BAB28-7D6A-CA66-AB1F-BC1F188782BA}"/>
              </a:ext>
            </a:extLst>
          </p:cNvPr>
          <p:cNvSpPr>
            <a:spLocks noChangeArrowheads="1"/>
          </p:cNvSpPr>
          <p:nvPr/>
        </p:nvSpPr>
        <p:spPr bwMode="auto">
          <a:xfrm>
            <a:off x="983918" y="1061740"/>
            <a:ext cx="7129462" cy="429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chemeClr val="tx1"/>
                </a:solidFill>
                <a:latin typeface="微软雅黑" panose="020B0503020204020204" pitchFamily="34" charset="-122"/>
                <a:ea typeface="微软雅黑" panose="020B0503020204020204" pitchFamily="34" charset="-122"/>
              </a:rPr>
              <a:t>主存管理概述</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chemeClr val="tx1"/>
                </a:solidFill>
                <a:latin typeface="微软雅黑" panose="020B0503020204020204" pitchFamily="34" charset="-122"/>
                <a:ea typeface="微软雅黑" panose="020B0503020204020204" pitchFamily="34" charset="-122"/>
              </a:rPr>
              <a:t>主存管理的功能</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rgbClr val="FF0000"/>
                </a:solidFill>
                <a:latin typeface="微软雅黑" panose="020B0503020204020204" pitchFamily="34" charset="-122"/>
                <a:ea typeface="微软雅黑" panose="020B0503020204020204" pitchFamily="34" charset="-122"/>
              </a:rPr>
              <a:t>分区存储管理</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chemeClr val="tx1"/>
                </a:solidFill>
                <a:latin typeface="微软雅黑" panose="020B0503020204020204" pitchFamily="34" charset="-122"/>
                <a:ea typeface="微软雅黑" panose="020B0503020204020204" pitchFamily="34" charset="-122"/>
              </a:rPr>
              <a:t>页式存储管理</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chemeClr val="tx1"/>
                </a:solidFill>
                <a:latin typeface="微软雅黑" panose="020B0503020204020204" pitchFamily="34" charset="-122"/>
                <a:ea typeface="微软雅黑" panose="020B0503020204020204" pitchFamily="34" charset="-122"/>
              </a:rPr>
              <a:t>段式及段页式存储管理</a:t>
            </a:r>
          </a:p>
        </p:txBody>
      </p:sp>
    </p:spTree>
    <p:extLst>
      <p:ext uri="{BB962C8B-B14F-4D97-AF65-F5344CB8AC3E}">
        <p14:creationId xmlns:p14="http://schemas.microsoft.com/office/powerpoint/2010/main" val="3117261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分区存储管理</a:t>
            </a:r>
          </a:p>
        </p:txBody>
      </p:sp>
      <p:sp>
        <p:nvSpPr>
          <p:cNvPr id="3" name="Rectangle 3">
            <a:extLst>
              <a:ext uri="{FF2B5EF4-FFF2-40B4-BE49-F238E27FC236}">
                <a16:creationId xmlns:a16="http://schemas.microsoft.com/office/drawing/2014/main" id="{1A609EA4-5708-439E-A5D4-207C6B35648B}"/>
              </a:ext>
            </a:extLst>
          </p:cNvPr>
          <p:cNvSpPr>
            <a:spLocks noChangeArrowheads="1"/>
          </p:cNvSpPr>
          <p:nvPr/>
        </p:nvSpPr>
        <p:spPr bwMode="auto">
          <a:xfrm>
            <a:off x="185738" y="701675"/>
            <a:ext cx="9779672" cy="3184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1.  </a:t>
            </a:r>
            <a:r>
              <a:rPr lang="zh-CN" altLang="en-US" sz="2800" b="1" dirty="0">
                <a:solidFill>
                  <a:srgbClr val="335F90"/>
                </a:solidFill>
                <a:latin typeface="Times New Roman" panose="02020603050405020304" pitchFamily="18" charset="0"/>
              </a:rPr>
              <a:t>动态分区分配</a:t>
            </a:r>
          </a:p>
          <a:p>
            <a:pPr marL="0" indent="0" algn="just">
              <a:lnSpc>
                <a:spcPct val="150000"/>
              </a:lnSpc>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什么是动态分区分配 </a:t>
            </a:r>
          </a:p>
          <a:p>
            <a:pPr eaLnBrk="1" hangingPunct="1">
              <a:lnSpc>
                <a:spcPct val="130000"/>
              </a:lnSpc>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            在处理程序的过程中，建立分区，依用户请求的大小分配分区。</a:t>
            </a:r>
          </a:p>
          <a:p>
            <a:pPr marL="0" indent="0" algn="just">
              <a:lnSpc>
                <a:spcPct val="150000"/>
              </a:lnSpc>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动态分区的分配、回收过程</a:t>
            </a:r>
          </a:p>
          <a:p>
            <a:pPr lvl="1" eaLnBrk="1" hangingPunct="1">
              <a:lnSpc>
                <a:spcPct val="130000"/>
              </a:lnSpc>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① 动态分区的分配过程 </a:t>
            </a:r>
          </a:p>
        </p:txBody>
      </p:sp>
    </p:spTree>
    <p:extLst>
      <p:ext uri="{BB962C8B-B14F-4D97-AF65-F5344CB8AC3E}">
        <p14:creationId xmlns:p14="http://schemas.microsoft.com/office/powerpoint/2010/main" val="3381386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分区存储管理</a:t>
            </a:r>
          </a:p>
        </p:txBody>
      </p:sp>
      <p:sp>
        <p:nvSpPr>
          <p:cNvPr id="3" name="Text Box 72">
            <a:extLst>
              <a:ext uri="{FF2B5EF4-FFF2-40B4-BE49-F238E27FC236}">
                <a16:creationId xmlns:a16="http://schemas.microsoft.com/office/drawing/2014/main" id="{7EB3E67A-9DEE-AFF9-30C1-4D7D640DD9FB}"/>
              </a:ext>
            </a:extLst>
          </p:cNvPr>
          <p:cNvSpPr txBox="1">
            <a:spLocks noChangeArrowheads="1"/>
          </p:cNvSpPr>
          <p:nvPr/>
        </p:nvSpPr>
        <p:spPr bwMode="auto">
          <a:xfrm>
            <a:off x="2222876" y="4871854"/>
            <a:ext cx="1209675" cy="604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10000"/>
              </a:spcBef>
              <a:buClrTx/>
              <a:buSzTx/>
              <a:buFontTx/>
              <a:buNone/>
            </a:pPr>
            <a:r>
              <a:rPr kumimoji="1" lang="zh-CN" altLang="en-US" sz="1600" b="1">
                <a:solidFill>
                  <a:schemeClr val="tx1"/>
                </a:solidFill>
                <a:latin typeface="Times New Roman" panose="02020603050405020304" pitchFamily="18" charset="0"/>
              </a:rPr>
              <a:t>程序</a:t>
            </a:r>
            <a:r>
              <a:rPr kumimoji="1" lang="en-US" altLang="zh-CN" sz="1600" b="1" baseline="-25000">
                <a:solidFill>
                  <a:schemeClr val="tx1"/>
                </a:solidFill>
                <a:latin typeface="Times New Roman" panose="02020603050405020304" pitchFamily="18" charset="0"/>
              </a:rPr>
              <a:t>1</a:t>
            </a:r>
            <a:r>
              <a:rPr kumimoji="1" lang="zh-CN" altLang="en-US" sz="1600" b="1">
                <a:solidFill>
                  <a:schemeClr val="tx1"/>
                </a:solidFill>
                <a:latin typeface="Times New Roman" panose="02020603050405020304" pitchFamily="18" charset="0"/>
              </a:rPr>
              <a:t>申请</a:t>
            </a:r>
          </a:p>
          <a:p>
            <a:pPr eaLnBrk="1" hangingPunct="1">
              <a:lnSpc>
                <a:spcPct val="100000"/>
              </a:lnSpc>
              <a:spcBef>
                <a:spcPct val="10000"/>
              </a:spcBef>
              <a:buClrTx/>
              <a:buSzTx/>
              <a:buFontTx/>
              <a:buNone/>
            </a:pPr>
            <a:r>
              <a:rPr kumimoji="1" lang="zh-CN" altLang="en-US" sz="1600" b="1">
                <a:solidFill>
                  <a:schemeClr val="tx1"/>
                </a:solidFill>
                <a:latin typeface="Times New Roman" panose="02020603050405020304" pitchFamily="18" charset="0"/>
              </a:rPr>
              <a:t>   </a:t>
            </a:r>
            <a:r>
              <a:rPr kumimoji="1" lang="en-US" altLang="zh-CN" sz="1600" b="1">
                <a:solidFill>
                  <a:schemeClr val="tx1"/>
                </a:solidFill>
                <a:latin typeface="Times New Roman" panose="02020603050405020304" pitchFamily="18" charset="0"/>
              </a:rPr>
              <a:t>32KB</a:t>
            </a:r>
          </a:p>
        </p:txBody>
      </p:sp>
      <p:grpSp>
        <p:nvGrpSpPr>
          <p:cNvPr id="4" name="Group 116">
            <a:extLst>
              <a:ext uri="{FF2B5EF4-FFF2-40B4-BE49-F238E27FC236}">
                <a16:creationId xmlns:a16="http://schemas.microsoft.com/office/drawing/2014/main" id="{5B27AC4F-9E16-1DB5-3482-E2AB06EE0319}"/>
              </a:ext>
            </a:extLst>
          </p:cNvPr>
          <p:cNvGrpSpPr>
            <a:grpSpLocks/>
          </p:cNvGrpSpPr>
          <p:nvPr/>
        </p:nvGrpSpPr>
        <p:grpSpPr bwMode="auto">
          <a:xfrm>
            <a:off x="1462463" y="830079"/>
            <a:ext cx="1717675" cy="3787775"/>
            <a:chOff x="78" y="876"/>
            <a:chExt cx="1082" cy="2386"/>
          </a:xfrm>
        </p:grpSpPr>
        <p:sp>
          <p:nvSpPr>
            <p:cNvPr id="5" name="Text Box 53">
              <a:extLst>
                <a:ext uri="{FF2B5EF4-FFF2-40B4-BE49-F238E27FC236}">
                  <a16:creationId xmlns:a16="http://schemas.microsoft.com/office/drawing/2014/main" id="{F22D7B28-AC59-80B7-2154-A56C7712BB80}"/>
                </a:ext>
              </a:extLst>
            </p:cNvPr>
            <p:cNvSpPr txBox="1">
              <a:spLocks noChangeArrowheads="1"/>
            </p:cNvSpPr>
            <p:nvPr/>
          </p:nvSpPr>
          <p:spPr bwMode="auto">
            <a:xfrm>
              <a:off x="326" y="876"/>
              <a:ext cx="25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0</a:t>
              </a:r>
            </a:p>
          </p:txBody>
        </p:sp>
        <p:sp>
          <p:nvSpPr>
            <p:cNvPr id="6" name="Text Box 54">
              <a:extLst>
                <a:ext uri="{FF2B5EF4-FFF2-40B4-BE49-F238E27FC236}">
                  <a16:creationId xmlns:a16="http://schemas.microsoft.com/office/drawing/2014/main" id="{EA2FED54-BA8D-790D-A3BA-8682A86DD1D5}"/>
                </a:ext>
              </a:extLst>
            </p:cNvPr>
            <p:cNvSpPr txBox="1">
              <a:spLocks noChangeArrowheads="1"/>
            </p:cNvSpPr>
            <p:nvPr/>
          </p:nvSpPr>
          <p:spPr bwMode="auto">
            <a:xfrm>
              <a:off x="540" y="967"/>
              <a:ext cx="618" cy="1969"/>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20000"/>
                </a:spcBef>
                <a:buClrTx/>
                <a:buSzTx/>
                <a:buFontTx/>
                <a:buNone/>
              </a:pPr>
              <a:r>
                <a:rPr kumimoji="1" lang="en-US" altLang="zh-CN" sz="2000" b="1">
                  <a:solidFill>
                    <a:schemeClr val="tx1"/>
                  </a:solidFill>
                  <a:latin typeface="Times New Roman" panose="02020603050405020304" pitchFamily="18" charset="0"/>
                </a:rPr>
                <a:t>    </a:t>
              </a:r>
              <a:r>
                <a:rPr kumimoji="1" lang="en-US" altLang="zh-CN" sz="1600" b="1">
                  <a:solidFill>
                    <a:schemeClr val="tx1"/>
                  </a:solidFill>
                  <a:latin typeface="Times New Roman" panose="02020603050405020304" pitchFamily="18" charset="0"/>
                </a:rPr>
                <a:t>    </a:t>
              </a:r>
            </a:p>
          </p:txBody>
        </p:sp>
        <p:sp>
          <p:nvSpPr>
            <p:cNvPr id="7" name="Rectangle 55" descr="浅色上对角线">
              <a:extLst>
                <a:ext uri="{FF2B5EF4-FFF2-40B4-BE49-F238E27FC236}">
                  <a16:creationId xmlns:a16="http://schemas.microsoft.com/office/drawing/2014/main" id="{F76DD926-A436-E06F-1A48-B8C76BB924B0}"/>
                </a:ext>
              </a:extLst>
            </p:cNvPr>
            <p:cNvSpPr>
              <a:spLocks noChangeArrowheads="1"/>
            </p:cNvSpPr>
            <p:nvPr/>
          </p:nvSpPr>
          <p:spPr bwMode="auto">
            <a:xfrm>
              <a:off x="543" y="1249"/>
              <a:ext cx="617" cy="1691"/>
            </a:xfrm>
            <a:prstGeom prst="rect">
              <a:avLst/>
            </a:prstGeom>
            <a:pattFill prst="ltUpDiag">
              <a:fgClr>
                <a:srgbClr val="000000"/>
              </a:fgClr>
              <a:bgClr>
                <a:srgbClr val="FFFFFF"/>
              </a:bgClr>
            </a:patt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8" name="Text Box 57">
              <a:extLst>
                <a:ext uri="{FF2B5EF4-FFF2-40B4-BE49-F238E27FC236}">
                  <a16:creationId xmlns:a16="http://schemas.microsoft.com/office/drawing/2014/main" id="{AE605EC6-E525-FA81-C456-42AD0193601E}"/>
                </a:ext>
              </a:extLst>
            </p:cNvPr>
            <p:cNvSpPr txBox="1">
              <a:spLocks noChangeArrowheads="1"/>
            </p:cNvSpPr>
            <p:nvPr/>
          </p:nvSpPr>
          <p:spPr bwMode="auto">
            <a:xfrm>
              <a:off x="78" y="2923"/>
              <a:ext cx="6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256KB</a:t>
              </a:r>
              <a:r>
                <a:rPr kumimoji="1" lang="en-US" altLang="zh-CN" sz="1600" b="1">
                  <a:solidFill>
                    <a:schemeClr val="tx1"/>
                  </a:solidFill>
                  <a:latin typeface="Times New Roman" panose="02020603050405020304" pitchFamily="18" charset="0"/>
                  <a:sym typeface="Symbol" panose="05050102010706020507" pitchFamily="18" charset="2"/>
                </a:rPr>
                <a:t>1</a:t>
              </a:r>
              <a:endParaRPr kumimoji="1" lang="en-US" altLang="zh-CN" sz="1600" b="1">
                <a:solidFill>
                  <a:schemeClr val="tx1"/>
                </a:solidFill>
                <a:latin typeface="Times New Roman" panose="02020603050405020304" pitchFamily="18" charset="0"/>
              </a:endParaRPr>
            </a:p>
          </p:txBody>
        </p:sp>
        <p:sp>
          <p:nvSpPr>
            <p:cNvPr id="9" name="Text Box 58">
              <a:extLst>
                <a:ext uri="{FF2B5EF4-FFF2-40B4-BE49-F238E27FC236}">
                  <a16:creationId xmlns:a16="http://schemas.microsoft.com/office/drawing/2014/main" id="{B90ADF7B-8366-58F7-1C3E-0C216343419D}"/>
                </a:ext>
              </a:extLst>
            </p:cNvPr>
            <p:cNvSpPr txBox="1">
              <a:spLocks noChangeArrowheads="1"/>
            </p:cNvSpPr>
            <p:nvPr/>
          </p:nvSpPr>
          <p:spPr bwMode="auto">
            <a:xfrm>
              <a:off x="693" y="3080"/>
              <a:ext cx="43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主存</a:t>
              </a:r>
            </a:p>
          </p:txBody>
        </p:sp>
        <p:sp>
          <p:nvSpPr>
            <p:cNvPr id="10" name="Text Box 59">
              <a:extLst>
                <a:ext uri="{FF2B5EF4-FFF2-40B4-BE49-F238E27FC236}">
                  <a16:creationId xmlns:a16="http://schemas.microsoft.com/office/drawing/2014/main" id="{E41C8C1A-6EF4-863E-6FFF-83A6D03E7100}"/>
                </a:ext>
              </a:extLst>
            </p:cNvPr>
            <p:cNvSpPr txBox="1">
              <a:spLocks noChangeArrowheads="1"/>
            </p:cNvSpPr>
            <p:nvPr/>
          </p:nvSpPr>
          <p:spPr bwMode="auto">
            <a:xfrm>
              <a:off x="135" y="1131"/>
              <a:ext cx="44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20KB</a:t>
              </a:r>
            </a:p>
          </p:txBody>
        </p:sp>
        <p:sp>
          <p:nvSpPr>
            <p:cNvPr id="11" name="Text Box 88">
              <a:extLst>
                <a:ext uri="{FF2B5EF4-FFF2-40B4-BE49-F238E27FC236}">
                  <a16:creationId xmlns:a16="http://schemas.microsoft.com/office/drawing/2014/main" id="{77119C92-F175-3597-E881-CEF7F8F9FCBD}"/>
                </a:ext>
              </a:extLst>
            </p:cNvPr>
            <p:cNvSpPr txBox="1">
              <a:spLocks noChangeArrowheads="1"/>
            </p:cNvSpPr>
            <p:nvPr/>
          </p:nvSpPr>
          <p:spPr bwMode="auto">
            <a:xfrm>
              <a:off x="714" y="959"/>
              <a:ext cx="357"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2000" b="1">
                  <a:solidFill>
                    <a:schemeClr val="tx1"/>
                  </a:solidFill>
                  <a:latin typeface="Times New Roman" panose="02020603050405020304" pitchFamily="18" charset="0"/>
                </a:rPr>
                <a:t>os</a:t>
              </a:r>
            </a:p>
          </p:txBody>
        </p:sp>
      </p:grpSp>
      <p:grpSp>
        <p:nvGrpSpPr>
          <p:cNvPr id="12" name="Group 117">
            <a:extLst>
              <a:ext uri="{FF2B5EF4-FFF2-40B4-BE49-F238E27FC236}">
                <a16:creationId xmlns:a16="http://schemas.microsoft.com/office/drawing/2014/main" id="{F7BA2A0E-B593-09C5-DA3D-E368E9A54091}"/>
              </a:ext>
            </a:extLst>
          </p:cNvPr>
          <p:cNvGrpSpPr>
            <a:grpSpLocks/>
          </p:cNvGrpSpPr>
          <p:nvPr/>
        </p:nvGrpSpPr>
        <p:grpSpPr bwMode="auto">
          <a:xfrm>
            <a:off x="3257926" y="830079"/>
            <a:ext cx="1633537" cy="3816350"/>
            <a:chOff x="1209" y="876"/>
            <a:chExt cx="1029" cy="2404"/>
          </a:xfrm>
        </p:grpSpPr>
        <p:sp>
          <p:nvSpPr>
            <p:cNvPr id="13" name="Text Box 43">
              <a:extLst>
                <a:ext uri="{FF2B5EF4-FFF2-40B4-BE49-F238E27FC236}">
                  <a16:creationId xmlns:a16="http://schemas.microsoft.com/office/drawing/2014/main" id="{DEC0BA53-DD1B-3711-C306-5203953C05D8}"/>
                </a:ext>
              </a:extLst>
            </p:cNvPr>
            <p:cNvSpPr txBox="1">
              <a:spLocks noChangeArrowheads="1"/>
            </p:cNvSpPr>
            <p:nvPr/>
          </p:nvSpPr>
          <p:spPr bwMode="auto">
            <a:xfrm>
              <a:off x="1237" y="1122"/>
              <a:ext cx="43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20KB</a:t>
              </a:r>
            </a:p>
          </p:txBody>
        </p:sp>
        <p:sp>
          <p:nvSpPr>
            <p:cNvPr id="14" name="Text Box 44">
              <a:extLst>
                <a:ext uri="{FF2B5EF4-FFF2-40B4-BE49-F238E27FC236}">
                  <a16:creationId xmlns:a16="http://schemas.microsoft.com/office/drawing/2014/main" id="{96536DE8-D0A3-448E-943F-9F6C0ABE8207}"/>
                </a:ext>
              </a:extLst>
            </p:cNvPr>
            <p:cNvSpPr txBox="1">
              <a:spLocks noChangeArrowheads="1"/>
            </p:cNvSpPr>
            <p:nvPr/>
          </p:nvSpPr>
          <p:spPr bwMode="auto">
            <a:xfrm>
              <a:off x="1401" y="876"/>
              <a:ext cx="25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0</a:t>
              </a:r>
            </a:p>
          </p:txBody>
        </p:sp>
        <p:sp>
          <p:nvSpPr>
            <p:cNvPr id="15" name="Text Box 45">
              <a:extLst>
                <a:ext uri="{FF2B5EF4-FFF2-40B4-BE49-F238E27FC236}">
                  <a16:creationId xmlns:a16="http://schemas.microsoft.com/office/drawing/2014/main" id="{5A86282D-7B7A-6300-3BA9-C67CAD6834DA}"/>
                </a:ext>
              </a:extLst>
            </p:cNvPr>
            <p:cNvSpPr txBox="1">
              <a:spLocks noChangeArrowheads="1"/>
            </p:cNvSpPr>
            <p:nvPr/>
          </p:nvSpPr>
          <p:spPr bwMode="auto">
            <a:xfrm>
              <a:off x="1615" y="967"/>
              <a:ext cx="618" cy="1969"/>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10000"/>
                </a:spcBef>
                <a:buClrTx/>
                <a:buSzTx/>
                <a:buFontTx/>
                <a:buNone/>
              </a:pPr>
              <a:r>
                <a:rPr kumimoji="1" lang="en-US" altLang="zh-CN" sz="2000" b="1">
                  <a:solidFill>
                    <a:schemeClr val="tx1"/>
                  </a:solidFill>
                  <a:latin typeface="Times New Roman" panose="02020603050405020304" pitchFamily="18" charset="0"/>
                </a:rPr>
                <a:t>    </a:t>
              </a:r>
            </a:p>
            <a:p>
              <a:pPr algn="just" eaLnBrk="1" hangingPunct="1">
                <a:lnSpc>
                  <a:spcPct val="100000"/>
                </a:lnSpc>
                <a:spcBef>
                  <a:spcPct val="10000"/>
                </a:spcBef>
                <a:buClrTx/>
                <a:buSzTx/>
                <a:buFontTx/>
                <a:buNone/>
              </a:pPr>
              <a:r>
                <a:rPr kumimoji="1" lang="en-US" altLang="zh-CN" sz="1600" b="1">
                  <a:solidFill>
                    <a:schemeClr val="tx1"/>
                  </a:solidFill>
                  <a:latin typeface="Times New Roman" panose="02020603050405020304" pitchFamily="18" charset="0"/>
                </a:rPr>
                <a:t>   </a:t>
              </a:r>
            </a:p>
          </p:txBody>
        </p:sp>
        <p:sp>
          <p:nvSpPr>
            <p:cNvPr id="16" name="Rectangle 46" descr="浅色上对角线">
              <a:extLst>
                <a:ext uri="{FF2B5EF4-FFF2-40B4-BE49-F238E27FC236}">
                  <a16:creationId xmlns:a16="http://schemas.microsoft.com/office/drawing/2014/main" id="{22F517E8-BF31-D201-B97B-A9F87BB7D123}"/>
                </a:ext>
              </a:extLst>
            </p:cNvPr>
            <p:cNvSpPr>
              <a:spLocks noChangeArrowheads="1"/>
            </p:cNvSpPr>
            <p:nvPr/>
          </p:nvSpPr>
          <p:spPr bwMode="auto">
            <a:xfrm>
              <a:off x="1618" y="1495"/>
              <a:ext cx="617" cy="1440"/>
            </a:xfrm>
            <a:prstGeom prst="rect">
              <a:avLst/>
            </a:prstGeom>
            <a:pattFill prst="ltUpDiag">
              <a:fgClr>
                <a:srgbClr val="000000"/>
              </a:fgClr>
              <a:bgClr>
                <a:srgbClr val="FFFFFF"/>
              </a:bgClr>
            </a:patt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17" name="Line 47">
              <a:extLst>
                <a:ext uri="{FF2B5EF4-FFF2-40B4-BE49-F238E27FC236}">
                  <a16:creationId xmlns:a16="http://schemas.microsoft.com/office/drawing/2014/main" id="{8C467CEE-0CB0-D49D-7372-E3E8E6BA776E}"/>
                </a:ext>
              </a:extLst>
            </p:cNvPr>
            <p:cNvSpPr>
              <a:spLocks noChangeShapeType="1"/>
            </p:cNvSpPr>
            <p:nvPr/>
          </p:nvSpPr>
          <p:spPr bwMode="auto">
            <a:xfrm>
              <a:off x="1615" y="1240"/>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8" name="Line 48">
              <a:extLst>
                <a:ext uri="{FF2B5EF4-FFF2-40B4-BE49-F238E27FC236}">
                  <a16:creationId xmlns:a16="http://schemas.microsoft.com/office/drawing/2014/main" id="{6C6A037F-52B8-614E-91EC-0F11F6BDB159}"/>
                </a:ext>
              </a:extLst>
            </p:cNvPr>
            <p:cNvSpPr>
              <a:spLocks noChangeShapeType="1"/>
            </p:cNvSpPr>
            <p:nvPr/>
          </p:nvSpPr>
          <p:spPr bwMode="auto">
            <a:xfrm>
              <a:off x="1613" y="1495"/>
              <a:ext cx="62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9" name="Text Box 49">
              <a:extLst>
                <a:ext uri="{FF2B5EF4-FFF2-40B4-BE49-F238E27FC236}">
                  <a16:creationId xmlns:a16="http://schemas.microsoft.com/office/drawing/2014/main" id="{25F29CD2-6C52-58C0-0ED9-566ABC2FA22D}"/>
                </a:ext>
              </a:extLst>
            </p:cNvPr>
            <p:cNvSpPr txBox="1">
              <a:spLocks noChangeArrowheads="1"/>
            </p:cNvSpPr>
            <p:nvPr/>
          </p:nvSpPr>
          <p:spPr bwMode="auto">
            <a:xfrm>
              <a:off x="1237" y="1377"/>
              <a:ext cx="459"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52KB</a:t>
              </a:r>
            </a:p>
          </p:txBody>
        </p:sp>
        <p:sp>
          <p:nvSpPr>
            <p:cNvPr id="20" name="Text Box 50">
              <a:extLst>
                <a:ext uri="{FF2B5EF4-FFF2-40B4-BE49-F238E27FC236}">
                  <a16:creationId xmlns:a16="http://schemas.microsoft.com/office/drawing/2014/main" id="{FCC28E0F-9A68-8556-5B71-94C88E42CB01}"/>
                </a:ext>
              </a:extLst>
            </p:cNvPr>
            <p:cNvSpPr txBox="1">
              <a:spLocks noChangeArrowheads="1"/>
            </p:cNvSpPr>
            <p:nvPr/>
          </p:nvSpPr>
          <p:spPr bwMode="auto">
            <a:xfrm>
              <a:off x="1209" y="2925"/>
              <a:ext cx="69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256KB</a:t>
              </a:r>
              <a:r>
                <a:rPr kumimoji="1" lang="en-US" altLang="zh-CN" sz="1600" b="1">
                  <a:solidFill>
                    <a:schemeClr val="tx1"/>
                  </a:solidFill>
                  <a:latin typeface="Times New Roman" panose="02020603050405020304" pitchFamily="18" charset="0"/>
                  <a:sym typeface="Symbol" panose="05050102010706020507" pitchFamily="18" charset="2"/>
                </a:rPr>
                <a:t>1</a:t>
              </a:r>
              <a:endParaRPr kumimoji="1" lang="en-US" altLang="zh-CN" sz="1600" b="1">
                <a:solidFill>
                  <a:schemeClr val="tx1"/>
                </a:solidFill>
                <a:latin typeface="Times New Roman" panose="02020603050405020304" pitchFamily="18" charset="0"/>
              </a:endParaRPr>
            </a:p>
          </p:txBody>
        </p:sp>
        <p:sp>
          <p:nvSpPr>
            <p:cNvPr id="21" name="Text Box 51">
              <a:extLst>
                <a:ext uri="{FF2B5EF4-FFF2-40B4-BE49-F238E27FC236}">
                  <a16:creationId xmlns:a16="http://schemas.microsoft.com/office/drawing/2014/main" id="{FE5F994A-09D9-1A6C-F7CC-9AB0853927D2}"/>
                </a:ext>
              </a:extLst>
            </p:cNvPr>
            <p:cNvSpPr txBox="1">
              <a:spLocks noChangeArrowheads="1"/>
            </p:cNvSpPr>
            <p:nvPr/>
          </p:nvSpPr>
          <p:spPr bwMode="auto">
            <a:xfrm>
              <a:off x="1750" y="3098"/>
              <a:ext cx="43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主存</a:t>
              </a:r>
            </a:p>
          </p:txBody>
        </p:sp>
        <p:sp>
          <p:nvSpPr>
            <p:cNvPr id="22" name="Text Box 89">
              <a:extLst>
                <a:ext uri="{FF2B5EF4-FFF2-40B4-BE49-F238E27FC236}">
                  <a16:creationId xmlns:a16="http://schemas.microsoft.com/office/drawing/2014/main" id="{98BBCCC6-421E-41E7-A6C1-F16A56BF1D37}"/>
                </a:ext>
              </a:extLst>
            </p:cNvPr>
            <p:cNvSpPr txBox="1">
              <a:spLocks noChangeArrowheads="1"/>
            </p:cNvSpPr>
            <p:nvPr/>
          </p:nvSpPr>
          <p:spPr bwMode="auto">
            <a:xfrm>
              <a:off x="1784" y="950"/>
              <a:ext cx="357"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2000" b="1">
                  <a:solidFill>
                    <a:schemeClr val="tx1"/>
                  </a:solidFill>
                  <a:latin typeface="Times New Roman" panose="02020603050405020304" pitchFamily="18" charset="0"/>
                </a:rPr>
                <a:t>os</a:t>
              </a:r>
            </a:p>
          </p:txBody>
        </p:sp>
        <p:sp>
          <p:nvSpPr>
            <p:cNvPr id="23" name="Text Box 90">
              <a:extLst>
                <a:ext uri="{FF2B5EF4-FFF2-40B4-BE49-F238E27FC236}">
                  <a16:creationId xmlns:a16="http://schemas.microsoft.com/office/drawing/2014/main" id="{0980A912-C9D2-CE24-C057-CD9F92FF89A5}"/>
                </a:ext>
              </a:extLst>
            </p:cNvPr>
            <p:cNvSpPr txBox="1">
              <a:spLocks noChangeArrowheads="1"/>
            </p:cNvSpPr>
            <p:nvPr/>
          </p:nvSpPr>
          <p:spPr bwMode="auto">
            <a:xfrm>
              <a:off x="1723" y="1260"/>
              <a:ext cx="448"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1</a:t>
              </a:r>
            </a:p>
          </p:txBody>
        </p:sp>
      </p:grpSp>
      <p:sp>
        <p:nvSpPr>
          <p:cNvPr id="24" name="Text Box 91">
            <a:extLst>
              <a:ext uri="{FF2B5EF4-FFF2-40B4-BE49-F238E27FC236}">
                <a16:creationId xmlns:a16="http://schemas.microsoft.com/office/drawing/2014/main" id="{42B204ED-FB7F-F2FB-52B6-A927D791D0BA}"/>
              </a:ext>
            </a:extLst>
          </p:cNvPr>
          <p:cNvSpPr txBox="1">
            <a:spLocks noChangeArrowheads="1"/>
          </p:cNvSpPr>
          <p:nvPr/>
        </p:nvSpPr>
        <p:spPr bwMode="auto">
          <a:xfrm>
            <a:off x="3819901" y="4871854"/>
            <a:ext cx="1209675" cy="604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10000"/>
              </a:spcBef>
              <a:buClrTx/>
              <a:buSzTx/>
              <a:buFontTx/>
              <a:buNone/>
            </a:pPr>
            <a:r>
              <a:rPr kumimoji="1" lang="zh-CN" altLang="en-US" sz="1600" b="1">
                <a:solidFill>
                  <a:schemeClr val="tx1"/>
                </a:solidFill>
                <a:latin typeface="Times New Roman" panose="02020603050405020304" pitchFamily="18" charset="0"/>
              </a:rPr>
              <a:t>程序</a:t>
            </a:r>
            <a:r>
              <a:rPr kumimoji="1" lang="en-US" altLang="zh-CN" sz="1600" b="1" baseline="-25000">
                <a:solidFill>
                  <a:schemeClr val="tx1"/>
                </a:solidFill>
                <a:latin typeface="Times New Roman" panose="02020603050405020304" pitchFamily="18" charset="0"/>
              </a:rPr>
              <a:t>2</a:t>
            </a:r>
            <a:r>
              <a:rPr kumimoji="1" lang="zh-CN" altLang="en-US" sz="1600" b="1">
                <a:solidFill>
                  <a:schemeClr val="tx1"/>
                </a:solidFill>
                <a:latin typeface="Times New Roman" panose="02020603050405020304" pitchFamily="18" charset="0"/>
              </a:rPr>
              <a:t>申请</a:t>
            </a:r>
          </a:p>
          <a:p>
            <a:pPr eaLnBrk="1" hangingPunct="1">
              <a:lnSpc>
                <a:spcPct val="100000"/>
              </a:lnSpc>
              <a:spcBef>
                <a:spcPct val="10000"/>
              </a:spcBef>
              <a:buClrTx/>
              <a:buSzTx/>
              <a:buFontTx/>
              <a:buNone/>
            </a:pPr>
            <a:r>
              <a:rPr kumimoji="1" lang="zh-CN" altLang="en-US" sz="1600" b="1">
                <a:solidFill>
                  <a:schemeClr val="tx1"/>
                </a:solidFill>
                <a:latin typeface="Times New Roman" panose="02020603050405020304" pitchFamily="18" charset="0"/>
              </a:rPr>
              <a:t>   </a:t>
            </a:r>
            <a:r>
              <a:rPr kumimoji="1" lang="en-US" altLang="zh-CN" sz="1600" b="1">
                <a:solidFill>
                  <a:schemeClr val="tx1"/>
                </a:solidFill>
                <a:latin typeface="Times New Roman" panose="02020603050405020304" pitchFamily="18" charset="0"/>
              </a:rPr>
              <a:t>14KB</a:t>
            </a:r>
          </a:p>
        </p:txBody>
      </p:sp>
      <p:grpSp>
        <p:nvGrpSpPr>
          <p:cNvPr id="25" name="Group 118">
            <a:extLst>
              <a:ext uri="{FF2B5EF4-FFF2-40B4-BE49-F238E27FC236}">
                <a16:creationId xmlns:a16="http://schemas.microsoft.com/office/drawing/2014/main" id="{54909B77-B2E2-C3AB-BC6E-A7BC4667E599}"/>
              </a:ext>
            </a:extLst>
          </p:cNvPr>
          <p:cNvGrpSpPr>
            <a:grpSpLocks/>
          </p:cNvGrpSpPr>
          <p:nvPr/>
        </p:nvGrpSpPr>
        <p:grpSpPr bwMode="auto">
          <a:xfrm>
            <a:off x="4961313" y="830079"/>
            <a:ext cx="1633538" cy="3802062"/>
            <a:chOff x="2282" y="876"/>
            <a:chExt cx="1029" cy="2395"/>
          </a:xfrm>
        </p:grpSpPr>
        <p:sp>
          <p:nvSpPr>
            <p:cNvPr id="26" name="Text Box 61">
              <a:extLst>
                <a:ext uri="{FF2B5EF4-FFF2-40B4-BE49-F238E27FC236}">
                  <a16:creationId xmlns:a16="http://schemas.microsoft.com/office/drawing/2014/main" id="{0EC9FB71-5F38-58BD-2F4A-68970580F1FF}"/>
                </a:ext>
              </a:extLst>
            </p:cNvPr>
            <p:cNvSpPr txBox="1">
              <a:spLocks noChangeArrowheads="1"/>
            </p:cNvSpPr>
            <p:nvPr/>
          </p:nvSpPr>
          <p:spPr bwMode="auto">
            <a:xfrm>
              <a:off x="2301" y="1122"/>
              <a:ext cx="43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20KB</a:t>
              </a:r>
            </a:p>
          </p:txBody>
        </p:sp>
        <p:sp>
          <p:nvSpPr>
            <p:cNvPr id="27" name="Text Box 62">
              <a:extLst>
                <a:ext uri="{FF2B5EF4-FFF2-40B4-BE49-F238E27FC236}">
                  <a16:creationId xmlns:a16="http://schemas.microsoft.com/office/drawing/2014/main" id="{FD3E9CCB-16B3-EF67-90E1-190E4D16EAD2}"/>
                </a:ext>
              </a:extLst>
            </p:cNvPr>
            <p:cNvSpPr txBox="1">
              <a:spLocks noChangeArrowheads="1"/>
            </p:cNvSpPr>
            <p:nvPr/>
          </p:nvSpPr>
          <p:spPr bwMode="auto">
            <a:xfrm>
              <a:off x="2474" y="876"/>
              <a:ext cx="25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0</a:t>
              </a:r>
            </a:p>
          </p:txBody>
        </p:sp>
        <p:sp>
          <p:nvSpPr>
            <p:cNvPr id="28" name="Text Box 63">
              <a:extLst>
                <a:ext uri="{FF2B5EF4-FFF2-40B4-BE49-F238E27FC236}">
                  <a16:creationId xmlns:a16="http://schemas.microsoft.com/office/drawing/2014/main" id="{6B49A4A2-5AA3-9910-41C1-05A190BA8A80}"/>
                </a:ext>
              </a:extLst>
            </p:cNvPr>
            <p:cNvSpPr txBox="1">
              <a:spLocks noChangeArrowheads="1"/>
            </p:cNvSpPr>
            <p:nvPr/>
          </p:nvSpPr>
          <p:spPr bwMode="auto">
            <a:xfrm>
              <a:off x="2688" y="967"/>
              <a:ext cx="618" cy="1969"/>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30000"/>
                </a:lnSpc>
                <a:spcBef>
                  <a:spcPct val="40000"/>
                </a:spcBef>
                <a:buClrTx/>
                <a:buSzTx/>
                <a:buFontTx/>
                <a:buNone/>
              </a:pPr>
              <a:r>
                <a:rPr kumimoji="1" lang="en-US" altLang="zh-CN" sz="1600" b="1">
                  <a:solidFill>
                    <a:schemeClr val="tx1"/>
                  </a:solidFill>
                  <a:latin typeface="Times New Roman" panose="02020603050405020304" pitchFamily="18" charset="0"/>
                </a:rPr>
                <a:t>    </a:t>
              </a:r>
            </a:p>
          </p:txBody>
        </p:sp>
        <p:sp>
          <p:nvSpPr>
            <p:cNvPr id="29" name="Line 64">
              <a:extLst>
                <a:ext uri="{FF2B5EF4-FFF2-40B4-BE49-F238E27FC236}">
                  <a16:creationId xmlns:a16="http://schemas.microsoft.com/office/drawing/2014/main" id="{1F38E3FC-7FAF-0DA9-B80D-26B38157805E}"/>
                </a:ext>
              </a:extLst>
            </p:cNvPr>
            <p:cNvSpPr>
              <a:spLocks noChangeShapeType="1"/>
            </p:cNvSpPr>
            <p:nvPr/>
          </p:nvSpPr>
          <p:spPr bwMode="auto">
            <a:xfrm>
              <a:off x="2688" y="1240"/>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0" name="Line 65">
              <a:extLst>
                <a:ext uri="{FF2B5EF4-FFF2-40B4-BE49-F238E27FC236}">
                  <a16:creationId xmlns:a16="http://schemas.microsoft.com/office/drawing/2014/main" id="{AE84CEA7-8F7B-FBB6-6EF1-2B7766F67374}"/>
                </a:ext>
              </a:extLst>
            </p:cNvPr>
            <p:cNvSpPr>
              <a:spLocks noChangeShapeType="1"/>
            </p:cNvSpPr>
            <p:nvPr/>
          </p:nvSpPr>
          <p:spPr bwMode="auto">
            <a:xfrm>
              <a:off x="2677" y="1486"/>
              <a:ext cx="62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1" name="Line 66">
              <a:extLst>
                <a:ext uri="{FF2B5EF4-FFF2-40B4-BE49-F238E27FC236}">
                  <a16:creationId xmlns:a16="http://schemas.microsoft.com/office/drawing/2014/main" id="{4F6766D2-D6ED-ADD8-5555-A6DD2744A10D}"/>
                </a:ext>
              </a:extLst>
            </p:cNvPr>
            <p:cNvSpPr>
              <a:spLocks noChangeShapeType="1"/>
            </p:cNvSpPr>
            <p:nvPr/>
          </p:nvSpPr>
          <p:spPr bwMode="auto">
            <a:xfrm>
              <a:off x="2686" y="1752"/>
              <a:ext cx="62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2" name="Text Box 67">
              <a:extLst>
                <a:ext uri="{FF2B5EF4-FFF2-40B4-BE49-F238E27FC236}">
                  <a16:creationId xmlns:a16="http://schemas.microsoft.com/office/drawing/2014/main" id="{0CB81343-7200-F4E7-B249-E5DB93CA05F7}"/>
                </a:ext>
              </a:extLst>
            </p:cNvPr>
            <p:cNvSpPr txBox="1">
              <a:spLocks noChangeArrowheads="1"/>
            </p:cNvSpPr>
            <p:nvPr/>
          </p:nvSpPr>
          <p:spPr bwMode="auto">
            <a:xfrm>
              <a:off x="2301" y="1368"/>
              <a:ext cx="459"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52KB</a:t>
              </a:r>
            </a:p>
          </p:txBody>
        </p:sp>
        <p:sp>
          <p:nvSpPr>
            <p:cNvPr id="33" name="Text Box 68">
              <a:extLst>
                <a:ext uri="{FF2B5EF4-FFF2-40B4-BE49-F238E27FC236}">
                  <a16:creationId xmlns:a16="http://schemas.microsoft.com/office/drawing/2014/main" id="{121D355D-EB15-F3A4-08F7-085B3D4D1175}"/>
                </a:ext>
              </a:extLst>
            </p:cNvPr>
            <p:cNvSpPr txBox="1">
              <a:spLocks noChangeArrowheads="1"/>
            </p:cNvSpPr>
            <p:nvPr/>
          </p:nvSpPr>
          <p:spPr bwMode="auto">
            <a:xfrm>
              <a:off x="2301" y="1650"/>
              <a:ext cx="486"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66KB</a:t>
              </a:r>
            </a:p>
          </p:txBody>
        </p:sp>
        <p:sp>
          <p:nvSpPr>
            <p:cNvPr id="34" name="Text Box 69">
              <a:extLst>
                <a:ext uri="{FF2B5EF4-FFF2-40B4-BE49-F238E27FC236}">
                  <a16:creationId xmlns:a16="http://schemas.microsoft.com/office/drawing/2014/main" id="{DE7871DD-8CEA-A0E9-A3DE-BC105CCA3A53}"/>
                </a:ext>
              </a:extLst>
            </p:cNvPr>
            <p:cNvSpPr txBox="1">
              <a:spLocks noChangeArrowheads="1"/>
            </p:cNvSpPr>
            <p:nvPr/>
          </p:nvSpPr>
          <p:spPr bwMode="auto">
            <a:xfrm>
              <a:off x="2282" y="2943"/>
              <a:ext cx="699"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256KB</a:t>
              </a:r>
              <a:r>
                <a:rPr kumimoji="1" lang="en-US" altLang="zh-CN" sz="1600" b="1">
                  <a:solidFill>
                    <a:schemeClr val="tx1"/>
                  </a:solidFill>
                  <a:latin typeface="Times New Roman" panose="02020603050405020304" pitchFamily="18" charset="0"/>
                  <a:sym typeface="Symbol" panose="05050102010706020507" pitchFamily="18" charset="2"/>
                </a:rPr>
                <a:t>1</a:t>
              </a:r>
              <a:endParaRPr kumimoji="1" lang="en-US" altLang="zh-CN" sz="1600" b="1">
                <a:solidFill>
                  <a:schemeClr val="tx1"/>
                </a:solidFill>
                <a:latin typeface="Times New Roman" panose="02020603050405020304" pitchFamily="18" charset="0"/>
              </a:endParaRPr>
            </a:p>
          </p:txBody>
        </p:sp>
        <p:sp>
          <p:nvSpPr>
            <p:cNvPr id="35" name="Text Box 70">
              <a:extLst>
                <a:ext uri="{FF2B5EF4-FFF2-40B4-BE49-F238E27FC236}">
                  <a16:creationId xmlns:a16="http://schemas.microsoft.com/office/drawing/2014/main" id="{4F351532-0C2B-89DC-F8A4-F478B2AACEF4}"/>
                </a:ext>
              </a:extLst>
            </p:cNvPr>
            <p:cNvSpPr txBox="1">
              <a:spLocks noChangeArrowheads="1"/>
            </p:cNvSpPr>
            <p:nvPr/>
          </p:nvSpPr>
          <p:spPr bwMode="auto">
            <a:xfrm>
              <a:off x="2832" y="3089"/>
              <a:ext cx="43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主存</a:t>
              </a:r>
            </a:p>
          </p:txBody>
        </p:sp>
        <p:sp>
          <p:nvSpPr>
            <p:cNvPr id="36" name="Rectangle 71" descr="浅色上对角线">
              <a:extLst>
                <a:ext uri="{FF2B5EF4-FFF2-40B4-BE49-F238E27FC236}">
                  <a16:creationId xmlns:a16="http://schemas.microsoft.com/office/drawing/2014/main" id="{71283F86-14C8-9B6A-258E-ADF33EBD8563}"/>
                </a:ext>
              </a:extLst>
            </p:cNvPr>
            <p:cNvSpPr>
              <a:spLocks noChangeArrowheads="1"/>
            </p:cNvSpPr>
            <p:nvPr/>
          </p:nvSpPr>
          <p:spPr bwMode="auto">
            <a:xfrm>
              <a:off x="2691" y="1752"/>
              <a:ext cx="617" cy="1194"/>
            </a:xfrm>
            <a:prstGeom prst="rect">
              <a:avLst/>
            </a:prstGeom>
            <a:pattFill prst="ltUpDiag">
              <a:fgClr>
                <a:srgbClr val="000000"/>
              </a:fgClr>
              <a:bgClr>
                <a:srgbClr val="FFFFFF"/>
              </a:bgClr>
            </a:patt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37" name="Text Box 95">
              <a:extLst>
                <a:ext uri="{FF2B5EF4-FFF2-40B4-BE49-F238E27FC236}">
                  <a16:creationId xmlns:a16="http://schemas.microsoft.com/office/drawing/2014/main" id="{6A2F1851-53EB-D5EB-9CB3-9156D49644A2}"/>
                </a:ext>
              </a:extLst>
            </p:cNvPr>
            <p:cNvSpPr txBox="1">
              <a:spLocks noChangeArrowheads="1"/>
            </p:cNvSpPr>
            <p:nvPr/>
          </p:nvSpPr>
          <p:spPr bwMode="auto">
            <a:xfrm>
              <a:off x="2871" y="941"/>
              <a:ext cx="357"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2000" b="1">
                  <a:solidFill>
                    <a:schemeClr val="tx1"/>
                  </a:solidFill>
                  <a:latin typeface="Times New Roman" panose="02020603050405020304" pitchFamily="18" charset="0"/>
                </a:rPr>
                <a:t>os</a:t>
              </a:r>
            </a:p>
          </p:txBody>
        </p:sp>
        <p:sp>
          <p:nvSpPr>
            <p:cNvPr id="38" name="Text Box 96">
              <a:extLst>
                <a:ext uri="{FF2B5EF4-FFF2-40B4-BE49-F238E27FC236}">
                  <a16:creationId xmlns:a16="http://schemas.microsoft.com/office/drawing/2014/main" id="{E8BD2B51-A3AE-73D7-8084-8930E54B00D6}"/>
                </a:ext>
              </a:extLst>
            </p:cNvPr>
            <p:cNvSpPr txBox="1">
              <a:spLocks noChangeArrowheads="1"/>
            </p:cNvSpPr>
            <p:nvPr/>
          </p:nvSpPr>
          <p:spPr bwMode="auto">
            <a:xfrm>
              <a:off x="2811" y="1251"/>
              <a:ext cx="448"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1</a:t>
              </a:r>
            </a:p>
          </p:txBody>
        </p:sp>
        <p:sp>
          <p:nvSpPr>
            <p:cNvPr id="39" name="Text Box 97">
              <a:extLst>
                <a:ext uri="{FF2B5EF4-FFF2-40B4-BE49-F238E27FC236}">
                  <a16:creationId xmlns:a16="http://schemas.microsoft.com/office/drawing/2014/main" id="{B5674D49-C7B3-6792-7FD5-F7794A17519F}"/>
                </a:ext>
              </a:extLst>
            </p:cNvPr>
            <p:cNvSpPr txBox="1">
              <a:spLocks noChangeArrowheads="1"/>
            </p:cNvSpPr>
            <p:nvPr/>
          </p:nvSpPr>
          <p:spPr bwMode="auto">
            <a:xfrm>
              <a:off x="2811" y="1489"/>
              <a:ext cx="448"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2</a:t>
              </a:r>
            </a:p>
          </p:txBody>
        </p:sp>
      </p:grpSp>
      <p:sp>
        <p:nvSpPr>
          <p:cNvPr id="40" name="Text Box 98">
            <a:extLst>
              <a:ext uri="{FF2B5EF4-FFF2-40B4-BE49-F238E27FC236}">
                <a16:creationId xmlns:a16="http://schemas.microsoft.com/office/drawing/2014/main" id="{D070EFE0-F75C-19C4-7441-7896EC05A34B}"/>
              </a:ext>
            </a:extLst>
          </p:cNvPr>
          <p:cNvSpPr txBox="1">
            <a:spLocks noChangeArrowheads="1"/>
          </p:cNvSpPr>
          <p:nvPr/>
        </p:nvSpPr>
        <p:spPr bwMode="auto">
          <a:xfrm>
            <a:off x="5532813" y="4871854"/>
            <a:ext cx="1209675" cy="604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10000"/>
              </a:spcBef>
              <a:buClrTx/>
              <a:buSzTx/>
              <a:buFontTx/>
              <a:buNone/>
            </a:pPr>
            <a:r>
              <a:rPr kumimoji="1" lang="zh-CN" altLang="en-US" sz="1600" b="1">
                <a:solidFill>
                  <a:schemeClr val="tx1"/>
                </a:solidFill>
                <a:latin typeface="Times New Roman" panose="02020603050405020304" pitchFamily="18" charset="0"/>
              </a:rPr>
              <a:t>程序</a:t>
            </a:r>
            <a:r>
              <a:rPr kumimoji="1" lang="en-US" altLang="zh-CN" sz="1600" b="1" baseline="-25000">
                <a:solidFill>
                  <a:schemeClr val="tx1"/>
                </a:solidFill>
                <a:latin typeface="Times New Roman" panose="02020603050405020304" pitchFamily="18" charset="0"/>
              </a:rPr>
              <a:t>3</a:t>
            </a:r>
            <a:r>
              <a:rPr kumimoji="1" lang="zh-CN" altLang="en-US" sz="1600" b="1">
                <a:solidFill>
                  <a:schemeClr val="tx1"/>
                </a:solidFill>
                <a:latin typeface="Times New Roman" panose="02020603050405020304" pitchFamily="18" charset="0"/>
              </a:rPr>
              <a:t>申请</a:t>
            </a:r>
          </a:p>
          <a:p>
            <a:pPr eaLnBrk="1" hangingPunct="1">
              <a:lnSpc>
                <a:spcPct val="100000"/>
              </a:lnSpc>
              <a:spcBef>
                <a:spcPct val="10000"/>
              </a:spcBef>
              <a:buClrTx/>
              <a:buSzTx/>
              <a:buFontTx/>
              <a:buNone/>
            </a:pPr>
            <a:r>
              <a:rPr kumimoji="1" lang="zh-CN" altLang="en-US" sz="1600" b="1">
                <a:solidFill>
                  <a:schemeClr val="tx1"/>
                </a:solidFill>
                <a:latin typeface="Times New Roman" panose="02020603050405020304" pitchFamily="18" charset="0"/>
              </a:rPr>
              <a:t>   </a:t>
            </a:r>
            <a:r>
              <a:rPr kumimoji="1" lang="en-US" altLang="zh-CN" sz="1600" b="1">
                <a:solidFill>
                  <a:schemeClr val="tx1"/>
                </a:solidFill>
                <a:latin typeface="Times New Roman" panose="02020603050405020304" pitchFamily="18" charset="0"/>
              </a:rPr>
              <a:t>64KB</a:t>
            </a:r>
          </a:p>
        </p:txBody>
      </p:sp>
      <p:grpSp>
        <p:nvGrpSpPr>
          <p:cNvPr id="41" name="Group 119">
            <a:extLst>
              <a:ext uri="{FF2B5EF4-FFF2-40B4-BE49-F238E27FC236}">
                <a16:creationId xmlns:a16="http://schemas.microsoft.com/office/drawing/2014/main" id="{2C5FFED4-075F-5FA5-77D9-7933E8F933DB}"/>
              </a:ext>
            </a:extLst>
          </p:cNvPr>
          <p:cNvGrpSpPr>
            <a:grpSpLocks/>
          </p:cNvGrpSpPr>
          <p:nvPr/>
        </p:nvGrpSpPr>
        <p:grpSpPr bwMode="auto">
          <a:xfrm>
            <a:off x="6612313" y="830079"/>
            <a:ext cx="1703388" cy="3802062"/>
            <a:chOff x="3322" y="876"/>
            <a:chExt cx="1073" cy="2395"/>
          </a:xfrm>
        </p:grpSpPr>
        <p:sp>
          <p:nvSpPr>
            <p:cNvPr id="42" name="Text Box 29">
              <a:extLst>
                <a:ext uri="{FF2B5EF4-FFF2-40B4-BE49-F238E27FC236}">
                  <a16:creationId xmlns:a16="http://schemas.microsoft.com/office/drawing/2014/main" id="{556E860C-6AC7-68EE-85F0-9568C94450F7}"/>
                </a:ext>
              </a:extLst>
            </p:cNvPr>
            <p:cNvSpPr txBox="1">
              <a:spLocks noChangeArrowheads="1"/>
            </p:cNvSpPr>
            <p:nvPr/>
          </p:nvSpPr>
          <p:spPr bwMode="auto">
            <a:xfrm>
              <a:off x="3393" y="1122"/>
              <a:ext cx="45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20KB</a:t>
              </a:r>
            </a:p>
          </p:txBody>
        </p:sp>
        <p:sp>
          <p:nvSpPr>
            <p:cNvPr id="43" name="Text Box 30">
              <a:extLst>
                <a:ext uri="{FF2B5EF4-FFF2-40B4-BE49-F238E27FC236}">
                  <a16:creationId xmlns:a16="http://schemas.microsoft.com/office/drawing/2014/main" id="{4294476F-4E33-57AC-DD11-F99769B2B5FA}"/>
                </a:ext>
              </a:extLst>
            </p:cNvPr>
            <p:cNvSpPr txBox="1">
              <a:spLocks noChangeArrowheads="1"/>
            </p:cNvSpPr>
            <p:nvPr/>
          </p:nvSpPr>
          <p:spPr bwMode="auto">
            <a:xfrm>
              <a:off x="3557" y="876"/>
              <a:ext cx="25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0</a:t>
              </a:r>
            </a:p>
          </p:txBody>
        </p:sp>
        <p:sp>
          <p:nvSpPr>
            <p:cNvPr id="44" name="Text Box 31">
              <a:extLst>
                <a:ext uri="{FF2B5EF4-FFF2-40B4-BE49-F238E27FC236}">
                  <a16:creationId xmlns:a16="http://schemas.microsoft.com/office/drawing/2014/main" id="{FB91BEBF-D04A-F479-B52E-DE5AC8CCF6EF}"/>
                </a:ext>
              </a:extLst>
            </p:cNvPr>
            <p:cNvSpPr txBox="1">
              <a:spLocks noChangeArrowheads="1"/>
            </p:cNvSpPr>
            <p:nvPr/>
          </p:nvSpPr>
          <p:spPr bwMode="auto">
            <a:xfrm>
              <a:off x="3772" y="967"/>
              <a:ext cx="618" cy="1969"/>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30000"/>
                </a:lnSpc>
                <a:spcBef>
                  <a:spcPct val="40000"/>
                </a:spcBef>
                <a:buClrTx/>
                <a:buSzTx/>
                <a:buFontTx/>
                <a:buNone/>
              </a:pPr>
              <a:r>
                <a:rPr kumimoji="1" lang="en-US" altLang="zh-CN" sz="1600" b="1">
                  <a:solidFill>
                    <a:schemeClr val="tx1"/>
                  </a:solidFill>
                  <a:latin typeface="Times New Roman" panose="02020603050405020304" pitchFamily="18" charset="0"/>
                </a:rPr>
                <a:t>    </a:t>
              </a:r>
            </a:p>
            <a:p>
              <a:pPr algn="just" eaLnBrk="1" hangingPunct="1">
                <a:lnSpc>
                  <a:spcPct val="130000"/>
                </a:lnSpc>
                <a:spcBef>
                  <a:spcPct val="40000"/>
                </a:spcBef>
                <a:buClrTx/>
                <a:buSzTx/>
                <a:buFontTx/>
                <a:buNone/>
              </a:pPr>
              <a:r>
                <a:rPr kumimoji="1" lang="en-US" altLang="zh-CN" sz="1600" b="1">
                  <a:solidFill>
                    <a:schemeClr val="tx1"/>
                  </a:solidFill>
                  <a:latin typeface="Times New Roman" panose="02020603050405020304" pitchFamily="18" charset="0"/>
                </a:rPr>
                <a:t>  </a:t>
              </a:r>
            </a:p>
            <a:p>
              <a:pPr algn="just" eaLnBrk="1" hangingPunct="1">
                <a:lnSpc>
                  <a:spcPct val="100000"/>
                </a:lnSpc>
                <a:spcBef>
                  <a:spcPct val="20000"/>
                </a:spcBef>
                <a:buClrTx/>
                <a:buSzTx/>
                <a:buFontTx/>
                <a:buNone/>
              </a:pPr>
              <a:r>
                <a:rPr kumimoji="1" lang="en-US" altLang="zh-CN" sz="1600" b="1">
                  <a:solidFill>
                    <a:schemeClr val="tx1"/>
                  </a:solidFill>
                  <a:latin typeface="Times New Roman" panose="02020603050405020304" pitchFamily="18" charset="0"/>
                </a:rPr>
                <a:t>  </a:t>
              </a:r>
            </a:p>
          </p:txBody>
        </p:sp>
        <p:sp>
          <p:nvSpPr>
            <p:cNvPr id="45" name="Rectangle 32" descr="浅色上对角线">
              <a:extLst>
                <a:ext uri="{FF2B5EF4-FFF2-40B4-BE49-F238E27FC236}">
                  <a16:creationId xmlns:a16="http://schemas.microsoft.com/office/drawing/2014/main" id="{A8C0126E-4FAD-F513-657D-36A5AEDD7376}"/>
                </a:ext>
              </a:extLst>
            </p:cNvPr>
            <p:cNvSpPr>
              <a:spLocks noChangeArrowheads="1"/>
            </p:cNvSpPr>
            <p:nvPr/>
          </p:nvSpPr>
          <p:spPr bwMode="auto">
            <a:xfrm>
              <a:off x="3772" y="2026"/>
              <a:ext cx="617" cy="910"/>
            </a:xfrm>
            <a:prstGeom prst="rect">
              <a:avLst/>
            </a:prstGeom>
            <a:pattFill prst="ltUpDiag">
              <a:fgClr>
                <a:srgbClr val="000000"/>
              </a:fgClr>
              <a:bgClr>
                <a:srgbClr val="FFFFFF"/>
              </a:bgClr>
            </a:patt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46" name="Line 33">
              <a:extLst>
                <a:ext uri="{FF2B5EF4-FFF2-40B4-BE49-F238E27FC236}">
                  <a16:creationId xmlns:a16="http://schemas.microsoft.com/office/drawing/2014/main" id="{D760F151-8792-F0F9-95CB-7BC2B3362932}"/>
                </a:ext>
              </a:extLst>
            </p:cNvPr>
            <p:cNvSpPr>
              <a:spLocks noChangeShapeType="1"/>
            </p:cNvSpPr>
            <p:nvPr/>
          </p:nvSpPr>
          <p:spPr bwMode="auto">
            <a:xfrm>
              <a:off x="3772" y="1240"/>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7" name="Line 34">
              <a:extLst>
                <a:ext uri="{FF2B5EF4-FFF2-40B4-BE49-F238E27FC236}">
                  <a16:creationId xmlns:a16="http://schemas.microsoft.com/office/drawing/2014/main" id="{A197C9C4-6ED4-4ED4-1CA1-CF63B385DF00}"/>
                </a:ext>
              </a:extLst>
            </p:cNvPr>
            <p:cNvSpPr>
              <a:spLocks noChangeShapeType="1"/>
            </p:cNvSpPr>
            <p:nvPr/>
          </p:nvSpPr>
          <p:spPr bwMode="auto">
            <a:xfrm>
              <a:off x="3769" y="1486"/>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8" name="Line 35">
              <a:extLst>
                <a:ext uri="{FF2B5EF4-FFF2-40B4-BE49-F238E27FC236}">
                  <a16:creationId xmlns:a16="http://schemas.microsoft.com/office/drawing/2014/main" id="{F4A2D2BC-E1A8-CB1C-75C8-0CFD624CA5B6}"/>
                </a:ext>
              </a:extLst>
            </p:cNvPr>
            <p:cNvSpPr>
              <a:spLocks noChangeShapeType="1"/>
            </p:cNvSpPr>
            <p:nvPr/>
          </p:nvSpPr>
          <p:spPr bwMode="auto">
            <a:xfrm>
              <a:off x="3769" y="1741"/>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9" name="Line 36">
              <a:extLst>
                <a:ext uri="{FF2B5EF4-FFF2-40B4-BE49-F238E27FC236}">
                  <a16:creationId xmlns:a16="http://schemas.microsoft.com/office/drawing/2014/main" id="{B3B7EE35-033D-75F4-DE98-900B01EC3677}"/>
                </a:ext>
              </a:extLst>
            </p:cNvPr>
            <p:cNvSpPr>
              <a:spLocks noChangeShapeType="1"/>
            </p:cNvSpPr>
            <p:nvPr/>
          </p:nvSpPr>
          <p:spPr bwMode="auto">
            <a:xfrm>
              <a:off x="3769" y="2026"/>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0" name="Text Box 37">
              <a:extLst>
                <a:ext uri="{FF2B5EF4-FFF2-40B4-BE49-F238E27FC236}">
                  <a16:creationId xmlns:a16="http://schemas.microsoft.com/office/drawing/2014/main" id="{584E38F3-EC38-4B09-A40B-38F314BCA0B8}"/>
                </a:ext>
              </a:extLst>
            </p:cNvPr>
            <p:cNvSpPr txBox="1">
              <a:spLocks noChangeArrowheads="1"/>
            </p:cNvSpPr>
            <p:nvPr/>
          </p:nvSpPr>
          <p:spPr bwMode="auto">
            <a:xfrm>
              <a:off x="3393" y="1368"/>
              <a:ext cx="46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52KB</a:t>
              </a:r>
            </a:p>
          </p:txBody>
        </p:sp>
        <p:sp>
          <p:nvSpPr>
            <p:cNvPr id="51" name="Text Box 38">
              <a:extLst>
                <a:ext uri="{FF2B5EF4-FFF2-40B4-BE49-F238E27FC236}">
                  <a16:creationId xmlns:a16="http://schemas.microsoft.com/office/drawing/2014/main" id="{3FB01653-AA5C-E4A6-D635-38ED5AC20EC4}"/>
                </a:ext>
              </a:extLst>
            </p:cNvPr>
            <p:cNvSpPr txBox="1">
              <a:spLocks noChangeArrowheads="1"/>
            </p:cNvSpPr>
            <p:nvPr/>
          </p:nvSpPr>
          <p:spPr bwMode="auto">
            <a:xfrm>
              <a:off x="3393" y="1623"/>
              <a:ext cx="433"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66KB</a:t>
              </a:r>
            </a:p>
          </p:txBody>
        </p:sp>
        <p:sp>
          <p:nvSpPr>
            <p:cNvPr id="52" name="Text Box 39">
              <a:extLst>
                <a:ext uri="{FF2B5EF4-FFF2-40B4-BE49-F238E27FC236}">
                  <a16:creationId xmlns:a16="http://schemas.microsoft.com/office/drawing/2014/main" id="{1889FF8D-FEA6-61C8-8D72-A9C12CAE8B49}"/>
                </a:ext>
              </a:extLst>
            </p:cNvPr>
            <p:cNvSpPr txBox="1">
              <a:spLocks noChangeArrowheads="1"/>
            </p:cNvSpPr>
            <p:nvPr/>
          </p:nvSpPr>
          <p:spPr bwMode="auto">
            <a:xfrm>
              <a:off x="3322" y="1914"/>
              <a:ext cx="56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130KB</a:t>
              </a:r>
            </a:p>
          </p:txBody>
        </p:sp>
        <p:sp>
          <p:nvSpPr>
            <p:cNvPr id="53" name="Text Box 40">
              <a:extLst>
                <a:ext uri="{FF2B5EF4-FFF2-40B4-BE49-F238E27FC236}">
                  <a16:creationId xmlns:a16="http://schemas.microsoft.com/office/drawing/2014/main" id="{1B6BEDA4-86BB-F1DB-E441-9D2C4A6CB569}"/>
                </a:ext>
              </a:extLst>
            </p:cNvPr>
            <p:cNvSpPr txBox="1">
              <a:spLocks noChangeArrowheads="1"/>
            </p:cNvSpPr>
            <p:nvPr/>
          </p:nvSpPr>
          <p:spPr bwMode="auto">
            <a:xfrm>
              <a:off x="3383" y="2934"/>
              <a:ext cx="69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256KB</a:t>
              </a:r>
              <a:r>
                <a:rPr kumimoji="1" lang="en-US" altLang="zh-CN" sz="1600" b="1">
                  <a:solidFill>
                    <a:schemeClr val="tx1"/>
                  </a:solidFill>
                  <a:latin typeface="Times New Roman" panose="02020603050405020304" pitchFamily="18" charset="0"/>
                  <a:sym typeface="Symbol" panose="05050102010706020507" pitchFamily="18" charset="2"/>
                </a:rPr>
                <a:t>1</a:t>
              </a:r>
              <a:endParaRPr kumimoji="1" lang="en-US" altLang="zh-CN" sz="1600" b="1">
                <a:solidFill>
                  <a:schemeClr val="tx1"/>
                </a:solidFill>
                <a:latin typeface="Times New Roman" panose="02020603050405020304" pitchFamily="18" charset="0"/>
              </a:endParaRPr>
            </a:p>
          </p:txBody>
        </p:sp>
        <p:sp>
          <p:nvSpPr>
            <p:cNvPr id="54" name="Text Box 41">
              <a:extLst>
                <a:ext uri="{FF2B5EF4-FFF2-40B4-BE49-F238E27FC236}">
                  <a16:creationId xmlns:a16="http://schemas.microsoft.com/office/drawing/2014/main" id="{14EAF95E-645D-7493-65D4-97DC024FA04A}"/>
                </a:ext>
              </a:extLst>
            </p:cNvPr>
            <p:cNvSpPr txBox="1">
              <a:spLocks noChangeArrowheads="1"/>
            </p:cNvSpPr>
            <p:nvPr/>
          </p:nvSpPr>
          <p:spPr bwMode="auto">
            <a:xfrm>
              <a:off x="3907" y="3089"/>
              <a:ext cx="43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主存</a:t>
              </a:r>
            </a:p>
          </p:txBody>
        </p:sp>
        <p:sp>
          <p:nvSpPr>
            <p:cNvPr id="55" name="Text Box 100">
              <a:extLst>
                <a:ext uri="{FF2B5EF4-FFF2-40B4-BE49-F238E27FC236}">
                  <a16:creationId xmlns:a16="http://schemas.microsoft.com/office/drawing/2014/main" id="{DC81556E-9E72-63CF-1971-78AB0E81D84E}"/>
                </a:ext>
              </a:extLst>
            </p:cNvPr>
            <p:cNvSpPr txBox="1">
              <a:spLocks noChangeArrowheads="1"/>
            </p:cNvSpPr>
            <p:nvPr/>
          </p:nvSpPr>
          <p:spPr bwMode="auto">
            <a:xfrm>
              <a:off x="3932" y="950"/>
              <a:ext cx="357"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2000" b="1">
                  <a:solidFill>
                    <a:schemeClr val="tx1"/>
                  </a:solidFill>
                  <a:latin typeface="Times New Roman" panose="02020603050405020304" pitchFamily="18" charset="0"/>
                </a:rPr>
                <a:t>os</a:t>
              </a:r>
            </a:p>
          </p:txBody>
        </p:sp>
        <p:sp>
          <p:nvSpPr>
            <p:cNvPr id="56" name="Text Box 102">
              <a:extLst>
                <a:ext uri="{FF2B5EF4-FFF2-40B4-BE49-F238E27FC236}">
                  <a16:creationId xmlns:a16="http://schemas.microsoft.com/office/drawing/2014/main" id="{645603AD-8CF7-EF36-636D-5674DD76FDC0}"/>
                </a:ext>
              </a:extLst>
            </p:cNvPr>
            <p:cNvSpPr txBox="1">
              <a:spLocks noChangeArrowheads="1"/>
            </p:cNvSpPr>
            <p:nvPr/>
          </p:nvSpPr>
          <p:spPr bwMode="auto">
            <a:xfrm>
              <a:off x="3869" y="1242"/>
              <a:ext cx="448"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1</a:t>
              </a:r>
            </a:p>
          </p:txBody>
        </p:sp>
        <p:sp>
          <p:nvSpPr>
            <p:cNvPr id="57" name="Text Box 103">
              <a:extLst>
                <a:ext uri="{FF2B5EF4-FFF2-40B4-BE49-F238E27FC236}">
                  <a16:creationId xmlns:a16="http://schemas.microsoft.com/office/drawing/2014/main" id="{47E1B3CA-8559-6967-FF62-71B5ED836C18}"/>
                </a:ext>
              </a:extLst>
            </p:cNvPr>
            <p:cNvSpPr txBox="1">
              <a:spLocks noChangeArrowheads="1"/>
            </p:cNvSpPr>
            <p:nvPr/>
          </p:nvSpPr>
          <p:spPr bwMode="auto">
            <a:xfrm>
              <a:off x="3877" y="1498"/>
              <a:ext cx="448"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2</a:t>
              </a:r>
            </a:p>
          </p:txBody>
        </p:sp>
        <p:sp>
          <p:nvSpPr>
            <p:cNvPr id="58" name="Text Box 104">
              <a:extLst>
                <a:ext uri="{FF2B5EF4-FFF2-40B4-BE49-F238E27FC236}">
                  <a16:creationId xmlns:a16="http://schemas.microsoft.com/office/drawing/2014/main" id="{8D7719CF-BAF1-4B23-B8B8-CD7B62EF5C38}"/>
                </a:ext>
              </a:extLst>
            </p:cNvPr>
            <p:cNvSpPr txBox="1">
              <a:spLocks noChangeArrowheads="1"/>
            </p:cNvSpPr>
            <p:nvPr/>
          </p:nvSpPr>
          <p:spPr bwMode="auto">
            <a:xfrm>
              <a:off x="3895" y="1754"/>
              <a:ext cx="448"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3</a:t>
              </a:r>
            </a:p>
          </p:txBody>
        </p:sp>
      </p:grpSp>
      <p:sp>
        <p:nvSpPr>
          <p:cNvPr id="59" name="Text Box 105">
            <a:extLst>
              <a:ext uri="{FF2B5EF4-FFF2-40B4-BE49-F238E27FC236}">
                <a16:creationId xmlns:a16="http://schemas.microsoft.com/office/drawing/2014/main" id="{3BD8ED9C-A95A-F007-D0BB-1309EE6AE8BB}"/>
              </a:ext>
            </a:extLst>
          </p:cNvPr>
          <p:cNvSpPr txBox="1">
            <a:spLocks noChangeArrowheads="1"/>
          </p:cNvSpPr>
          <p:nvPr/>
        </p:nvSpPr>
        <p:spPr bwMode="auto">
          <a:xfrm>
            <a:off x="7083801" y="4871854"/>
            <a:ext cx="1209675" cy="604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10000"/>
              </a:spcBef>
              <a:buClrTx/>
              <a:buSzTx/>
              <a:buFontTx/>
              <a:buNone/>
            </a:pPr>
            <a:r>
              <a:rPr kumimoji="1" lang="zh-CN" altLang="en-US" sz="1600" b="1">
                <a:solidFill>
                  <a:schemeClr val="tx1"/>
                </a:solidFill>
                <a:latin typeface="Times New Roman" panose="02020603050405020304" pitchFamily="18" charset="0"/>
              </a:rPr>
              <a:t>程序</a:t>
            </a:r>
            <a:r>
              <a:rPr kumimoji="1" lang="en-US" altLang="zh-CN" sz="1600" b="1" baseline="-25000">
                <a:solidFill>
                  <a:schemeClr val="tx1"/>
                </a:solidFill>
                <a:latin typeface="Times New Roman" panose="02020603050405020304" pitchFamily="18" charset="0"/>
              </a:rPr>
              <a:t>4</a:t>
            </a:r>
            <a:r>
              <a:rPr kumimoji="1" lang="zh-CN" altLang="en-US" sz="1600" b="1">
                <a:solidFill>
                  <a:schemeClr val="tx1"/>
                </a:solidFill>
                <a:latin typeface="Times New Roman" panose="02020603050405020304" pitchFamily="18" charset="0"/>
              </a:rPr>
              <a:t>申请</a:t>
            </a:r>
          </a:p>
          <a:p>
            <a:pPr eaLnBrk="1" hangingPunct="1">
              <a:lnSpc>
                <a:spcPct val="100000"/>
              </a:lnSpc>
              <a:spcBef>
                <a:spcPct val="10000"/>
              </a:spcBef>
              <a:buClrTx/>
              <a:buSzTx/>
              <a:buFontTx/>
              <a:buNone/>
            </a:pPr>
            <a:r>
              <a:rPr kumimoji="1" lang="zh-CN" altLang="en-US" sz="1600" b="1">
                <a:solidFill>
                  <a:schemeClr val="tx1"/>
                </a:solidFill>
                <a:latin typeface="Times New Roman" panose="02020603050405020304" pitchFamily="18" charset="0"/>
              </a:rPr>
              <a:t>   </a:t>
            </a:r>
            <a:r>
              <a:rPr kumimoji="1" lang="en-US" altLang="zh-CN" sz="1600" b="1">
                <a:solidFill>
                  <a:schemeClr val="tx1"/>
                </a:solidFill>
                <a:latin typeface="Times New Roman" panose="02020603050405020304" pitchFamily="18" charset="0"/>
              </a:rPr>
              <a:t>100KB</a:t>
            </a:r>
          </a:p>
        </p:txBody>
      </p:sp>
      <p:grpSp>
        <p:nvGrpSpPr>
          <p:cNvPr id="60" name="Group 120">
            <a:extLst>
              <a:ext uri="{FF2B5EF4-FFF2-40B4-BE49-F238E27FC236}">
                <a16:creationId xmlns:a16="http://schemas.microsoft.com/office/drawing/2014/main" id="{962D33C0-04EF-9A54-1E29-A96055097153}"/>
              </a:ext>
            </a:extLst>
          </p:cNvPr>
          <p:cNvGrpSpPr>
            <a:grpSpLocks/>
          </p:cNvGrpSpPr>
          <p:nvPr/>
        </p:nvGrpSpPr>
        <p:grpSpPr bwMode="auto">
          <a:xfrm>
            <a:off x="8372851" y="830079"/>
            <a:ext cx="1703387" cy="3759200"/>
            <a:chOff x="4431" y="876"/>
            <a:chExt cx="1073" cy="2368"/>
          </a:xfrm>
        </p:grpSpPr>
        <p:sp>
          <p:nvSpPr>
            <p:cNvPr id="61" name="Text Box 13">
              <a:extLst>
                <a:ext uri="{FF2B5EF4-FFF2-40B4-BE49-F238E27FC236}">
                  <a16:creationId xmlns:a16="http://schemas.microsoft.com/office/drawing/2014/main" id="{1BBED634-11D5-37FE-9F58-70A17E49FBC9}"/>
                </a:ext>
              </a:extLst>
            </p:cNvPr>
            <p:cNvSpPr txBox="1">
              <a:spLocks noChangeArrowheads="1"/>
            </p:cNvSpPr>
            <p:nvPr/>
          </p:nvSpPr>
          <p:spPr bwMode="auto">
            <a:xfrm>
              <a:off x="4484" y="1122"/>
              <a:ext cx="4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20KB</a:t>
              </a:r>
            </a:p>
          </p:txBody>
        </p:sp>
        <p:sp>
          <p:nvSpPr>
            <p:cNvPr id="62" name="Text Box 14">
              <a:extLst>
                <a:ext uri="{FF2B5EF4-FFF2-40B4-BE49-F238E27FC236}">
                  <a16:creationId xmlns:a16="http://schemas.microsoft.com/office/drawing/2014/main" id="{752F1C67-2A50-813E-C0DF-DDEB1B7B3B51}"/>
                </a:ext>
              </a:extLst>
            </p:cNvPr>
            <p:cNvSpPr txBox="1">
              <a:spLocks noChangeArrowheads="1"/>
            </p:cNvSpPr>
            <p:nvPr/>
          </p:nvSpPr>
          <p:spPr bwMode="auto">
            <a:xfrm>
              <a:off x="4666" y="876"/>
              <a:ext cx="25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0</a:t>
              </a:r>
            </a:p>
          </p:txBody>
        </p:sp>
        <p:sp>
          <p:nvSpPr>
            <p:cNvPr id="63" name="Text Box 15">
              <a:extLst>
                <a:ext uri="{FF2B5EF4-FFF2-40B4-BE49-F238E27FC236}">
                  <a16:creationId xmlns:a16="http://schemas.microsoft.com/office/drawing/2014/main" id="{726B0959-959B-9A95-CB4E-4DD484A215C3}"/>
                </a:ext>
              </a:extLst>
            </p:cNvPr>
            <p:cNvSpPr txBox="1">
              <a:spLocks noChangeArrowheads="1"/>
            </p:cNvSpPr>
            <p:nvPr/>
          </p:nvSpPr>
          <p:spPr bwMode="auto">
            <a:xfrm>
              <a:off x="4881" y="967"/>
              <a:ext cx="618" cy="1969"/>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30000"/>
                </a:lnSpc>
                <a:spcBef>
                  <a:spcPct val="40000"/>
                </a:spcBef>
                <a:buClrTx/>
                <a:buSzTx/>
                <a:buFontTx/>
                <a:buNone/>
              </a:pPr>
              <a:r>
                <a:rPr kumimoji="1" lang="en-US" altLang="zh-CN" sz="1600" b="1">
                  <a:solidFill>
                    <a:schemeClr val="tx1"/>
                  </a:solidFill>
                  <a:latin typeface="Times New Roman" panose="02020603050405020304" pitchFamily="18" charset="0"/>
                </a:rPr>
                <a:t>     </a:t>
              </a:r>
            </a:p>
          </p:txBody>
        </p:sp>
        <p:sp>
          <p:nvSpPr>
            <p:cNvPr id="64" name="Rectangle 16" descr="浅色上对角线">
              <a:extLst>
                <a:ext uri="{FF2B5EF4-FFF2-40B4-BE49-F238E27FC236}">
                  <a16:creationId xmlns:a16="http://schemas.microsoft.com/office/drawing/2014/main" id="{C049069C-C5AA-7BE5-05B6-77903E5B9765}"/>
                </a:ext>
              </a:extLst>
            </p:cNvPr>
            <p:cNvSpPr>
              <a:spLocks noChangeArrowheads="1"/>
            </p:cNvSpPr>
            <p:nvPr/>
          </p:nvSpPr>
          <p:spPr bwMode="auto">
            <a:xfrm>
              <a:off x="4884" y="2435"/>
              <a:ext cx="619" cy="501"/>
            </a:xfrm>
            <a:prstGeom prst="rect">
              <a:avLst/>
            </a:prstGeom>
            <a:pattFill prst="ltUpDiag">
              <a:fgClr>
                <a:srgbClr val="000000"/>
              </a:fgClr>
              <a:bgClr>
                <a:srgbClr val="FFFFFF"/>
              </a:bgClr>
            </a:patt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65" name="Line 17">
              <a:extLst>
                <a:ext uri="{FF2B5EF4-FFF2-40B4-BE49-F238E27FC236}">
                  <a16:creationId xmlns:a16="http://schemas.microsoft.com/office/drawing/2014/main" id="{EFDAFE92-4D60-4C39-DD12-A0395A630CB1}"/>
                </a:ext>
              </a:extLst>
            </p:cNvPr>
            <p:cNvSpPr>
              <a:spLocks noChangeShapeType="1"/>
            </p:cNvSpPr>
            <p:nvPr/>
          </p:nvSpPr>
          <p:spPr bwMode="auto">
            <a:xfrm>
              <a:off x="4881" y="1240"/>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6" name="Line 18">
              <a:extLst>
                <a:ext uri="{FF2B5EF4-FFF2-40B4-BE49-F238E27FC236}">
                  <a16:creationId xmlns:a16="http://schemas.microsoft.com/office/drawing/2014/main" id="{9CD4D4DB-A17F-9E28-8C9E-3FD010802226}"/>
                </a:ext>
              </a:extLst>
            </p:cNvPr>
            <p:cNvSpPr>
              <a:spLocks noChangeShapeType="1"/>
            </p:cNvSpPr>
            <p:nvPr/>
          </p:nvSpPr>
          <p:spPr bwMode="auto">
            <a:xfrm>
              <a:off x="4869" y="1477"/>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7" name="Line 19">
              <a:extLst>
                <a:ext uri="{FF2B5EF4-FFF2-40B4-BE49-F238E27FC236}">
                  <a16:creationId xmlns:a16="http://schemas.microsoft.com/office/drawing/2014/main" id="{E8E442DE-49BC-0F2A-7778-29E81D94B53D}"/>
                </a:ext>
              </a:extLst>
            </p:cNvPr>
            <p:cNvSpPr>
              <a:spLocks noChangeShapeType="1"/>
            </p:cNvSpPr>
            <p:nvPr/>
          </p:nvSpPr>
          <p:spPr bwMode="auto">
            <a:xfrm>
              <a:off x="4878" y="1741"/>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8" name="Line 20">
              <a:extLst>
                <a:ext uri="{FF2B5EF4-FFF2-40B4-BE49-F238E27FC236}">
                  <a16:creationId xmlns:a16="http://schemas.microsoft.com/office/drawing/2014/main" id="{FFC5181D-8892-BA63-C048-1544FA9D845D}"/>
                </a:ext>
              </a:extLst>
            </p:cNvPr>
            <p:cNvSpPr>
              <a:spLocks noChangeShapeType="1"/>
            </p:cNvSpPr>
            <p:nvPr/>
          </p:nvSpPr>
          <p:spPr bwMode="auto">
            <a:xfrm>
              <a:off x="4878" y="2014"/>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9" name="Line 21">
              <a:extLst>
                <a:ext uri="{FF2B5EF4-FFF2-40B4-BE49-F238E27FC236}">
                  <a16:creationId xmlns:a16="http://schemas.microsoft.com/office/drawing/2014/main" id="{4F659131-77E0-C82B-971E-9661FA6BD820}"/>
                </a:ext>
              </a:extLst>
            </p:cNvPr>
            <p:cNvSpPr>
              <a:spLocks noChangeShapeType="1"/>
            </p:cNvSpPr>
            <p:nvPr/>
          </p:nvSpPr>
          <p:spPr bwMode="auto">
            <a:xfrm>
              <a:off x="4878" y="2435"/>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70" name="Text Box 22">
              <a:extLst>
                <a:ext uri="{FF2B5EF4-FFF2-40B4-BE49-F238E27FC236}">
                  <a16:creationId xmlns:a16="http://schemas.microsoft.com/office/drawing/2014/main" id="{52A2DF13-5F34-0069-936F-4F5D46392027}"/>
                </a:ext>
              </a:extLst>
            </p:cNvPr>
            <p:cNvSpPr txBox="1">
              <a:spLocks noChangeArrowheads="1"/>
            </p:cNvSpPr>
            <p:nvPr/>
          </p:nvSpPr>
          <p:spPr bwMode="auto">
            <a:xfrm>
              <a:off x="4484" y="1359"/>
              <a:ext cx="51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52KB</a:t>
              </a:r>
            </a:p>
          </p:txBody>
        </p:sp>
        <p:sp>
          <p:nvSpPr>
            <p:cNvPr id="71" name="Text Box 23">
              <a:extLst>
                <a:ext uri="{FF2B5EF4-FFF2-40B4-BE49-F238E27FC236}">
                  <a16:creationId xmlns:a16="http://schemas.microsoft.com/office/drawing/2014/main" id="{F478AC21-8B40-189E-F5CE-4995BF65DA8A}"/>
                </a:ext>
              </a:extLst>
            </p:cNvPr>
            <p:cNvSpPr txBox="1">
              <a:spLocks noChangeArrowheads="1"/>
            </p:cNvSpPr>
            <p:nvPr/>
          </p:nvSpPr>
          <p:spPr bwMode="auto">
            <a:xfrm>
              <a:off x="4493" y="1632"/>
              <a:ext cx="534"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66KB</a:t>
              </a:r>
            </a:p>
          </p:txBody>
        </p:sp>
        <p:sp>
          <p:nvSpPr>
            <p:cNvPr id="72" name="Text Box 24">
              <a:extLst>
                <a:ext uri="{FF2B5EF4-FFF2-40B4-BE49-F238E27FC236}">
                  <a16:creationId xmlns:a16="http://schemas.microsoft.com/office/drawing/2014/main" id="{E2DA1688-836F-DDEA-58E1-61781E2ACE80}"/>
                </a:ext>
              </a:extLst>
            </p:cNvPr>
            <p:cNvSpPr txBox="1">
              <a:spLocks noChangeArrowheads="1"/>
            </p:cNvSpPr>
            <p:nvPr/>
          </p:nvSpPr>
          <p:spPr bwMode="auto">
            <a:xfrm>
              <a:off x="4431" y="1905"/>
              <a:ext cx="54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130KB</a:t>
              </a:r>
            </a:p>
          </p:txBody>
        </p:sp>
        <p:sp>
          <p:nvSpPr>
            <p:cNvPr id="73" name="Text Box 25">
              <a:extLst>
                <a:ext uri="{FF2B5EF4-FFF2-40B4-BE49-F238E27FC236}">
                  <a16:creationId xmlns:a16="http://schemas.microsoft.com/office/drawing/2014/main" id="{49459A8B-C1F7-010B-3670-CD89D3288948}"/>
                </a:ext>
              </a:extLst>
            </p:cNvPr>
            <p:cNvSpPr txBox="1">
              <a:spLocks noChangeArrowheads="1"/>
            </p:cNvSpPr>
            <p:nvPr/>
          </p:nvSpPr>
          <p:spPr bwMode="auto">
            <a:xfrm>
              <a:off x="4431" y="2333"/>
              <a:ext cx="58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230KB</a:t>
              </a:r>
            </a:p>
          </p:txBody>
        </p:sp>
        <p:sp>
          <p:nvSpPr>
            <p:cNvPr id="74" name="Text Box 26">
              <a:extLst>
                <a:ext uri="{FF2B5EF4-FFF2-40B4-BE49-F238E27FC236}">
                  <a16:creationId xmlns:a16="http://schemas.microsoft.com/office/drawing/2014/main" id="{FB101653-644B-ACB7-45B5-1BE41ADEA55F}"/>
                </a:ext>
              </a:extLst>
            </p:cNvPr>
            <p:cNvSpPr txBox="1">
              <a:spLocks noChangeArrowheads="1"/>
            </p:cNvSpPr>
            <p:nvPr/>
          </p:nvSpPr>
          <p:spPr bwMode="auto">
            <a:xfrm>
              <a:off x="4465" y="2907"/>
              <a:ext cx="673"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256KB</a:t>
              </a:r>
              <a:r>
                <a:rPr kumimoji="1" lang="en-US" altLang="zh-CN" sz="1600" b="1">
                  <a:solidFill>
                    <a:schemeClr val="tx1"/>
                  </a:solidFill>
                  <a:latin typeface="Times New Roman" panose="02020603050405020304" pitchFamily="18" charset="0"/>
                  <a:sym typeface="Symbol" panose="05050102010706020507" pitchFamily="18" charset="2"/>
                </a:rPr>
                <a:t>1</a:t>
              </a:r>
              <a:endParaRPr kumimoji="1" lang="en-US" altLang="zh-CN" sz="1600" b="1">
                <a:solidFill>
                  <a:schemeClr val="tx1"/>
                </a:solidFill>
                <a:latin typeface="Times New Roman" panose="02020603050405020304" pitchFamily="18" charset="0"/>
              </a:endParaRPr>
            </a:p>
          </p:txBody>
        </p:sp>
        <p:sp>
          <p:nvSpPr>
            <p:cNvPr id="75" name="Text Box 27">
              <a:extLst>
                <a:ext uri="{FF2B5EF4-FFF2-40B4-BE49-F238E27FC236}">
                  <a16:creationId xmlns:a16="http://schemas.microsoft.com/office/drawing/2014/main" id="{66F78453-6EA1-6277-375E-E066352E6452}"/>
                </a:ext>
              </a:extLst>
            </p:cNvPr>
            <p:cNvSpPr txBox="1">
              <a:spLocks noChangeArrowheads="1"/>
            </p:cNvSpPr>
            <p:nvPr/>
          </p:nvSpPr>
          <p:spPr bwMode="auto">
            <a:xfrm>
              <a:off x="5016" y="3062"/>
              <a:ext cx="43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主存</a:t>
              </a:r>
            </a:p>
          </p:txBody>
        </p:sp>
        <p:sp>
          <p:nvSpPr>
            <p:cNvPr id="76" name="Text Box 107">
              <a:extLst>
                <a:ext uri="{FF2B5EF4-FFF2-40B4-BE49-F238E27FC236}">
                  <a16:creationId xmlns:a16="http://schemas.microsoft.com/office/drawing/2014/main" id="{B98CA0C8-77D8-6A05-5714-5982B63E0D94}"/>
                </a:ext>
              </a:extLst>
            </p:cNvPr>
            <p:cNvSpPr txBox="1">
              <a:spLocks noChangeArrowheads="1"/>
            </p:cNvSpPr>
            <p:nvPr/>
          </p:nvSpPr>
          <p:spPr bwMode="auto">
            <a:xfrm>
              <a:off x="5054" y="950"/>
              <a:ext cx="357"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2000" b="1">
                  <a:solidFill>
                    <a:schemeClr val="tx1"/>
                  </a:solidFill>
                  <a:latin typeface="Times New Roman" panose="02020603050405020304" pitchFamily="18" charset="0"/>
                </a:rPr>
                <a:t>os</a:t>
              </a:r>
            </a:p>
          </p:txBody>
        </p:sp>
        <p:sp>
          <p:nvSpPr>
            <p:cNvPr id="77" name="Text Box 108">
              <a:extLst>
                <a:ext uri="{FF2B5EF4-FFF2-40B4-BE49-F238E27FC236}">
                  <a16:creationId xmlns:a16="http://schemas.microsoft.com/office/drawing/2014/main" id="{2B8FA4AD-9B87-852F-D55F-44A36F1C48FB}"/>
                </a:ext>
              </a:extLst>
            </p:cNvPr>
            <p:cNvSpPr txBox="1">
              <a:spLocks noChangeArrowheads="1"/>
            </p:cNvSpPr>
            <p:nvPr/>
          </p:nvSpPr>
          <p:spPr bwMode="auto">
            <a:xfrm>
              <a:off x="4993" y="1233"/>
              <a:ext cx="448"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1</a:t>
              </a:r>
            </a:p>
          </p:txBody>
        </p:sp>
        <p:sp>
          <p:nvSpPr>
            <p:cNvPr id="78" name="Text Box 109">
              <a:extLst>
                <a:ext uri="{FF2B5EF4-FFF2-40B4-BE49-F238E27FC236}">
                  <a16:creationId xmlns:a16="http://schemas.microsoft.com/office/drawing/2014/main" id="{819BF8E0-47DF-5517-8F13-5FD2C093D91B}"/>
                </a:ext>
              </a:extLst>
            </p:cNvPr>
            <p:cNvSpPr txBox="1">
              <a:spLocks noChangeArrowheads="1"/>
            </p:cNvSpPr>
            <p:nvPr/>
          </p:nvSpPr>
          <p:spPr bwMode="auto">
            <a:xfrm>
              <a:off x="5002" y="1471"/>
              <a:ext cx="448"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2</a:t>
              </a:r>
            </a:p>
          </p:txBody>
        </p:sp>
        <p:sp>
          <p:nvSpPr>
            <p:cNvPr id="79" name="Text Box 110">
              <a:extLst>
                <a:ext uri="{FF2B5EF4-FFF2-40B4-BE49-F238E27FC236}">
                  <a16:creationId xmlns:a16="http://schemas.microsoft.com/office/drawing/2014/main" id="{C9FF7546-00E7-1262-9E58-5CE482F11D32}"/>
                </a:ext>
              </a:extLst>
            </p:cNvPr>
            <p:cNvSpPr txBox="1">
              <a:spLocks noChangeArrowheads="1"/>
            </p:cNvSpPr>
            <p:nvPr/>
          </p:nvSpPr>
          <p:spPr bwMode="auto">
            <a:xfrm>
              <a:off x="5011" y="1754"/>
              <a:ext cx="448"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3</a:t>
              </a:r>
            </a:p>
          </p:txBody>
        </p:sp>
        <p:sp>
          <p:nvSpPr>
            <p:cNvPr id="80" name="Text Box 111">
              <a:extLst>
                <a:ext uri="{FF2B5EF4-FFF2-40B4-BE49-F238E27FC236}">
                  <a16:creationId xmlns:a16="http://schemas.microsoft.com/office/drawing/2014/main" id="{D33482ED-ECCF-7BE5-9933-52BEA5C08395}"/>
                </a:ext>
              </a:extLst>
            </p:cNvPr>
            <p:cNvSpPr txBox="1">
              <a:spLocks noChangeArrowheads="1"/>
            </p:cNvSpPr>
            <p:nvPr/>
          </p:nvSpPr>
          <p:spPr bwMode="auto">
            <a:xfrm>
              <a:off x="5011" y="2101"/>
              <a:ext cx="448"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4</a:t>
              </a:r>
            </a:p>
          </p:txBody>
        </p:sp>
      </p:grpSp>
      <p:sp>
        <p:nvSpPr>
          <p:cNvPr id="81" name="Text Box 112">
            <a:extLst>
              <a:ext uri="{FF2B5EF4-FFF2-40B4-BE49-F238E27FC236}">
                <a16:creationId xmlns:a16="http://schemas.microsoft.com/office/drawing/2014/main" id="{A0E1417A-CB23-C792-A39F-F9A19BA56DF0}"/>
              </a:ext>
            </a:extLst>
          </p:cNvPr>
          <p:cNvSpPr txBox="1">
            <a:spLocks noChangeArrowheads="1"/>
          </p:cNvSpPr>
          <p:nvPr/>
        </p:nvSpPr>
        <p:spPr bwMode="auto">
          <a:xfrm>
            <a:off x="8737976" y="4871854"/>
            <a:ext cx="1209675" cy="604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10000"/>
              </a:spcBef>
              <a:buClrTx/>
              <a:buSzTx/>
              <a:buFontTx/>
              <a:buNone/>
            </a:pPr>
            <a:r>
              <a:rPr kumimoji="1" lang="zh-CN" altLang="en-US" sz="1600" b="1">
                <a:solidFill>
                  <a:schemeClr val="tx1"/>
                </a:solidFill>
                <a:latin typeface="Times New Roman" panose="02020603050405020304" pitchFamily="18" charset="0"/>
              </a:rPr>
              <a:t>程序</a:t>
            </a:r>
            <a:r>
              <a:rPr kumimoji="1" lang="en-US" altLang="zh-CN" sz="1600" b="1" baseline="-25000">
                <a:solidFill>
                  <a:schemeClr val="tx1"/>
                </a:solidFill>
                <a:latin typeface="Times New Roman" panose="02020603050405020304" pitchFamily="18" charset="0"/>
              </a:rPr>
              <a:t>5</a:t>
            </a:r>
            <a:r>
              <a:rPr kumimoji="1" lang="zh-CN" altLang="en-US" sz="1600" b="1">
                <a:solidFill>
                  <a:schemeClr val="tx1"/>
                </a:solidFill>
                <a:latin typeface="Times New Roman" panose="02020603050405020304" pitchFamily="18" charset="0"/>
              </a:rPr>
              <a:t>申请</a:t>
            </a:r>
          </a:p>
          <a:p>
            <a:pPr eaLnBrk="1" hangingPunct="1">
              <a:lnSpc>
                <a:spcPct val="100000"/>
              </a:lnSpc>
              <a:spcBef>
                <a:spcPct val="10000"/>
              </a:spcBef>
              <a:buClrTx/>
              <a:buSzTx/>
              <a:buFontTx/>
              <a:buNone/>
            </a:pPr>
            <a:r>
              <a:rPr kumimoji="1" lang="zh-CN" altLang="en-US" sz="1600" b="1">
                <a:solidFill>
                  <a:schemeClr val="tx1"/>
                </a:solidFill>
                <a:latin typeface="Times New Roman" panose="02020603050405020304" pitchFamily="18" charset="0"/>
              </a:rPr>
              <a:t>   </a:t>
            </a:r>
            <a:r>
              <a:rPr kumimoji="1" lang="en-US" altLang="zh-CN" sz="1600" b="1">
                <a:solidFill>
                  <a:schemeClr val="tx1"/>
                </a:solidFill>
                <a:latin typeface="Times New Roman" panose="02020603050405020304" pitchFamily="18" charset="0"/>
              </a:rPr>
              <a:t>50KB</a:t>
            </a:r>
          </a:p>
        </p:txBody>
      </p:sp>
      <p:sp>
        <p:nvSpPr>
          <p:cNvPr id="82" name="Text Box 121">
            <a:extLst>
              <a:ext uri="{FF2B5EF4-FFF2-40B4-BE49-F238E27FC236}">
                <a16:creationId xmlns:a16="http://schemas.microsoft.com/office/drawing/2014/main" id="{F59F6310-A418-17A1-C62A-7B8003058F10}"/>
              </a:ext>
            </a:extLst>
          </p:cNvPr>
          <p:cNvSpPr txBox="1">
            <a:spLocks noChangeArrowheads="1"/>
          </p:cNvSpPr>
          <p:nvPr/>
        </p:nvSpPr>
        <p:spPr bwMode="auto">
          <a:xfrm>
            <a:off x="5020051" y="5784666"/>
            <a:ext cx="2447925"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a:solidFill>
                  <a:schemeClr val="tx1"/>
                </a:solidFill>
                <a:latin typeface="Times New Roman" panose="02020603050405020304" pitchFamily="18" charset="0"/>
              </a:rPr>
              <a:t>动态分区分配示意图</a:t>
            </a:r>
          </a:p>
        </p:txBody>
      </p:sp>
    </p:spTree>
    <p:extLst>
      <p:ext uri="{BB962C8B-B14F-4D97-AF65-F5344CB8AC3E}">
        <p14:creationId xmlns:p14="http://schemas.microsoft.com/office/powerpoint/2010/main" val="24034553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分区存储管理</a:t>
            </a:r>
          </a:p>
        </p:txBody>
      </p:sp>
      <p:grpSp>
        <p:nvGrpSpPr>
          <p:cNvPr id="3" name="Group 132">
            <a:extLst>
              <a:ext uri="{FF2B5EF4-FFF2-40B4-BE49-F238E27FC236}">
                <a16:creationId xmlns:a16="http://schemas.microsoft.com/office/drawing/2014/main" id="{24E11D09-A0C9-3271-2DB1-709C529D9E07}"/>
              </a:ext>
            </a:extLst>
          </p:cNvPr>
          <p:cNvGrpSpPr>
            <a:grpSpLocks/>
          </p:cNvGrpSpPr>
          <p:nvPr/>
        </p:nvGrpSpPr>
        <p:grpSpPr bwMode="auto">
          <a:xfrm>
            <a:off x="3703880" y="2339975"/>
            <a:ext cx="1223963" cy="387350"/>
            <a:chOff x="1640" y="1455"/>
            <a:chExt cx="771" cy="244"/>
          </a:xfrm>
        </p:grpSpPr>
        <p:sp>
          <p:nvSpPr>
            <p:cNvPr id="4" name="Text Box 63">
              <a:extLst>
                <a:ext uri="{FF2B5EF4-FFF2-40B4-BE49-F238E27FC236}">
                  <a16:creationId xmlns:a16="http://schemas.microsoft.com/office/drawing/2014/main" id="{1DE03D32-9549-D3FA-6B3D-8CBE399E1836}"/>
                </a:ext>
              </a:extLst>
            </p:cNvPr>
            <p:cNvSpPr txBox="1">
              <a:spLocks noChangeArrowheads="1"/>
            </p:cNvSpPr>
            <p:nvPr/>
          </p:nvSpPr>
          <p:spPr bwMode="auto">
            <a:xfrm>
              <a:off x="1640" y="1455"/>
              <a:ext cx="77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程序</a:t>
              </a:r>
              <a:r>
                <a:rPr kumimoji="1" lang="en-US" altLang="zh-CN" sz="1600" b="1" baseline="-25000">
                  <a:solidFill>
                    <a:schemeClr val="tx1"/>
                  </a:solidFill>
                  <a:latin typeface="Times New Roman" panose="02020603050405020304" pitchFamily="18" charset="0"/>
                </a:rPr>
                <a:t>2</a:t>
              </a: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完成   </a:t>
              </a:r>
            </a:p>
          </p:txBody>
        </p:sp>
        <p:sp>
          <p:nvSpPr>
            <p:cNvPr id="5" name="Line 69">
              <a:extLst>
                <a:ext uri="{FF2B5EF4-FFF2-40B4-BE49-F238E27FC236}">
                  <a16:creationId xmlns:a16="http://schemas.microsoft.com/office/drawing/2014/main" id="{B5EBDAE9-F3BF-E485-0603-F648AD38150F}"/>
                </a:ext>
              </a:extLst>
            </p:cNvPr>
            <p:cNvSpPr>
              <a:spLocks noChangeShapeType="1"/>
            </p:cNvSpPr>
            <p:nvPr/>
          </p:nvSpPr>
          <p:spPr bwMode="auto">
            <a:xfrm>
              <a:off x="1722" y="1699"/>
              <a:ext cx="576"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grpSp>
        <p:nvGrpSpPr>
          <p:cNvPr id="6" name="Group 134">
            <a:extLst>
              <a:ext uri="{FF2B5EF4-FFF2-40B4-BE49-F238E27FC236}">
                <a16:creationId xmlns:a16="http://schemas.microsoft.com/office/drawing/2014/main" id="{1ECAC3E0-8CF8-DCA4-9FF7-9C84A3C01931}"/>
              </a:ext>
            </a:extLst>
          </p:cNvPr>
          <p:cNvGrpSpPr>
            <a:grpSpLocks/>
          </p:cNvGrpSpPr>
          <p:nvPr/>
        </p:nvGrpSpPr>
        <p:grpSpPr bwMode="auto">
          <a:xfrm>
            <a:off x="6429618" y="3282950"/>
            <a:ext cx="1195387" cy="377825"/>
            <a:chOff x="3357" y="2049"/>
            <a:chExt cx="753" cy="238"/>
          </a:xfrm>
        </p:grpSpPr>
        <p:sp>
          <p:nvSpPr>
            <p:cNvPr id="7" name="Text Box 109">
              <a:extLst>
                <a:ext uri="{FF2B5EF4-FFF2-40B4-BE49-F238E27FC236}">
                  <a16:creationId xmlns:a16="http://schemas.microsoft.com/office/drawing/2014/main" id="{ED9F0119-C341-50EE-5664-5392F2B92852}"/>
                </a:ext>
              </a:extLst>
            </p:cNvPr>
            <p:cNvSpPr txBox="1">
              <a:spLocks noChangeArrowheads="1"/>
            </p:cNvSpPr>
            <p:nvPr/>
          </p:nvSpPr>
          <p:spPr bwMode="auto">
            <a:xfrm>
              <a:off x="3357" y="2049"/>
              <a:ext cx="75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程序</a:t>
              </a:r>
              <a:r>
                <a:rPr kumimoji="1" lang="en-US" altLang="zh-CN" sz="1600" b="1" baseline="-25000">
                  <a:solidFill>
                    <a:schemeClr val="tx1"/>
                  </a:solidFill>
                  <a:latin typeface="Times New Roman" panose="02020603050405020304" pitchFamily="18" charset="0"/>
                </a:rPr>
                <a:t>4 </a:t>
              </a:r>
              <a:r>
                <a:rPr kumimoji="1" lang="zh-CN" altLang="en-US" sz="1600" b="1">
                  <a:solidFill>
                    <a:schemeClr val="tx1"/>
                  </a:solidFill>
                  <a:latin typeface="Times New Roman" panose="02020603050405020304" pitchFamily="18" charset="0"/>
                </a:rPr>
                <a:t>完成   </a:t>
              </a:r>
            </a:p>
          </p:txBody>
        </p:sp>
        <p:sp>
          <p:nvSpPr>
            <p:cNvPr id="8" name="Line 110">
              <a:extLst>
                <a:ext uri="{FF2B5EF4-FFF2-40B4-BE49-F238E27FC236}">
                  <a16:creationId xmlns:a16="http://schemas.microsoft.com/office/drawing/2014/main" id="{2015601E-630E-8EAE-738C-9D65BB73B9C9}"/>
                </a:ext>
              </a:extLst>
            </p:cNvPr>
            <p:cNvSpPr>
              <a:spLocks noChangeShapeType="1"/>
            </p:cNvSpPr>
            <p:nvPr/>
          </p:nvSpPr>
          <p:spPr bwMode="auto">
            <a:xfrm>
              <a:off x="3422" y="2287"/>
              <a:ext cx="576"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grpSp>
        <p:nvGrpSpPr>
          <p:cNvPr id="9" name="Group 131">
            <a:extLst>
              <a:ext uri="{FF2B5EF4-FFF2-40B4-BE49-F238E27FC236}">
                <a16:creationId xmlns:a16="http://schemas.microsoft.com/office/drawing/2014/main" id="{0C0303DD-09C4-D144-4DFC-9E43CB747138}"/>
              </a:ext>
            </a:extLst>
          </p:cNvPr>
          <p:cNvGrpSpPr>
            <a:grpSpLocks/>
          </p:cNvGrpSpPr>
          <p:nvPr/>
        </p:nvGrpSpPr>
        <p:grpSpPr bwMode="auto">
          <a:xfrm>
            <a:off x="1990968" y="1549400"/>
            <a:ext cx="1703387" cy="3759200"/>
            <a:chOff x="561" y="957"/>
            <a:chExt cx="1073" cy="2368"/>
          </a:xfrm>
        </p:grpSpPr>
        <p:sp>
          <p:nvSpPr>
            <p:cNvPr id="10" name="Text Box 5">
              <a:extLst>
                <a:ext uri="{FF2B5EF4-FFF2-40B4-BE49-F238E27FC236}">
                  <a16:creationId xmlns:a16="http://schemas.microsoft.com/office/drawing/2014/main" id="{909D8366-732A-91A9-57AA-1941D63EA356}"/>
                </a:ext>
              </a:extLst>
            </p:cNvPr>
            <p:cNvSpPr txBox="1">
              <a:spLocks noChangeArrowheads="1"/>
            </p:cNvSpPr>
            <p:nvPr/>
          </p:nvSpPr>
          <p:spPr bwMode="auto">
            <a:xfrm>
              <a:off x="632" y="1203"/>
              <a:ext cx="506"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20KB</a:t>
              </a:r>
            </a:p>
          </p:txBody>
        </p:sp>
        <p:sp>
          <p:nvSpPr>
            <p:cNvPr id="11" name="Text Box 6">
              <a:extLst>
                <a:ext uri="{FF2B5EF4-FFF2-40B4-BE49-F238E27FC236}">
                  <a16:creationId xmlns:a16="http://schemas.microsoft.com/office/drawing/2014/main" id="{36C4E3FF-336D-C7E8-4302-245EB016DB2B}"/>
                </a:ext>
              </a:extLst>
            </p:cNvPr>
            <p:cNvSpPr txBox="1">
              <a:spLocks noChangeArrowheads="1"/>
            </p:cNvSpPr>
            <p:nvPr/>
          </p:nvSpPr>
          <p:spPr bwMode="auto">
            <a:xfrm>
              <a:off x="796" y="957"/>
              <a:ext cx="25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0</a:t>
              </a:r>
            </a:p>
          </p:txBody>
        </p:sp>
        <p:sp>
          <p:nvSpPr>
            <p:cNvPr id="12" name="Text Box 7">
              <a:extLst>
                <a:ext uri="{FF2B5EF4-FFF2-40B4-BE49-F238E27FC236}">
                  <a16:creationId xmlns:a16="http://schemas.microsoft.com/office/drawing/2014/main" id="{430C48C4-398C-F700-8187-2AF09524EE84}"/>
                </a:ext>
              </a:extLst>
            </p:cNvPr>
            <p:cNvSpPr txBox="1">
              <a:spLocks noChangeArrowheads="1"/>
            </p:cNvSpPr>
            <p:nvPr/>
          </p:nvSpPr>
          <p:spPr bwMode="auto">
            <a:xfrm>
              <a:off x="1011" y="1048"/>
              <a:ext cx="618" cy="1969"/>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30000"/>
                </a:lnSpc>
                <a:spcBef>
                  <a:spcPct val="40000"/>
                </a:spcBef>
                <a:buClrTx/>
                <a:buSzTx/>
                <a:buFontTx/>
                <a:buNone/>
              </a:pPr>
              <a:r>
                <a:rPr kumimoji="1" lang="en-US" altLang="zh-CN" sz="1600" b="1">
                  <a:solidFill>
                    <a:schemeClr val="tx1"/>
                  </a:solidFill>
                  <a:latin typeface="Times New Roman" panose="02020603050405020304" pitchFamily="18" charset="0"/>
                </a:rPr>
                <a:t>    </a:t>
              </a:r>
            </a:p>
            <a:p>
              <a:pPr algn="just" eaLnBrk="1" hangingPunct="1">
                <a:lnSpc>
                  <a:spcPct val="140000"/>
                </a:lnSpc>
                <a:spcBef>
                  <a:spcPct val="50000"/>
                </a:spcBef>
                <a:buClrTx/>
                <a:buSzTx/>
                <a:buFontTx/>
                <a:buNone/>
              </a:pPr>
              <a:r>
                <a:rPr kumimoji="1" lang="en-US" altLang="zh-CN" sz="1600" b="1">
                  <a:solidFill>
                    <a:schemeClr val="tx1"/>
                  </a:solidFill>
                  <a:latin typeface="Times New Roman" panose="02020603050405020304" pitchFamily="18" charset="0"/>
                </a:rPr>
                <a:t>  </a:t>
              </a:r>
            </a:p>
          </p:txBody>
        </p:sp>
        <p:sp>
          <p:nvSpPr>
            <p:cNvPr id="13" name="Rectangle 8" descr="浅色上对角线">
              <a:extLst>
                <a:ext uri="{FF2B5EF4-FFF2-40B4-BE49-F238E27FC236}">
                  <a16:creationId xmlns:a16="http://schemas.microsoft.com/office/drawing/2014/main" id="{1B6416EE-1663-5FD0-A4DB-87B3BD338D11}"/>
                </a:ext>
              </a:extLst>
            </p:cNvPr>
            <p:cNvSpPr>
              <a:spLocks noChangeArrowheads="1"/>
            </p:cNvSpPr>
            <p:nvPr/>
          </p:nvSpPr>
          <p:spPr bwMode="auto">
            <a:xfrm>
              <a:off x="1014" y="2516"/>
              <a:ext cx="614" cy="501"/>
            </a:xfrm>
            <a:prstGeom prst="rect">
              <a:avLst/>
            </a:prstGeom>
            <a:pattFill prst="ltUpDiag">
              <a:fgClr>
                <a:srgbClr val="000000"/>
              </a:fgClr>
              <a:bgClr>
                <a:srgbClr val="FFFFFF"/>
              </a:bgClr>
            </a:patt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14" name="Line 9">
              <a:extLst>
                <a:ext uri="{FF2B5EF4-FFF2-40B4-BE49-F238E27FC236}">
                  <a16:creationId xmlns:a16="http://schemas.microsoft.com/office/drawing/2014/main" id="{BED929A6-8D56-F904-5772-239CD9ADEE04}"/>
                </a:ext>
              </a:extLst>
            </p:cNvPr>
            <p:cNvSpPr>
              <a:spLocks noChangeShapeType="1"/>
            </p:cNvSpPr>
            <p:nvPr/>
          </p:nvSpPr>
          <p:spPr bwMode="auto">
            <a:xfrm>
              <a:off x="1011" y="1321"/>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5" name="Line 10">
              <a:extLst>
                <a:ext uri="{FF2B5EF4-FFF2-40B4-BE49-F238E27FC236}">
                  <a16:creationId xmlns:a16="http://schemas.microsoft.com/office/drawing/2014/main" id="{92902621-05AF-C248-A67D-CC5CF2D7BDF5}"/>
                </a:ext>
              </a:extLst>
            </p:cNvPr>
            <p:cNvSpPr>
              <a:spLocks noChangeShapeType="1"/>
            </p:cNvSpPr>
            <p:nvPr/>
          </p:nvSpPr>
          <p:spPr bwMode="auto">
            <a:xfrm>
              <a:off x="999" y="1558"/>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6" name="Line 11">
              <a:extLst>
                <a:ext uri="{FF2B5EF4-FFF2-40B4-BE49-F238E27FC236}">
                  <a16:creationId xmlns:a16="http://schemas.microsoft.com/office/drawing/2014/main" id="{BCA22518-EF54-46E2-2E74-B7D9CBE72A1F}"/>
                </a:ext>
              </a:extLst>
            </p:cNvPr>
            <p:cNvSpPr>
              <a:spLocks noChangeShapeType="1"/>
            </p:cNvSpPr>
            <p:nvPr/>
          </p:nvSpPr>
          <p:spPr bwMode="auto">
            <a:xfrm>
              <a:off x="1008" y="1822"/>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7" name="Line 12">
              <a:extLst>
                <a:ext uri="{FF2B5EF4-FFF2-40B4-BE49-F238E27FC236}">
                  <a16:creationId xmlns:a16="http://schemas.microsoft.com/office/drawing/2014/main" id="{5C5557CE-A6D2-F9D8-329A-9BC5B13035E7}"/>
                </a:ext>
              </a:extLst>
            </p:cNvPr>
            <p:cNvSpPr>
              <a:spLocks noChangeShapeType="1"/>
            </p:cNvSpPr>
            <p:nvPr/>
          </p:nvSpPr>
          <p:spPr bwMode="auto">
            <a:xfrm>
              <a:off x="1008" y="2095"/>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8" name="Line 13">
              <a:extLst>
                <a:ext uri="{FF2B5EF4-FFF2-40B4-BE49-F238E27FC236}">
                  <a16:creationId xmlns:a16="http://schemas.microsoft.com/office/drawing/2014/main" id="{54DC3B2D-B22B-3F74-66BC-8114180D0524}"/>
                </a:ext>
              </a:extLst>
            </p:cNvPr>
            <p:cNvSpPr>
              <a:spLocks noChangeShapeType="1"/>
            </p:cNvSpPr>
            <p:nvPr/>
          </p:nvSpPr>
          <p:spPr bwMode="auto">
            <a:xfrm>
              <a:off x="1008" y="2516"/>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9" name="Text Box 14">
              <a:extLst>
                <a:ext uri="{FF2B5EF4-FFF2-40B4-BE49-F238E27FC236}">
                  <a16:creationId xmlns:a16="http://schemas.microsoft.com/office/drawing/2014/main" id="{5006C2B0-4E6C-EC09-5314-F90A6B7170F7}"/>
                </a:ext>
              </a:extLst>
            </p:cNvPr>
            <p:cNvSpPr txBox="1">
              <a:spLocks noChangeArrowheads="1"/>
            </p:cNvSpPr>
            <p:nvPr/>
          </p:nvSpPr>
          <p:spPr bwMode="auto">
            <a:xfrm>
              <a:off x="632" y="1440"/>
              <a:ext cx="533"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52KB</a:t>
              </a:r>
            </a:p>
          </p:txBody>
        </p:sp>
        <p:sp>
          <p:nvSpPr>
            <p:cNvPr id="20" name="Text Box 15">
              <a:extLst>
                <a:ext uri="{FF2B5EF4-FFF2-40B4-BE49-F238E27FC236}">
                  <a16:creationId xmlns:a16="http://schemas.microsoft.com/office/drawing/2014/main" id="{B11AC985-2713-1860-56F5-177B18E35C98}"/>
                </a:ext>
              </a:extLst>
            </p:cNvPr>
            <p:cNvSpPr txBox="1">
              <a:spLocks noChangeArrowheads="1"/>
            </p:cNvSpPr>
            <p:nvPr/>
          </p:nvSpPr>
          <p:spPr bwMode="auto">
            <a:xfrm>
              <a:off x="632" y="1704"/>
              <a:ext cx="560"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66KB</a:t>
              </a:r>
            </a:p>
          </p:txBody>
        </p:sp>
        <p:sp>
          <p:nvSpPr>
            <p:cNvPr id="21" name="Text Box 16">
              <a:extLst>
                <a:ext uri="{FF2B5EF4-FFF2-40B4-BE49-F238E27FC236}">
                  <a16:creationId xmlns:a16="http://schemas.microsoft.com/office/drawing/2014/main" id="{DDC34C62-F27F-BFD1-A6B8-32934DA5620D}"/>
                </a:ext>
              </a:extLst>
            </p:cNvPr>
            <p:cNvSpPr txBox="1">
              <a:spLocks noChangeArrowheads="1"/>
            </p:cNvSpPr>
            <p:nvPr/>
          </p:nvSpPr>
          <p:spPr bwMode="auto">
            <a:xfrm>
              <a:off x="561" y="1977"/>
              <a:ext cx="593"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130KB</a:t>
              </a:r>
            </a:p>
          </p:txBody>
        </p:sp>
        <p:sp>
          <p:nvSpPr>
            <p:cNvPr id="22" name="Text Box 17">
              <a:extLst>
                <a:ext uri="{FF2B5EF4-FFF2-40B4-BE49-F238E27FC236}">
                  <a16:creationId xmlns:a16="http://schemas.microsoft.com/office/drawing/2014/main" id="{CEBFBA3C-25E0-CAE0-EDA0-5D0C0BA4AC37}"/>
                </a:ext>
              </a:extLst>
            </p:cNvPr>
            <p:cNvSpPr txBox="1">
              <a:spLocks noChangeArrowheads="1"/>
            </p:cNvSpPr>
            <p:nvPr/>
          </p:nvSpPr>
          <p:spPr bwMode="auto">
            <a:xfrm>
              <a:off x="561" y="2396"/>
              <a:ext cx="632"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230KB</a:t>
              </a:r>
            </a:p>
          </p:txBody>
        </p:sp>
        <p:sp>
          <p:nvSpPr>
            <p:cNvPr id="23" name="Text Box 18">
              <a:extLst>
                <a:ext uri="{FF2B5EF4-FFF2-40B4-BE49-F238E27FC236}">
                  <a16:creationId xmlns:a16="http://schemas.microsoft.com/office/drawing/2014/main" id="{6C26D4AB-7DFD-6BB0-15F3-DE6BD6649B99}"/>
                </a:ext>
              </a:extLst>
            </p:cNvPr>
            <p:cNvSpPr txBox="1">
              <a:spLocks noChangeArrowheads="1"/>
            </p:cNvSpPr>
            <p:nvPr/>
          </p:nvSpPr>
          <p:spPr bwMode="auto">
            <a:xfrm>
              <a:off x="586" y="2988"/>
              <a:ext cx="76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256KB</a:t>
              </a:r>
              <a:r>
                <a:rPr kumimoji="1" lang="en-US" altLang="zh-CN" sz="1600" b="1">
                  <a:solidFill>
                    <a:schemeClr val="tx1"/>
                  </a:solidFill>
                  <a:latin typeface="Times New Roman" panose="02020603050405020304" pitchFamily="18" charset="0"/>
                  <a:sym typeface="Symbol" panose="05050102010706020507" pitchFamily="18" charset="2"/>
                </a:rPr>
                <a:t>1</a:t>
              </a:r>
              <a:endParaRPr kumimoji="1" lang="en-US" altLang="zh-CN" sz="1600" b="1">
                <a:solidFill>
                  <a:schemeClr val="tx1"/>
                </a:solidFill>
                <a:latin typeface="Times New Roman" panose="02020603050405020304" pitchFamily="18" charset="0"/>
              </a:endParaRPr>
            </a:p>
          </p:txBody>
        </p:sp>
        <p:sp>
          <p:nvSpPr>
            <p:cNvPr id="24" name="Text Box 19">
              <a:extLst>
                <a:ext uri="{FF2B5EF4-FFF2-40B4-BE49-F238E27FC236}">
                  <a16:creationId xmlns:a16="http://schemas.microsoft.com/office/drawing/2014/main" id="{512CDF23-3249-7E11-6BB2-2EB63EAF22EB}"/>
                </a:ext>
              </a:extLst>
            </p:cNvPr>
            <p:cNvSpPr txBox="1">
              <a:spLocks noChangeArrowheads="1"/>
            </p:cNvSpPr>
            <p:nvPr/>
          </p:nvSpPr>
          <p:spPr bwMode="auto">
            <a:xfrm>
              <a:off x="1146" y="3143"/>
              <a:ext cx="43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主存</a:t>
              </a:r>
            </a:p>
          </p:txBody>
        </p:sp>
        <p:sp>
          <p:nvSpPr>
            <p:cNvPr id="25" name="Text Box 115">
              <a:extLst>
                <a:ext uri="{FF2B5EF4-FFF2-40B4-BE49-F238E27FC236}">
                  <a16:creationId xmlns:a16="http://schemas.microsoft.com/office/drawing/2014/main" id="{E717D6E4-B6AF-44E7-CB90-F2A24CBBEEFB}"/>
                </a:ext>
              </a:extLst>
            </p:cNvPr>
            <p:cNvSpPr txBox="1">
              <a:spLocks noChangeArrowheads="1"/>
            </p:cNvSpPr>
            <p:nvPr/>
          </p:nvSpPr>
          <p:spPr bwMode="auto">
            <a:xfrm>
              <a:off x="1127" y="1350"/>
              <a:ext cx="411"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8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1</a:t>
              </a:r>
            </a:p>
          </p:txBody>
        </p:sp>
        <p:sp>
          <p:nvSpPr>
            <p:cNvPr id="26" name="Text Box 116">
              <a:extLst>
                <a:ext uri="{FF2B5EF4-FFF2-40B4-BE49-F238E27FC236}">
                  <a16:creationId xmlns:a16="http://schemas.microsoft.com/office/drawing/2014/main" id="{547DF3C7-438E-F7EA-01CF-D92C753F8C61}"/>
                </a:ext>
              </a:extLst>
            </p:cNvPr>
            <p:cNvSpPr txBox="1">
              <a:spLocks noChangeArrowheads="1"/>
            </p:cNvSpPr>
            <p:nvPr/>
          </p:nvSpPr>
          <p:spPr bwMode="auto">
            <a:xfrm>
              <a:off x="1127" y="1614"/>
              <a:ext cx="411"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8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2</a:t>
              </a:r>
            </a:p>
          </p:txBody>
        </p:sp>
        <p:sp>
          <p:nvSpPr>
            <p:cNvPr id="27" name="Text Box 117">
              <a:extLst>
                <a:ext uri="{FF2B5EF4-FFF2-40B4-BE49-F238E27FC236}">
                  <a16:creationId xmlns:a16="http://schemas.microsoft.com/office/drawing/2014/main" id="{2957052F-9C1C-C532-67D3-D22D0EEE7F76}"/>
                </a:ext>
              </a:extLst>
            </p:cNvPr>
            <p:cNvSpPr txBox="1">
              <a:spLocks noChangeArrowheads="1"/>
            </p:cNvSpPr>
            <p:nvPr/>
          </p:nvSpPr>
          <p:spPr bwMode="auto">
            <a:xfrm>
              <a:off x="1136" y="1888"/>
              <a:ext cx="411"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8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3</a:t>
              </a:r>
            </a:p>
          </p:txBody>
        </p:sp>
        <p:sp>
          <p:nvSpPr>
            <p:cNvPr id="28" name="Text Box 118">
              <a:extLst>
                <a:ext uri="{FF2B5EF4-FFF2-40B4-BE49-F238E27FC236}">
                  <a16:creationId xmlns:a16="http://schemas.microsoft.com/office/drawing/2014/main" id="{33D80418-EFBD-2133-C31F-A614ADEBF6ED}"/>
                </a:ext>
              </a:extLst>
            </p:cNvPr>
            <p:cNvSpPr txBox="1">
              <a:spLocks noChangeArrowheads="1"/>
            </p:cNvSpPr>
            <p:nvPr/>
          </p:nvSpPr>
          <p:spPr bwMode="auto">
            <a:xfrm>
              <a:off x="1154" y="2217"/>
              <a:ext cx="411"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8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4</a:t>
              </a:r>
            </a:p>
          </p:txBody>
        </p:sp>
        <p:sp>
          <p:nvSpPr>
            <p:cNvPr id="29" name="Text Box 124">
              <a:extLst>
                <a:ext uri="{FF2B5EF4-FFF2-40B4-BE49-F238E27FC236}">
                  <a16:creationId xmlns:a16="http://schemas.microsoft.com/office/drawing/2014/main" id="{D551A32A-C9FD-4B35-4281-5A4479881E1A}"/>
                </a:ext>
              </a:extLst>
            </p:cNvPr>
            <p:cNvSpPr txBox="1">
              <a:spLocks noChangeArrowheads="1"/>
            </p:cNvSpPr>
            <p:nvPr/>
          </p:nvSpPr>
          <p:spPr bwMode="auto">
            <a:xfrm>
              <a:off x="1164" y="1041"/>
              <a:ext cx="338"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80000"/>
                </a:lnSpc>
                <a:spcBef>
                  <a:spcPct val="0"/>
                </a:spcBef>
                <a:buClrTx/>
                <a:buSzTx/>
                <a:buFontTx/>
                <a:buNone/>
              </a:pPr>
              <a:r>
                <a:rPr kumimoji="1" lang="en-US" altLang="zh-CN" sz="2000" b="1">
                  <a:solidFill>
                    <a:schemeClr val="tx1"/>
                  </a:solidFill>
                  <a:latin typeface="Times New Roman" panose="02020603050405020304" pitchFamily="18" charset="0"/>
                </a:rPr>
                <a:t>os</a:t>
              </a:r>
            </a:p>
          </p:txBody>
        </p:sp>
      </p:grpSp>
      <p:grpSp>
        <p:nvGrpSpPr>
          <p:cNvPr id="30" name="Group 133">
            <a:extLst>
              <a:ext uri="{FF2B5EF4-FFF2-40B4-BE49-F238E27FC236}">
                <a16:creationId xmlns:a16="http://schemas.microsoft.com/office/drawing/2014/main" id="{392E6437-349C-B0BF-F56F-1CC1BD8656E8}"/>
              </a:ext>
            </a:extLst>
          </p:cNvPr>
          <p:cNvGrpSpPr>
            <a:grpSpLocks/>
          </p:cNvGrpSpPr>
          <p:nvPr/>
        </p:nvGrpSpPr>
        <p:grpSpPr bwMode="auto">
          <a:xfrm>
            <a:off x="4735755" y="1550987"/>
            <a:ext cx="1689100" cy="3759200"/>
            <a:chOff x="2290" y="958"/>
            <a:chExt cx="1064" cy="2368"/>
          </a:xfrm>
        </p:grpSpPr>
        <p:sp>
          <p:nvSpPr>
            <p:cNvPr id="31" name="Text Box 71">
              <a:extLst>
                <a:ext uri="{FF2B5EF4-FFF2-40B4-BE49-F238E27FC236}">
                  <a16:creationId xmlns:a16="http://schemas.microsoft.com/office/drawing/2014/main" id="{880C6EB6-3684-641C-6394-3F2AF0EB5DEC}"/>
                </a:ext>
              </a:extLst>
            </p:cNvPr>
            <p:cNvSpPr txBox="1">
              <a:spLocks noChangeArrowheads="1"/>
            </p:cNvSpPr>
            <p:nvPr/>
          </p:nvSpPr>
          <p:spPr bwMode="auto">
            <a:xfrm>
              <a:off x="2343" y="1204"/>
              <a:ext cx="515"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20KB</a:t>
              </a:r>
            </a:p>
          </p:txBody>
        </p:sp>
        <p:sp>
          <p:nvSpPr>
            <p:cNvPr id="32" name="Text Box 72">
              <a:extLst>
                <a:ext uri="{FF2B5EF4-FFF2-40B4-BE49-F238E27FC236}">
                  <a16:creationId xmlns:a16="http://schemas.microsoft.com/office/drawing/2014/main" id="{6BD1F104-8795-1DBC-3654-C68B6C1EECE7}"/>
                </a:ext>
              </a:extLst>
            </p:cNvPr>
            <p:cNvSpPr txBox="1">
              <a:spLocks noChangeArrowheads="1"/>
            </p:cNvSpPr>
            <p:nvPr/>
          </p:nvSpPr>
          <p:spPr bwMode="auto">
            <a:xfrm>
              <a:off x="2516" y="958"/>
              <a:ext cx="25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0</a:t>
              </a:r>
            </a:p>
          </p:txBody>
        </p:sp>
        <p:sp>
          <p:nvSpPr>
            <p:cNvPr id="33" name="Text Box 73">
              <a:extLst>
                <a:ext uri="{FF2B5EF4-FFF2-40B4-BE49-F238E27FC236}">
                  <a16:creationId xmlns:a16="http://schemas.microsoft.com/office/drawing/2014/main" id="{6D09635F-D9ED-8DA5-AAC9-852AB58E6558}"/>
                </a:ext>
              </a:extLst>
            </p:cNvPr>
            <p:cNvSpPr txBox="1">
              <a:spLocks noChangeArrowheads="1"/>
            </p:cNvSpPr>
            <p:nvPr/>
          </p:nvSpPr>
          <p:spPr bwMode="auto">
            <a:xfrm>
              <a:off x="2731" y="1049"/>
              <a:ext cx="618" cy="1969"/>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30000"/>
                </a:lnSpc>
                <a:spcBef>
                  <a:spcPct val="40000"/>
                </a:spcBef>
                <a:buClrTx/>
                <a:buSzTx/>
                <a:buFontTx/>
                <a:buNone/>
              </a:pPr>
              <a:r>
                <a:rPr kumimoji="1" lang="en-US" altLang="zh-CN" sz="1600" b="1">
                  <a:solidFill>
                    <a:schemeClr val="tx1"/>
                  </a:solidFill>
                  <a:latin typeface="Times New Roman" panose="02020603050405020304" pitchFamily="18" charset="0"/>
                </a:rPr>
                <a:t>     </a:t>
              </a:r>
            </a:p>
          </p:txBody>
        </p:sp>
        <p:sp>
          <p:nvSpPr>
            <p:cNvPr id="34" name="Line 75">
              <a:extLst>
                <a:ext uri="{FF2B5EF4-FFF2-40B4-BE49-F238E27FC236}">
                  <a16:creationId xmlns:a16="http://schemas.microsoft.com/office/drawing/2014/main" id="{8F63C9D2-6D90-F956-F653-0E7653F9D997}"/>
                </a:ext>
              </a:extLst>
            </p:cNvPr>
            <p:cNvSpPr>
              <a:spLocks noChangeShapeType="1"/>
            </p:cNvSpPr>
            <p:nvPr/>
          </p:nvSpPr>
          <p:spPr bwMode="auto">
            <a:xfrm>
              <a:off x="2731" y="1322"/>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5" name="Line 76">
              <a:extLst>
                <a:ext uri="{FF2B5EF4-FFF2-40B4-BE49-F238E27FC236}">
                  <a16:creationId xmlns:a16="http://schemas.microsoft.com/office/drawing/2014/main" id="{01E1B0B3-82AC-6E4D-FDF0-7A9581100C28}"/>
                </a:ext>
              </a:extLst>
            </p:cNvPr>
            <p:cNvSpPr>
              <a:spLocks noChangeShapeType="1"/>
            </p:cNvSpPr>
            <p:nvPr/>
          </p:nvSpPr>
          <p:spPr bwMode="auto">
            <a:xfrm>
              <a:off x="2719" y="1559"/>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6" name="Line 77">
              <a:extLst>
                <a:ext uri="{FF2B5EF4-FFF2-40B4-BE49-F238E27FC236}">
                  <a16:creationId xmlns:a16="http://schemas.microsoft.com/office/drawing/2014/main" id="{10E86D79-780B-AD1C-F454-3773987BD5A0}"/>
                </a:ext>
              </a:extLst>
            </p:cNvPr>
            <p:cNvSpPr>
              <a:spLocks noChangeShapeType="1"/>
            </p:cNvSpPr>
            <p:nvPr/>
          </p:nvSpPr>
          <p:spPr bwMode="auto">
            <a:xfrm>
              <a:off x="2728" y="1823"/>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7" name="Line 78">
              <a:extLst>
                <a:ext uri="{FF2B5EF4-FFF2-40B4-BE49-F238E27FC236}">
                  <a16:creationId xmlns:a16="http://schemas.microsoft.com/office/drawing/2014/main" id="{D58C83C3-0C8A-CCD2-2277-48BACE39E9F6}"/>
                </a:ext>
              </a:extLst>
            </p:cNvPr>
            <p:cNvSpPr>
              <a:spLocks noChangeShapeType="1"/>
            </p:cNvSpPr>
            <p:nvPr/>
          </p:nvSpPr>
          <p:spPr bwMode="auto">
            <a:xfrm>
              <a:off x="2728" y="2096"/>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8" name="Text Box 80">
              <a:extLst>
                <a:ext uri="{FF2B5EF4-FFF2-40B4-BE49-F238E27FC236}">
                  <a16:creationId xmlns:a16="http://schemas.microsoft.com/office/drawing/2014/main" id="{BE873372-4545-7150-399E-58B7ADB50679}"/>
                </a:ext>
              </a:extLst>
            </p:cNvPr>
            <p:cNvSpPr txBox="1">
              <a:spLocks noChangeArrowheads="1"/>
            </p:cNvSpPr>
            <p:nvPr/>
          </p:nvSpPr>
          <p:spPr bwMode="auto">
            <a:xfrm>
              <a:off x="2343" y="1441"/>
              <a:ext cx="469"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52KB</a:t>
              </a:r>
            </a:p>
          </p:txBody>
        </p:sp>
        <p:sp>
          <p:nvSpPr>
            <p:cNvPr id="39" name="Text Box 81">
              <a:extLst>
                <a:ext uri="{FF2B5EF4-FFF2-40B4-BE49-F238E27FC236}">
                  <a16:creationId xmlns:a16="http://schemas.microsoft.com/office/drawing/2014/main" id="{AE675A16-5592-EAF9-9C14-E75E171EB53B}"/>
                </a:ext>
              </a:extLst>
            </p:cNvPr>
            <p:cNvSpPr txBox="1">
              <a:spLocks noChangeArrowheads="1"/>
            </p:cNvSpPr>
            <p:nvPr/>
          </p:nvSpPr>
          <p:spPr bwMode="auto">
            <a:xfrm>
              <a:off x="2352" y="1723"/>
              <a:ext cx="54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66KB</a:t>
              </a:r>
            </a:p>
          </p:txBody>
        </p:sp>
        <p:sp>
          <p:nvSpPr>
            <p:cNvPr id="40" name="Text Box 82">
              <a:extLst>
                <a:ext uri="{FF2B5EF4-FFF2-40B4-BE49-F238E27FC236}">
                  <a16:creationId xmlns:a16="http://schemas.microsoft.com/office/drawing/2014/main" id="{085D4A59-5A57-C4FE-7F5E-657EDF36D28D}"/>
                </a:ext>
              </a:extLst>
            </p:cNvPr>
            <p:cNvSpPr txBox="1">
              <a:spLocks noChangeArrowheads="1"/>
            </p:cNvSpPr>
            <p:nvPr/>
          </p:nvSpPr>
          <p:spPr bwMode="auto">
            <a:xfrm>
              <a:off x="2290" y="1987"/>
              <a:ext cx="529"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130KB</a:t>
              </a:r>
            </a:p>
          </p:txBody>
        </p:sp>
        <p:sp>
          <p:nvSpPr>
            <p:cNvPr id="41" name="Text Box 83">
              <a:extLst>
                <a:ext uri="{FF2B5EF4-FFF2-40B4-BE49-F238E27FC236}">
                  <a16:creationId xmlns:a16="http://schemas.microsoft.com/office/drawing/2014/main" id="{F70CD3DA-39B3-FD97-3FA0-888C52963FDA}"/>
                </a:ext>
              </a:extLst>
            </p:cNvPr>
            <p:cNvSpPr txBox="1">
              <a:spLocks noChangeArrowheads="1"/>
            </p:cNvSpPr>
            <p:nvPr/>
          </p:nvSpPr>
          <p:spPr bwMode="auto">
            <a:xfrm>
              <a:off x="2290" y="2406"/>
              <a:ext cx="55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230KB</a:t>
              </a:r>
            </a:p>
          </p:txBody>
        </p:sp>
        <p:sp>
          <p:nvSpPr>
            <p:cNvPr id="42" name="Text Box 84">
              <a:extLst>
                <a:ext uri="{FF2B5EF4-FFF2-40B4-BE49-F238E27FC236}">
                  <a16:creationId xmlns:a16="http://schemas.microsoft.com/office/drawing/2014/main" id="{C43186CD-3C86-A4E1-128F-65C47E7696A6}"/>
                </a:ext>
              </a:extLst>
            </p:cNvPr>
            <p:cNvSpPr txBox="1">
              <a:spLocks noChangeArrowheads="1"/>
            </p:cNvSpPr>
            <p:nvPr/>
          </p:nvSpPr>
          <p:spPr bwMode="auto">
            <a:xfrm>
              <a:off x="2324" y="2989"/>
              <a:ext cx="71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256KB</a:t>
              </a:r>
              <a:r>
                <a:rPr kumimoji="1" lang="en-US" altLang="zh-CN" sz="1600" b="1">
                  <a:solidFill>
                    <a:schemeClr val="tx1"/>
                  </a:solidFill>
                  <a:latin typeface="Times New Roman" panose="02020603050405020304" pitchFamily="18" charset="0"/>
                  <a:sym typeface="Symbol" panose="05050102010706020507" pitchFamily="18" charset="2"/>
                </a:rPr>
                <a:t>1</a:t>
              </a:r>
              <a:endParaRPr kumimoji="1" lang="en-US" altLang="zh-CN" sz="1600" b="1">
                <a:solidFill>
                  <a:schemeClr val="tx1"/>
                </a:solidFill>
                <a:latin typeface="Times New Roman" panose="02020603050405020304" pitchFamily="18" charset="0"/>
              </a:endParaRPr>
            </a:p>
          </p:txBody>
        </p:sp>
        <p:sp>
          <p:nvSpPr>
            <p:cNvPr id="43" name="Text Box 85">
              <a:extLst>
                <a:ext uri="{FF2B5EF4-FFF2-40B4-BE49-F238E27FC236}">
                  <a16:creationId xmlns:a16="http://schemas.microsoft.com/office/drawing/2014/main" id="{92AB6BD3-BEBD-E61F-2989-F03171583CDE}"/>
                </a:ext>
              </a:extLst>
            </p:cNvPr>
            <p:cNvSpPr txBox="1">
              <a:spLocks noChangeArrowheads="1"/>
            </p:cNvSpPr>
            <p:nvPr/>
          </p:nvSpPr>
          <p:spPr bwMode="auto">
            <a:xfrm>
              <a:off x="2866" y="3144"/>
              <a:ext cx="43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主存</a:t>
              </a:r>
            </a:p>
          </p:txBody>
        </p:sp>
        <p:sp>
          <p:nvSpPr>
            <p:cNvPr id="44" name="Rectangle 86" descr="浅色上对角线">
              <a:extLst>
                <a:ext uri="{FF2B5EF4-FFF2-40B4-BE49-F238E27FC236}">
                  <a16:creationId xmlns:a16="http://schemas.microsoft.com/office/drawing/2014/main" id="{58D62F2A-8622-B7B9-4444-6822A7C31EFF}"/>
                </a:ext>
              </a:extLst>
            </p:cNvPr>
            <p:cNvSpPr>
              <a:spLocks noChangeArrowheads="1"/>
            </p:cNvSpPr>
            <p:nvPr/>
          </p:nvSpPr>
          <p:spPr bwMode="auto">
            <a:xfrm>
              <a:off x="2733" y="1557"/>
              <a:ext cx="614" cy="273"/>
            </a:xfrm>
            <a:prstGeom prst="rect">
              <a:avLst/>
            </a:prstGeom>
            <a:pattFill prst="ltUpDiag">
              <a:fgClr>
                <a:srgbClr val="000000"/>
              </a:fgClr>
              <a:bgClr>
                <a:srgbClr val="FFFFFF"/>
              </a:bgClr>
            </a:patt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45" name="Text Box 119">
              <a:extLst>
                <a:ext uri="{FF2B5EF4-FFF2-40B4-BE49-F238E27FC236}">
                  <a16:creationId xmlns:a16="http://schemas.microsoft.com/office/drawing/2014/main" id="{5E2FFDA2-40BA-5D39-6AAE-6DC0A1013AAF}"/>
                </a:ext>
              </a:extLst>
            </p:cNvPr>
            <p:cNvSpPr txBox="1">
              <a:spLocks noChangeArrowheads="1"/>
            </p:cNvSpPr>
            <p:nvPr/>
          </p:nvSpPr>
          <p:spPr bwMode="auto">
            <a:xfrm>
              <a:off x="2818" y="1367"/>
              <a:ext cx="411"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8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1</a:t>
              </a:r>
            </a:p>
          </p:txBody>
        </p:sp>
        <p:sp>
          <p:nvSpPr>
            <p:cNvPr id="46" name="Text Box 121">
              <a:extLst>
                <a:ext uri="{FF2B5EF4-FFF2-40B4-BE49-F238E27FC236}">
                  <a16:creationId xmlns:a16="http://schemas.microsoft.com/office/drawing/2014/main" id="{408BF048-35D6-8B16-50CD-6FD49D4893C2}"/>
                </a:ext>
              </a:extLst>
            </p:cNvPr>
            <p:cNvSpPr txBox="1">
              <a:spLocks noChangeArrowheads="1"/>
            </p:cNvSpPr>
            <p:nvPr/>
          </p:nvSpPr>
          <p:spPr bwMode="auto">
            <a:xfrm>
              <a:off x="2827" y="1905"/>
              <a:ext cx="411"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8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3</a:t>
              </a:r>
            </a:p>
          </p:txBody>
        </p:sp>
        <p:sp>
          <p:nvSpPr>
            <p:cNvPr id="47" name="Text Box 122">
              <a:extLst>
                <a:ext uri="{FF2B5EF4-FFF2-40B4-BE49-F238E27FC236}">
                  <a16:creationId xmlns:a16="http://schemas.microsoft.com/office/drawing/2014/main" id="{5CFCEB77-43FB-690D-CE7F-33C5007D4DD2}"/>
                </a:ext>
              </a:extLst>
            </p:cNvPr>
            <p:cNvSpPr txBox="1">
              <a:spLocks noChangeArrowheads="1"/>
            </p:cNvSpPr>
            <p:nvPr/>
          </p:nvSpPr>
          <p:spPr bwMode="auto">
            <a:xfrm>
              <a:off x="2845" y="2234"/>
              <a:ext cx="411"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8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4</a:t>
              </a:r>
            </a:p>
          </p:txBody>
        </p:sp>
        <p:sp>
          <p:nvSpPr>
            <p:cNvPr id="48" name="Text Box 123">
              <a:extLst>
                <a:ext uri="{FF2B5EF4-FFF2-40B4-BE49-F238E27FC236}">
                  <a16:creationId xmlns:a16="http://schemas.microsoft.com/office/drawing/2014/main" id="{E78AEEB9-6F9C-5F5D-6083-B4C1317B4CE0}"/>
                </a:ext>
              </a:extLst>
            </p:cNvPr>
            <p:cNvSpPr txBox="1">
              <a:spLocks noChangeArrowheads="1"/>
            </p:cNvSpPr>
            <p:nvPr/>
          </p:nvSpPr>
          <p:spPr bwMode="auto">
            <a:xfrm>
              <a:off x="2883" y="1077"/>
              <a:ext cx="338"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80000"/>
                </a:lnSpc>
                <a:spcBef>
                  <a:spcPct val="0"/>
                </a:spcBef>
                <a:buClrTx/>
                <a:buSzTx/>
                <a:buFontTx/>
                <a:buNone/>
              </a:pPr>
              <a:r>
                <a:rPr kumimoji="1" lang="en-US" altLang="zh-CN" sz="2000" b="1">
                  <a:solidFill>
                    <a:schemeClr val="tx1"/>
                  </a:solidFill>
                  <a:latin typeface="Times New Roman" panose="02020603050405020304" pitchFamily="18" charset="0"/>
                </a:rPr>
                <a:t>os</a:t>
              </a:r>
            </a:p>
          </p:txBody>
        </p:sp>
        <p:sp>
          <p:nvSpPr>
            <p:cNvPr id="49" name="Rectangle 128" descr="浅色上对角线">
              <a:extLst>
                <a:ext uri="{FF2B5EF4-FFF2-40B4-BE49-F238E27FC236}">
                  <a16:creationId xmlns:a16="http://schemas.microsoft.com/office/drawing/2014/main" id="{0C80B632-C687-BCC0-CDE7-9F09D505FEA4}"/>
                </a:ext>
              </a:extLst>
            </p:cNvPr>
            <p:cNvSpPr>
              <a:spLocks noChangeArrowheads="1"/>
            </p:cNvSpPr>
            <p:nvPr/>
          </p:nvSpPr>
          <p:spPr bwMode="auto">
            <a:xfrm>
              <a:off x="2733" y="2520"/>
              <a:ext cx="614" cy="501"/>
            </a:xfrm>
            <a:prstGeom prst="rect">
              <a:avLst/>
            </a:prstGeom>
            <a:pattFill prst="ltUpDiag">
              <a:fgClr>
                <a:srgbClr val="000000"/>
              </a:fgClr>
              <a:bgClr>
                <a:srgbClr val="FFFFFF"/>
              </a:bgClr>
            </a:patt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grpSp>
      <p:grpSp>
        <p:nvGrpSpPr>
          <p:cNvPr id="50" name="Group 135">
            <a:extLst>
              <a:ext uri="{FF2B5EF4-FFF2-40B4-BE49-F238E27FC236}">
                <a16:creationId xmlns:a16="http://schemas.microsoft.com/office/drawing/2014/main" id="{5D09297E-DD4E-F12E-5CD8-6AD3EF7BC695}"/>
              </a:ext>
            </a:extLst>
          </p:cNvPr>
          <p:cNvGrpSpPr>
            <a:grpSpLocks/>
          </p:cNvGrpSpPr>
          <p:nvPr/>
        </p:nvGrpSpPr>
        <p:grpSpPr bwMode="auto">
          <a:xfrm>
            <a:off x="7480543" y="1552575"/>
            <a:ext cx="1689100" cy="3759200"/>
            <a:chOff x="4019" y="959"/>
            <a:chExt cx="1064" cy="2368"/>
          </a:xfrm>
        </p:grpSpPr>
        <p:sp>
          <p:nvSpPr>
            <p:cNvPr id="51" name="Text Box 92">
              <a:extLst>
                <a:ext uri="{FF2B5EF4-FFF2-40B4-BE49-F238E27FC236}">
                  <a16:creationId xmlns:a16="http://schemas.microsoft.com/office/drawing/2014/main" id="{39477810-C4F1-C587-C2F8-232089FFB64C}"/>
                </a:ext>
              </a:extLst>
            </p:cNvPr>
            <p:cNvSpPr txBox="1">
              <a:spLocks noChangeArrowheads="1"/>
            </p:cNvSpPr>
            <p:nvPr/>
          </p:nvSpPr>
          <p:spPr bwMode="auto">
            <a:xfrm>
              <a:off x="4081" y="1205"/>
              <a:ext cx="48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20KB</a:t>
              </a:r>
            </a:p>
          </p:txBody>
        </p:sp>
        <p:sp>
          <p:nvSpPr>
            <p:cNvPr id="52" name="Text Box 93">
              <a:extLst>
                <a:ext uri="{FF2B5EF4-FFF2-40B4-BE49-F238E27FC236}">
                  <a16:creationId xmlns:a16="http://schemas.microsoft.com/office/drawing/2014/main" id="{2B995FED-6F66-C7FE-C93F-DFBDB535055B}"/>
                </a:ext>
              </a:extLst>
            </p:cNvPr>
            <p:cNvSpPr txBox="1">
              <a:spLocks noChangeArrowheads="1"/>
            </p:cNvSpPr>
            <p:nvPr/>
          </p:nvSpPr>
          <p:spPr bwMode="auto">
            <a:xfrm>
              <a:off x="4245" y="959"/>
              <a:ext cx="25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0</a:t>
              </a:r>
            </a:p>
          </p:txBody>
        </p:sp>
        <p:sp>
          <p:nvSpPr>
            <p:cNvPr id="53" name="Text Box 94">
              <a:extLst>
                <a:ext uri="{FF2B5EF4-FFF2-40B4-BE49-F238E27FC236}">
                  <a16:creationId xmlns:a16="http://schemas.microsoft.com/office/drawing/2014/main" id="{6525652A-74B8-B443-D8F3-DCFF34EBF02A}"/>
                </a:ext>
              </a:extLst>
            </p:cNvPr>
            <p:cNvSpPr txBox="1">
              <a:spLocks noChangeArrowheads="1"/>
            </p:cNvSpPr>
            <p:nvPr/>
          </p:nvSpPr>
          <p:spPr bwMode="auto">
            <a:xfrm>
              <a:off x="4460" y="1050"/>
              <a:ext cx="618" cy="1969"/>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30000"/>
                </a:lnSpc>
                <a:spcBef>
                  <a:spcPct val="40000"/>
                </a:spcBef>
                <a:buClrTx/>
                <a:buSzTx/>
                <a:buFontTx/>
                <a:buNone/>
              </a:pPr>
              <a:r>
                <a:rPr kumimoji="1" lang="en-US" altLang="zh-CN" sz="1600" b="1">
                  <a:solidFill>
                    <a:schemeClr val="tx1"/>
                  </a:solidFill>
                  <a:latin typeface="Times New Roman" panose="02020603050405020304" pitchFamily="18" charset="0"/>
                </a:rPr>
                <a:t>     </a:t>
              </a:r>
            </a:p>
          </p:txBody>
        </p:sp>
        <p:sp>
          <p:nvSpPr>
            <p:cNvPr id="54" name="Line 96">
              <a:extLst>
                <a:ext uri="{FF2B5EF4-FFF2-40B4-BE49-F238E27FC236}">
                  <a16:creationId xmlns:a16="http://schemas.microsoft.com/office/drawing/2014/main" id="{7FB0A3E8-35C8-BD34-B080-5183ABE7F97F}"/>
                </a:ext>
              </a:extLst>
            </p:cNvPr>
            <p:cNvSpPr>
              <a:spLocks noChangeShapeType="1"/>
            </p:cNvSpPr>
            <p:nvPr/>
          </p:nvSpPr>
          <p:spPr bwMode="auto">
            <a:xfrm>
              <a:off x="4460" y="1323"/>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5" name="Line 97">
              <a:extLst>
                <a:ext uri="{FF2B5EF4-FFF2-40B4-BE49-F238E27FC236}">
                  <a16:creationId xmlns:a16="http://schemas.microsoft.com/office/drawing/2014/main" id="{5B90EB83-3E53-8806-2534-CA16F1EFDE0A}"/>
                </a:ext>
              </a:extLst>
            </p:cNvPr>
            <p:cNvSpPr>
              <a:spLocks noChangeShapeType="1"/>
            </p:cNvSpPr>
            <p:nvPr/>
          </p:nvSpPr>
          <p:spPr bwMode="auto">
            <a:xfrm>
              <a:off x="4448" y="1560"/>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6" name="Line 98">
              <a:extLst>
                <a:ext uri="{FF2B5EF4-FFF2-40B4-BE49-F238E27FC236}">
                  <a16:creationId xmlns:a16="http://schemas.microsoft.com/office/drawing/2014/main" id="{A99747B1-D7CA-A29C-B024-AA67AB6C77EC}"/>
                </a:ext>
              </a:extLst>
            </p:cNvPr>
            <p:cNvSpPr>
              <a:spLocks noChangeShapeType="1"/>
            </p:cNvSpPr>
            <p:nvPr/>
          </p:nvSpPr>
          <p:spPr bwMode="auto">
            <a:xfrm>
              <a:off x="4457" y="1824"/>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7" name="Line 99">
              <a:extLst>
                <a:ext uri="{FF2B5EF4-FFF2-40B4-BE49-F238E27FC236}">
                  <a16:creationId xmlns:a16="http://schemas.microsoft.com/office/drawing/2014/main" id="{81DA24AA-50FC-B541-FD89-4FD13CCD4336}"/>
                </a:ext>
              </a:extLst>
            </p:cNvPr>
            <p:cNvSpPr>
              <a:spLocks noChangeShapeType="1"/>
            </p:cNvSpPr>
            <p:nvPr/>
          </p:nvSpPr>
          <p:spPr bwMode="auto">
            <a:xfrm>
              <a:off x="4457" y="2097"/>
              <a:ext cx="6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8" name="Text Box 101">
              <a:extLst>
                <a:ext uri="{FF2B5EF4-FFF2-40B4-BE49-F238E27FC236}">
                  <a16:creationId xmlns:a16="http://schemas.microsoft.com/office/drawing/2014/main" id="{D3789633-3F81-F918-0FAA-E289A254D418}"/>
                </a:ext>
              </a:extLst>
            </p:cNvPr>
            <p:cNvSpPr txBox="1">
              <a:spLocks noChangeArrowheads="1"/>
            </p:cNvSpPr>
            <p:nvPr/>
          </p:nvSpPr>
          <p:spPr bwMode="auto">
            <a:xfrm>
              <a:off x="4081" y="1433"/>
              <a:ext cx="505"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52KB</a:t>
              </a:r>
            </a:p>
          </p:txBody>
        </p:sp>
        <p:sp>
          <p:nvSpPr>
            <p:cNvPr id="59" name="Text Box 102">
              <a:extLst>
                <a:ext uri="{FF2B5EF4-FFF2-40B4-BE49-F238E27FC236}">
                  <a16:creationId xmlns:a16="http://schemas.microsoft.com/office/drawing/2014/main" id="{4597AFFE-8094-1504-BF39-8874CC1DB6DF}"/>
                </a:ext>
              </a:extLst>
            </p:cNvPr>
            <p:cNvSpPr txBox="1">
              <a:spLocks noChangeArrowheads="1"/>
            </p:cNvSpPr>
            <p:nvPr/>
          </p:nvSpPr>
          <p:spPr bwMode="auto">
            <a:xfrm>
              <a:off x="4081" y="1706"/>
              <a:ext cx="45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66KB</a:t>
              </a:r>
            </a:p>
          </p:txBody>
        </p:sp>
        <p:sp>
          <p:nvSpPr>
            <p:cNvPr id="60" name="Text Box 103">
              <a:extLst>
                <a:ext uri="{FF2B5EF4-FFF2-40B4-BE49-F238E27FC236}">
                  <a16:creationId xmlns:a16="http://schemas.microsoft.com/office/drawing/2014/main" id="{1F9DEE51-8393-6A2E-71F9-2A3216EECD38}"/>
                </a:ext>
              </a:extLst>
            </p:cNvPr>
            <p:cNvSpPr txBox="1">
              <a:spLocks noChangeArrowheads="1"/>
            </p:cNvSpPr>
            <p:nvPr/>
          </p:nvSpPr>
          <p:spPr bwMode="auto">
            <a:xfrm>
              <a:off x="4019" y="1988"/>
              <a:ext cx="548"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130KB</a:t>
              </a:r>
            </a:p>
          </p:txBody>
        </p:sp>
        <p:sp>
          <p:nvSpPr>
            <p:cNvPr id="61" name="Text Box 104">
              <a:extLst>
                <a:ext uri="{FF2B5EF4-FFF2-40B4-BE49-F238E27FC236}">
                  <a16:creationId xmlns:a16="http://schemas.microsoft.com/office/drawing/2014/main" id="{CA1C862E-0243-77D7-498E-B92BAB44523C}"/>
                </a:ext>
              </a:extLst>
            </p:cNvPr>
            <p:cNvSpPr txBox="1">
              <a:spLocks noChangeArrowheads="1"/>
            </p:cNvSpPr>
            <p:nvPr/>
          </p:nvSpPr>
          <p:spPr bwMode="auto">
            <a:xfrm>
              <a:off x="4019" y="2416"/>
              <a:ext cx="541"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230KB</a:t>
              </a:r>
            </a:p>
          </p:txBody>
        </p:sp>
        <p:sp>
          <p:nvSpPr>
            <p:cNvPr id="62" name="Text Box 105">
              <a:extLst>
                <a:ext uri="{FF2B5EF4-FFF2-40B4-BE49-F238E27FC236}">
                  <a16:creationId xmlns:a16="http://schemas.microsoft.com/office/drawing/2014/main" id="{659BB229-F5AA-CA1A-1F64-2932B8103D66}"/>
                </a:ext>
              </a:extLst>
            </p:cNvPr>
            <p:cNvSpPr txBox="1">
              <a:spLocks noChangeArrowheads="1"/>
            </p:cNvSpPr>
            <p:nvPr/>
          </p:nvSpPr>
          <p:spPr bwMode="auto">
            <a:xfrm>
              <a:off x="4062" y="2990"/>
              <a:ext cx="718"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256KB</a:t>
              </a:r>
              <a:r>
                <a:rPr kumimoji="1" lang="en-US" altLang="zh-CN" sz="1600" b="1">
                  <a:solidFill>
                    <a:schemeClr val="tx1"/>
                  </a:solidFill>
                  <a:latin typeface="Times New Roman" panose="02020603050405020304" pitchFamily="18" charset="0"/>
                  <a:sym typeface="Symbol" panose="05050102010706020507" pitchFamily="18" charset="2"/>
                </a:rPr>
                <a:t>1</a:t>
              </a:r>
              <a:endParaRPr kumimoji="1" lang="en-US" altLang="zh-CN" sz="1600" b="1">
                <a:solidFill>
                  <a:schemeClr val="tx1"/>
                </a:solidFill>
                <a:latin typeface="Times New Roman" panose="02020603050405020304" pitchFamily="18" charset="0"/>
              </a:endParaRPr>
            </a:p>
          </p:txBody>
        </p:sp>
        <p:sp>
          <p:nvSpPr>
            <p:cNvPr id="63" name="Text Box 106">
              <a:extLst>
                <a:ext uri="{FF2B5EF4-FFF2-40B4-BE49-F238E27FC236}">
                  <a16:creationId xmlns:a16="http://schemas.microsoft.com/office/drawing/2014/main" id="{1E1CB9B6-394D-1811-6373-9F5465B1A8D3}"/>
                </a:ext>
              </a:extLst>
            </p:cNvPr>
            <p:cNvSpPr txBox="1">
              <a:spLocks noChangeArrowheads="1"/>
            </p:cNvSpPr>
            <p:nvPr/>
          </p:nvSpPr>
          <p:spPr bwMode="auto">
            <a:xfrm>
              <a:off x="4595" y="3145"/>
              <a:ext cx="43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主存</a:t>
              </a:r>
            </a:p>
          </p:txBody>
        </p:sp>
        <p:sp>
          <p:nvSpPr>
            <p:cNvPr id="64" name="Rectangle 107" descr="浅色上对角线">
              <a:extLst>
                <a:ext uri="{FF2B5EF4-FFF2-40B4-BE49-F238E27FC236}">
                  <a16:creationId xmlns:a16="http://schemas.microsoft.com/office/drawing/2014/main" id="{4B12BE92-BF6F-1894-E911-EB9A4EEEC632}"/>
                </a:ext>
              </a:extLst>
            </p:cNvPr>
            <p:cNvSpPr>
              <a:spLocks noChangeArrowheads="1"/>
            </p:cNvSpPr>
            <p:nvPr/>
          </p:nvSpPr>
          <p:spPr bwMode="auto">
            <a:xfrm>
              <a:off x="4462" y="1558"/>
              <a:ext cx="619" cy="273"/>
            </a:xfrm>
            <a:prstGeom prst="rect">
              <a:avLst/>
            </a:prstGeom>
            <a:pattFill prst="ltUpDiag">
              <a:fgClr>
                <a:srgbClr val="000000"/>
              </a:fgClr>
              <a:bgClr>
                <a:srgbClr val="FFFFFF"/>
              </a:bgClr>
            </a:patt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65" name="Text Box 125">
              <a:extLst>
                <a:ext uri="{FF2B5EF4-FFF2-40B4-BE49-F238E27FC236}">
                  <a16:creationId xmlns:a16="http://schemas.microsoft.com/office/drawing/2014/main" id="{4BCD4633-069F-9081-129D-E496B4620FEC}"/>
                </a:ext>
              </a:extLst>
            </p:cNvPr>
            <p:cNvSpPr txBox="1">
              <a:spLocks noChangeArrowheads="1"/>
            </p:cNvSpPr>
            <p:nvPr/>
          </p:nvSpPr>
          <p:spPr bwMode="auto">
            <a:xfrm>
              <a:off x="4619" y="1068"/>
              <a:ext cx="338"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80000"/>
                </a:lnSpc>
                <a:spcBef>
                  <a:spcPct val="0"/>
                </a:spcBef>
                <a:buClrTx/>
                <a:buSzTx/>
                <a:buFontTx/>
                <a:buNone/>
              </a:pPr>
              <a:r>
                <a:rPr kumimoji="1" lang="en-US" altLang="zh-CN" sz="2000" b="1">
                  <a:solidFill>
                    <a:schemeClr val="tx1"/>
                  </a:solidFill>
                  <a:latin typeface="Times New Roman" panose="02020603050405020304" pitchFamily="18" charset="0"/>
                </a:rPr>
                <a:t>os</a:t>
              </a:r>
            </a:p>
          </p:txBody>
        </p:sp>
        <p:sp>
          <p:nvSpPr>
            <p:cNvPr id="66" name="Rectangle 126" descr="浅色上对角线">
              <a:extLst>
                <a:ext uri="{FF2B5EF4-FFF2-40B4-BE49-F238E27FC236}">
                  <a16:creationId xmlns:a16="http://schemas.microsoft.com/office/drawing/2014/main" id="{4D693962-2FF5-07FE-7B77-2CCEEBDF8E86}"/>
                </a:ext>
              </a:extLst>
            </p:cNvPr>
            <p:cNvSpPr>
              <a:spLocks noChangeArrowheads="1"/>
            </p:cNvSpPr>
            <p:nvPr/>
          </p:nvSpPr>
          <p:spPr bwMode="auto">
            <a:xfrm>
              <a:off x="4461" y="2519"/>
              <a:ext cx="614" cy="501"/>
            </a:xfrm>
            <a:prstGeom prst="rect">
              <a:avLst/>
            </a:prstGeom>
            <a:pattFill prst="ltUpDiag">
              <a:fgClr>
                <a:srgbClr val="000000"/>
              </a:fgClr>
              <a:bgClr>
                <a:srgbClr val="FFFFFF"/>
              </a:bgClr>
            </a:patt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67" name="Rectangle 127" descr="浅色下对角线">
              <a:extLst>
                <a:ext uri="{FF2B5EF4-FFF2-40B4-BE49-F238E27FC236}">
                  <a16:creationId xmlns:a16="http://schemas.microsoft.com/office/drawing/2014/main" id="{F1D23DA5-B4B0-EA7E-6D8F-648D87D66697}"/>
                </a:ext>
              </a:extLst>
            </p:cNvPr>
            <p:cNvSpPr>
              <a:spLocks noChangeArrowheads="1"/>
            </p:cNvSpPr>
            <p:nvPr/>
          </p:nvSpPr>
          <p:spPr bwMode="auto">
            <a:xfrm>
              <a:off x="4460" y="2098"/>
              <a:ext cx="617" cy="419"/>
            </a:xfrm>
            <a:prstGeom prst="rect">
              <a:avLst/>
            </a:prstGeom>
            <a:pattFill prst="ltDnDiag">
              <a:fgClr>
                <a:srgbClr val="000000"/>
              </a:fgClr>
              <a:bgClr>
                <a:srgbClr val="FFFFFF"/>
              </a:bgClr>
            </a:patt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68" name="Text Box 129">
              <a:extLst>
                <a:ext uri="{FF2B5EF4-FFF2-40B4-BE49-F238E27FC236}">
                  <a16:creationId xmlns:a16="http://schemas.microsoft.com/office/drawing/2014/main" id="{EB8EEC96-F6EC-9C25-DF79-93CDF8C147A7}"/>
                </a:ext>
              </a:extLst>
            </p:cNvPr>
            <p:cNvSpPr txBox="1">
              <a:spLocks noChangeArrowheads="1"/>
            </p:cNvSpPr>
            <p:nvPr/>
          </p:nvSpPr>
          <p:spPr bwMode="auto">
            <a:xfrm>
              <a:off x="4555" y="1367"/>
              <a:ext cx="411"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8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1</a:t>
              </a:r>
            </a:p>
          </p:txBody>
        </p:sp>
        <p:sp>
          <p:nvSpPr>
            <p:cNvPr id="69" name="Text Box 130">
              <a:extLst>
                <a:ext uri="{FF2B5EF4-FFF2-40B4-BE49-F238E27FC236}">
                  <a16:creationId xmlns:a16="http://schemas.microsoft.com/office/drawing/2014/main" id="{F3C34436-195E-E872-905E-038D28D69D92}"/>
                </a:ext>
              </a:extLst>
            </p:cNvPr>
            <p:cNvSpPr txBox="1">
              <a:spLocks noChangeArrowheads="1"/>
            </p:cNvSpPr>
            <p:nvPr/>
          </p:nvSpPr>
          <p:spPr bwMode="auto">
            <a:xfrm>
              <a:off x="4573" y="1886"/>
              <a:ext cx="411"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8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3</a:t>
              </a:r>
            </a:p>
          </p:txBody>
        </p:sp>
      </p:grpSp>
      <p:sp>
        <p:nvSpPr>
          <p:cNvPr id="70" name="Text Box 136">
            <a:extLst>
              <a:ext uri="{FF2B5EF4-FFF2-40B4-BE49-F238E27FC236}">
                <a16:creationId xmlns:a16="http://schemas.microsoft.com/office/drawing/2014/main" id="{8D84D109-BC67-F754-1E12-CBEB96A19B1E}"/>
              </a:ext>
            </a:extLst>
          </p:cNvPr>
          <p:cNvSpPr txBox="1">
            <a:spLocks noChangeArrowheads="1"/>
          </p:cNvSpPr>
          <p:nvPr/>
        </p:nvSpPr>
        <p:spPr bwMode="auto">
          <a:xfrm>
            <a:off x="4296018" y="5661025"/>
            <a:ext cx="3086100"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dirty="0">
                <a:solidFill>
                  <a:schemeClr val="tx1"/>
                </a:solidFill>
                <a:latin typeface="Times New Roman" panose="02020603050405020304" pitchFamily="18" charset="0"/>
              </a:rPr>
              <a:t>动态分区分配中的存储区的释放</a:t>
            </a:r>
          </a:p>
        </p:txBody>
      </p:sp>
      <p:sp>
        <p:nvSpPr>
          <p:cNvPr id="71" name="Rectangle 68">
            <a:extLst>
              <a:ext uri="{FF2B5EF4-FFF2-40B4-BE49-F238E27FC236}">
                <a16:creationId xmlns:a16="http://schemas.microsoft.com/office/drawing/2014/main" id="{502F4E6D-F963-16CA-1DB0-A8735D1E2FB0}"/>
              </a:ext>
            </a:extLst>
          </p:cNvPr>
          <p:cNvSpPr>
            <a:spLocks noChangeArrowheads="1"/>
          </p:cNvSpPr>
          <p:nvPr/>
        </p:nvSpPr>
        <p:spPr bwMode="auto">
          <a:xfrm>
            <a:off x="107573" y="874714"/>
            <a:ext cx="5994400"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30000"/>
              </a:lnSpc>
              <a:buFont typeface="Wingdings" panose="05000000000000000000" pitchFamily="2" charset="2"/>
              <a:buNone/>
            </a:pPr>
            <a:r>
              <a:rPr lang="en-US" altLang="zh-CN" sz="2400" dirty="0">
                <a:solidFill>
                  <a:srgbClr val="000099"/>
                </a:solidFill>
                <a:latin typeface="Times New Roman" panose="02020603050405020304" pitchFamily="18" charset="0"/>
              </a:rPr>
              <a:t>② </a:t>
            </a:r>
            <a:r>
              <a:rPr lang="zh-CN" altLang="en-US" sz="2400" dirty="0">
                <a:solidFill>
                  <a:srgbClr val="000099"/>
                </a:solidFill>
                <a:latin typeface="Times New Roman" panose="02020603050405020304" pitchFamily="18" charset="0"/>
              </a:rPr>
              <a:t>动态分区的回收过程 </a:t>
            </a:r>
          </a:p>
        </p:txBody>
      </p:sp>
    </p:spTree>
    <p:extLst>
      <p:ext uri="{BB962C8B-B14F-4D97-AF65-F5344CB8AC3E}">
        <p14:creationId xmlns:p14="http://schemas.microsoft.com/office/powerpoint/2010/main" val="3031172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分区存储管理</a:t>
            </a:r>
          </a:p>
        </p:txBody>
      </p:sp>
      <p:sp>
        <p:nvSpPr>
          <p:cNvPr id="3" name="Rectangle 3">
            <a:extLst>
              <a:ext uri="{FF2B5EF4-FFF2-40B4-BE49-F238E27FC236}">
                <a16:creationId xmlns:a16="http://schemas.microsoft.com/office/drawing/2014/main" id="{59853A3E-FEA4-8649-D0A7-9BFB20C48AD5}"/>
              </a:ext>
            </a:extLst>
          </p:cNvPr>
          <p:cNvSpPr>
            <a:spLocks noChangeArrowheads="1"/>
          </p:cNvSpPr>
          <p:nvPr/>
        </p:nvSpPr>
        <p:spPr bwMode="auto">
          <a:xfrm>
            <a:off x="487822" y="830079"/>
            <a:ext cx="8375650" cy="1869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(3) </a:t>
            </a:r>
            <a:r>
              <a:rPr lang="zh-CN" altLang="en-US" sz="2600" b="1" dirty="0">
                <a:solidFill>
                  <a:prstClr val="black"/>
                </a:solidFill>
                <a:effectLst/>
                <a:latin typeface="微软雅黑" panose="020B0503020204020204" pitchFamily="34" charset="-122"/>
                <a:ea typeface="微软雅黑" panose="020B0503020204020204" pitchFamily="34" charset="-122"/>
              </a:rPr>
              <a:t>分区分配数据结构</a:t>
            </a:r>
          </a:p>
          <a:p>
            <a:pPr eaLnBrk="1" hangingPunct="1">
              <a:lnSpc>
                <a:spcPct val="130000"/>
              </a:lnSpc>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①</a:t>
            </a:r>
            <a:r>
              <a:rPr lang="zh-CN" altLang="en-US" sz="2400" dirty="0">
                <a:solidFill>
                  <a:srgbClr val="000099"/>
                </a:solidFill>
                <a:effectLst/>
                <a:latin typeface="宋体" panose="02010600030101010101" pitchFamily="2" charset="-122"/>
              </a:rPr>
              <a:t> </a:t>
            </a:r>
            <a:r>
              <a:rPr lang="zh-CN" altLang="en-US" sz="2400" dirty="0">
                <a:solidFill>
                  <a:srgbClr val="000099"/>
                </a:solidFill>
                <a:effectLst/>
                <a:latin typeface="Times New Roman" panose="02020603050405020304" pitchFamily="18" charset="0"/>
              </a:rPr>
              <a:t>主存资源信息块 </a:t>
            </a:r>
            <a:r>
              <a:rPr lang="en-US" altLang="zh-CN" sz="2400" dirty="0">
                <a:solidFill>
                  <a:srgbClr val="000099"/>
                </a:solidFill>
                <a:effectLst/>
                <a:latin typeface="Times New Roman" panose="02020603050405020304" pitchFamily="18" charset="0"/>
              </a:rPr>
              <a:t>(M_RIB)</a:t>
            </a:r>
          </a:p>
          <a:p>
            <a:pPr eaLnBrk="1" hangingPunct="1">
              <a:lnSpc>
                <a:spcPct val="130000"/>
              </a:lnSpc>
              <a:buClr>
                <a:schemeClr val="tx2"/>
              </a:buClr>
              <a:buSzPct val="95000"/>
              <a:buFont typeface="Wingdings" panose="05000000000000000000" pitchFamily="2" charset="2"/>
              <a:buNone/>
              <a:defRPr/>
            </a:pPr>
            <a:r>
              <a:rPr lang="en-US" altLang="zh-CN" sz="2400" dirty="0">
                <a:solidFill>
                  <a:srgbClr val="000099"/>
                </a:solidFill>
                <a:effectLst/>
                <a:latin typeface="宋体" panose="02010600030101010101" pitchFamily="2" charset="-122"/>
              </a:rPr>
              <a:t>② </a:t>
            </a:r>
            <a:r>
              <a:rPr lang="zh-CN" altLang="en-US" sz="2400" dirty="0">
                <a:solidFill>
                  <a:srgbClr val="000099"/>
                </a:solidFill>
                <a:effectLst/>
                <a:latin typeface="Times New Roman" panose="02020603050405020304" pitchFamily="18" charset="0"/>
              </a:rPr>
              <a:t>分区描述器 </a:t>
            </a:r>
            <a:r>
              <a:rPr lang="en-US" altLang="zh-CN" sz="2400" dirty="0">
                <a:solidFill>
                  <a:srgbClr val="000099"/>
                </a:solidFill>
                <a:effectLst/>
                <a:latin typeface="Times New Roman" panose="02020603050405020304" pitchFamily="18" charset="0"/>
              </a:rPr>
              <a:t>(PD)</a:t>
            </a:r>
            <a:r>
              <a:rPr lang="en-US" altLang="zh-CN" sz="2400" dirty="0">
                <a:solidFill>
                  <a:schemeClr val="tx1"/>
                </a:solidFill>
                <a:effectLst/>
                <a:latin typeface="Times New Roman" panose="02020603050405020304" pitchFamily="18" charset="0"/>
              </a:rPr>
              <a:t>      </a:t>
            </a:r>
          </a:p>
        </p:txBody>
      </p:sp>
      <p:grpSp>
        <p:nvGrpSpPr>
          <p:cNvPr id="4" name="Group 21">
            <a:extLst>
              <a:ext uri="{FF2B5EF4-FFF2-40B4-BE49-F238E27FC236}">
                <a16:creationId xmlns:a16="http://schemas.microsoft.com/office/drawing/2014/main" id="{74E972B2-DCF3-A4B3-EF08-24D285327ED1}"/>
              </a:ext>
            </a:extLst>
          </p:cNvPr>
          <p:cNvGrpSpPr>
            <a:grpSpLocks/>
          </p:cNvGrpSpPr>
          <p:nvPr/>
        </p:nvGrpSpPr>
        <p:grpSpPr bwMode="auto">
          <a:xfrm>
            <a:off x="5448759" y="1072966"/>
            <a:ext cx="3028950" cy="1408172"/>
            <a:chOff x="3548" y="1819"/>
            <a:chExt cx="1892" cy="912"/>
          </a:xfrm>
        </p:grpSpPr>
        <p:sp>
          <p:nvSpPr>
            <p:cNvPr id="5" name="Text Box 6">
              <a:extLst>
                <a:ext uri="{FF2B5EF4-FFF2-40B4-BE49-F238E27FC236}">
                  <a16:creationId xmlns:a16="http://schemas.microsoft.com/office/drawing/2014/main" id="{86C83EAC-AF8D-0668-FE93-E39BCD907206}"/>
                </a:ext>
              </a:extLst>
            </p:cNvPr>
            <p:cNvSpPr txBox="1">
              <a:spLocks noChangeArrowheads="1"/>
            </p:cNvSpPr>
            <p:nvPr/>
          </p:nvSpPr>
          <p:spPr bwMode="auto">
            <a:xfrm>
              <a:off x="3847" y="2046"/>
              <a:ext cx="1593" cy="685"/>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20000"/>
                </a:spcBef>
                <a:buClrTx/>
                <a:buSzTx/>
                <a:buFontTx/>
                <a:buNone/>
              </a:pPr>
              <a:r>
                <a:rPr kumimoji="1" lang="en-US" altLang="zh-CN" sz="1400" b="0" dirty="0">
                  <a:solidFill>
                    <a:schemeClr val="tx1"/>
                  </a:solidFill>
                  <a:latin typeface="Times New Roman" panose="02020603050405020304" pitchFamily="18" charset="0"/>
                </a:rPr>
                <a:t>  </a:t>
              </a:r>
              <a:r>
                <a:rPr kumimoji="1" lang="zh-CN" altLang="en-US" sz="1600" b="0" dirty="0">
                  <a:solidFill>
                    <a:schemeClr val="tx1"/>
                  </a:solidFill>
                  <a:latin typeface="Times New Roman" panose="02020603050405020304" pitchFamily="18" charset="0"/>
                </a:rPr>
                <a:t>等待队列头指针</a:t>
              </a:r>
            </a:p>
            <a:p>
              <a:pPr algn="just" eaLnBrk="1" hangingPunct="1">
                <a:lnSpc>
                  <a:spcPct val="120000"/>
                </a:lnSpc>
                <a:spcBef>
                  <a:spcPct val="20000"/>
                </a:spcBef>
                <a:buClrTx/>
                <a:buSzTx/>
                <a:buFontTx/>
                <a:buNone/>
              </a:pPr>
              <a:r>
                <a:rPr kumimoji="1" lang="zh-CN" altLang="en-US" sz="1600" b="0" dirty="0">
                  <a:solidFill>
                    <a:schemeClr val="tx1"/>
                  </a:solidFill>
                  <a:latin typeface="Times New Roman" panose="02020603050405020304" pitchFamily="18" charset="0"/>
                </a:rPr>
                <a:t>  空闲区队列头指针</a:t>
              </a:r>
            </a:p>
            <a:p>
              <a:pPr algn="just" eaLnBrk="1" hangingPunct="1">
                <a:lnSpc>
                  <a:spcPct val="120000"/>
                </a:lnSpc>
                <a:spcBef>
                  <a:spcPct val="20000"/>
                </a:spcBef>
                <a:buClrTx/>
                <a:buSzTx/>
                <a:buFontTx/>
                <a:buNone/>
              </a:pPr>
              <a:r>
                <a:rPr kumimoji="1" lang="zh-CN" altLang="en-US" sz="1600" b="0" dirty="0">
                  <a:solidFill>
                    <a:schemeClr val="tx1"/>
                  </a:solidFill>
                  <a:latin typeface="Times New Roman" panose="02020603050405020304" pitchFamily="18" charset="0"/>
                </a:rPr>
                <a:t>  主存分配程序入口地址</a:t>
              </a:r>
            </a:p>
          </p:txBody>
        </p:sp>
        <p:sp>
          <p:nvSpPr>
            <p:cNvPr id="6" name="Line 7">
              <a:extLst>
                <a:ext uri="{FF2B5EF4-FFF2-40B4-BE49-F238E27FC236}">
                  <a16:creationId xmlns:a16="http://schemas.microsoft.com/office/drawing/2014/main" id="{F4BEC022-26E7-F551-D3F4-DA0C80D09333}"/>
                </a:ext>
              </a:extLst>
            </p:cNvPr>
            <p:cNvSpPr>
              <a:spLocks noChangeShapeType="1"/>
            </p:cNvSpPr>
            <p:nvPr/>
          </p:nvSpPr>
          <p:spPr bwMode="auto">
            <a:xfrm>
              <a:off x="3847" y="2300"/>
              <a:ext cx="15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7" name="Line 8">
              <a:extLst>
                <a:ext uri="{FF2B5EF4-FFF2-40B4-BE49-F238E27FC236}">
                  <a16:creationId xmlns:a16="http://schemas.microsoft.com/office/drawing/2014/main" id="{B6402A2C-9D3B-523E-0864-A6784B0F5237}"/>
                </a:ext>
              </a:extLst>
            </p:cNvPr>
            <p:cNvSpPr>
              <a:spLocks noChangeShapeType="1"/>
            </p:cNvSpPr>
            <p:nvPr/>
          </p:nvSpPr>
          <p:spPr bwMode="auto">
            <a:xfrm>
              <a:off x="3847" y="2503"/>
              <a:ext cx="15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8" name="Text Box 11">
              <a:extLst>
                <a:ext uri="{FF2B5EF4-FFF2-40B4-BE49-F238E27FC236}">
                  <a16:creationId xmlns:a16="http://schemas.microsoft.com/office/drawing/2014/main" id="{57833B87-618B-DE73-A305-EB54E722F1E9}"/>
                </a:ext>
              </a:extLst>
            </p:cNvPr>
            <p:cNvSpPr txBox="1">
              <a:spLocks noChangeArrowheads="1"/>
            </p:cNvSpPr>
            <p:nvPr/>
          </p:nvSpPr>
          <p:spPr bwMode="auto">
            <a:xfrm>
              <a:off x="3548" y="1819"/>
              <a:ext cx="841"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marL="914400"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50000"/>
                </a:spcBef>
                <a:buFont typeface="Wingdings" panose="05000000000000000000" pitchFamily="2" charset="2"/>
                <a:buNone/>
              </a:pPr>
              <a:r>
                <a:rPr lang="en-US" altLang="zh-CN" sz="1600">
                  <a:solidFill>
                    <a:schemeClr val="tx1"/>
                  </a:solidFill>
                  <a:latin typeface="Times New Roman" panose="02020603050405020304" pitchFamily="18" charset="0"/>
                </a:rPr>
                <a:t>M_RIB</a:t>
              </a:r>
            </a:p>
          </p:txBody>
        </p:sp>
      </p:grpSp>
      <p:sp>
        <p:nvSpPr>
          <p:cNvPr id="9" name="Rectangle 12">
            <a:extLst>
              <a:ext uri="{FF2B5EF4-FFF2-40B4-BE49-F238E27FC236}">
                <a16:creationId xmlns:a16="http://schemas.microsoft.com/office/drawing/2014/main" id="{B497D3BC-5191-968B-1380-9F8B5891A2C6}"/>
              </a:ext>
            </a:extLst>
          </p:cNvPr>
          <p:cNvSpPr>
            <a:spLocks noChangeArrowheads="1"/>
          </p:cNvSpPr>
          <p:nvPr/>
        </p:nvSpPr>
        <p:spPr bwMode="auto">
          <a:xfrm>
            <a:off x="784684" y="3073216"/>
            <a:ext cx="5053013" cy="2444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000" b="0">
                <a:solidFill>
                  <a:schemeClr val="tx1"/>
                </a:solidFill>
                <a:latin typeface="Times New Roman" panose="02020603050405020304" pitchFamily="18" charset="0"/>
              </a:rPr>
              <a:t>flag</a:t>
            </a:r>
            <a:r>
              <a:rPr lang="zh-CN" altLang="en-US" sz="2000" b="0">
                <a:solidFill>
                  <a:schemeClr val="tx1"/>
                </a:solidFill>
                <a:latin typeface="Times New Roman" panose="02020603050405020304" pitchFamily="18" charset="0"/>
              </a:rPr>
              <a:t>： 为 </a:t>
            </a:r>
            <a:r>
              <a:rPr lang="en-US" altLang="zh-CN" sz="2000" b="0">
                <a:solidFill>
                  <a:schemeClr val="tx1"/>
                </a:solidFill>
                <a:latin typeface="Times New Roman" panose="02020603050405020304" pitchFamily="18" charset="0"/>
              </a:rPr>
              <a:t>0  —— </a:t>
            </a:r>
            <a:r>
              <a:rPr lang="zh-CN" altLang="en-US" sz="2000" b="0">
                <a:solidFill>
                  <a:schemeClr val="tx1"/>
                </a:solidFill>
                <a:latin typeface="Times New Roman" panose="02020603050405020304" pitchFamily="18" charset="0"/>
              </a:rPr>
              <a:t>空闲区</a:t>
            </a:r>
          </a:p>
          <a:p>
            <a:pPr eaLnBrk="1" hangingPunct="1">
              <a:lnSpc>
                <a:spcPct val="130000"/>
              </a:lnSpc>
              <a:buFont typeface="Wingdings" panose="05000000000000000000" pitchFamily="2" charset="2"/>
              <a:buNone/>
            </a:pPr>
            <a:r>
              <a:rPr lang="zh-CN" altLang="en-US" sz="2000" b="0">
                <a:solidFill>
                  <a:schemeClr val="tx1"/>
                </a:solidFill>
                <a:latin typeface="Times New Roman" panose="02020603050405020304" pitchFamily="18" charset="0"/>
              </a:rPr>
              <a:t>           为 </a:t>
            </a:r>
            <a:r>
              <a:rPr lang="en-US" altLang="zh-CN" sz="2000" b="0">
                <a:solidFill>
                  <a:schemeClr val="tx1"/>
                </a:solidFill>
                <a:latin typeface="Times New Roman" panose="02020603050405020304" pitchFamily="18" charset="0"/>
              </a:rPr>
              <a:t>1  —— </a:t>
            </a:r>
            <a:r>
              <a:rPr lang="zh-CN" altLang="en-US" sz="2000" b="0">
                <a:solidFill>
                  <a:schemeClr val="tx1"/>
                </a:solidFill>
                <a:latin typeface="Times New Roman" panose="02020603050405020304" pitchFamily="18" charset="0"/>
              </a:rPr>
              <a:t>已分配区 </a:t>
            </a:r>
          </a:p>
          <a:p>
            <a:pPr eaLnBrk="1" hangingPunct="1">
              <a:lnSpc>
                <a:spcPct val="130000"/>
              </a:lnSpc>
              <a:buFont typeface="Wingdings" panose="05000000000000000000" pitchFamily="2" charset="2"/>
              <a:buNone/>
            </a:pPr>
            <a:r>
              <a:rPr lang="en-US" altLang="zh-CN" sz="2000" b="0">
                <a:solidFill>
                  <a:schemeClr val="tx1"/>
                </a:solidFill>
                <a:latin typeface="Times New Roman" panose="02020603050405020304" pitchFamily="18" charset="0"/>
              </a:rPr>
              <a:t>size</a:t>
            </a:r>
            <a:r>
              <a:rPr lang="zh-CN" altLang="en-US" sz="2000" b="0">
                <a:solidFill>
                  <a:schemeClr val="tx1"/>
                </a:solidFill>
                <a:latin typeface="Times New Roman" panose="02020603050405020304" pitchFamily="18" charset="0"/>
              </a:rPr>
              <a:t>： 分区大小 </a:t>
            </a:r>
          </a:p>
          <a:p>
            <a:pPr eaLnBrk="1" hangingPunct="1">
              <a:lnSpc>
                <a:spcPct val="130000"/>
              </a:lnSpc>
              <a:buFont typeface="Wingdings" panose="05000000000000000000" pitchFamily="2" charset="2"/>
              <a:buNone/>
            </a:pPr>
            <a:r>
              <a:rPr lang="en-US" altLang="zh-CN" sz="2000" b="0">
                <a:solidFill>
                  <a:schemeClr val="tx1"/>
                </a:solidFill>
                <a:latin typeface="Times New Roman" panose="02020603050405020304" pitchFamily="18" charset="0"/>
              </a:rPr>
              <a:t>next</a:t>
            </a:r>
            <a:r>
              <a:rPr lang="zh-CN" altLang="en-US" sz="2000" b="0">
                <a:solidFill>
                  <a:schemeClr val="tx1"/>
                </a:solidFill>
                <a:latin typeface="Times New Roman" panose="02020603050405020304" pitchFamily="18" charset="0"/>
              </a:rPr>
              <a:t>：空闲区</a:t>
            </a:r>
            <a:r>
              <a:rPr lang="en-US" altLang="zh-CN" sz="2000" b="0">
                <a:solidFill>
                  <a:schemeClr val="tx1"/>
                </a:solidFill>
                <a:latin typeface="Times New Roman" panose="02020603050405020304" pitchFamily="18" charset="0"/>
              </a:rPr>
              <a:t>——</a:t>
            </a:r>
            <a:r>
              <a:rPr lang="zh-CN" altLang="en-US" sz="2000" b="0">
                <a:solidFill>
                  <a:schemeClr val="tx1"/>
                </a:solidFill>
                <a:latin typeface="Times New Roman" panose="02020603050405020304" pitchFamily="18" charset="0"/>
              </a:rPr>
              <a:t>自由主存队列中的勾链字</a:t>
            </a:r>
          </a:p>
          <a:p>
            <a:pPr eaLnBrk="1" hangingPunct="1">
              <a:lnSpc>
                <a:spcPct val="130000"/>
              </a:lnSpc>
              <a:buFont typeface="Wingdings" panose="05000000000000000000" pitchFamily="2" charset="2"/>
              <a:buNone/>
            </a:pPr>
            <a:r>
              <a:rPr lang="zh-CN" altLang="en-US" sz="2000" b="0">
                <a:solidFill>
                  <a:schemeClr val="tx1"/>
                </a:solidFill>
                <a:latin typeface="Times New Roman" panose="02020603050405020304" pitchFamily="18" charset="0"/>
              </a:rPr>
              <a:t>           已分配区</a:t>
            </a:r>
            <a:r>
              <a:rPr lang="en-US" altLang="zh-CN" sz="2000" b="0">
                <a:solidFill>
                  <a:schemeClr val="tx1"/>
                </a:solidFill>
                <a:latin typeface="Times New Roman" panose="02020603050405020304" pitchFamily="18" charset="0"/>
              </a:rPr>
              <a:t>——</a:t>
            </a:r>
            <a:r>
              <a:rPr lang="zh-CN" altLang="en-US" sz="2000" b="0">
                <a:solidFill>
                  <a:schemeClr val="tx1"/>
                </a:solidFill>
                <a:latin typeface="Times New Roman" panose="02020603050405020304" pitchFamily="18" charset="0"/>
              </a:rPr>
              <a:t>此项为零         </a:t>
            </a:r>
          </a:p>
        </p:txBody>
      </p:sp>
      <p:grpSp>
        <p:nvGrpSpPr>
          <p:cNvPr id="10" name="Group 22">
            <a:extLst>
              <a:ext uri="{FF2B5EF4-FFF2-40B4-BE49-F238E27FC236}">
                <a16:creationId xmlns:a16="http://schemas.microsoft.com/office/drawing/2014/main" id="{3DB878F7-F2B2-7E4A-6457-C0E52F432097}"/>
              </a:ext>
            </a:extLst>
          </p:cNvPr>
          <p:cNvGrpSpPr>
            <a:grpSpLocks/>
          </p:cNvGrpSpPr>
          <p:nvPr/>
        </p:nvGrpSpPr>
        <p:grpSpPr bwMode="auto">
          <a:xfrm>
            <a:off x="5523372" y="2803341"/>
            <a:ext cx="2954337" cy="1511300"/>
            <a:chOff x="3595" y="3017"/>
            <a:chExt cx="1861" cy="952"/>
          </a:xfrm>
        </p:grpSpPr>
        <p:grpSp>
          <p:nvGrpSpPr>
            <p:cNvPr id="11" name="Group 14">
              <a:extLst>
                <a:ext uri="{FF2B5EF4-FFF2-40B4-BE49-F238E27FC236}">
                  <a16:creationId xmlns:a16="http://schemas.microsoft.com/office/drawing/2014/main" id="{C617BEBA-A514-F41B-676F-E20ADE6A4ABA}"/>
                </a:ext>
              </a:extLst>
            </p:cNvPr>
            <p:cNvGrpSpPr>
              <a:grpSpLocks/>
            </p:cNvGrpSpPr>
            <p:nvPr/>
          </p:nvGrpSpPr>
          <p:grpSpPr bwMode="auto">
            <a:xfrm>
              <a:off x="3863" y="3284"/>
              <a:ext cx="1593" cy="685"/>
              <a:chOff x="912" y="1104"/>
              <a:chExt cx="1776" cy="648"/>
            </a:xfrm>
          </p:grpSpPr>
          <p:sp>
            <p:nvSpPr>
              <p:cNvPr id="13" name="Text Box 15">
                <a:extLst>
                  <a:ext uri="{FF2B5EF4-FFF2-40B4-BE49-F238E27FC236}">
                    <a16:creationId xmlns:a16="http://schemas.microsoft.com/office/drawing/2014/main" id="{CA3AA6E4-16BA-0036-FD0D-19311173E6D3}"/>
                  </a:ext>
                </a:extLst>
              </p:cNvPr>
              <p:cNvSpPr txBox="1">
                <a:spLocks noChangeArrowheads="1"/>
              </p:cNvSpPr>
              <p:nvPr/>
            </p:nvSpPr>
            <p:spPr bwMode="auto">
              <a:xfrm>
                <a:off x="912" y="1104"/>
                <a:ext cx="1776" cy="648"/>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spcBef>
                    <a:spcPct val="20000"/>
                  </a:spcBef>
                  <a:buClrTx/>
                  <a:buSzTx/>
                  <a:buFontTx/>
                  <a:buNone/>
                </a:pPr>
                <a:r>
                  <a:rPr kumimoji="1" lang="en-US" altLang="zh-CN" sz="1400" b="0" dirty="0">
                    <a:solidFill>
                      <a:schemeClr val="tx1"/>
                    </a:solidFill>
                    <a:latin typeface="Times New Roman" panose="02020603050405020304" pitchFamily="18" charset="0"/>
                  </a:rPr>
                  <a:t>  </a:t>
                </a:r>
                <a:r>
                  <a:rPr kumimoji="1" lang="zh-CN" altLang="en-US" sz="1600" b="0" dirty="0">
                    <a:solidFill>
                      <a:schemeClr val="tx1"/>
                    </a:solidFill>
                    <a:latin typeface="Times New Roman" panose="02020603050405020304" pitchFamily="18" charset="0"/>
                  </a:rPr>
                  <a:t>分配标志         </a:t>
                </a:r>
                <a:r>
                  <a:rPr kumimoji="1" lang="en-US" altLang="zh-CN" sz="1600" b="0" dirty="0">
                    <a:solidFill>
                      <a:schemeClr val="tx1"/>
                    </a:solidFill>
                    <a:latin typeface="Times New Roman" panose="02020603050405020304" pitchFamily="18" charset="0"/>
                  </a:rPr>
                  <a:t>flag</a:t>
                </a:r>
              </a:p>
              <a:p>
                <a:pPr algn="just" eaLnBrk="1" hangingPunct="1">
                  <a:lnSpc>
                    <a:spcPct val="120000"/>
                  </a:lnSpc>
                  <a:spcBef>
                    <a:spcPct val="20000"/>
                  </a:spcBef>
                  <a:buClrTx/>
                  <a:buSzTx/>
                  <a:buFontTx/>
                  <a:buNone/>
                </a:pPr>
                <a:r>
                  <a:rPr kumimoji="1" lang="en-US" altLang="zh-CN" sz="1600" b="0" dirty="0">
                    <a:solidFill>
                      <a:schemeClr val="tx1"/>
                    </a:solidFill>
                    <a:latin typeface="Times New Roman" panose="02020603050405020304" pitchFamily="18" charset="0"/>
                  </a:rPr>
                  <a:t>     </a:t>
                </a:r>
                <a:r>
                  <a:rPr kumimoji="1" lang="zh-CN" altLang="en-US" sz="1600" b="0" dirty="0">
                    <a:solidFill>
                      <a:schemeClr val="tx1"/>
                    </a:solidFill>
                    <a:latin typeface="Times New Roman" panose="02020603050405020304" pitchFamily="18" charset="0"/>
                  </a:rPr>
                  <a:t>大小              </a:t>
                </a:r>
                <a:r>
                  <a:rPr kumimoji="1" lang="en-US" altLang="zh-CN" sz="1600" b="0" dirty="0">
                    <a:solidFill>
                      <a:schemeClr val="tx1"/>
                    </a:solidFill>
                    <a:latin typeface="Times New Roman" panose="02020603050405020304" pitchFamily="18" charset="0"/>
                  </a:rPr>
                  <a:t>size</a:t>
                </a:r>
              </a:p>
              <a:p>
                <a:pPr algn="just" eaLnBrk="1" hangingPunct="1">
                  <a:lnSpc>
                    <a:spcPct val="120000"/>
                  </a:lnSpc>
                  <a:spcBef>
                    <a:spcPct val="20000"/>
                  </a:spcBef>
                  <a:buClrTx/>
                  <a:buSzTx/>
                  <a:buFontTx/>
                  <a:buNone/>
                </a:pPr>
                <a:r>
                  <a:rPr kumimoji="1" lang="en-US" altLang="zh-CN" sz="1600" b="0" dirty="0">
                    <a:solidFill>
                      <a:schemeClr val="tx1"/>
                    </a:solidFill>
                    <a:latin typeface="Times New Roman" panose="02020603050405020304" pitchFamily="18" charset="0"/>
                  </a:rPr>
                  <a:t>   </a:t>
                </a:r>
                <a:r>
                  <a:rPr kumimoji="1" lang="zh-CN" altLang="en-US" sz="1600" b="0" dirty="0">
                    <a:solidFill>
                      <a:schemeClr val="tx1"/>
                    </a:solidFill>
                    <a:latin typeface="Times New Roman" panose="02020603050405020304" pitchFamily="18" charset="0"/>
                  </a:rPr>
                  <a:t>勾链字            </a:t>
                </a:r>
                <a:r>
                  <a:rPr kumimoji="1" lang="en-US" altLang="zh-CN" sz="1600" b="0" dirty="0">
                    <a:solidFill>
                      <a:schemeClr val="tx1"/>
                    </a:solidFill>
                    <a:latin typeface="Times New Roman" panose="02020603050405020304" pitchFamily="18" charset="0"/>
                  </a:rPr>
                  <a:t>next</a:t>
                </a:r>
              </a:p>
            </p:txBody>
          </p:sp>
          <p:sp>
            <p:nvSpPr>
              <p:cNvPr id="14" name="Line 16">
                <a:extLst>
                  <a:ext uri="{FF2B5EF4-FFF2-40B4-BE49-F238E27FC236}">
                    <a16:creationId xmlns:a16="http://schemas.microsoft.com/office/drawing/2014/main" id="{499F2848-B6B2-98A4-EF28-C2730879FD20}"/>
                  </a:ext>
                </a:extLst>
              </p:cNvPr>
              <p:cNvSpPr>
                <a:spLocks noChangeShapeType="1"/>
              </p:cNvSpPr>
              <p:nvPr/>
            </p:nvSpPr>
            <p:spPr bwMode="auto">
              <a:xfrm>
                <a:off x="912" y="1344"/>
                <a:ext cx="177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5" name="Line 17">
                <a:extLst>
                  <a:ext uri="{FF2B5EF4-FFF2-40B4-BE49-F238E27FC236}">
                    <a16:creationId xmlns:a16="http://schemas.microsoft.com/office/drawing/2014/main" id="{310D7ADF-E220-CF73-96CB-326BA331567C}"/>
                  </a:ext>
                </a:extLst>
              </p:cNvPr>
              <p:cNvSpPr>
                <a:spLocks noChangeShapeType="1"/>
              </p:cNvSpPr>
              <p:nvPr/>
            </p:nvSpPr>
            <p:spPr bwMode="auto">
              <a:xfrm>
                <a:off x="912" y="1536"/>
                <a:ext cx="177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6" name="Line 18">
                <a:extLst>
                  <a:ext uri="{FF2B5EF4-FFF2-40B4-BE49-F238E27FC236}">
                    <a16:creationId xmlns:a16="http://schemas.microsoft.com/office/drawing/2014/main" id="{B81535C8-8691-B322-F80C-5C047A8B9510}"/>
                  </a:ext>
                </a:extLst>
              </p:cNvPr>
              <p:cNvSpPr>
                <a:spLocks noChangeShapeType="1"/>
              </p:cNvSpPr>
              <p:nvPr/>
            </p:nvSpPr>
            <p:spPr bwMode="auto">
              <a:xfrm>
                <a:off x="1776" y="1104"/>
                <a:ext cx="0" cy="64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grpSp>
        <p:sp>
          <p:nvSpPr>
            <p:cNvPr id="12" name="Text Box 19">
              <a:extLst>
                <a:ext uri="{FF2B5EF4-FFF2-40B4-BE49-F238E27FC236}">
                  <a16:creationId xmlns:a16="http://schemas.microsoft.com/office/drawing/2014/main" id="{62ACEB8A-5453-92DE-9405-A55E5C154351}"/>
                </a:ext>
              </a:extLst>
            </p:cNvPr>
            <p:cNvSpPr txBox="1">
              <a:spLocks noChangeArrowheads="1"/>
            </p:cNvSpPr>
            <p:nvPr/>
          </p:nvSpPr>
          <p:spPr bwMode="auto">
            <a:xfrm>
              <a:off x="3595" y="3017"/>
              <a:ext cx="649"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marL="914400" indent="-341313">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1028700" indent="-4556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428750" indent="-39846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52600" indent="-3222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92325" indent="-338138">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495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067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639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921125" indent="-338138"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50000"/>
                </a:spcBef>
                <a:buFont typeface="Wingdings" panose="05000000000000000000" pitchFamily="2" charset="2"/>
                <a:buNone/>
              </a:pPr>
              <a:r>
                <a:rPr lang="en-US" altLang="zh-CN" sz="1600" dirty="0">
                  <a:solidFill>
                    <a:schemeClr val="tx1"/>
                  </a:solidFill>
                  <a:latin typeface="Times New Roman" panose="02020603050405020304" pitchFamily="18" charset="0"/>
                </a:rPr>
                <a:t>PD</a:t>
              </a:r>
            </a:p>
          </p:txBody>
        </p:sp>
      </p:grpSp>
    </p:spTree>
    <p:extLst>
      <p:ext uri="{BB962C8B-B14F-4D97-AF65-F5344CB8AC3E}">
        <p14:creationId xmlns:p14="http://schemas.microsoft.com/office/powerpoint/2010/main" val="41514936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分区存储管理</a:t>
            </a:r>
          </a:p>
        </p:txBody>
      </p:sp>
      <p:sp>
        <p:nvSpPr>
          <p:cNvPr id="3" name="Rectangle 3">
            <a:extLst>
              <a:ext uri="{FF2B5EF4-FFF2-40B4-BE49-F238E27FC236}">
                <a16:creationId xmlns:a16="http://schemas.microsoft.com/office/drawing/2014/main" id="{9D836631-5FF7-3221-163D-7683F4B83775}"/>
              </a:ext>
            </a:extLst>
          </p:cNvPr>
          <p:cNvSpPr>
            <a:spLocks noChangeArrowheads="1"/>
          </p:cNvSpPr>
          <p:nvPr/>
        </p:nvSpPr>
        <p:spPr bwMode="auto">
          <a:xfrm>
            <a:off x="66675" y="841375"/>
            <a:ext cx="4760913"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20000"/>
              </a:lnSpc>
              <a:buFont typeface="Wingdings" panose="05000000000000000000" pitchFamily="2" charset="2"/>
              <a:buNone/>
            </a:pPr>
            <a:r>
              <a:rPr lang="en-US" altLang="zh-CN" sz="2400" dirty="0">
                <a:solidFill>
                  <a:srgbClr val="000099"/>
                </a:solidFill>
                <a:latin typeface="Times New Roman" panose="02020603050405020304" pitchFamily="18" charset="0"/>
              </a:rPr>
              <a:t>③ </a:t>
            </a:r>
            <a:r>
              <a:rPr lang="zh-CN" altLang="en-US" sz="2400" dirty="0">
                <a:solidFill>
                  <a:srgbClr val="000099"/>
                </a:solidFill>
                <a:latin typeface="Times New Roman" panose="02020603050405020304" pitchFamily="18" charset="0"/>
              </a:rPr>
              <a:t>空闲区队列结构</a:t>
            </a:r>
          </a:p>
        </p:txBody>
      </p:sp>
      <p:grpSp>
        <p:nvGrpSpPr>
          <p:cNvPr id="4" name="Group 61">
            <a:extLst>
              <a:ext uri="{FF2B5EF4-FFF2-40B4-BE49-F238E27FC236}">
                <a16:creationId xmlns:a16="http://schemas.microsoft.com/office/drawing/2014/main" id="{1FCF6C36-B4E6-AA3C-A631-42E1C3F64C25}"/>
              </a:ext>
            </a:extLst>
          </p:cNvPr>
          <p:cNvGrpSpPr>
            <a:grpSpLocks/>
          </p:cNvGrpSpPr>
          <p:nvPr/>
        </p:nvGrpSpPr>
        <p:grpSpPr bwMode="auto">
          <a:xfrm>
            <a:off x="2205764" y="1557499"/>
            <a:ext cx="2130425" cy="3519487"/>
            <a:chOff x="624" y="903"/>
            <a:chExt cx="1342" cy="2217"/>
          </a:xfrm>
        </p:grpSpPr>
        <p:sp>
          <p:nvSpPr>
            <p:cNvPr id="5" name="Text Box 12">
              <a:extLst>
                <a:ext uri="{FF2B5EF4-FFF2-40B4-BE49-F238E27FC236}">
                  <a16:creationId xmlns:a16="http://schemas.microsoft.com/office/drawing/2014/main" id="{6EC53302-E9B0-1045-26D5-8DE1A1A1D006}"/>
                </a:ext>
              </a:extLst>
            </p:cNvPr>
            <p:cNvSpPr txBox="1">
              <a:spLocks noChangeArrowheads="1"/>
            </p:cNvSpPr>
            <p:nvPr/>
          </p:nvSpPr>
          <p:spPr bwMode="auto">
            <a:xfrm>
              <a:off x="820" y="1165"/>
              <a:ext cx="465"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20KB</a:t>
              </a:r>
            </a:p>
          </p:txBody>
        </p:sp>
        <p:sp>
          <p:nvSpPr>
            <p:cNvPr id="6" name="Text Box 13">
              <a:extLst>
                <a:ext uri="{FF2B5EF4-FFF2-40B4-BE49-F238E27FC236}">
                  <a16:creationId xmlns:a16="http://schemas.microsoft.com/office/drawing/2014/main" id="{7F7885CC-1E59-68A2-0DE2-4E07D93C2542}"/>
                </a:ext>
              </a:extLst>
            </p:cNvPr>
            <p:cNvSpPr txBox="1">
              <a:spLocks noChangeArrowheads="1"/>
            </p:cNvSpPr>
            <p:nvPr/>
          </p:nvSpPr>
          <p:spPr bwMode="auto">
            <a:xfrm>
              <a:off x="982" y="903"/>
              <a:ext cx="303"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0</a:t>
              </a:r>
            </a:p>
          </p:txBody>
        </p:sp>
        <p:sp>
          <p:nvSpPr>
            <p:cNvPr id="7" name="Text Box 14">
              <a:extLst>
                <a:ext uri="{FF2B5EF4-FFF2-40B4-BE49-F238E27FC236}">
                  <a16:creationId xmlns:a16="http://schemas.microsoft.com/office/drawing/2014/main" id="{1478DCF6-308B-F165-DC86-456E72760ED7}"/>
                </a:ext>
              </a:extLst>
            </p:cNvPr>
            <p:cNvSpPr txBox="1">
              <a:spLocks noChangeArrowheads="1"/>
            </p:cNvSpPr>
            <p:nvPr/>
          </p:nvSpPr>
          <p:spPr bwMode="auto">
            <a:xfrm>
              <a:off x="1234" y="990"/>
              <a:ext cx="727" cy="1887"/>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p>
          </p:txBody>
        </p:sp>
        <p:sp>
          <p:nvSpPr>
            <p:cNvPr id="8" name="Rectangle 15" descr="浅色上对角线">
              <a:extLst>
                <a:ext uri="{FF2B5EF4-FFF2-40B4-BE49-F238E27FC236}">
                  <a16:creationId xmlns:a16="http://schemas.microsoft.com/office/drawing/2014/main" id="{EF8F84D3-190B-B883-2815-E7B0F510F755}"/>
                </a:ext>
              </a:extLst>
            </p:cNvPr>
            <p:cNvSpPr>
              <a:spLocks noChangeArrowheads="1"/>
            </p:cNvSpPr>
            <p:nvPr/>
          </p:nvSpPr>
          <p:spPr bwMode="auto">
            <a:xfrm>
              <a:off x="1232" y="2516"/>
              <a:ext cx="728" cy="356"/>
            </a:xfrm>
            <a:prstGeom prst="rect">
              <a:avLst/>
            </a:prstGeom>
            <a:pattFill prst="ltUpDiag">
              <a:fgClr>
                <a:srgbClr val="000000"/>
              </a:fgClr>
              <a:bgClr>
                <a:srgbClr val="FFFFFF"/>
              </a:bgClr>
            </a:patt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9" name="Line 16">
              <a:extLst>
                <a:ext uri="{FF2B5EF4-FFF2-40B4-BE49-F238E27FC236}">
                  <a16:creationId xmlns:a16="http://schemas.microsoft.com/office/drawing/2014/main" id="{C13B99F4-675F-3AEC-1A6E-2DA9CA6FE266}"/>
                </a:ext>
              </a:extLst>
            </p:cNvPr>
            <p:cNvSpPr>
              <a:spLocks noChangeShapeType="1"/>
            </p:cNvSpPr>
            <p:nvPr/>
          </p:nvSpPr>
          <p:spPr bwMode="auto">
            <a:xfrm>
              <a:off x="1234" y="1252"/>
              <a:ext cx="73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0" name="Line 17">
              <a:extLst>
                <a:ext uri="{FF2B5EF4-FFF2-40B4-BE49-F238E27FC236}">
                  <a16:creationId xmlns:a16="http://schemas.microsoft.com/office/drawing/2014/main" id="{8B5CE8CC-281C-1108-522C-999A17BB188F}"/>
                </a:ext>
              </a:extLst>
            </p:cNvPr>
            <p:cNvSpPr>
              <a:spLocks noChangeShapeType="1"/>
            </p:cNvSpPr>
            <p:nvPr/>
          </p:nvSpPr>
          <p:spPr bwMode="auto">
            <a:xfrm>
              <a:off x="1230" y="1513"/>
              <a:ext cx="73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1" name="Line 18">
              <a:extLst>
                <a:ext uri="{FF2B5EF4-FFF2-40B4-BE49-F238E27FC236}">
                  <a16:creationId xmlns:a16="http://schemas.microsoft.com/office/drawing/2014/main" id="{2A231E09-328B-F9BA-704E-F9820D70E0FF}"/>
                </a:ext>
              </a:extLst>
            </p:cNvPr>
            <p:cNvSpPr>
              <a:spLocks noChangeShapeType="1"/>
            </p:cNvSpPr>
            <p:nvPr/>
          </p:nvSpPr>
          <p:spPr bwMode="auto">
            <a:xfrm>
              <a:off x="1230" y="1732"/>
              <a:ext cx="73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2" name="Line 19">
              <a:extLst>
                <a:ext uri="{FF2B5EF4-FFF2-40B4-BE49-F238E27FC236}">
                  <a16:creationId xmlns:a16="http://schemas.microsoft.com/office/drawing/2014/main" id="{EEDCE5F5-513E-4656-0F50-B6FBFF18F786}"/>
                </a:ext>
              </a:extLst>
            </p:cNvPr>
            <p:cNvSpPr>
              <a:spLocks noChangeShapeType="1"/>
            </p:cNvSpPr>
            <p:nvPr/>
          </p:nvSpPr>
          <p:spPr bwMode="auto">
            <a:xfrm>
              <a:off x="1230" y="2085"/>
              <a:ext cx="73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3" name="Text Box 20">
              <a:extLst>
                <a:ext uri="{FF2B5EF4-FFF2-40B4-BE49-F238E27FC236}">
                  <a16:creationId xmlns:a16="http://schemas.microsoft.com/office/drawing/2014/main" id="{0AEE4F05-DE03-8D41-F586-B2A468444894}"/>
                </a:ext>
              </a:extLst>
            </p:cNvPr>
            <p:cNvSpPr txBox="1">
              <a:spLocks noChangeArrowheads="1"/>
            </p:cNvSpPr>
            <p:nvPr/>
          </p:nvSpPr>
          <p:spPr bwMode="auto">
            <a:xfrm>
              <a:off x="820" y="1426"/>
              <a:ext cx="465"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52KB</a:t>
              </a:r>
            </a:p>
          </p:txBody>
        </p:sp>
        <p:sp>
          <p:nvSpPr>
            <p:cNvPr id="14" name="Text Box 21">
              <a:extLst>
                <a:ext uri="{FF2B5EF4-FFF2-40B4-BE49-F238E27FC236}">
                  <a16:creationId xmlns:a16="http://schemas.microsoft.com/office/drawing/2014/main" id="{983806CF-79F9-2D51-F724-5897C7697688}"/>
                </a:ext>
              </a:extLst>
            </p:cNvPr>
            <p:cNvSpPr txBox="1">
              <a:spLocks noChangeArrowheads="1"/>
            </p:cNvSpPr>
            <p:nvPr/>
          </p:nvSpPr>
          <p:spPr bwMode="auto">
            <a:xfrm>
              <a:off x="820" y="1645"/>
              <a:ext cx="46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66KB</a:t>
              </a:r>
            </a:p>
          </p:txBody>
        </p:sp>
        <p:sp>
          <p:nvSpPr>
            <p:cNvPr id="15" name="Text Box 22">
              <a:extLst>
                <a:ext uri="{FF2B5EF4-FFF2-40B4-BE49-F238E27FC236}">
                  <a16:creationId xmlns:a16="http://schemas.microsoft.com/office/drawing/2014/main" id="{BAFD96A0-45F0-98F8-4184-E99031F0A6E3}"/>
                </a:ext>
              </a:extLst>
            </p:cNvPr>
            <p:cNvSpPr txBox="1">
              <a:spLocks noChangeArrowheads="1"/>
            </p:cNvSpPr>
            <p:nvPr/>
          </p:nvSpPr>
          <p:spPr bwMode="auto">
            <a:xfrm>
              <a:off x="768" y="1979"/>
              <a:ext cx="56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130KB</a:t>
              </a:r>
            </a:p>
          </p:txBody>
        </p:sp>
        <p:sp>
          <p:nvSpPr>
            <p:cNvPr id="16" name="Text Box 23">
              <a:extLst>
                <a:ext uri="{FF2B5EF4-FFF2-40B4-BE49-F238E27FC236}">
                  <a16:creationId xmlns:a16="http://schemas.microsoft.com/office/drawing/2014/main" id="{11FBA81F-BEAF-E7C1-DF8E-111A73866111}"/>
                </a:ext>
              </a:extLst>
            </p:cNvPr>
            <p:cNvSpPr txBox="1">
              <a:spLocks noChangeArrowheads="1"/>
            </p:cNvSpPr>
            <p:nvPr/>
          </p:nvSpPr>
          <p:spPr bwMode="auto">
            <a:xfrm>
              <a:off x="758" y="2408"/>
              <a:ext cx="560"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230KB</a:t>
              </a:r>
            </a:p>
          </p:txBody>
        </p:sp>
        <p:sp>
          <p:nvSpPr>
            <p:cNvPr id="17" name="Text Box 24">
              <a:extLst>
                <a:ext uri="{FF2B5EF4-FFF2-40B4-BE49-F238E27FC236}">
                  <a16:creationId xmlns:a16="http://schemas.microsoft.com/office/drawing/2014/main" id="{547FB7A6-94E6-C57D-0FAE-51EB1391EB7F}"/>
                </a:ext>
              </a:extLst>
            </p:cNvPr>
            <p:cNvSpPr txBox="1">
              <a:spLocks noChangeArrowheads="1"/>
            </p:cNvSpPr>
            <p:nvPr/>
          </p:nvSpPr>
          <p:spPr bwMode="auto">
            <a:xfrm>
              <a:off x="624" y="2788"/>
              <a:ext cx="63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256KB</a:t>
              </a:r>
              <a:r>
                <a:rPr kumimoji="1" lang="en-US" altLang="zh-CN" sz="1600" b="1">
                  <a:solidFill>
                    <a:schemeClr val="tx1"/>
                  </a:solidFill>
                  <a:latin typeface="Times New Roman" panose="02020603050405020304" pitchFamily="18" charset="0"/>
                  <a:sym typeface="Symbol" panose="05050102010706020507" pitchFamily="18" charset="2"/>
                </a:rPr>
                <a:t>1</a:t>
              </a:r>
              <a:endParaRPr kumimoji="1" lang="en-US" altLang="zh-CN" sz="1600" b="1">
                <a:solidFill>
                  <a:schemeClr val="tx1"/>
                </a:solidFill>
                <a:latin typeface="Times New Roman" panose="02020603050405020304" pitchFamily="18" charset="0"/>
              </a:endParaRPr>
            </a:p>
          </p:txBody>
        </p:sp>
        <p:sp>
          <p:nvSpPr>
            <p:cNvPr id="18" name="Text Box 25">
              <a:extLst>
                <a:ext uri="{FF2B5EF4-FFF2-40B4-BE49-F238E27FC236}">
                  <a16:creationId xmlns:a16="http://schemas.microsoft.com/office/drawing/2014/main" id="{06E18EB6-480F-B21A-13DA-F426F7F1E6EE}"/>
                </a:ext>
              </a:extLst>
            </p:cNvPr>
            <p:cNvSpPr txBox="1">
              <a:spLocks noChangeArrowheads="1"/>
            </p:cNvSpPr>
            <p:nvPr/>
          </p:nvSpPr>
          <p:spPr bwMode="auto">
            <a:xfrm>
              <a:off x="1431" y="2945"/>
              <a:ext cx="517"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主存</a:t>
              </a:r>
            </a:p>
          </p:txBody>
        </p:sp>
        <p:sp>
          <p:nvSpPr>
            <p:cNvPr id="19" name="Rectangle 26" descr="浅色上对角线">
              <a:extLst>
                <a:ext uri="{FF2B5EF4-FFF2-40B4-BE49-F238E27FC236}">
                  <a16:creationId xmlns:a16="http://schemas.microsoft.com/office/drawing/2014/main" id="{2A7B5596-A170-3568-DA8C-4CEB3E1D890D}"/>
                </a:ext>
              </a:extLst>
            </p:cNvPr>
            <p:cNvSpPr>
              <a:spLocks noChangeArrowheads="1"/>
            </p:cNvSpPr>
            <p:nvPr/>
          </p:nvSpPr>
          <p:spPr bwMode="auto">
            <a:xfrm>
              <a:off x="1234" y="1513"/>
              <a:ext cx="723" cy="241"/>
            </a:xfrm>
            <a:prstGeom prst="rect">
              <a:avLst/>
            </a:prstGeom>
            <a:pattFill prst="ltUpDiag">
              <a:fgClr>
                <a:srgbClr val="000000"/>
              </a:fgClr>
              <a:bgClr>
                <a:srgbClr val="FFFFFF"/>
              </a:bgClr>
            </a:patt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20" name="Text Box 50">
              <a:extLst>
                <a:ext uri="{FF2B5EF4-FFF2-40B4-BE49-F238E27FC236}">
                  <a16:creationId xmlns:a16="http://schemas.microsoft.com/office/drawing/2014/main" id="{01619370-2CCC-9AF6-EEA0-484580B655AE}"/>
                </a:ext>
              </a:extLst>
            </p:cNvPr>
            <p:cNvSpPr txBox="1">
              <a:spLocks noChangeArrowheads="1"/>
            </p:cNvSpPr>
            <p:nvPr/>
          </p:nvSpPr>
          <p:spPr bwMode="auto">
            <a:xfrm>
              <a:off x="1442" y="1001"/>
              <a:ext cx="337"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80000"/>
                </a:lnSpc>
                <a:spcBef>
                  <a:spcPct val="0"/>
                </a:spcBef>
                <a:buClrTx/>
                <a:buSzTx/>
                <a:buFontTx/>
                <a:buNone/>
              </a:pPr>
              <a:r>
                <a:rPr kumimoji="1" lang="en-US" altLang="zh-CN" sz="2000" b="1">
                  <a:solidFill>
                    <a:schemeClr val="tx1"/>
                  </a:solidFill>
                  <a:latin typeface="Times New Roman" panose="02020603050405020304" pitchFamily="18" charset="0"/>
                </a:rPr>
                <a:t>os</a:t>
              </a:r>
            </a:p>
          </p:txBody>
        </p:sp>
        <p:sp>
          <p:nvSpPr>
            <p:cNvPr id="21" name="Text Box 52">
              <a:extLst>
                <a:ext uri="{FF2B5EF4-FFF2-40B4-BE49-F238E27FC236}">
                  <a16:creationId xmlns:a16="http://schemas.microsoft.com/office/drawing/2014/main" id="{275E69DB-EE36-5526-5FDC-F3633C3B2F14}"/>
                </a:ext>
              </a:extLst>
            </p:cNvPr>
            <p:cNvSpPr txBox="1">
              <a:spLocks noChangeArrowheads="1"/>
            </p:cNvSpPr>
            <p:nvPr/>
          </p:nvSpPr>
          <p:spPr bwMode="auto">
            <a:xfrm>
              <a:off x="1396" y="1293"/>
              <a:ext cx="502"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80000"/>
                </a:lnSpc>
                <a:spcBef>
                  <a:spcPct val="0"/>
                </a:spcBef>
                <a:buClrTx/>
                <a:buSzTx/>
                <a:buFontTx/>
                <a:buNone/>
              </a:pPr>
              <a:r>
                <a:rPr kumimoji="1" lang="zh-CN" altLang="en-US" sz="1600" b="1">
                  <a:solidFill>
                    <a:schemeClr val="tx1"/>
                  </a:solidFill>
                  <a:latin typeface="Times New Roman" panose="02020603050405020304" pitchFamily="18" charset="0"/>
                </a:rPr>
                <a:t>程序</a:t>
              </a:r>
              <a:r>
                <a:rPr kumimoji="1" lang="en-US" altLang="zh-CN" sz="1600" b="1" baseline="-25000">
                  <a:solidFill>
                    <a:schemeClr val="tx1"/>
                  </a:solidFill>
                  <a:latin typeface="Times New Roman" panose="02020603050405020304" pitchFamily="18" charset="0"/>
                </a:rPr>
                <a:t>1</a:t>
              </a:r>
            </a:p>
          </p:txBody>
        </p:sp>
        <p:sp>
          <p:nvSpPr>
            <p:cNvPr id="22" name="Text Box 53">
              <a:extLst>
                <a:ext uri="{FF2B5EF4-FFF2-40B4-BE49-F238E27FC236}">
                  <a16:creationId xmlns:a16="http://schemas.microsoft.com/office/drawing/2014/main" id="{A7BB666B-BA46-4052-06E8-844AAA0F7659}"/>
                </a:ext>
              </a:extLst>
            </p:cNvPr>
            <p:cNvSpPr txBox="1">
              <a:spLocks noChangeArrowheads="1"/>
            </p:cNvSpPr>
            <p:nvPr/>
          </p:nvSpPr>
          <p:spPr bwMode="auto">
            <a:xfrm>
              <a:off x="1395" y="1832"/>
              <a:ext cx="502"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80000"/>
                </a:lnSpc>
                <a:spcBef>
                  <a:spcPct val="0"/>
                </a:spcBef>
                <a:buClrTx/>
                <a:buSzTx/>
                <a:buFontTx/>
                <a:buNone/>
              </a:pPr>
              <a:r>
                <a:rPr kumimoji="1" lang="zh-CN" altLang="en-US" sz="1600" b="1">
                  <a:solidFill>
                    <a:schemeClr val="tx1"/>
                  </a:solidFill>
                  <a:latin typeface="Times New Roman" panose="02020603050405020304" pitchFamily="18" charset="0"/>
                </a:rPr>
                <a:t>程序</a:t>
              </a:r>
              <a:r>
                <a:rPr kumimoji="1" lang="en-US" altLang="zh-CN" sz="1600" b="1" baseline="-25000">
                  <a:solidFill>
                    <a:schemeClr val="tx1"/>
                  </a:solidFill>
                  <a:latin typeface="Times New Roman" panose="02020603050405020304" pitchFamily="18" charset="0"/>
                </a:rPr>
                <a:t>3</a:t>
              </a:r>
            </a:p>
          </p:txBody>
        </p:sp>
        <p:sp>
          <p:nvSpPr>
            <p:cNvPr id="23" name="Text Box 54">
              <a:extLst>
                <a:ext uri="{FF2B5EF4-FFF2-40B4-BE49-F238E27FC236}">
                  <a16:creationId xmlns:a16="http://schemas.microsoft.com/office/drawing/2014/main" id="{102611ED-E11D-C449-FA5A-E279475FC516}"/>
                </a:ext>
              </a:extLst>
            </p:cNvPr>
            <p:cNvSpPr txBox="1">
              <a:spLocks noChangeArrowheads="1"/>
            </p:cNvSpPr>
            <p:nvPr/>
          </p:nvSpPr>
          <p:spPr bwMode="auto">
            <a:xfrm>
              <a:off x="1396" y="2189"/>
              <a:ext cx="502"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80000"/>
                </a:lnSpc>
                <a:spcBef>
                  <a:spcPct val="0"/>
                </a:spcBef>
                <a:buClrTx/>
                <a:buSzTx/>
                <a:buFontTx/>
                <a:buNone/>
              </a:pPr>
              <a:r>
                <a:rPr kumimoji="1" lang="zh-CN" altLang="en-US" sz="1600" b="1">
                  <a:solidFill>
                    <a:schemeClr val="tx1"/>
                  </a:solidFill>
                  <a:latin typeface="Times New Roman" panose="02020603050405020304" pitchFamily="18" charset="0"/>
                </a:rPr>
                <a:t>程序</a:t>
              </a:r>
              <a:r>
                <a:rPr kumimoji="1" lang="en-US" altLang="zh-CN" sz="1600" b="1" baseline="-25000">
                  <a:solidFill>
                    <a:schemeClr val="tx1"/>
                  </a:solidFill>
                  <a:latin typeface="Times New Roman" panose="02020603050405020304" pitchFamily="18" charset="0"/>
                </a:rPr>
                <a:t>4</a:t>
              </a:r>
            </a:p>
          </p:txBody>
        </p:sp>
      </p:grpSp>
      <p:grpSp>
        <p:nvGrpSpPr>
          <p:cNvPr id="24" name="Group 62">
            <a:extLst>
              <a:ext uri="{FF2B5EF4-FFF2-40B4-BE49-F238E27FC236}">
                <a16:creationId xmlns:a16="http://schemas.microsoft.com/office/drawing/2014/main" id="{BE176BB6-924A-A01E-19C4-E4476F360CE2}"/>
              </a:ext>
            </a:extLst>
          </p:cNvPr>
          <p:cNvGrpSpPr>
            <a:grpSpLocks/>
          </p:cNvGrpSpPr>
          <p:nvPr/>
        </p:nvGrpSpPr>
        <p:grpSpPr bwMode="auto">
          <a:xfrm>
            <a:off x="5206139" y="1581311"/>
            <a:ext cx="4168775" cy="2397125"/>
            <a:chOff x="2352" y="918"/>
            <a:chExt cx="2626" cy="1510"/>
          </a:xfrm>
        </p:grpSpPr>
        <p:sp>
          <p:nvSpPr>
            <p:cNvPr id="25" name="Text Box 29">
              <a:extLst>
                <a:ext uri="{FF2B5EF4-FFF2-40B4-BE49-F238E27FC236}">
                  <a16:creationId xmlns:a16="http://schemas.microsoft.com/office/drawing/2014/main" id="{0DFC4D91-831F-8746-A2EC-00E68424F45C}"/>
                </a:ext>
              </a:extLst>
            </p:cNvPr>
            <p:cNvSpPr txBox="1">
              <a:spLocks noChangeArrowheads="1"/>
            </p:cNvSpPr>
            <p:nvPr/>
          </p:nvSpPr>
          <p:spPr bwMode="auto">
            <a:xfrm>
              <a:off x="2352" y="1155"/>
              <a:ext cx="689" cy="353"/>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p:txBody>
        </p:sp>
        <p:sp>
          <p:nvSpPr>
            <p:cNvPr id="26" name="Text Box 30">
              <a:extLst>
                <a:ext uri="{FF2B5EF4-FFF2-40B4-BE49-F238E27FC236}">
                  <a16:creationId xmlns:a16="http://schemas.microsoft.com/office/drawing/2014/main" id="{DC513695-1950-0D86-1A2D-A68073530CC4}"/>
                </a:ext>
              </a:extLst>
            </p:cNvPr>
            <p:cNvSpPr txBox="1">
              <a:spLocks noChangeArrowheads="1"/>
            </p:cNvSpPr>
            <p:nvPr/>
          </p:nvSpPr>
          <p:spPr bwMode="auto">
            <a:xfrm>
              <a:off x="2457" y="1220"/>
              <a:ext cx="44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52KB</a:t>
              </a:r>
            </a:p>
          </p:txBody>
        </p:sp>
        <p:sp>
          <p:nvSpPr>
            <p:cNvPr id="27" name="Text Box 31">
              <a:extLst>
                <a:ext uri="{FF2B5EF4-FFF2-40B4-BE49-F238E27FC236}">
                  <a16:creationId xmlns:a16="http://schemas.microsoft.com/office/drawing/2014/main" id="{A4824FC3-290B-BFFE-D10B-BE23CC3970A9}"/>
                </a:ext>
              </a:extLst>
            </p:cNvPr>
            <p:cNvSpPr txBox="1">
              <a:spLocks noChangeArrowheads="1"/>
            </p:cNvSpPr>
            <p:nvPr/>
          </p:nvSpPr>
          <p:spPr bwMode="auto">
            <a:xfrm>
              <a:off x="2395" y="918"/>
              <a:ext cx="533"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m-rib</a:t>
              </a:r>
            </a:p>
          </p:txBody>
        </p:sp>
        <p:sp>
          <p:nvSpPr>
            <p:cNvPr id="28" name="Line 32">
              <a:extLst>
                <a:ext uri="{FF2B5EF4-FFF2-40B4-BE49-F238E27FC236}">
                  <a16:creationId xmlns:a16="http://schemas.microsoft.com/office/drawing/2014/main" id="{8E25AA85-9263-7088-23C6-DC36E9B6DFB1}"/>
                </a:ext>
              </a:extLst>
            </p:cNvPr>
            <p:cNvSpPr>
              <a:spLocks noChangeShapeType="1"/>
            </p:cNvSpPr>
            <p:nvPr/>
          </p:nvSpPr>
          <p:spPr bwMode="auto">
            <a:xfrm>
              <a:off x="2352" y="1260"/>
              <a:ext cx="68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9" name="Line 33">
              <a:extLst>
                <a:ext uri="{FF2B5EF4-FFF2-40B4-BE49-F238E27FC236}">
                  <a16:creationId xmlns:a16="http://schemas.microsoft.com/office/drawing/2014/main" id="{15F5EEFF-0857-2B1E-1A2F-5B6E223400C1}"/>
                </a:ext>
              </a:extLst>
            </p:cNvPr>
            <p:cNvSpPr>
              <a:spLocks noChangeShapeType="1"/>
            </p:cNvSpPr>
            <p:nvPr/>
          </p:nvSpPr>
          <p:spPr bwMode="auto">
            <a:xfrm>
              <a:off x="2352" y="1404"/>
              <a:ext cx="68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nvGrpSpPr>
            <p:cNvPr id="30" name="Group 34">
              <a:extLst>
                <a:ext uri="{FF2B5EF4-FFF2-40B4-BE49-F238E27FC236}">
                  <a16:creationId xmlns:a16="http://schemas.microsoft.com/office/drawing/2014/main" id="{A5DDDBD9-D510-6CD4-DDA2-B77D639281E4}"/>
                </a:ext>
              </a:extLst>
            </p:cNvPr>
            <p:cNvGrpSpPr>
              <a:grpSpLocks/>
            </p:cNvGrpSpPr>
            <p:nvPr/>
          </p:nvGrpSpPr>
          <p:grpSpPr bwMode="auto">
            <a:xfrm>
              <a:off x="3428" y="1321"/>
              <a:ext cx="560" cy="789"/>
              <a:chOff x="3552" y="1296"/>
              <a:chExt cx="624" cy="912"/>
            </a:xfrm>
          </p:grpSpPr>
          <p:sp>
            <p:nvSpPr>
              <p:cNvPr id="47" name="Text Box 35">
                <a:extLst>
                  <a:ext uri="{FF2B5EF4-FFF2-40B4-BE49-F238E27FC236}">
                    <a16:creationId xmlns:a16="http://schemas.microsoft.com/office/drawing/2014/main" id="{D6139AD0-7ED3-F88E-195B-6F75DC6A0B74}"/>
                  </a:ext>
                </a:extLst>
              </p:cNvPr>
              <p:cNvSpPr txBox="1">
                <a:spLocks noChangeArrowheads="1"/>
              </p:cNvSpPr>
              <p:nvPr/>
            </p:nvSpPr>
            <p:spPr bwMode="auto">
              <a:xfrm>
                <a:off x="3552" y="1296"/>
                <a:ext cx="624" cy="912"/>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buClrTx/>
                  <a:buSzTx/>
                  <a:buFontTx/>
                  <a:buNone/>
                </a:pPr>
                <a:r>
                  <a:rPr kumimoji="1" lang="en-US" altLang="zh-CN" sz="1600" b="1">
                    <a:solidFill>
                      <a:schemeClr val="tx1"/>
                    </a:solidFill>
                    <a:latin typeface="Times New Roman" panose="02020603050405020304" pitchFamily="18" charset="0"/>
                  </a:rPr>
                  <a:t>    </a:t>
                </a:r>
              </a:p>
              <a:p>
                <a:pPr algn="just" eaLnBrk="1" hangingPunct="1">
                  <a:lnSpc>
                    <a:spcPct val="100000"/>
                  </a:lnSpc>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buClrTx/>
                  <a:buSzTx/>
                  <a:buFontTx/>
                  <a:buNone/>
                </a:pPr>
                <a:r>
                  <a:rPr kumimoji="1" lang="en-US" altLang="zh-CN" sz="1600" b="1">
                    <a:solidFill>
                      <a:schemeClr val="tx1"/>
                    </a:solidFill>
                    <a:latin typeface="Times New Roman" panose="02020603050405020304" pitchFamily="18" charset="0"/>
                  </a:rPr>
                  <a:t>  </a:t>
                </a:r>
              </a:p>
            </p:txBody>
          </p:sp>
          <p:sp>
            <p:nvSpPr>
              <p:cNvPr id="48" name="Line 36">
                <a:extLst>
                  <a:ext uri="{FF2B5EF4-FFF2-40B4-BE49-F238E27FC236}">
                    <a16:creationId xmlns:a16="http://schemas.microsoft.com/office/drawing/2014/main" id="{8D125D22-BDB1-5865-7F47-8908E297639B}"/>
                  </a:ext>
                </a:extLst>
              </p:cNvPr>
              <p:cNvSpPr>
                <a:spLocks noChangeShapeType="1"/>
              </p:cNvSpPr>
              <p:nvPr/>
            </p:nvSpPr>
            <p:spPr bwMode="auto">
              <a:xfrm>
                <a:off x="3552" y="1488"/>
                <a:ext cx="62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9" name="Line 37">
                <a:extLst>
                  <a:ext uri="{FF2B5EF4-FFF2-40B4-BE49-F238E27FC236}">
                    <a16:creationId xmlns:a16="http://schemas.microsoft.com/office/drawing/2014/main" id="{99F6E116-A38B-0809-C075-8B9E3F35B6F8}"/>
                  </a:ext>
                </a:extLst>
              </p:cNvPr>
              <p:cNvSpPr>
                <a:spLocks noChangeShapeType="1"/>
              </p:cNvSpPr>
              <p:nvPr/>
            </p:nvSpPr>
            <p:spPr bwMode="auto">
              <a:xfrm>
                <a:off x="3552" y="1680"/>
                <a:ext cx="62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0" name="Line 38">
                <a:extLst>
                  <a:ext uri="{FF2B5EF4-FFF2-40B4-BE49-F238E27FC236}">
                    <a16:creationId xmlns:a16="http://schemas.microsoft.com/office/drawing/2014/main" id="{F5343F25-4F53-40D1-6CF7-0616632B996A}"/>
                  </a:ext>
                </a:extLst>
              </p:cNvPr>
              <p:cNvSpPr>
                <a:spLocks noChangeShapeType="1"/>
              </p:cNvSpPr>
              <p:nvPr/>
            </p:nvSpPr>
            <p:spPr bwMode="auto">
              <a:xfrm>
                <a:off x="3552" y="1872"/>
                <a:ext cx="62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31" name="Line 39">
              <a:extLst>
                <a:ext uri="{FF2B5EF4-FFF2-40B4-BE49-F238E27FC236}">
                  <a16:creationId xmlns:a16="http://schemas.microsoft.com/office/drawing/2014/main" id="{2560B715-2BAC-21C2-900C-E87EA5B80097}"/>
                </a:ext>
              </a:extLst>
            </p:cNvPr>
            <p:cNvSpPr>
              <a:spLocks noChangeShapeType="1"/>
            </p:cNvSpPr>
            <p:nvPr/>
          </p:nvSpPr>
          <p:spPr bwMode="auto">
            <a:xfrm>
              <a:off x="2955" y="1321"/>
              <a:ext cx="473"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nvGrpSpPr>
            <p:cNvPr id="32" name="Group 40">
              <a:extLst>
                <a:ext uri="{FF2B5EF4-FFF2-40B4-BE49-F238E27FC236}">
                  <a16:creationId xmlns:a16="http://schemas.microsoft.com/office/drawing/2014/main" id="{C34C1D40-B8FA-9F38-E2B7-3F4A60386EAA}"/>
                </a:ext>
              </a:extLst>
            </p:cNvPr>
            <p:cNvGrpSpPr>
              <a:grpSpLocks/>
            </p:cNvGrpSpPr>
            <p:nvPr/>
          </p:nvGrpSpPr>
          <p:grpSpPr bwMode="auto">
            <a:xfrm>
              <a:off x="4418" y="1321"/>
              <a:ext cx="560" cy="789"/>
              <a:chOff x="3552" y="1296"/>
              <a:chExt cx="624" cy="912"/>
            </a:xfrm>
          </p:grpSpPr>
          <p:sp>
            <p:nvSpPr>
              <p:cNvPr id="43" name="Text Box 41">
                <a:extLst>
                  <a:ext uri="{FF2B5EF4-FFF2-40B4-BE49-F238E27FC236}">
                    <a16:creationId xmlns:a16="http://schemas.microsoft.com/office/drawing/2014/main" id="{A9BFF7DD-37CA-4B88-90B5-893B2F0B1DC1}"/>
                  </a:ext>
                </a:extLst>
              </p:cNvPr>
              <p:cNvSpPr txBox="1">
                <a:spLocks noChangeArrowheads="1"/>
              </p:cNvSpPr>
              <p:nvPr/>
            </p:nvSpPr>
            <p:spPr bwMode="auto">
              <a:xfrm>
                <a:off x="3552" y="1296"/>
                <a:ext cx="624" cy="912"/>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buClrTx/>
                  <a:buSzTx/>
                  <a:buFontTx/>
                  <a:buNone/>
                </a:pPr>
                <a:r>
                  <a:rPr kumimoji="1" lang="en-US" altLang="zh-CN" sz="1600" b="1">
                    <a:solidFill>
                      <a:schemeClr val="tx1"/>
                    </a:solidFill>
                    <a:latin typeface="Times New Roman" panose="02020603050405020304" pitchFamily="18" charset="0"/>
                  </a:rPr>
                  <a:t>  </a:t>
                </a:r>
              </a:p>
            </p:txBody>
          </p:sp>
          <p:sp>
            <p:nvSpPr>
              <p:cNvPr id="44" name="Line 42">
                <a:extLst>
                  <a:ext uri="{FF2B5EF4-FFF2-40B4-BE49-F238E27FC236}">
                    <a16:creationId xmlns:a16="http://schemas.microsoft.com/office/drawing/2014/main" id="{1E8C24F4-4D2B-044B-5CE0-CB9441FEBBA5}"/>
                  </a:ext>
                </a:extLst>
              </p:cNvPr>
              <p:cNvSpPr>
                <a:spLocks noChangeShapeType="1"/>
              </p:cNvSpPr>
              <p:nvPr/>
            </p:nvSpPr>
            <p:spPr bwMode="auto">
              <a:xfrm>
                <a:off x="3552" y="1488"/>
                <a:ext cx="62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5" name="Line 43">
                <a:extLst>
                  <a:ext uri="{FF2B5EF4-FFF2-40B4-BE49-F238E27FC236}">
                    <a16:creationId xmlns:a16="http://schemas.microsoft.com/office/drawing/2014/main" id="{5255BD72-88BA-610E-B037-3B7B1254C470}"/>
                  </a:ext>
                </a:extLst>
              </p:cNvPr>
              <p:cNvSpPr>
                <a:spLocks noChangeShapeType="1"/>
              </p:cNvSpPr>
              <p:nvPr/>
            </p:nvSpPr>
            <p:spPr bwMode="auto">
              <a:xfrm>
                <a:off x="3552" y="1680"/>
                <a:ext cx="62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6" name="Line 44">
                <a:extLst>
                  <a:ext uri="{FF2B5EF4-FFF2-40B4-BE49-F238E27FC236}">
                    <a16:creationId xmlns:a16="http://schemas.microsoft.com/office/drawing/2014/main" id="{365906D3-D3C3-AC78-16A6-43C961307E29}"/>
                  </a:ext>
                </a:extLst>
              </p:cNvPr>
              <p:cNvSpPr>
                <a:spLocks noChangeShapeType="1"/>
              </p:cNvSpPr>
              <p:nvPr/>
            </p:nvSpPr>
            <p:spPr bwMode="auto">
              <a:xfrm>
                <a:off x="3552" y="1872"/>
                <a:ext cx="62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33" name="Line 45">
              <a:extLst>
                <a:ext uri="{FF2B5EF4-FFF2-40B4-BE49-F238E27FC236}">
                  <a16:creationId xmlns:a16="http://schemas.microsoft.com/office/drawing/2014/main" id="{C551516D-36C6-CFB2-5E6B-97D69EFB3E02}"/>
                </a:ext>
              </a:extLst>
            </p:cNvPr>
            <p:cNvSpPr>
              <a:spLocks noChangeShapeType="1"/>
            </p:cNvSpPr>
            <p:nvPr/>
          </p:nvSpPr>
          <p:spPr bwMode="auto">
            <a:xfrm>
              <a:off x="3945" y="1736"/>
              <a:ext cx="21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4" name="Line 46">
              <a:extLst>
                <a:ext uri="{FF2B5EF4-FFF2-40B4-BE49-F238E27FC236}">
                  <a16:creationId xmlns:a16="http://schemas.microsoft.com/office/drawing/2014/main" id="{907123D4-B546-7AB4-0364-E651B43A0DD1}"/>
                </a:ext>
              </a:extLst>
            </p:cNvPr>
            <p:cNvSpPr>
              <a:spLocks noChangeShapeType="1"/>
            </p:cNvSpPr>
            <p:nvPr/>
          </p:nvSpPr>
          <p:spPr bwMode="auto">
            <a:xfrm flipV="1">
              <a:off x="4160" y="1321"/>
              <a:ext cx="0" cy="41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5" name="Line 47">
              <a:extLst>
                <a:ext uri="{FF2B5EF4-FFF2-40B4-BE49-F238E27FC236}">
                  <a16:creationId xmlns:a16="http://schemas.microsoft.com/office/drawing/2014/main" id="{7F7BCA4E-0719-0ADB-5330-F4D65A02CF87}"/>
                </a:ext>
              </a:extLst>
            </p:cNvPr>
            <p:cNvSpPr>
              <a:spLocks noChangeShapeType="1"/>
            </p:cNvSpPr>
            <p:nvPr/>
          </p:nvSpPr>
          <p:spPr bwMode="auto">
            <a:xfrm>
              <a:off x="4160" y="1321"/>
              <a:ext cx="258"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6" name="Text Box 48">
              <a:extLst>
                <a:ext uri="{FF2B5EF4-FFF2-40B4-BE49-F238E27FC236}">
                  <a16:creationId xmlns:a16="http://schemas.microsoft.com/office/drawing/2014/main" id="{FD435A7C-1DC6-63AB-31A5-4002510CEFD4}"/>
                </a:ext>
              </a:extLst>
            </p:cNvPr>
            <p:cNvSpPr txBox="1">
              <a:spLocks noChangeArrowheads="1"/>
            </p:cNvSpPr>
            <p:nvPr/>
          </p:nvSpPr>
          <p:spPr bwMode="auto">
            <a:xfrm>
              <a:off x="3431" y="2216"/>
              <a:ext cx="87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空闲区队列</a:t>
              </a:r>
            </a:p>
          </p:txBody>
        </p:sp>
        <p:sp>
          <p:nvSpPr>
            <p:cNvPr id="37" name="Text Box 55">
              <a:extLst>
                <a:ext uri="{FF2B5EF4-FFF2-40B4-BE49-F238E27FC236}">
                  <a16:creationId xmlns:a16="http://schemas.microsoft.com/office/drawing/2014/main" id="{810304B1-DBB1-E7B2-A584-8177E876885F}"/>
                </a:ext>
              </a:extLst>
            </p:cNvPr>
            <p:cNvSpPr txBox="1">
              <a:spLocks noChangeArrowheads="1"/>
            </p:cNvSpPr>
            <p:nvPr/>
          </p:nvSpPr>
          <p:spPr bwMode="auto">
            <a:xfrm>
              <a:off x="3461" y="1622"/>
              <a:ext cx="57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230KB</a:t>
              </a:r>
            </a:p>
          </p:txBody>
        </p:sp>
        <p:sp>
          <p:nvSpPr>
            <p:cNvPr id="38" name="Text Box 56">
              <a:extLst>
                <a:ext uri="{FF2B5EF4-FFF2-40B4-BE49-F238E27FC236}">
                  <a16:creationId xmlns:a16="http://schemas.microsoft.com/office/drawing/2014/main" id="{B1AAB4B8-0F79-A9CF-D079-1173E431C349}"/>
                </a:ext>
              </a:extLst>
            </p:cNvPr>
            <p:cNvSpPr txBox="1">
              <a:spLocks noChangeArrowheads="1"/>
            </p:cNvSpPr>
            <p:nvPr/>
          </p:nvSpPr>
          <p:spPr bwMode="auto">
            <a:xfrm>
              <a:off x="3607" y="1292"/>
              <a:ext cx="20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0</a:t>
              </a:r>
            </a:p>
          </p:txBody>
        </p:sp>
        <p:sp>
          <p:nvSpPr>
            <p:cNvPr id="39" name="Text Box 57">
              <a:extLst>
                <a:ext uri="{FF2B5EF4-FFF2-40B4-BE49-F238E27FC236}">
                  <a16:creationId xmlns:a16="http://schemas.microsoft.com/office/drawing/2014/main" id="{45A5108D-D6FF-E5EE-AF91-78AD64A06501}"/>
                </a:ext>
              </a:extLst>
            </p:cNvPr>
            <p:cNvSpPr txBox="1">
              <a:spLocks noChangeArrowheads="1"/>
            </p:cNvSpPr>
            <p:nvPr/>
          </p:nvSpPr>
          <p:spPr bwMode="auto">
            <a:xfrm>
              <a:off x="3499" y="1466"/>
              <a:ext cx="44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14KB</a:t>
              </a:r>
            </a:p>
          </p:txBody>
        </p:sp>
        <p:sp>
          <p:nvSpPr>
            <p:cNvPr id="40" name="Text Box 58">
              <a:extLst>
                <a:ext uri="{FF2B5EF4-FFF2-40B4-BE49-F238E27FC236}">
                  <a16:creationId xmlns:a16="http://schemas.microsoft.com/office/drawing/2014/main" id="{66A9D764-CF03-0A9D-C6ED-DAF989062258}"/>
                </a:ext>
              </a:extLst>
            </p:cNvPr>
            <p:cNvSpPr txBox="1">
              <a:spLocks noChangeArrowheads="1"/>
            </p:cNvSpPr>
            <p:nvPr/>
          </p:nvSpPr>
          <p:spPr bwMode="auto">
            <a:xfrm>
              <a:off x="4594" y="1283"/>
              <a:ext cx="20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0</a:t>
              </a:r>
            </a:p>
          </p:txBody>
        </p:sp>
        <p:sp>
          <p:nvSpPr>
            <p:cNvPr id="41" name="Text Box 59">
              <a:extLst>
                <a:ext uri="{FF2B5EF4-FFF2-40B4-BE49-F238E27FC236}">
                  <a16:creationId xmlns:a16="http://schemas.microsoft.com/office/drawing/2014/main" id="{26FDD46F-686B-7940-82C1-DE33A7E889C6}"/>
                </a:ext>
              </a:extLst>
            </p:cNvPr>
            <p:cNvSpPr txBox="1">
              <a:spLocks noChangeArrowheads="1"/>
            </p:cNvSpPr>
            <p:nvPr/>
          </p:nvSpPr>
          <p:spPr bwMode="auto">
            <a:xfrm>
              <a:off x="4477" y="1456"/>
              <a:ext cx="44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26KB</a:t>
              </a:r>
            </a:p>
          </p:txBody>
        </p:sp>
        <p:sp>
          <p:nvSpPr>
            <p:cNvPr id="42" name="Text Box 60">
              <a:extLst>
                <a:ext uri="{FF2B5EF4-FFF2-40B4-BE49-F238E27FC236}">
                  <a16:creationId xmlns:a16="http://schemas.microsoft.com/office/drawing/2014/main" id="{9BB93D79-7CB2-B0DB-E889-4B9292987DDB}"/>
                </a:ext>
              </a:extLst>
            </p:cNvPr>
            <p:cNvSpPr txBox="1">
              <a:spLocks noChangeArrowheads="1"/>
            </p:cNvSpPr>
            <p:nvPr/>
          </p:nvSpPr>
          <p:spPr bwMode="auto">
            <a:xfrm>
              <a:off x="4595" y="1630"/>
              <a:ext cx="20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400" b="1">
                  <a:solidFill>
                    <a:schemeClr val="tx1"/>
                  </a:solidFill>
                  <a:sym typeface="Symbol" panose="05050102010706020507" pitchFamily="18" charset="2"/>
                </a:rPr>
                <a:t></a:t>
              </a:r>
            </a:p>
          </p:txBody>
        </p:sp>
      </p:grpSp>
      <p:sp>
        <p:nvSpPr>
          <p:cNvPr id="51" name="Text Box 63">
            <a:extLst>
              <a:ext uri="{FF2B5EF4-FFF2-40B4-BE49-F238E27FC236}">
                <a16:creationId xmlns:a16="http://schemas.microsoft.com/office/drawing/2014/main" id="{16747E86-E15B-77D1-F344-6402312FE696}"/>
              </a:ext>
            </a:extLst>
          </p:cNvPr>
          <p:cNvSpPr txBox="1">
            <a:spLocks noChangeArrowheads="1"/>
          </p:cNvSpPr>
          <p:nvPr/>
        </p:nvSpPr>
        <p:spPr bwMode="auto">
          <a:xfrm>
            <a:off x="4645752" y="5345274"/>
            <a:ext cx="3116262"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a:solidFill>
                  <a:schemeClr val="tx1"/>
                </a:solidFill>
                <a:latin typeface="Times New Roman" panose="02020603050405020304" pitchFamily="18" charset="0"/>
              </a:rPr>
              <a:t>动态分区的空闲区队列结构</a:t>
            </a:r>
          </a:p>
        </p:txBody>
      </p:sp>
    </p:spTree>
    <p:extLst>
      <p:ext uri="{BB962C8B-B14F-4D97-AF65-F5344CB8AC3E}">
        <p14:creationId xmlns:p14="http://schemas.microsoft.com/office/powerpoint/2010/main" val="30377646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分区存储管理</a:t>
            </a:r>
          </a:p>
        </p:txBody>
      </p:sp>
      <p:sp>
        <p:nvSpPr>
          <p:cNvPr id="3" name="Rectangle 3">
            <a:extLst>
              <a:ext uri="{FF2B5EF4-FFF2-40B4-BE49-F238E27FC236}">
                <a16:creationId xmlns:a16="http://schemas.microsoft.com/office/drawing/2014/main" id="{C13E87E3-864A-F3CD-9F83-6C3266E488B2}"/>
              </a:ext>
            </a:extLst>
          </p:cNvPr>
          <p:cNvSpPr>
            <a:spLocks noChangeArrowheads="1"/>
          </p:cNvSpPr>
          <p:nvPr/>
        </p:nvSpPr>
        <p:spPr bwMode="auto">
          <a:xfrm>
            <a:off x="517648" y="865433"/>
            <a:ext cx="10754091" cy="5463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2.  </a:t>
            </a:r>
            <a:r>
              <a:rPr lang="zh-CN" altLang="en-US" sz="2800" b="1" dirty="0">
                <a:solidFill>
                  <a:srgbClr val="335F90"/>
                </a:solidFill>
                <a:latin typeface="Times New Roman" panose="02020603050405020304" pitchFamily="18" charset="0"/>
              </a:rPr>
              <a:t>分区的分配与回收</a:t>
            </a:r>
          </a:p>
          <a:p>
            <a:pPr marL="0" indent="0" algn="just">
              <a:lnSpc>
                <a:spcPct val="150000"/>
              </a:lnSpc>
              <a:spcBef>
                <a:spcPct val="20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分区分配思路</a:t>
            </a:r>
          </a:p>
          <a:p>
            <a:pPr lvl="1" eaLnBrk="1" hangingPunct="1">
              <a:lnSpc>
                <a:spcPct val="120000"/>
              </a:lnSpc>
              <a:spcBef>
                <a:spcPct val="20000"/>
              </a:spcBef>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①</a:t>
            </a:r>
            <a:r>
              <a:rPr lang="zh-CN" altLang="en-US" sz="2400" dirty="0">
                <a:solidFill>
                  <a:srgbClr val="000099"/>
                </a:solidFill>
                <a:effectLst/>
                <a:latin typeface="宋体" panose="02010600030101010101" pitchFamily="2" charset="-122"/>
              </a:rPr>
              <a:t> </a:t>
            </a:r>
            <a:r>
              <a:rPr lang="zh-CN" altLang="en-US" sz="2400" dirty="0">
                <a:solidFill>
                  <a:srgbClr val="000099"/>
                </a:solidFill>
                <a:effectLst/>
                <a:latin typeface="Times New Roman" panose="02020603050405020304" pitchFamily="18" charset="0"/>
              </a:rPr>
              <a:t>寻找空闲块</a:t>
            </a:r>
          </a:p>
          <a:p>
            <a:pPr lvl="1" eaLnBrk="1" hangingPunct="1">
              <a:lnSpc>
                <a:spcPct val="110000"/>
              </a:lnSpc>
              <a:spcBef>
                <a:spcPct val="1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依申请者所要求的主存区的大小，分区分配程序在自由</a:t>
            </a:r>
            <a:r>
              <a:rPr lang="zh-CN" altLang="en-US" sz="2400" b="0" dirty="0" smtClean="0">
                <a:solidFill>
                  <a:schemeClr val="tx1"/>
                </a:solidFill>
                <a:effectLst/>
                <a:latin typeface="Times New Roman" panose="02020603050405020304" pitchFamily="18" charset="0"/>
              </a:rPr>
              <a:t>主存</a:t>
            </a:r>
            <a:r>
              <a:rPr lang="zh-CN" altLang="en-US" sz="2400" b="0" dirty="0">
                <a:solidFill>
                  <a:schemeClr val="tx1"/>
                </a:solidFill>
                <a:effectLst/>
                <a:latin typeface="Times New Roman" panose="02020603050405020304" pitchFamily="18" charset="0"/>
              </a:rPr>
              <a:t>队列中找一个满足用户需要的空闲块；</a:t>
            </a:r>
          </a:p>
          <a:p>
            <a:pPr lvl="1" eaLnBrk="1" hangingPunct="1">
              <a:lnSpc>
                <a:spcPct val="120000"/>
              </a:lnSpc>
              <a:spcBef>
                <a:spcPct val="20000"/>
              </a:spcBef>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②</a:t>
            </a:r>
            <a:r>
              <a:rPr lang="zh-CN" altLang="en-US" sz="2400" dirty="0">
                <a:solidFill>
                  <a:srgbClr val="000099"/>
                </a:solidFill>
                <a:effectLst/>
                <a:latin typeface="宋体" panose="02010600030101010101" pitchFamily="2" charset="-122"/>
              </a:rPr>
              <a:t> </a:t>
            </a:r>
            <a:r>
              <a:rPr lang="zh-CN" altLang="en-US" sz="2400" dirty="0">
                <a:solidFill>
                  <a:srgbClr val="000099"/>
                </a:solidFill>
                <a:effectLst/>
                <a:latin typeface="Times New Roman" panose="02020603050405020304" pitchFamily="18" charset="0"/>
              </a:rPr>
              <a:t>若找到了所需的空闲区，有两种情况</a:t>
            </a:r>
          </a:p>
          <a:p>
            <a:pPr lvl="2" eaLnBrk="1" hangingPunct="1">
              <a:lnSpc>
                <a:spcPct val="110000"/>
              </a:lnSpc>
              <a:spcBef>
                <a:spcPct val="10000"/>
              </a:spcBef>
              <a:buClr>
                <a:schemeClr val="tx2"/>
              </a:buClr>
              <a:buSzPct val="95000"/>
              <a:buFont typeface="Wingdings" panose="05000000000000000000" pitchFamily="2" charset="2"/>
              <a:buNone/>
              <a:defRPr/>
            </a:pPr>
            <a:r>
              <a:rPr lang="en-US" altLang="zh-CN" b="0" dirty="0">
                <a:solidFill>
                  <a:schemeClr val="tx1"/>
                </a:solidFill>
                <a:effectLst/>
                <a:latin typeface="宋体" panose="02010600030101010101" pitchFamily="2" charset="-122"/>
              </a:rPr>
              <a:t>ⅰ </a:t>
            </a:r>
            <a:r>
              <a:rPr lang="zh-CN" altLang="en-US" b="0" dirty="0">
                <a:solidFill>
                  <a:schemeClr val="tx1"/>
                </a:solidFill>
                <a:effectLst/>
                <a:latin typeface="Times New Roman" panose="02020603050405020304" pitchFamily="18" charset="0"/>
              </a:rPr>
              <a:t>空闲区与要求的大小相等，将该空闲区分配并从队列</a:t>
            </a:r>
            <a:r>
              <a:rPr lang="zh-CN" altLang="en-US" b="0" dirty="0" smtClean="0">
                <a:solidFill>
                  <a:schemeClr val="tx1"/>
                </a:solidFill>
                <a:effectLst/>
                <a:latin typeface="Times New Roman" panose="02020603050405020304" pitchFamily="18" charset="0"/>
              </a:rPr>
              <a:t>中摘除</a:t>
            </a:r>
            <a:r>
              <a:rPr lang="zh-CN" altLang="en-US" b="0" dirty="0">
                <a:solidFill>
                  <a:schemeClr val="tx1"/>
                </a:solidFill>
                <a:effectLst/>
                <a:latin typeface="Times New Roman" panose="02020603050405020304" pitchFamily="18" charset="0"/>
              </a:rPr>
              <a:t>；</a:t>
            </a:r>
          </a:p>
          <a:p>
            <a:pPr lvl="2" eaLnBrk="1" hangingPunct="1">
              <a:lnSpc>
                <a:spcPct val="110000"/>
              </a:lnSpc>
              <a:spcBef>
                <a:spcPct val="10000"/>
              </a:spcBef>
              <a:buClr>
                <a:schemeClr val="tx2"/>
              </a:buClr>
              <a:buSzPct val="95000"/>
              <a:buFont typeface="Wingdings" panose="05000000000000000000" pitchFamily="2" charset="2"/>
              <a:buNone/>
              <a:defRPr/>
            </a:pPr>
            <a:r>
              <a:rPr lang="en-US" altLang="zh-CN" b="0" dirty="0">
                <a:solidFill>
                  <a:schemeClr val="tx1"/>
                </a:solidFill>
                <a:effectLst/>
                <a:latin typeface="宋体" panose="02010600030101010101" pitchFamily="2" charset="-122"/>
              </a:rPr>
              <a:t>ⅱ </a:t>
            </a:r>
            <a:r>
              <a:rPr lang="zh-CN" altLang="en-US" b="0" dirty="0">
                <a:solidFill>
                  <a:schemeClr val="tx1"/>
                </a:solidFill>
                <a:effectLst/>
                <a:latin typeface="Times New Roman" panose="02020603050405020304" pitchFamily="18" charset="0"/>
              </a:rPr>
              <a:t>空闲区大于所要求的的大小，将空闲区分为两部分：</a:t>
            </a:r>
            <a:r>
              <a:rPr lang="zh-CN" altLang="en-US" b="0" dirty="0" smtClean="0">
                <a:solidFill>
                  <a:schemeClr val="tx1"/>
                </a:solidFill>
                <a:effectLst/>
                <a:latin typeface="Times New Roman" panose="02020603050405020304" pitchFamily="18" charset="0"/>
              </a:rPr>
              <a:t>一部分</a:t>
            </a:r>
            <a:r>
              <a:rPr lang="zh-CN" altLang="en-US" b="0" dirty="0">
                <a:solidFill>
                  <a:schemeClr val="tx1"/>
                </a:solidFill>
                <a:effectLst/>
                <a:latin typeface="Times New Roman" panose="02020603050405020304" pitchFamily="18" charset="0"/>
              </a:rPr>
              <a:t>成为已分配区，建立已分配区的描述器；剩下</a:t>
            </a:r>
            <a:r>
              <a:rPr lang="zh-CN" altLang="en-US" b="0" dirty="0" smtClean="0">
                <a:solidFill>
                  <a:schemeClr val="tx1"/>
                </a:solidFill>
                <a:effectLst/>
                <a:latin typeface="Times New Roman" panose="02020603050405020304" pitchFamily="18" charset="0"/>
              </a:rPr>
              <a:t>部分仍</a:t>
            </a:r>
            <a:r>
              <a:rPr lang="zh-CN" altLang="en-US" b="0" dirty="0">
                <a:solidFill>
                  <a:schemeClr val="tx1"/>
                </a:solidFill>
                <a:effectLst/>
                <a:latin typeface="Times New Roman" panose="02020603050405020304" pitchFamily="18" charset="0"/>
              </a:rPr>
              <a:t>为空闲区。返回所分配区域的首址；</a:t>
            </a:r>
          </a:p>
          <a:p>
            <a:pPr lvl="1" eaLnBrk="1" hangingPunct="1">
              <a:lnSpc>
                <a:spcPct val="120000"/>
              </a:lnSpc>
              <a:spcBef>
                <a:spcPct val="20000"/>
              </a:spcBef>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③ 否则，告之不能满足要求。</a:t>
            </a:r>
          </a:p>
        </p:txBody>
      </p:sp>
    </p:spTree>
    <p:extLst>
      <p:ext uri="{BB962C8B-B14F-4D97-AF65-F5344CB8AC3E}">
        <p14:creationId xmlns:p14="http://schemas.microsoft.com/office/powerpoint/2010/main" val="42314049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分区存储管理</a:t>
            </a:r>
          </a:p>
        </p:txBody>
      </p:sp>
      <p:sp>
        <p:nvSpPr>
          <p:cNvPr id="3" name="Rectangle 3">
            <a:extLst>
              <a:ext uri="{FF2B5EF4-FFF2-40B4-BE49-F238E27FC236}">
                <a16:creationId xmlns:a16="http://schemas.microsoft.com/office/drawing/2014/main" id="{AE3C0090-D23B-8F8B-3C14-923D38497943}"/>
              </a:ext>
            </a:extLst>
          </p:cNvPr>
          <p:cNvSpPr>
            <a:spLocks noChangeArrowheads="1"/>
          </p:cNvSpPr>
          <p:nvPr/>
        </p:nvSpPr>
        <p:spPr bwMode="auto">
          <a:xfrm>
            <a:off x="487822" y="830079"/>
            <a:ext cx="8486775" cy="2847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分区回收思路</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①</a:t>
            </a:r>
            <a:r>
              <a:rPr lang="zh-CN" altLang="en-US" sz="2400" dirty="0">
                <a:solidFill>
                  <a:srgbClr val="000099"/>
                </a:solidFill>
                <a:effectLst/>
                <a:latin typeface="宋体" panose="02010600030101010101" pitchFamily="2" charset="-122"/>
              </a:rPr>
              <a:t> </a:t>
            </a:r>
            <a:r>
              <a:rPr lang="zh-CN" altLang="en-US" sz="2400" dirty="0">
                <a:solidFill>
                  <a:srgbClr val="000099"/>
                </a:solidFill>
                <a:effectLst/>
                <a:latin typeface="Times New Roman" panose="02020603050405020304" pitchFamily="18" charset="0"/>
              </a:rPr>
              <a:t>检查释放分区 </a:t>
            </a:r>
            <a:r>
              <a:rPr lang="en-US" altLang="zh-CN" sz="2400" dirty="0">
                <a:solidFill>
                  <a:srgbClr val="000099"/>
                </a:solidFill>
                <a:effectLst/>
                <a:latin typeface="Times New Roman" panose="02020603050405020304" pitchFamily="18" charset="0"/>
              </a:rPr>
              <a:t>(</a:t>
            </a:r>
            <a:r>
              <a:rPr lang="zh-CN" altLang="en-US" sz="2400" dirty="0">
                <a:solidFill>
                  <a:srgbClr val="000099"/>
                </a:solidFill>
                <a:effectLst/>
                <a:latin typeface="Times New Roman" panose="02020603050405020304" pitchFamily="18" charset="0"/>
              </a:rPr>
              <a:t>即为回收分区</a:t>
            </a:r>
            <a:r>
              <a:rPr lang="en-US" altLang="zh-CN" sz="2400" dirty="0">
                <a:solidFill>
                  <a:srgbClr val="000099"/>
                </a:solidFill>
                <a:effectLst/>
                <a:latin typeface="Times New Roman" panose="02020603050405020304" pitchFamily="18" charset="0"/>
              </a:rPr>
              <a:t>)</a:t>
            </a:r>
            <a:r>
              <a:rPr lang="zh-CN" altLang="en-US" sz="2400" dirty="0">
                <a:solidFill>
                  <a:srgbClr val="000099"/>
                </a:solidFill>
                <a:effectLst/>
                <a:latin typeface="Times New Roman" panose="02020603050405020304" pitchFamily="18" charset="0"/>
              </a:rPr>
              <a:t>在主存中的邻接情况</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若上、下邻接空闲区，则合并，成为一个连续的空闲区</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dirty="0">
                <a:solidFill>
                  <a:srgbClr val="000099"/>
                </a:solidFill>
                <a:effectLst/>
                <a:latin typeface="宋体" panose="02010600030101010101" pitchFamily="2" charset="-122"/>
              </a:rPr>
              <a:t>② </a:t>
            </a:r>
            <a:r>
              <a:rPr lang="zh-CN" altLang="en-US" sz="2400" dirty="0">
                <a:solidFill>
                  <a:srgbClr val="000099"/>
                </a:solidFill>
                <a:effectLst/>
                <a:latin typeface="Times New Roman" panose="02020603050405020304" pitchFamily="18" charset="0"/>
              </a:rPr>
              <a:t>若回收分区不与任何空闲区相邻接</a:t>
            </a:r>
            <a:endParaRPr lang="zh-CN" altLang="en-US" sz="2400" b="0" dirty="0">
              <a:solidFill>
                <a:schemeClr val="tx1"/>
              </a:solidFill>
              <a:effectLst/>
              <a:latin typeface="Times New Roman" panose="02020603050405020304" pitchFamily="18" charset="0"/>
            </a:endParaRPr>
          </a:p>
          <a:p>
            <a:pPr eaLnBrk="1" hangingPunct="1">
              <a:lnSpc>
                <a:spcPct val="120000"/>
              </a:lnSpc>
              <a:spcBef>
                <a:spcPct val="20000"/>
              </a:spcBef>
              <a:buClr>
                <a:schemeClr val="tx2"/>
              </a:buClr>
              <a:buSzPct val="95000"/>
              <a:buFont typeface="Wingdings" panose="05000000000000000000" pitchFamily="2" charset="2"/>
              <a:buNone/>
              <a:defRPr/>
            </a:pPr>
            <a:r>
              <a:rPr lang="zh-CN" altLang="en-US" sz="2800" b="0" dirty="0">
                <a:solidFill>
                  <a:schemeClr val="tx1"/>
                </a:solidFill>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建立一个新的空闲区，并加入到空闲区队列中。</a:t>
            </a:r>
          </a:p>
        </p:txBody>
      </p:sp>
    </p:spTree>
    <p:extLst>
      <p:ext uri="{BB962C8B-B14F-4D97-AF65-F5344CB8AC3E}">
        <p14:creationId xmlns:p14="http://schemas.microsoft.com/office/powerpoint/2010/main" val="38281097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分区存储管理</a:t>
            </a:r>
          </a:p>
        </p:txBody>
      </p:sp>
      <p:sp>
        <p:nvSpPr>
          <p:cNvPr id="3" name="Rectangle 3">
            <a:extLst>
              <a:ext uri="{FF2B5EF4-FFF2-40B4-BE49-F238E27FC236}">
                <a16:creationId xmlns:a16="http://schemas.microsoft.com/office/drawing/2014/main" id="{F81B6D89-7681-8E53-EE32-C11BFED60089}"/>
              </a:ext>
            </a:extLst>
          </p:cNvPr>
          <p:cNvSpPr>
            <a:spLocks noChangeArrowheads="1"/>
          </p:cNvSpPr>
          <p:nvPr/>
        </p:nvSpPr>
        <p:spPr bwMode="auto">
          <a:xfrm>
            <a:off x="472589" y="1025894"/>
            <a:ext cx="8375650" cy="433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3.  </a:t>
            </a:r>
            <a:r>
              <a:rPr lang="zh-CN" altLang="en-US" sz="2800" b="1" dirty="0">
                <a:solidFill>
                  <a:srgbClr val="335F90"/>
                </a:solidFill>
                <a:latin typeface="Times New Roman" panose="02020603050405020304" pitchFamily="18" charset="0"/>
              </a:rPr>
              <a:t>放置策略</a:t>
            </a:r>
          </a:p>
          <a:p>
            <a:pPr marL="0" indent="0" algn="just">
              <a:lnSpc>
                <a:spcPct val="150000"/>
              </a:lnSpc>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什么是放置策略</a:t>
            </a:r>
          </a:p>
          <a:p>
            <a:pPr eaLnBrk="1" hangingPunct="1">
              <a:lnSpc>
                <a:spcPct val="130000"/>
              </a:lnSpc>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选择空闲区的策略，称为放置策略。</a:t>
            </a:r>
          </a:p>
          <a:p>
            <a:pPr eaLnBrk="1" hangingPunct="1">
              <a:lnSpc>
                <a:spcPct val="130000"/>
              </a:lnSpc>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常用的放置策略</a:t>
            </a:r>
            <a:r>
              <a:rPr lang="en-US" altLang="zh-CN" sz="2400" b="0" dirty="0">
                <a:solidFill>
                  <a:schemeClr val="tx1"/>
                </a:solidFill>
                <a:effectLst/>
                <a:latin typeface="Times New Roman" panose="02020603050405020304" pitchFamily="18" charset="0"/>
              </a:rPr>
              <a:t>——</a:t>
            </a:r>
          </a:p>
          <a:p>
            <a:pPr eaLnBrk="1" hangingPunct="1">
              <a:lnSpc>
                <a:spcPct val="130000"/>
              </a:lnSpc>
              <a:buClr>
                <a:schemeClr val="tx2"/>
              </a:buClr>
              <a:buSzPct val="95000"/>
              <a:buFont typeface="Wingdings" panose="05000000000000000000" pitchFamily="2" charset="2"/>
              <a:buNone/>
              <a:defRPr/>
            </a:pPr>
            <a:r>
              <a:rPr lang="en-US" altLang="zh-CN" sz="2400" b="0" dirty="0">
                <a:solidFill>
                  <a:schemeClr val="tx1"/>
                </a:solidFill>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首次匹配 </a:t>
            </a:r>
            <a:r>
              <a:rPr lang="en-US" altLang="zh-CN" sz="2400" b="0" dirty="0">
                <a:solidFill>
                  <a:schemeClr val="tx1"/>
                </a:solidFill>
                <a:effectLst/>
                <a:latin typeface="Times New Roman" panose="02020603050405020304" pitchFamily="18" charset="0"/>
              </a:rPr>
              <a:t>(</a:t>
            </a:r>
            <a:r>
              <a:rPr lang="zh-CN" altLang="en-US" sz="2400" b="0" dirty="0">
                <a:solidFill>
                  <a:schemeClr val="tx1"/>
                </a:solidFill>
                <a:effectLst/>
                <a:latin typeface="Times New Roman" panose="02020603050405020304" pitchFamily="18" charset="0"/>
              </a:rPr>
              <a:t>首次适应算法</a:t>
            </a:r>
            <a:r>
              <a:rPr lang="en-US" altLang="zh-CN" sz="2400" b="0" dirty="0">
                <a:solidFill>
                  <a:schemeClr val="tx1"/>
                </a:solidFill>
                <a:effectLst/>
                <a:latin typeface="Times New Roman" panose="02020603050405020304" pitchFamily="18" charset="0"/>
              </a:rPr>
              <a:t>)</a:t>
            </a:r>
          </a:p>
          <a:p>
            <a:pPr eaLnBrk="1" hangingPunct="1">
              <a:lnSpc>
                <a:spcPct val="130000"/>
              </a:lnSpc>
              <a:buClr>
                <a:schemeClr val="tx2"/>
              </a:buClr>
              <a:buSzPct val="95000"/>
              <a:buFont typeface="Wingdings" panose="05000000000000000000" pitchFamily="2" charset="2"/>
              <a:buNone/>
              <a:defRPr/>
            </a:pPr>
            <a:r>
              <a:rPr lang="en-US" altLang="zh-CN" sz="2400" b="0" dirty="0">
                <a:solidFill>
                  <a:schemeClr val="tx1"/>
                </a:solidFill>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最佳匹配 </a:t>
            </a:r>
            <a:r>
              <a:rPr lang="en-US" altLang="zh-CN" sz="2400" b="0" dirty="0">
                <a:solidFill>
                  <a:schemeClr val="tx1"/>
                </a:solidFill>
                <a:effectLst/>
                <a:latin typeface="Times New Roman" panose="02020603050405020304" pitchFamily="18" charset="0"/>
              </a:rPr>
              <a:t>(</a:t>
            </a:r>
            <a:r>
              <a:rPr lang="zh-CN" altLang="en-US" sz="2400" b="0" dirty="0">
                <a:solidFill>
                  <a:schemeClr val="tx1"/>
                </a:solidFill>
                <a:effectLst/>
                <a:latin typeface="Times New Roman" panose="02020603050405020304" pitchFamily="18" charset="0"/>
              </a:rPr>
              <a:t>最佳适应算法</a:t>
            </a:r>
            <a:r>
              <a:rPr lang="en-US" altLang="zh-CN" sz="2400" b="0" dirty="0">
                <a:solidFill>
                  <a:schemeClr val="tx1"/>
                </a:solidFill>
                <a:effectLst/>
                <a:latin typeface="Times New Roman" panose="02020603050405020304" pitchFamily="18" charset="0"/>
              </a:rPr>
              <a:t>)</a:t>
            </a:r>
          </a:p>
          <a:p>
            <a:pPr eaLnBrk="1" hangingPunct="1">
              <a:lnSpc>
                <a:spcPct val="130000"/>
              </a:lnSpc>
              <a:buClr>
                <a:schemeClr val="tx2"/>
              </a:buClr>
              <a:buSzPct val="95000"/>
              <a:buFont typeface="Wingdings" panose="05000000000000000000" pitchFamily="2" charset="2"/>
              <a:buNone/>
              <a:defRPr/>
            </a:pPr>
            <a:r>
              <a:rPr lang="en-US" altLang="zh-CN" sz="2400" b="0" dirty="0">
                <a:solidFill>
                  <a:schemeClr val="tx1"/>
                </a:solidFill>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最坏匹配 </a:t>
            </a:r>
            <a:r>
              <a:rPr lang="en-US" altLang="zh-CN" sz="2400" b="0" dirty="0">
                <a:solidFill>
                  <a:schemeClr val="tx1"/>
                </a:solidFill>
                <a:effectLst/>
                <a:latin typeface="Times New Roman" panose="02020603050405020304" pitchFamily="18" charset="0"/>
              </a:rPr>
              <a:t>(</a:t>
            </a:r>
            <a:r>
              <a:rPr lang="zh-CN" altLang="en-US" sz="2400" b="0" dirty="0">
                <a:solidFill>
                  <a:schemeClr val="tx1"/>
                </a:solidFill>
                <a:effectLst/>
                <a:latin typeface="Times New Roman" panose="02020603050405020304" pitchFamily="18" charset="0"/>
              </a:rPr>
              <a:t>最坏适应算法</a:t>
            </a:r>
            <a:r>
              <a:rPr lang="en-US" altLang="zh-CN" sz="2400" b="0" dirty="0">
                <a:solidFill>
                  <a:schemeClr val="tx1"/>
                </a:solidFill>
                <a:effectLst/>
                <a:latin typeface="Times New Roman" panose="02020603050405020304" pitchFamily="18" charset="0"/>
              </a:rPr>
              <a:t>)</a:t>
            </a:r>
          </a:p>
        </p:txBody>
      </p:sp>
    </p:spTree>
    <p:extLst>
      <p:ext uri="{BB962C8B-B14F-4D97-AF65-F5344CB8AC3E}">
        <p14:creationId xmlns:p14="http://schemas.microsoft.com/office/powerpoint/2010/main" val="9062144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分区存储管理</a:t>
            </a:r>
          </a:p>
        </p:txBody>
      </p:sp>
      <p:sp>
        <p:nvSpPr>
          <p:cNvPr id="3" name="Rectangle 3">
            <a:extLst>
              <a:ext uri="{FF2B5EF4-FFF2-40B4-BE49-F238E27FC236}">
                <a16:creationId xmlns:a16="http://schemas.microsoft.com/office/drawing/2014/main" id="{CBD55AEF-7340-92BB-89BC-37D2B19498B1}"/>
              </a:ext>
            </a:extLst>
          </p:cNvPr>
          <p:cNvSpPr>
            <a:spLocks noChangeArrowheads="1"/>
          </p:cNvSpPr>
          <p:nvPr/>
        </p:nvSpPr>
        <p:spPr bwMode="auto">
          <a:xfrm>
            <a:off x="676598" y="830079"/>
            <a:ext cx="8715375" cy="2338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ct val="20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   (2) </a:t>
            </a:r>
            <a:r>
              <a:rPr lang="zh-CN" altLang="en-US" sz="2600" b="1" dirty="0">
                <a:solidFill>
                  <a:prstClr val="black"/>
                </a:solidFill>
                <a:effectLst/>
                <a:latin typeface="微软雅黑" panose="020B0503020204020204" pitchFamily="34" charset="-122"/>
                <a:ea typeface="微软雅黑" panose="020B0503020204020204" pitchFamily="34" charset="-122"/>
              </a:rPr>
              <a:t>首次适应算法</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800" dirty="0">
                <a:solidFill>
                  <a:srgbClr val="A50021"/>
                </a:solidFill>
                <a:latin typeface="Times New Roman" panose="02020603050405020304" pitchFamily="18" charset="0"/>
              </a:rPr>
              <a:t>   </a:t>
            </a:r>
            <a:r>
              <a:rPr lang="zh-CN" altLang="en-US" sz="2400" dirty="0">
                <a:solidFill>
                  <a:srgbClr val="000099"/>
                </a:solidFill>
                <a:effectLst/>
                <a:latin typeface="Times New Roman" panose="02020603050405020304" pitchFamily="18" charset="0"/>
              </a:rPr>
              <a:t>①</a:t>
            </a:r>
            <a:r>
              <a:rPr lang="zh-CN" altLang="en-US" sz="2400" dirty="0">
                <a:solidFill>
                  <a:srgbClr val="000099"/>
                </a:solidFill>
                <a:effectLst/>
                <a:latin typeface="宋体" panose="02010600030101010101" pitchFamily="2" charset="-122"/>
              </a:rPr>
              <a:t> </a:t>
            </a:r>
            <a:r>
              <a:rPr lang="zh-CN" altLang="en-US" sz="2400" dirty="0">
                <a:solidFill>
                  <a:srgbClr val="000099"/>
                </a:solidFill>
                <a:effectLst/>
                <a:latin typeface="Times New Roman" panose="02020603050405020304" pitchFamily="18" charset="0"/>
              </a:rPr>
              <a:t>什么是首次适应算法</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首次适应算法是将输入的程序放置到主存里第一个足够装 </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入它的地址最低的空闲区中。</a:t>
            </a:r>
          </a:p>
        </p:txBody>
      </p:sp>
      <p:sp>
        <p:nvSpPr>
          <p:cNvPr id="4" name="Text Box 6">
            <a:extLst>
              <a:ext uri="{FF2B5EF4-FFF2-40B4-BE49-F238E27FC236}">
                <a16:creationId xmlns:a16="http://schemas.microsoft.com/office/drawing/2014/main" id="{8158C33B-A48C-8DFB-F3CE-40FB758A4F0F}"/>
              </a:ext>
            </a:extLst>
          </p:cNvPr>
          <p:cNvSpPr txBox="1">
            <a:spLocks noChangeArrowheads="1"/>
          </p:cNvSpPr>
          <p:nvPr/>
        </p:nvSpPr>
        <p:spPr bwMode="auto">
          <a:xfrm>
            <a:off x="8384852" y="2762250"/>
            <a:ext cx="801688" cy="1333500"/>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程序</a:t>
            </a:r>
            <a:r>
              <a:rPr kumimoji="1" lang="en-US" altLang="zh-CN" sz="1600" b="1">
                <a:solidFill>
                  <a:schemeClr val="tx1"/>
                </a:solidFill>
                <a:latin typeface="Times New Roman" panose="02020603050405020304" pitchFamily="18" charset="0"/>
              </a:rPr>
              <a:t>A</a:t>
            </a: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18KB</a:t>
            </a:r>
          </a:p>
        </p:txBody>
      </p:sp>
      <p:sp>
        <p:nvSpPr>
          <p:cNvPr id="5" name="Rectangle 36">
            <a:extLst>
              <a:ext uri="{FF2B5EF4-FFF2-40B4-BE49-F238E27FC236}">
                <a16:creationId xmlns:a16="http://schemas.microsoft.com/office/drawing/2014/main" id="{F8578979-D2B1-1561-79B0-4FB03654BE56}"/>
              </a:ext>
            </a:extLst>
          </p:cNvPr>
          <p:cNvSpPr>
            <a:spLocks noChangeArrowheads="1"/>
          </p:cNvSpPr>
          <p:nvPr/>
        </p:nvSpPr>
        <p:spPr bwMode="auto">
          <a:xfrm>
            <a:off x="363860" y="3231967"/>
            <a:ext cx="8020991" cy="2529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20000"/>
              </a:lnSpc>
              <a:spcBef>
                <a:spcPct val="20000"/>
              </a:spcBef>
              <a:buFont typeface="Wingdings" panose="05000000000000000000" pitchFamily="2" charset="2"/>
              <a:buNone/>
            </a:pPr>
            <a:r>
              <a:rPr lang="en-US" altLang="zh-CN" sz="2400" dirty="0">
                <a:solidFill>
                  <a:srgbClr val="000099"/>
                </a:solidFill>
                <a:latin typeface="Times New Roman" panose="02020603050405020304" pitchFamily="18" charset="0"/>
              </a:rPr>
              <a:t>②</a:t>
            </a:r>
            <a:r>
              <a:rPr lang="en-US" altLang="zh-CN" sz="2400" dirty="0">
                <a:solidFill>
                  <a:srgbClr val="000099"/>
                </a:solidFill>
                <a:latin typeface="宋体" panose="02010600030101010101" pitchFamily="2" charset="-122"/>
              </a:rPr>
              <a:t> </a:t>
            </a:r>
            <a:r>
              <a:rPr lang="zh-CN" altLang="en-US" sz="2400" dirty="0">
                <a:solidFill>
                  <a:srgbClr val="000099"/>
                </a:solidFill>
                <a:latin typeface="Times New Roman" panose="02020603050405020304" pitchFamily="18" charset="0"/>
              </a:rPr>
              <a:t>空闲区队列结构</a:t>
            </a:r>
          </a:p>
          <a:p>
            <a:pPr lvl="1" eaLnBrk="1" hangingPunct="1">
              <a:lnSpc>
                <a:spcPct val="120000"/>
              </a:lnSpc>
              <a:spcBef>
                <a:spcPct val="20000"/>
              </a:spcBef>
              <a:buFont typeface="Wingdings" panose="05000000000000000000" pitchFamily="2" charset="2"/>
              <a:buNone/>
            </a:pPr>
            <a:r>
              <a:rPr lang="en-US" altLang="zh-CN" sz="2400" b="0" dirty="0">
                <a:solidFill>
                  <a:schemeClr val="tx1"/>
                </a:solidFill>
                <a:latin typeface="Times New Roman" panose="02020603050405020304" pitchFamily="18" charset="0"/>
              </a:rPr>
              <a:t>	  </a:t>
            </a:r>
            <a:r>
              <a:rPr lang="zh-CN" altLang="en-US" sz="2400" b="0" dirty="0">
                <a:solidFill>
                  <a:schemeClr val="tx1"/>
                </a:solidFill>
                <a:latin typeface="Times New Roman" panose="02020603050405020304" pitchFamily="18" charset="0"/>
              </a:rPr>
              <a:t>空闲区地址由低到高排序</a:t>
            </a:r>
          </a:p>
          <a:p>
            <a:pPr lvl="1" eaLnBrk="1" hangingPunct="1">
              <a:lnSpc>
                <a:spcPct val="120000"/>
              </a:lnSpc>
              <a:spcBef>
                <a:spcPct val="20000"/>
              </a:spcBef>
              <a:buFont typeface="Wingdings" panose="05000000000000000000" pitchFamily="2" charset="2"/>
              <a:buNone/>
            </a:pPr>
            <a:r>
              <a:rPr lang="zh-CN" altLang="en-US" sz="2400" dirty="0">
                <a:solidFill>
                  <a:srgbClr val="000099"/>
                </a:solidFill>
                <a:latin typeface="Times New Roman" panose="02020603050405020304" pitchFamily="18" charset="0"/>
              </a:rPr>
              <a:t>③</a:t>
            </a:r>
            <a:r>
              <a:rPr lang="zh-CN" altLang="en-US" sz="2400" dirty="0">
                <a:solidFill>
                  <a:srgbClr val="000099"/>
                </a:solidFill>
                <a:latin typeface="宋体" panose="02010600030101010101" pitchFamily="2" charset="-122"/>
              </a:rPr>
              <a:t> </a:t>
            </a:r>
            <a:r>
              <a:rPr lang="zh-CN" altLang="en-US" sz="2400" dirty="0">
                <a:solidFill>
                  <a:srgbClr val="000099"/>
                </a:solidFill>
                <a:latin typeface="Times New Roman" panose="02020603050405020304" pitchFamily="18" charset="0"/>
              </a:rPr>
              <a:t>首次适应算法的特点</a:t>
            </a:r>
          </a:p>
          <a:p>
            <a:pPr eaLnBrk="1" hangingPunct="1">
              <a:lnSpc>
                <a:spcPct val="12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              尽可能地利用存储器中低地址的空闲区，而</a:t>
            </a:r>
            <a:r>
              <a:rPr lang="zh-CN" altLang="en-US" sz="2400" b="0" dirty="0" smtClean="0">
                <a:solidFill>
                  <a:schemeClr val="tx1"/>
                </a:solidFill>
                <a:latin typeface="Times New Roman" panose="02020603050405020304" pitchFamily="18" charset="0"/>
              </a:rPr>
              <a:t>尽量</a:t>
            </a:r>
            <a:r>
              <a:rPr lang="zh-CN" altLang="en-US" sz="2400" b="0" dirty="0">
                <a:solidFill>
                  <a:schemeClr val="tx1"/>
                </a:solidFill>
                <a:latin typeface="Times New Roman" panose="02020603050405020304" pitchFamily="18" charset="0"/>
              </a:rPr>
              <a:t>保存高地址的空闲区。</a:t>
            </a:r>
          </a:p>
        </p:txBody>
      </p:sp>
      <p:sp>
        <p:nvSpPr>
          <p:cNvPr id="6" name="Line 7">
            <a:extLst>
              <a:ext uri="{FF2B5EF4-FFF2-40B4-BE49-F238E27FC236}">
                <a16:creationId xmlns:a16="http://schemas.microsoft.com/office/drawing/2014/main" id="{2509C395-50D8-8835-0AFD-183FCFB66BD3}"/>
              </a:ext>
            </a:extLst>
          </p:cNvPr>
          <p:cNvSpPr>
            <a:spLocks noChangeShapeType="1"/>
          </p:cNvSpPr>
          <p:nvPr/>
        </p:nvSpPr>
        <p:spPr bwMode="auto">
          <a:xfrm flipV="1">
            <a:off x="9172252" y="3006725"/>
            <a:ext cx="928688" cy="269875"/>
          </a:xfrm>
          <a:prstGeom prst="line">
            <a:avLst/>
          </a:prstGeom>
          <a:noFill/>
          <a:ln w="254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nvGrpSpPr>
          <p:cNvPr id="7" name="Group 43">
            <a:extLst>
              <a:ext uri="{FF2B5EF4-FFF2-40B4-BE49-F238E27FC236}">
                <a16:creationId xmlns:a16="http://schemas.microsoft.com/office/drawing/2014/main" id="{B8165623-5854-4436-B133-70C73A08E4A8}"/>
              </a:ext>
            </a:extLst>
          </p:cNvPr>
          <p:cNvGrpSpPr>
            <a:grpSpLocks/>
          </p:cNvGrpSpPr>
          <p:nvPr/>
        </p:nvGrpSpPr>
        <p:grpSpPr bwMode="auto">
          <a:xfrm>
            <a:off x="9218290" y="2320925"/>
            <a:ext cx="2297112" cy="3592513"/>
            <a:chOff x="3993" y="1434"/>
            <a:chExt cx="1447" cy="2263"/>
          </a:xfrm>
        </p:grpSpPr>
        <p:sp>
          <p:nvSpPr>
            <p:cNvPr id="8" name="Rectangle 9">
              <a:extLst>
                <a:ext uri="{FF2B5EF4-FFF2-40B4-BE49-F238E27FC236}">
                  <a16:creationId xmlns:a16="http://schemas.microsoft.com/office/drawing/2014/main" id="{B0DBBAEA-3968-322B-C5D7-CE098CFEA4B4}"/>
                </a:ext>
              </a:extLst>
            </p:cNvPr>
            <p:cNvSpPr>
              <a:spLocks noChangeArrowheads="1"/>
            </p:cNvSpPr>
            <p:nvPr/>
          </p:nvSpPr>
          <p:spPr bwMode="auto">
            <a:xfrm>
              <a:off x="4562" y="2175"/>
              <a:ext cx="874" cy="255"/>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9" name="Text Box 10">
              <a:extLst>
                <a:ext uri="{FF2B5EF4-FFF2-40B4-BE49-F238E27FC236}">
                  <a16:creationId xmlns:a16="http://schemas.microsoft.com/office/drawing/2014/main" id="{F34712E4-A7B8-FCA7-7546-554BF502D17A}"/>
                </a:ext>
              </a:extLst>
            </p:cNvPr>
            <p:cNvSpPr txBox="1">
              <a:spLocks noChangeArrowheads="1"/>
            </p:cNvSpPr>
            <p:nvPr/>
          </p:nvSpPr>
          <p:spPr bwMode="auto">
            <a:xfrm>
              <a:off x="4562" y="1537"/>
              <a:ext cx="874" cy="1914"/>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p>
          </p:txBody>
        </p:sp>
        <p:sp>
          <p:nvSpPr>
            <p:cNvPr id="10" name="Line 11">
              <a:extLst>
                <a:ext uri="{FF2B5EF4-FFF2-40B4-BE49-F238E27FC236}">
                  <a16:creationId xmlns:a16="http://schemas.microsoft.com/office/drawing/2014/main" id="{E47D8DE5-0E57-2656-FC0C-DECBD26E4D7A}"/>
                </a:ext>
              </a:extLst>
            </p:cNvPr>
            <p:cNvSpPr>
              <a:spLocks noChangeShapeType="1"/>
            </p:cNvSpPr>
            <p:nvPr/>
          </p:nvSpPr>
          <p:spPr bwMode="auto">
            <a:xfrm>
              <a:off x="4567" y="1770"/>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1" name="Text Box 12">
              <a:extLst>
                <a:ext uri="{FF2B5EF4-FFF2-40B4-BE49-F238E27FC236}">
                  <a16:creationId xmlns:a16="http://schemas.microsoft.com/office/drawing/2014/main" id="{1CC16C16-CD16-E40D-AC35-7B892C040828}"/>
                </a:ext>
              </a:extLst>
            </p:cNvPr>
            <p:cNvSpPr txBox="1">
              <a:spLocks noChangeArrowheads="1"/>
            </p:cNvSpPr>
            <p:nvPr/>
          </p:nvSpPr>
          <p:spPr bwMode="auto">
            <a:xfrm>
              <a:off x="4732" y="2844"/>
              <a:ext cx="53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在使用</a:t>
              </a:r>
            </a:p>
          </p:txBody>
        </p:sp>
        <p:sp>
          <p:nvSpPr>
            <p:cNvPr id="12" name="Line 13">
              <a:extLst>
                <a:ext uri="{FF2B5EF4-FFF2-40B4-BE49-F238E27FC236}">
                  <a16:creationId xmlns:a16="http://schemas.microsoft.com/office/drawing/2014/main" id="{B0E7752D-66D1-B892-3F25-0BCD283016DF}"/>
                </a:ext>
              </a:extLst>
            </p:cNvPr>
            <p:cNvSpPr>
              <a:spLocks noChangeShapeType="1"/>
            </p:cNvSpPr>
            <p:nvPr/>
          </p:nvSpPr>
          <p:spPr bwMode="auto">
            <a:xfrm>
              <a:off x="4567" y="1957"/>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3" name="Line 14">
              <a:extLst>
                <a:ext uri="{FF2B5EF4-FFF2-40B4-BE49-F238E27FC236}">
                  <a16:creationId xmlns:a16="http://schemas.microsoft.com/office/drawing/2014/main" id="{C8B06825-2F6E-58F4-4B2F-ED783682B608}"/>
                </a:ext>
              </a:extLst>
            </p:cNvPr>
            <p:cNvSpPr>
              <a:spLocks noChangeShapeType="1"/>
            </p:cNvSpPr>
            <p:nvPr/>
          </p:nvSpPr>
          <p:spPr bwMode="auto">
            <a:xfrm>
              <a:off x="4567" y="2424"/>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4" name="Text Box 15">
              <a:extLst>
                <a:ext uri="{FF2B5EF4-FFF2-40B4-BE49-F238E27FC236}">
                  <a16:creationId xmlns:a16="http://schemas.microsoft.com/office/drawing/2014/main" id="{36A7C74D-FCF0-B8D1-8CC3-36192F595001}"/>
                </a:ext>
              </a:extLst>
            </p:cNvPr>
            <p:cNvSpPr txBox="1">
              <a:spLocks noChangeArrowheads="1"/>
            </p:cNvSpPr>
            <p:nvPr/>
          </p:nvSpPr>
          <p:spPr bwMode="auto">
            <a:xfrm>
              <a:off x="4705" y="1957"/>
              <a:ext cx="66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在使用</a:t>
              </a:r>
            </a:p>
          </p:txBody>
        </p:sp>
        <p:sp>
          <p:nvSpPr>
            <p:cNvPr id="15" name="Line 16">
              <a:extLst>
                <a:ext uri="{FF2B5EF4-FFF2-40B4-BE49-F238E27FC236}">
                  <a16:creationId xmlns:a16="http://schemas.microsoft.com/office/drawing/2014/main" id="{C1A160BE-7C9E-0087-17FC-AFAA2336D272}"/>
                </a:ext>
              </a:extLst>
            </p:cNvPr>
            <p:cNvSpPr>
              <a:spLocks noChangeShapeType="1"/>
            </p:cNvSpPr>
            <p:nvPr/>
          </p:nvSpPr>
          <p:spPr bwMode="auto">
            <a:xfrm>
              <a:off x="4567" y="2657"/>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6" name="Text Box 17">
              <a:extLst>
                <a:ext uri="{FF2B5EF4-FFF2-40B4-BE49-F238E27FC236}">
                  <a16:creationId xmlns:a16="http://schemas.microsoft.com/office/drawing/2014/main" id="{ECF3B0B2-7FF8-579A-BB96-BE33C292DD32}"/>
                </a:ext>
              </a:extLst>
            </p:cNvPr>
            <p:cNvSpPr txBox="1">
              <a:spLocks noChangeArrowheads="1"/>
            </p:cNvSpPr>
            <p:nvPr/>
          </p:nvSpPr>
          <p:spPr bwMode="auto">
            <a:xfrm>
              <a:off x="4723" y="2424"/>
              <a:ext cx="54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在使用</a:t>
              </a:r>
            </a:p>
          </p:txBody>
        </p:sp>
        <p:sp>
          <p:nvSpPr>
            <p:cNvPr id="17" name="Line 18">
              <a:extLst>
                <a:ext uri="{FF2B5EF4-FFF2-40B4-BE49-F238E27FC236}">
                  <a16:creationId xmlns:a16="http://schemas.microsoft.com/office/drawing/2014/main" id="{AC378A82-EC9D-CD55-77F8-DF1011F63617}"/>
                </a:ext>
              </a:extLst>
            </p:cNvPr>
            <p:cNvSpPr>
              <a:spLocks noChangeShapeType="1"/>
            </p:cNvSpPr>
            <p:nvPr/>
          </p:nvSpPr>
          <p:spPr bwMode="auto">
            <a:xfrm>
              <a:off x="4567" y="2844"/>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8" name="Line 19">
              <a:extLst>
                <a:ext uri="{FF2B5EF4-FFF2-40B4-BE49-F238E27FC236}">
                  <a16:creationId xmlns:a16="http://schemas.microsoft.com/office/drawing/2014/main" id="{58CA6222-1234-B430-CB52-F881B95C9DD9}"/>
                </a:ext>
              </a:extLst>
            </p:cNvPr>
            <p:cNvSpPr>
              <a:spLocks noChangeShapeType="1"/>
            </p:cNvSpPr>
            <p:nvPr/>
          </p:nvSpPr>
          <p:spPr bwMode="auto">
            <a:xfrm>
              <a:off x="4567" y="3078"/>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9" name="Rectangle 20">
              <a:extLst>
                <a:ext uri="{FF2B5EF4-FFF2-40B4-BE49-F238E27FC236}">
                  <a16:creationId xmlns:a16="http://schemas.microsoft.com/office/drawing/2014/main" id="{075BCDC1-7437-EC1C-02BE-E9E1D0362195}"/>
                </a:ext>
              </a:extLst>
            </p:cNvPr>
            <p:cNvSpPr>
              <a:spLocks noChangeArrowheads="1"/>
            </p:cNvSpPr>
            <p:nvPr/>
          </p:nvSpPr>
          <p:spPr bwMode="auto">
            <a:xfrm>
              <a:off x="4558" y="1770"/>
              <a:ext cx="873" cy="187"/>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20" name="Text Box 21">
              <a:extLst>
                <a:ext uri="{FF2B5EF4-FFF2-40B4-BE49-F238E27FC236}">
                  <a16:creationId xmlns:a16="http://schemas.microsoft.com/office/drawing/2014/main" id="{9D8D1C27-C448-DDC1-D517-DE4163EF2A9B}"/>
                </a:ext>
              </a:extLst>
            </p:cNvPr>
            <p:cNvSpPr txBox="1">
              <a:spLocks noChangeArrowheads="1"/>
            </p:cNvSpPr>
            <p:nvPr/>
          </p:nvSpPr>
          <p:spPr bwMode="auto">
            <a:xfrm>
              <a:off x="4739" y="1752"/>
              <a:ext cx="513"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30KB</a:t>
              </a:r>
            </a:p>
          </p:txBody>
        </p:sp>
        <p:sp>
          <p:nvSpPr>
            <p:cNvPr id="21" name="Rectangle 22">
              <a:extLst>
                <a:ext uri="{FF2B5EF4-FFF2-40B4-BE49-F238E27FC236}">
                  <a16:creationId xmlns:a16="http://schemas.microsoft.com/office/drawing/2014/main" id="{DE9D2268-1B9E-3EA5-719B-D38729161A5F}"/>
                </a:ext>
              </a:extLst>
            </p:cNvPr>
            <p:cNvSpPr>
              <a:spLocks noChangeArrowheads="1"/>
            </p:cNvSpPr>
            <p:nvPr/>
          </p:nvSpPr>
          <p:spPr bwMode="auto">
            <a:xfrm>
              <a:off x="4558" y="2657"/>
              <a:ext cx="873" cy="187"/>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22" name="Text Box 23">
              <a:extLst>
                <a:ext uri="{FF2B5EF4-FFF2-40B4-BE49-F238E27FC236}">
                  <a16:creationId xmlns:a16="http://schemas.microsoft.com/office/drawing/2014/main" id="{362FCDAC-1B68-D4D8-0BCB-3435C3F97C6C}"/>
                </a:ext>
              </a:extLst>
            </p:cNvPr>
            <p:cNvSpPr txBox="1">
              <a:spLocks noChangeArrowheads="1"/>
            </p:cNvSpPr>
            <p:nvPr/>
          </p:nvSpPr>
          <p:spPr bwMode="auto">
            <a:xfrm>
              <a:off x="4817" y="2630"/>
              <a:ext cx="40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dirty="0">
                  <a:solidFill>
                    <a:schemeClr val="tx1"/>
                  </a:solidFill>
                  <a:latin typeface="Times New Roman" panose="02020603050405020304" pitchFamily="18" charset="0"/>
                </a:rPr>
                <a:t>5KB</a:t>
              </a:r>
            </a:p>
          </p:txBody>
        </p:sp>
        <p:sp>
          <p:nvSpPr>
            <p:cNvPr id="23" name="Rectangle 24">
              <a:extLst>
                <a:ext uri="{FF2B5EF4-FFF2-40B4-BE49-F238E27FC236}">
                  <a16:creationId xmlns:a16="http://schemas.microsoft.com/office/drawing/2014/main" id="{9267A71F-491B-7652-4F44-6A189B5EF8E5}"/>
                </a:ext>
              </a:extLst>
            </p:cNvPr>
            <p:cNvSpPr>
              <a:spLocks noChangeArrowheads="1"/>
            </p:cNvSpPr>
            <p:nvPr/>
          </p:nvSpPr>
          <p:spPr bwMode="auto">
            <a:xfrm>
              <a:off x="4558" y="3078"/>
              <a:ext cx="873" cy="373"/>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24" name="Text Box 25">
              <a:extLst>
                <a:ext uri="{FF2B5EF4-FFF2-40B4-BE49-F238E27FC236}">
                  <a16:creationId xmlns:a16="http://schemas.microsoft.com/office/drawing/2014/main" id="{AE5F1B6F-5EAE-6546-4087-4ECC96349553}"/>
                </a:ext>
              </a:extLst>
            </p:cNvPr>
            <p:cNvSpPr txBox="1">
              <a:spLocks noChangeArrowheads="1"/>
            </p:cNvSpPr>
            <p:nvPr/>
          </p:nvSpPr>
          <p:spPr bwMode="auto">
            <a:xfrm>
              <a:off x="4799" y="3171"/>
              <a:ext cx="51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46KB</a:t>
              </a:r>
            </a:p>
          </p:txBody>
        </p:sp>
        <p:sp>
          <p:nvSpPr>
            <p:cNvPr id="25" name="Line 26">
              <a:extLst>
                <a:ext uri="{FF2B5EF4-FFF2-40B4-BE49-F238E27FC236}">
                  <a16:creationId xmlns:a16="http://schemas.microsoft.com/office/drawing/2014/main" id="{891C9196-C907-07CD-BF38-C50B8FAF56DC}"/>
                </a:ext>
              </a:extLst>
            </p:cNvPr>
            <p:cNvSpPr>
              <a:spLocks noChangeShapeType="1"/>
            </p:cNvSpPr>
            <p:nvPr/>
          </p:nvSpPr>
          <p:spPr bwMode="auto">
            <a:xfrm>
              <a:off x="4562" y="2175"/>
              <a:ext cx="87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6" name="Text Box 27">
              <a:extLst>
                <a:ext uri="{FF2B5EF4-FFF2-40B4-BE49-F238E27FC236}">
                  <a16:creationId xmlns:a16="http://schemas.microsoft.com/office/drawing/2014/main" id="{945C645D-7EB3-FF86-8B55-234C1AE92EDA}"/>
                </a:ext>
              </a:extLst>
            </p:cNvPr>
            <p:cNvSpPr txBox="1">
              <a:spLocks noChangeArrowheads="1"/>
            </p:cNvSpPr>
            <p:nvPr/>
          </p:nvSpPr>
          <p:spPr bwMode="auto">
            <a:xfrm>
              <a:off x="4222" y="1434"/>
              <a:ext cx="4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0KB</a:t>
              </a:r>
            </a:p>
          </p:txBody>
        </p:sp>
        <p:sp>
          <p:nvSpPr>
            <p:cNvPr id="27" name="Text Box 28">
              <a:extLst>
                <a:ext uri="{FF2B5EF4-FFF2-40B4-BE49-F238E27FC236}">
                  <a16:creationId xmlns:a16="http://schemas.microsoft.com/office/drawing/2014/main" id="{6F9F965F-29DD-84F9-B070-6F21B9D3DE2B}"/>
                </a:ext>
              </a:extLst>
            </p:cNvPr>
            <p:cNvSpPr txBox="1">
              <a:spLocks noChangeArrowheads="1"/>
            </p:cNvSpPr>
            <p:nvPr/>
          </p:nvSpPr>
          <p:spPr bwMode="auto">
            <a:xfrm>
              <a:off x="4171" y="1647"/>
              <a:ext cx="45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20KB</a:t>
              </a:r>
            </a:p>
          </p:txBody>
        </p:sp>
        <p:sp>
          <p:nvSpPr>
            <p:cNvPr id="28" name="Text Box 29">
              <a:extLst>
                <a:ext uri="{FF2B5EF4-FFF2-40B4-BE49-F238E27FC236}">
                  <a16:creationId xmlns:a16="http://schemas.microsoft.com/office/drawing/2014/main" id="{F994167E-6DB2-02B3-4434-0AAA1872BBAA}"/>
                </a:ext>
              </a:extLst>
            </p:cNvPr>
            <p:cNvSpPr txBox="1">
              <a:spLocks noChangeArrowheads="1"/>
            </p:cNvSpPr>
            <p:nvPr/>
          </p:nvSpPr>
          <p:spPr bwMode="auto">
            <a:xfrm>
              <a:off x="4111" y="2045"/>
              <a:ext cx="53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100KB</a:t>
              </a:r>
            </a:p>
          </p:txBody>
        </p:sp>
        <p:sp>
          <p:nvSpPr>
            <p:cNvPr id="29" name="Rectangle 30">
              <a:extLst>
                <a:ext uri="{FF2B5EF4-FFF2-40B4-BE49-F238E27FC236}">
                  <a16:creationId xmlns:a16="http://schemas.microsoft.com/office/drawing/2014/main" id="{974369AC-C127-CA19-B47F-0E8086AA122A}"/>
                </a:ext>
              </a:extLst>
            </p:cNvPr>
            <p:cNvSpPr>
              <a:spLocks noChangeArrowheads="1"/>
            </p:cNvSpPr>
            <p:nvPr/>
          </p:nvSpPr>
          <p:spPr bwMode="auto">
            <a:xfrm>
              <a:off x="4562" y="2175"/>
              <a:ext cx="873" cy="255"/>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30" name="Text Box 31">
              <a:extLst>
                <a:ext uri="{FF2B5EF4-FFF2-40B4-BE49-F238E27FC236}">
                  <a16:creationId xmlns:a16="http://schemas.microsoft.com/office/drawing/2014/main" id="{A8E8491B-323E-18A2-DC0E-7779ADEFA975}"/>
                </a:ext>
              </a:extLst>
            </p:cNvPr>
            <p:cNvSpPr txBox="1">
              <a:spLocks noChangeArrowheads="1"/>
            </p:cNvSpPr>
            <p:nvPr/>
          </p:nvSpPr>
          <p:spPr bwMode="auto">
            <a:xfrm>
              <a:off x="4765" y="2196"/>
              <a:ext cx="51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20KB</a:t>
              </a:r>
            </a:p>
          </p:txBody>
        </p:sp>
        <p:sp>
          <p:nvSpPr>
            <p:cNvPr id="31" name="Text Box 32">
              <a:extLst>
                <a:ext uri="{FF2B5EF4-FFF2-40B4-BE49-F238E27FC236}">
                  <a16:creationId xmlns:a16="http://schemas.microsoft.com/office/drawing/2014/main" id="{BB872D4D-65C8-DE60-53C0-510E821E7187}"/>
                </a:ext>
              </a:extLst>
            </p:cNvPr>
            <p:cNvSpPr txBox="1">
              <a:spLocks noChangeArrowheads="1"/>
            </p:cNvSpPr>
            <p:nvPr/>
          </p:nvSpPr>
          <p:spPr bwMode="auto">
            <a:xfrm>
              <a:off x="4111" y="2539"/>
              <a:ext cx="51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160KB</a:t>
              </a:r>
            </a:p>
          </p:txBody>
        </p:sp>
        <p:sp>
          <p:nvSpPr>
            <p:cNvPr id="32" name="Text Box 33">
              <a:extLst>
                <a:ext uri="{FF2B5EF4-FFF2-40B4-BE49-F238E27FC236}">
                  <a16:creationId xmlns:a16="http://schemas.microsoft.com/office/drawing/2014/main" id="{C9941315-A2EB-21FE-F465-49F50B1FE53B}"/>
                </a:ext>
              </a:extLst>
            </p:cNvPr>
            <p:cNvSpPr txBox="1">
              <a:spLocks noChangeArrowheads="1"/>
            </p:cNvSpPr>
            <p:nvPr/>
          </p:nvSpPr>
          <p:spPr bwMode="auto">
            <a:xfrm>
              <a:off x="4120" y="2956"/>
              <a:ext cx="53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210KB</a:t>
              </a:r>
            </a:p>
          </p:txBody>
        </p:sp>
        <p:sp>
          <p:nvSpPr>
            <p:cNvPr id="33" name="Text Box 34">
              <a:extLst>
                <a:ext uri="{FF2B5EF4-FFF2-40B4-BE49-F238E27FC236}">
                  <a16:creationId xmlns:a16="http://schemas.microsoft.com/office/drawing/2014/main" id="{636AD5A0-6D37-D069-9B35-C28550064424}"/>
                </a:ext>
              </a:extLst>
            </p:cNvPr>
            <p:cNvSpPr txBox="1">
              <a:spLocks noChangeArrowheads="1"/>
            </p:cNvSpPr>
            <p:nvPr/>
          </p:nvSpPr>
          <p:spPr bwMode="auto">
            <a:xfrm>
              <a:off x="3993" y="3357"/>
              <a:ext cx="6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256KB</a:t>
              </a:r>
              <a:r>
                <a:rPr kumimoji="1" lang="en-US" altLang="zh-CN" sz="1600" b="1">
                  <a:solidFill>
                    <a:schemeClr val="tx1"/>
                  </a:solidFill>
                  <a:latin typeface="宋体" panose="02010600030101010101" pitchFamily="2" charset="-122"/>
                </a:rPr>
                <a:t>-</a:t>
              </a:r>
              <a:r>
                <a:rPr kumimoji="1" lang="en-US" altLang="zh-CN" sz="1600" b="1">
                  <a:solidFill>
                    <a:schemeClr val="tx1"/>
                  </a:solidFill>
                  <a:latin typeface="Times New Roman" panose="02020603050405020304" pitchFamily="18" charset="0"/>
                </a:rPr>
                <a:t>1</a:t>
              </a:r>
            </a:p>
          </p:txBody>
        </p:sp>
        <p:sp>
          <p:nvSpPr>
            <p:cNvPr id="34" name="Text Box 37">
              <a:extLst>
                <a:ext uri="{FF2B5EF4-FFF2-40B4-BE49-F238E27FC236}">
                  <a16:creationId xmlns:a16="http://schemas.microsoft.com/office/drawing/2014/main" id="{FDFF8B04-A452-F7C3-4475-1E4EAF66A7D0}"/>
                </a:ext>
              </a:extLst>
            </p:cNvPr>
            <p:cNvSpPr txBox="1">
              <a:spLocks noChangeArrowheads="1"/>
            </p:cNvSpPr>
            <p:nvPr/>
          </p:nvSpPr>
          <p:spPr bwMode="auto">
            <a:xfrm>
              <a:off x="4812" y="3485"/>
              <a:ext cx="46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主存</a:t>
              </a:r>
            </a:p>
          </p:txBody>
        </p:sp>
        <p:sp>
          <p:nvSpPr>
            <p:cNvPr id="35" name="Text Box 40">
              <a:extLst>
                <a:ext uri="{FF2B5EF4-FFF2-40B4-BE49-F238E27FC236}">
                  <a16:creationId xmlns:a16="http://schemas.microsoft.com/office/drawing/2014/main" id="{F97A9B98-B4C1-A101-8752-7EFA8FF7E890}"/>
                </a:ext>
              </a:extLst>
            </p:cNvPr>
            <p:cNvSpPr txBox="1">
              <a:spLocks noChangeArrowheads="1"/>
            </p:cNvSpPr>
            <p:nvPr/>
          </p:nvSpPr>
          <p:spPr bwMode="auto">
            <a:xfrm>
              <a:off x="4825" y="1498"/>
              <a:ext cx="3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2000" b="1">
                  <a:solidFill>
                    <a:schemeClr val="tx1"/>
                  </a:solidFill>
                  <a:latin typeface="Times New Roman" panose="02020603050405020304" pitchFamily="18" charset="0"/>
                </a:rPr>
                <a:t>os</a:t>
              </a:r>
            </a:p>
          </p:txBody>
        </p:sp>
      </p:grpSp>
      <p:sp>
        <p:nvSpPr>
          <p:cNvPr id="36" name="Text Box 44">
            <a:extLst>
              <a:ext uri="{FF2B5EF4-FFF2-40B4-BE49-F238E27FC236}">
                <a16:creationId xmlns:a16="http://schemas.microsoft.com/office/drawing/2014/main" id="{4347CEFC-B03E-A68A-4B42-C1DC7DA337CE}"/>
              </a:ext>
            </a:extLst>
          </p:cNvPr>
          <p:cNvSpPr txBox="1">
            <a:spLocks noChangeArrowheads="1"/>
          </p:cNvSpPr>
          <p:nvPr/>
        </p:nvSpPr>
        <p:spPr bwMode="auto">
          <a:xfrm>
            <a:off x="9083352" y="5975350"/>
            <a:ext cx="2128838" cy="6540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1">
                <a:solidFill>
                  <a:schemeClr val="tx1"/>
                </a:solidFill>
                <a:latin typeface="Times New Roman" panose="02020603050405020304" pitchFamily="18" charset="0"/>
              </a:rPr>
              <a:t>三种放置策略的图解</a:t>
            </a:r>
          </a:p>
          <a:p>
            <a:pPr eaLnBrk="1" hangingPunct="1">
              <a:lnSpc>
                <a:spcPct val="100000"/>
              </a:lnSpc>
              <a:buClrTx/>
              <a:buSzTx/>
              <a:buFontTx/>
              <a:buNone/>
            </a:pPr>
            <a:r>
              <a:rPr kumimoji="1" lang="zh-CN" altLang="en-US" sz="1600" b="1">
                <a:solidFill>
                  <a:schemeClr val="tx1"/>
                </a:solidFill>
                <a:latin typeface="Times New Roman" panose="02020603050405020304" pitchFamily="18" charset="0"/>
              </a:rPr>
              <a:t>   首次适应算法</a:t>
            </a:r>
          </a:p>
        </p:txBody>
      </p:sp>
    </p:spTree>
    <p:extLst>
      <p:ext uri="{BB962C8B-B14F-4D97-AF65-F5344CB8AC3E}">
        <p14:creationId xmlns:p14="http://schemas.microsoft.com/office/powerpoint/2010/main" val="36947312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分区存储管理</a:t>
            </a:r>
          </a:p>
        </p:txBody>
      </p:sp>
      <p:sp>
        <p:nvSpPr>
          <p:cNvPr id="3" name="Rectangle 3">
            <a:extLst>
              <a:ext uri="{FF2B5EF4-FFF2-40B4-BE49-F238E27FC236}">
                <a16:creationId xmlns:a16="http://schemas.microsoft.com/office/drawing/2014/main" id="{A7DD2614-CE96-0BAC-8A93-C01605629B86}"/>
              </a:ext>
            </a:extLst>
          </p:cNvPr>
          <p:cNvSpPr>
            <a:spLocks noChangeArrowheads="1"/>
          </p:cNvSpPr>
          <p:nvPr/>
        </p:nvSpPr>
        <p:spPr bwMode="auto">
          <a:xfrm>
            <a:off x="827707" y="830079"/>
            <a:ext cx="8375650" cy="2252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ct val="20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(3) </a:t>
            </a:r>
            <a:r>
              <a:rPr lang="zh-CN" altLang="en-US" sz="2600" b="1" dirty="0">
                <a:solidFill>
                  <a:prstClr val="black"/>
                </a:solidFill>
                <a:effectLst/>
                <a:latin typeface="微软雅黑" panose="020B0503020204020204" pitchFamily="34" charset="-122"/>
                <a:ea typeface="微软雅黑" panose="020B0503020204020204" pitchFamily="34" charset="-122"/>
              </a:rPr>
              <a:t>最佳适应算法</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①</a:t>
            </a:r>
            <a:r>
              <a:rPr lang="zh-CN" altLang="en-US" sz="2400" dirty="0">
                <a:solidFill>
                  <a:srgbClr val="000099"/>
                </a:solidFill>
                <a:effectLst/>
                <a:latin typeface="宋体" panose="02010600030101010101" pitchFamily="2" charset="-122"/>
              </a:rPr>
              <a:t> </a:t>
            </a:r>
            <a:r>
              <a:rPr lang="zh-CN" altLang="en-US" sz="2400" dirty="0">
                <a:solidFill>
                  <a:srgbClr val="000099"/>
                </a:solidFill>
                <a:effectLst/>
                <a:latin typeface="Times New Roman" panose="02020603050405020304" pitchFamily="18" charset="0"/>
              </a:rPr>
              <a:t>什么是最佳适应算法</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最佳适应算法是将输入的程序放置到主存中与它所需大小</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最接近的空闲区中。</a:t>
            </a:r>
          </a:p>
        </p:txBody>
      </p:sp>
      <p:sp>
        <p:nvSpPr>
          <p:cNvPr id="4" name="Text Box 5">
            <a:extLst>
              <a:ext uri="{FF2B5EF4-FFF2-40B4-BE49-F238E27FC236}">
                <a16:creationId xmlns:a16="http://schemas.microsoft.com/office/drawing/2014/main" id="{5D425E0E-C859-B04B-07FA-32C90135324A}"/>
              </a:ext>
            </a:extLst>
          </p:cNvPr>
          <p:cNvSpPr txBox="1">
            <a:spLocks noChangeArrowheads="1"/>
          </p:cNvSpPr>
          <p:nvPr/>
        </p:nvSpPr>
        <p:spPr bwMode="auto">
          <a:xfrm>
            <a:off x="8233743" y="2676085"/>
            <a:ext cx="801688" cy="1333500"/>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程序</a:t>
            </a:r>
            <a:r>
              <a:rPr kumimoji="1" lang="en-US" altLang="zh-CN" sz="1600" b="1">
                <a:solidFill>
                  <a:schemeClr val="tx1"/>
                </a:solidFill>
                <a:latin typeface="Times New Roman" panose="02020603050405020304" pitchFamily="18" charset="0"/>
              </a:rPr>
              <a:t>A</a:t>
            </a: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18KB</a:t>
            </a:r>
          </a:p>
        </p:txBody>
      </p:sp>
      <p:sp>
        <p:nvSpPr>
          <p:cNvPr id="5" name="Rectangle 34">
            <a:extLst>
              <a:ext uri="{FF2B5EF4-FFF2-40B4-BE49-F238E27FC236}">
                <a16:creationId xmlns:a16="http://schemas.microsoft.com/office/drawing/2014/main" id="{78B9E6C6-729A-DEAA-FC0D-77D11776AE0A}"/>
              </a:ext>
            </a:extLst>
          </p:cNvPr>
          <p:cNvSpPr>
            <a:spLocks noChangeArrowheads="1"/>
          </p:cNvSpPr>
          <p:nvPr/>
        </p:nvSpPr>
        <p:spPr bwMode="auto">
          <a:xfrm>
            <a:off x="272081" y="2960504"/>
            <a:ext cx="7758461" cy="2640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30000"/>
              </a:lnSpc>
              <a:buFont typeface="Wingdings" panose="05000000000000000000" pitchFamily="2" charset="2"/>
              <a:buNone/>
            </a:pPr>
            <a:r>
              <a:rPr lang="en-US" altLang="zh-CN" sz="2400" dirty="0">
                <a:solidFill>
                  <a:srgbClr val="000099"/>
                </a:solidFill>
                <a:latin typeface="Times New Roman" panose="02020603050405020304" pitchFamily="18" charset="0"/>
              </a:rPr>
              <a:t>②</a:t>
            </a:r>
            <a:r>
              <a:rPr lang="en-US" altLang="zh-CN" sz="2400" dirty="0">
                <a:solidFill>
                  <a:srgbClr val="000099"/>
                </a:solidFill>
                <a:latin typeface="宋体" panose="02010600030101010101" pitchFamily="2" charset="-122"/>
              </a:rPr>
              <a:t> </a:t>
            </a:r>
            <a:r>
              <a:rPr lang="zh-CN" altLang="en-US" sz="2400" dirty="0">
                <a:solidFill>
                  <a:srgbClr val="000099"/>
                </a:solidFill>
                <a:latin typeface="Times New Roman" panose="02020603050405020304" pitchFamily="18" charset="0"/>
              </a:rPr>
              <a:t>空闲区队列结构 </a:t>
            </a:r>
          </a:p>
          <a:p>
            <a:pPr lvl="1" eaLnBrk="1" hangingPunct="1">
              <a:lnSpc>
                <a:spcPct val="12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      空闲区大小由小到大排序</a:t>
            </a:r>
          </a:p>
          <a:p>
            <a:pPr lvl="1" eaLnBrk="1" hangingPunct="1">
              <a:lnSpc>
                <a:spcPct val="130000"/>
              </a:lnSpc>
              <a:buFont typeface="Wingdings" panose="05000000000000000000" pitchFamily="2" charset="2"/>
              <a:buNone/>
            </a:pPr>
            <a:r>
              <a:rPr lang="zh-CN" altLang="en-US" sz="2400" dirty="0">
                <a:solidFill>
                  <a:srgbClr val="000099"/>
                </a:solidFill>
                <a:latin typeface="Times New Roman" panose="02020603050405020304" pitchFamily="18" charset="0"/>
              </a:rPr>
              <a:t>③ 最佳适应算法的特点</a:t>
            </a:r>
          </a:p>
          <a:p>
            <a:pPr eaLnBrk="1" hangingPunct="1">
              <a:lnSpc>
                <a:spcPct val="12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              尽可能地利用存储器中小的空闲区，而</a:t>
            </a:r>
            <a:r>
              <a:rPr lang="zh-CN" altLang="en-US" sz="2400" b="0" dirty="0" smtClean="0">
                <a:solidFill>
                  <a:schemeClr val="tx1"/>
                </a:solidFill>
                <a:latin typeface="Times New Roman" panose="02020603050405020304" pitchFamily="18" charset="0"/>
              </a:rPr>
              <a:t>尽量保存</a:t>
            </a:r>
            <a:r>
              <a:rPr lang="zh-CN" altLang="en-US" sz="2400" b="0" dirty="0">
                <a:solidFill>
                  <a:schemeClr val="tx1"/>
                </a:solidFill>
                <a:latin typeface="Times New Roman" panose="02020603050405020304" pitchFamily="18" charset="0"/>
              </a:rPr>
              <a:t>大的空闲区。</a:t>
            </a:r>
          </a:p>
        </p:txBody>
      </p:sp>
      <p:sp>
        <p:nvSpPr>
          <p:cNvPr id="6" name="Line 35">
            <a:extLst>
              <a:ext uri="{FF2B5EF4-FFF2-40B4-BE49-F238E27FC236}">
                <a16:creationId xmlns:a16="http://schemas.microsoft.com/office/drawing/2014/main" id="{8DCF10EC-CB7B-511A-C380-360728F8F98E}"/>
              </a:ext>
            </a:extLst>
          </p:cNvPr>
          <p:cNvSpPr>
            <a:spLocks noChangeShapeType="1"/>
          </p:cNvSpPr>
          <p:nvPr/>
        </p:nvSpPr>
        <p:spPr bwMode="auto">
          <a:xfrm>
            <a:off x="8919543" y="3412685"/>
            <a:ext cx="1038225" cy="265113"/>
          </a:xfrm>
          <a:prstGeom prst="line">
            <a:avLst/>
          </a:prstGeom>
          <a:noFill/>
          <a:ln w="254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nvGrpSpPr>
          <p:cNvPr id="7" name="Group 38">
            <a:extLst>
              <a:ext uri="{FF2B5EF4-FFF2-40B4-BE49-F238E27FC236}">
                <a16:creationId xmlns:a16="http://schemas.microsoft.com/office/drawing/2014/main" id="{DA5FB985-E25A-B356-A89D-DE4B250E6DAD}"/>
              </a:ext>
            </a:extLst>
          </p:cNvPr>
          <p:cNvGrpSpPr>
            <a:grpSpLocks/>
          </p:cNvGrpSpPr>
          <p:nvPr/>
        </p:nvGrpSpPr>
        <p:grpSpPr bwMode="auto">
          <a:xfrm>
            <a:off x="9067181" y="2234760"/>
            <a:ext cx="2297112" cy="3592513"/>
            <a:chOff x="3993" y="1434"/>
            <a:chExt cx="1447" cy="2263"/>
          </a:xfrm>
        </p:grpSpPr>
        <p:sp>
          <p:nvSpPr>
            <p:cNvPr id="8" name="Rectangle 39">
              <a:extLst>
                <a:ext uri="{FF2B5EF4-FFF2-40B4-BE49-F238E27FC236}">
                  <a16:creationId xmlns:a16="http://schemas.microsoft.com/office/drawing/2014/main" id="{3F82F0F8-81E9-F2C3-6926-AB9DFF2354E1}"/>
                </a:ext>
              </a:extLst>
            </p:cNvPr>
            <p:cNvSpPr>
              <a:spLocks noChangeArrowheads="1"/>
            </p:cNvSpPr>
            <p:nvPr/>
          </p:nvSpPr>
          <p:spPr bwMode="auto">
            <a:xfrm>
              <a:off x="4562" y="2175"/>
              <a:ext cx="874" cy="255"/>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9" name="Text Box 40">
              <a:extLst>
                <a:ext uri="{FF2B5EF4-FFF2-40B4-BE49-F238E27FC236}">
                  <a16:creationId xmlns:a16="http://schemas.microsoft.com/office/drawing/2014/main" id="{4AD9CCF7-57C9-9F7F-E63D-43EFD96D9185}"/>
                </a:ext>
              </a:extLst>
            </p:cNvPr>
            <p:cNvSpPr txBox="1">
              <a:spLocks noChangeArrowheads="1"/>
            </p:cNvSpPr>
            <p:nvPr/>
          </p:nvSpPr>
          <p:spPr bwMode="auto">
            <a:xfrm>
              <a:off x="4562" y="1537"/>
              <a:ext cx="874" cy="1914"/>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p>
          </p:txBody>
        </p:sp>
        <p:sp>
          <p:nvSpPr>
            <p:cNvPr id="10" name="Line 41">
              <a:extLst>
                <a:ext uri="{FF2B5EF4-FFF2-40B4-BE49-F238E27FC236}">
                  <a16:creationId xmlns:a16="http://schemas.microsoft.com/office/drawing/2014/main" id="{74EB5A2D-09E3-36E9-607F-A9CF94B0F7E6}"/>
                </a:ext>
              </a:extLst>
            </p:cNvPr>
            <p:cNvSpPr>
              <a:spLocks noChangeShapeType="1"/>
            </p:cNvSpPr>
            <p:nvPr/>
          </p:nvSpPr>
          <p:spPr bwMode="auto">
            <a:xfrm>
              <a:off x="4567" y="1770"/>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1" name="Text Box 42">
              <a:extLst>
                <a:ext uri="{FF2B5EF4-FFF2-40B4-BE49-F238E27FC236}">
                  <a16:creationId xmlns:a16="http://schemas.microsoft.com/office/drawing/2014/main" id="{F53E673D-FE5B-159C-5AA8-BBB8ACDA33B8}"/>
                </a:ext>
              </a:extLst>
            </p:cNvPr>
            <p:cNvSpPr txBox="1">
              <a:spLocks noChangeArrowheads="1"/>
            </p:cNvSpPr>
            <p:nvPr/>
          </p:nvSpPr>
          <p:spPr bwMode="auto">
            <a:xfrm>
              <a:off x="4732" y="2844"/>
              <a:ext cx="53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在使用</a:t>
              </a:r>
            </a:p>
          </p:txBody>
        </p:sp>
        <p:sp>
          <p:nvSpPr>
            <p:cNvPr id="12" name="Line 43">
              <a:extLst>
                <a:ext uri="{FF2B5EF4-FFF2-40B4-BE49-F238E27FC236}">
                  <a16:creationId xmlns:a16="http://schemas.microsoft.com/office/drawing/2014/main" id="{3DCA2C5E-4816-8A2F-C62E-B29C2FA77225}"/>
                </a:ext>
              </a:extLst>
            </p:cNvPr>
            <p:cNvSpPr>
              <a:spLocks noChangeShapeType="1"/>
            </p:cNvSpPr>
            <p:nvPr/>
          </p:nvSpPr>
          <p:spPr bwMode="auto">
            <a:xfrm>
              <a:off x="4567" y="1957"/>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3" name="Line 44">
              <a:extLst>
                <a:ext uri="{FF2B5EF4-FFF2-40B4-BE49-F238E27FC236}">
                  <a16:creationId xmlns:a16="http://schemas.microsoft.com/office/drawing/2014/main" id="{7E434C23-4B6D-6A97-4272-2C0D4F1C7273}"/>
                </a:ext>
              </a:extLst>
            </p:cNvPr>
            <p:cNvSpPr>
              <a:spLocks noChangeShapeType="1"/>
            </p:cNvSpPr>
            <p:nvPr/>
          </p:nvSpPr>
          <p:spPr bwMode="auto">
            <a:xfrm>
              <a:off x="4567" y="2424"/>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4" name="Text Box 45">
              <a:extLst>
                <a:ext uri="{FF2B5EF4-FFF2-40B4-BE49-F238E27FC236}">
                  <a16:creationId xmlns:a16="http://schemas.microsoft.com/office/drawing/2014/main" id="{C44CFA5C-B998-5664-845B-0AF221E20930}"/>
                </a:ext>
              </a:extLst>
            </p:cNvPr>
            <p:cNvSpPr txBox="1">
              <a:spLocks noChangeArrowheads="1"/>
            </p:cNvSpPr>
            <p:nvPr/>
          </p:nvSpPr>
          <p:spPr bwMode="auto">
            <a:xfrm>
              <a:off x="4705" y="1957"/>
              <a:ext cx="66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在使用</a:t>
              </a:r>
            </a:p>
          </p:txBody>
        </p:sp>
        <p:sp>
          <p:nvSpPr>
            <p:cNvPr id="15" name="Line 46">
              <a:extLst>
                <a:ext uri="{FF2B5EF4-FFF2-40B4-BE49-F238E27FC236}">
                  <a16:creationId xmlns:a16="http://schemas.microsoft.com/office/drawing/2014/main" id="{B37E335B-12DE-7138-5D94-8253B411B54E}"/>
                </a:ext>
              </a:extLst>
            </p:cNvPr>
            <p:cNvSpPr>
              <a:spLocks noChangeShapeType="1"/>
            </p:cNvSpPr>
            <p:nvPr/>
          </p:nvSpPr>
          <p:spPr bwMode="auto">
            <a:xfrm>
              <a:off x="4567" y="2657"/>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6" name="Text Box 47">
              <a:extLst>
                <a:ext uri="{FF2B5EF4-FFF2-40B4-BE49-F238E27FC236}">
                  <a16:creationId xmlns:a16="http://schemas.microsoft.com/office/drawing/2014/main" id="{3ED87F2B-EA51-47FA-6E5B-6E1C84996D6C}"/>
                </a:ext>
              </a:extLst>
            </p:cNvPr>
            <p:cNvSpPr txBox="1">
              <a:spLocks noChangeArrowheads="1"/>
            </p:cNvSpPr>
            <p:nvPr/>
          </p:nvSpPr>
          <p:spPr bwMode="auto">
            <a:xfrm>
              <a:off x="4723" y="2424"/>
              <a:ext cx="54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在使用</a:t>
              </a:r>
            </a:p>
          </p:txBody>
        </p:sp>
        <p:sp>
          <p:nvSpPr>
            <p:cNvPr id="17" name="Line 48">
              <a:extLst>
                <a:ext uri="{FF2B5EF4-FFF2-40B4-BE49-F238E27FC236}">
                  <a16:creationId xmlns:a16="http://schemas.microsoft.com/office/drawing/2014/main" id="{0D0A0E27-ED5C-CC76-6143-09539760734A}"/>
                </a:ext>
              </a:extLst>
            </p:cNvPr>
            <p:cNvSpPr>
              <a:spLocks noChangeShapeType="1"/>
            </p:cNvSpPr>
            <p:nvPr/>
          </p:nvSpPr>
          <p:spPr bwMode="auto">
            <a:xfrm>
              <a:off x="4567" y="2844"/>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8" name="Line 49">
              <a:extLst>
                <a:ext uri="{FF2B5EF4-FFF2-40B4-BE49-F238E27FC236}">
                  <a16:creationId xmlns:a16="http://schemas.microsoft.com/office/drawing/2014/main" id="{E5ECFA24-ACCC-E689-8536-28C50354EA05}"/>
                </a:ext>
              </a:extLst>
            </p:cNvPr>
            <p:cNvSpPr>
              <a:spLocks noChangeShapeType="1"/>
            </p:cNvSpPr>
            <p:nvPr/>
          </p:nvSpPr>
          <p:spPr bwMode="auto">
            <a:xfrm>
              <a:off x="4567" y="3078"/>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9" name="Rectangle 50">
              <a:extLst>
                <a:ext uri="{FF2B5EF4-FFF2-40B4-BE49-F238E27FC236}">
                  <a16:creationId xmlns:a16="http://schemas.microsoft.com/office/drawing/2014/main" id="{7339E31C-CCEF-A6B8-E93B-0917B2F4A372}"/>
                </a:ext>
              </a:extLst>
            </p:cNvPr>
            <p:cNvSpPr>
              <a:spLocks noChangeArrowheads="1"/>
            </p:cNvSpPr>
            <p:nvPr/>
          </p:nvSpPr>
          <p:spPr bwMode="auto">
            <a:xfrm>
              <a:off x="4558" y="1770"/>
              <a:ext cx="873" cy="187"/>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20" name="Text Box 51">
              <a:extLst>
                <a:ext uri="{FF2B5EF4-FFF2-40B4-BE49-F238E27FC236}">
                  <a16:creationId xmlns:a16="http://schemas.microsoft.com/office/drawing/2014/main" id="{16E7C39F-AC9B-28EB-8EC3-CA73BDED9B43}"/>
                </a:ext>
              </a:extLst>
            </p:cNvPr>
            <p:cNvSpPr txBox="1">
              <a:spLocks noChangeArrowheads="1"/>
            </p:cNvSpPr>
            <p:nvPr/>
          </p:nvSpPr>
          <p:spPr bwMode="auto">
            <a:xfrm>
              <a:off x="4739" y="1752"/>
              <a:ext cx="513"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30KB</a:t>
              </a:r>
            </a:p>
          </p:txBody>
        </p:sp>
        <p:sp>
          <p:nvSpPr>
            <p:cNvPr id="21" name="Rectangle 52">
              <a:extLst>
                <a:ext uri="{FF2B5EF4-FFF2-40B4-BE49-F238E27FC236}">
                  <a16:creationId xmlns:a16="http://schemas.microsoft.com/office/drawing/2014/main" id="{B5629B0D-FED4-EBED-7394-6D274A8A5227}"/>
                </a:ext>
              </a:extLst>
            </p:cNvPr>
            <p:cNvSpPr>
              <a:spLocks noChangeArrowheads="1"/>
            </p:cNvSpPr>
            <p:nvPr/>
          </p:nvSpPr>
          <p:spPr bwMode="auto">
            <a:xfrm>
              <a:off x="4558" y="2657"/>
              <a:ext cx="873" cy="187"/>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22" name="Text Box 53">
              <a:extLst>
                <a:ext uri="{FF2B5EF4-FFF2-40B4-BE49-F238E27FC236}">
                  <a16:creationId xmlns:a16="http://schemas.microsoft.com/office/drawing/2014/main" id="{42336574-1F9E-160F-A2E6-426288727C94}"/>
                </a:ext>
              </a:extLst>
            </p:cNvPr>
            <p:cNvSpPr txBox="1">
              <a:spLocks noChangeArrowheads="1"/>
            </p:cNvSpPr>
            <p:nvPr/>
          </p:nvSpPr>
          <p:spPr bwMode="auto">
            <a:xfrm>
              <a:off x="4817" y="2630"/>
              <a:ext cx="40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5KB</a:t>
              </a:r>
            </a:p>
          </p:txBody>
        </p:sp>
        <p:sp>
          <p:nvSpPr>
            <p:cNvPr id="23" name="Rectangle 54">
              <a:extLst>
                <a:ext uri="{FF2B5EF4-FFF2-40B4-BE49-F238E27FC236}">
                  <a16:creationId xmlns:a16="http://schemas.microsoft.com/office/drawing/2014/main" id="{25C00367-0029-612E-7F79-4D040FC4FE6E}"/>
                </a:ext>
              </a:extLst>
            </p:cNvPr>
            <p:cNvSpPr>
              <a:spLocks noChangeArrowheads="1"/>
            </p:cNvSpPr>
            <p:nvPr/>
          </p:nvSpPr>
          <p:spPr bwMode="auto">
            <a:xfrm>
              <a:off x="4558" y="3078"/>
              <a:ext cx="873" cy="373"/>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24" name="Text Box 55">
              <a:extLst>
                <a:ext uri="{FF2B5EF4-FFF2-40B4-BE49-F238E27FC236}">
                  <a16:creationId xmlns:a16="http://schemas.microsoft.com/office/drawing/2014/main" id="{7377A291-58F9-02A9-A01F-2BDDCBDC54FA}"/>
                </a:ext>
              </a:extLst>
            </p:cNvPr>
            <p:cNvSpPr txBox="1">
              <a:spLocks noChangeArrowheads="1"/>
            </p:cNvSpPr>
            <p:nvPr/>
          </p:nvSpPr>
          <p:spPr bwMode="auto">
            <a:xfrm>
              <a:off x="4799" y="3171"/>
              <a:ext cx="51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46KB</a:t>
              </a:r>
            </a:p>
          </p:txBody>
        </p:sp>
        <p:sp>
          <p:nvSpPr>
            <p:cNvPr id="25" name="Line 56">
              <a:extLst>
                <a:ext uri="{FF2B5EF4-FFF2-40B4-BE49-F238E27FC236}">
                  <a16:creationId xmlns:a16="http://schemas.microsoft.com/office/drawing/2014/main" id="{E5C4807C-50D4-9417-8EA6-96EFBB520BDC}"/>
                </a:ext>
              </a:extLst>
            </p:cNvPr>
            <p:cNvSpPr>
              <a:spLocks noChangeShapeType="1"/>
            </p:cNvSpPr>
            <p:nvPr/>
          </p:nvSpPr>
          <p:spPr bwMode="auto">
            <a:xfrm>
              <a:off x="4562" y="2175"/>
              <a:ext cx="87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6" name="Text Box 57">
              <a:extLst>
                <a:ext uri="{FF2B5EF4-FFF2-40B4-BE49-F238E27FC236}">
                  <a16:creationId xmlns:a16="http://schemas.microsoft.com/office/drawing/2014/main" id="{3ACE8D51-5BED-94D2-84D0-938D4E5740FC}"/>
                </a:ext>
              </a:extLst>
            </p:cNvPr>
            <p:cNvSpPr txBox="1">
              <a:spLocks noChangeArrowheads="1"/>
            </p:cNvSpPr>
            <p:nvPr/>
          </p:nvSpPr>
          <p:spPr bwMode="auto">
            <a:xfrm>
              <a:off x="4222" y="1434"/>
              <a:ext cx="4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0KB</a:t>
              </a:r>
            </a:p>
          </p:txBody>
        </p:sp>
        <p:sp>
          <p:nvSpPr>
            <p:cNvPr id="27" name="Text Box 58">
              <a:extLst>
                <a:ext uri="{FF2B5EF4-FFF2-40B4-BE49-F238E27FC236}">
                  <a16:creationId xmlns:a16="http://schemas.microsoft.com/office/drawing/2014/main" id="{E918D373-9ED3-9AC4-FA23-33BDA8902C10}"/>
                </a:ext>
              </a:extLst>
            </p:cNvPr>
            <p:cNvSpPr txBox="1">
              <a:spLocks noChangeArrowheads="1"/>
            </p:cNvSpPr>
            <p:nvPr/>
          </p:nvSpPr>
          <p:spPr bwMode="auto">
            <a:xfrm>
              <a:off x="4171" y="1647"/>
              <a:ext cx="45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20KB</a:t>
              </a:r>
            </a:p>
          </p:txBody>
        </p:sp>
        <p:sp>
          <p:nvSpPr>
            <p:cNvPr id="28" name="Text Box 59">
              <a:extLst>
                <a:ext uri="{FF2B5EF4-FFF2-40B4-BE49-F238E27FC236}">
                  <a16:creationId xmlns:a16="http://schemas.microsoft.com/office/drawing/2014/main" id="{89173379-5AA9-A230-FD89-818BA18CC43C}"/>
                </a:ext>
              </a:extLst>
            </p:cNvPr>
            <p:cNvSpPr txBox="1">
              <a:spLocks noChangeArrowheads="1"/>
            </p:cNvSpPr>
            <p:nvPr/>
          </p:nvSpPr>
          <p:spPr bwMode="auto">
            <a:xfrm>
              <a:off x="4111" y="2045"/>
              <a:ext cx="53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100KB</a:t>
              </a:r>
            </a:p>
          </p:txBody>
        </p:sp>
        <p:sp>
          <p:nvSpPr>
            <p:cNvPr id="29" name="Rectangle 60">
              <a:extLst>
                <a:ext uri="{FF2B5EF4-FFF2-40B4-BE49-F238E27FC236}">
                  <a16:creationId xmlns:a16="http://schemas.microsoft.com/office/drawing/2014/main" id="{349737DE-0955-4171-B7EA-D716B142A60D}"/>
                </a:ext>
              </a:extLst>
            </p:cNvPr>
            <p:cNvSpPr>
              <a:spLocks noChangeArrowheads="1"/>
            </p:cNvSpPr>
            <p:nvPr/>
          </p:nvSpPr>
          <p:spPr bwMode="auto">
            <a:xfrm>
              <a:off x="4562" y="2175"/>
              <a:ext cx="873" cy="255"/>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30" name="Text Box 61">
              <a:extLst>
                <a:ext uri="{FF2B5EF4-FFF2-40B4-BE49-F238E27FC236}">
                  <a16:creationId xmlns:a16="http://schemas.microsoft.com/office/drawing/2014/main" id="{7D352364-6CB8-0B13-F443-69C2A8E726F6}"/>
                </a:ext>
              </a:extLst>
            </p:cNvPr>
            <p:cNvSpPr txBox="1">
              <a:spLocks noChangeArrowheads="1"/>
            </p:cNvSpPr>
            <p:nvPr/>
          </p:nvSpPr>
          <p:spPr bwMode="auto">
            <a:xfrm>
              <a:off x="4765" y="2196"/>
              <a:ext cx="51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20KB</a:t>
              </a:r>
            </a:p>
          </p:txBody>
        </p:sp>
        <p:sp>
          <p:nvSpPr>
            <p:cNvPr id="31" name="Text Box 62">
              <a:extLst>
                <a:ext uri="{FF2B5EF4-FFF2-40B4-BE49-F238E27FC236}">
                  <a16:creationId xmlns:a16="http://schemas.microsoft.com/office/drawing/2014/main" id="{F5A16B43-9365-32EB-F35D-512E1AC465CA}"/>
                </a:ext>
              </a:extLst>
            </p:cNvPr>
            <p:cNvSpPr txBox="1">
              <a:spLocks noChangeArrowheads="1"/>
            </p:cNvSpPr>
            <p:nvPr/>
          </p:nvSpPr>
          <p:spPr bwMode="auto">
            <a:xfrm>
              <a:off x="4111" y="2539"/>
              <a:ext cx="51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160KB</a:t>
              </a:r>
            </a:p>
          </p:txBody>
        </p:sp>
        <p:sp>
          <p:nvSpPr>
            <p:cNvPr id="32" name="Text Box 63">
              <a:extLst>
                <a:ext uri="{FF2B5EF4-FFF2-40B4-BE49-F238E27FC236}">
                  <a16:creationId xmlns:a16="http://schemas.microsoft.com/office/drawing/2014/main" id="{B651A994-2BD4-3173-CCE0-0486302A2E14}"/>
                </a:ext>
              </a:extLst>
            </p:cNvPr>
            <p:cNvSpPr txBox="1">
              <a:spLocks noChangeArrowheads="1"/>
            </p:cNvSpPr>
            <p:nvPr/>
          </p:nvSpPr>
          <p:spPr bwMode="auto">
            <a:xfrm>
              <a:off x="4120" y="2956"/>
              <a:ext cx="53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210KB</a:t>
              </a:r>
            </a:p>
          </p:txBody>
        </p:sp>
        <p:sp>
          <p:nvSpPr>
            <p:cNvPr id="33" name="Text Box 64">
              <a:extLst>
                <a:ext uri="{FF2B5EF4-FFF2-40B4-BE49-F238E27FC236}">
                  <a16:creationId xmlns:a16="http://schemas.microsoft.com/office/drawing/2014/main" id="{85BADF00-DE70-73EA-1FB7-00DDD5831D34}"/>
                </a:ext>
              </a:extLst>
            </p:cNvPr>
            <p:cNvSpPr txBox="1">
              <a:spLocks noChangeArrowheads="1"/>
            </p:cNvSpPr>
            <p:nvPr/>
          </p:nvSpPr>
          <p:spPr bwMode="auto">
            <a:xfrm>
              <a:off x="3993" y="3357"/>
              <a:ext cx="6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256KB</a:t>
              </a:r>
              <a:r>
                <a:rPr kumimoji="1" lang="en-US" altLang="zh-CN" sz="1600" b="1">
                  <a:solidFill>
                    <a:schemeClr val="tx1"/>
                  </a:solidFill>
                  <a:latin typeface="宋体" panose="02010600030101010101" pitchFamily="2" charset="-122"/>
                </a:rPr>
                <a:t>-</a:t>
              </a:r>
              <a:r>
                <a:rPr kumimoji="1" lang="en-US" altLang="zh-CN" sz="1600" b="1">
                  <a:solidFill>
                    <a:schemeClr val="tx1"/>
                  </a:solidFill>
                  <a:latin typeface="Times New Roman" panose="02020603050405020304" pitchFamily="18" charset="0"/>
                </a:rPr>
                <a:t>1</a:t>
              </a:r>
            </a:p>
          </p:txBody>
        </p:sp>
        <p:sp>
          <p:nvSpPr>
            <p:cNvPr id="34" name="Text Box 65">
              <a:extLst>
                <a:ext uri="{FF2B5EF4-FFF2-40B4-BE49-F238E27FC236}">
                  <a16:creationId xmlns:a16="http://schemas.microsoft.com/office/drawing/2014/main" id="{CA034E60-9570-9F94-2AC0-3058AD0730BA}"/>
                </a:ext>
              </a:extLst>
            </p:cNvPr>
            <p:cNvSpPr txBox="1">
              <a:spLocks noChangeArrowheads="1"/>
            </p:cNvSpPr>
            <p:nvPr/>
          </p:nvSpPr>
          <p:spPr bwMode="auto">
            <a:xfrm>
              <a:off x="4812" y="3485"/>
              <a:ext cx="46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主存</a:t>
              </a:r>
            </a:p>
          </p:txBody>
        </p:sp>
        <p:sp>
          <p:nvSpPr>
            <p:cNvPr id="35" name="Text Box 66">
              <a:extLst>
                <a:ext uri="{FF2B5EF4-FFF2-40B4-BE49-F238E27FC236}">
                  <a16:creationId xmlns:a16="http://schemas.microsoft.com/office/drawing/2014/main" id="{7EE9C54C-5A93-41AB-7646-7E2F84962F99}"/>
                </a:ext>
              </a:extLst>
            </p:cNvPr>
            <p:cNvSpPr txBox="1">
              <a:spLocks noChangeArrowheads="1"/>
            </p:cNvSpPr>
            <p:nvPr/>
          </p:nvSpPr>
          <p:spPr bwMode="auto">
            <a:xfrm>
              <a:off x="4825" y="1498"/>
              <a:ext cx="3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2000" b="1">
                  <a:solidFill>
                    <a:schemeClr val="tx1"/>
                  </a:solidFill>
                  <a:latin typeface="Times New Roman" panose="02020603050405020304" pitchFamily="18" charset="0"/>
                </a:rPr>
                <a:t>os</a:t>
              </a:r>
            </a:p>
          </p:txBody>
        </p:sp>
      </p:grpSp>
      <p:sp>
        <p:nvSpPr>
          <p:cNvPr id="36" name="Text Box 67">
            <a:extLst>
              <a:ext uri="{FF2B5EF4-FFF2-40B4-BE49-F238E27FC236}">
                <a16:creationId xmlns:a16="http://schemas.microsoft.com/office/drawing/2014/main" id="{F7E236FA-6BFB-0701-1CA2-4F064EBC4666}"/>
              </a:ext>
            </a:extLst>
          </p:cNvPr>
          <p:cNvSpPr txBox="1">
            <a:spLocks noChangeArrowheads="1"/>
          </p:cNvSpPr>
          <p:nvPr/>
        </p:nvSpPr>
        <p:spPr bwMode="auto">
          <a:xfrm>
            <a:off x="8932243" y="5889185"/>
            <a:ext cx="2128838" cy="6540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a:solidFill>
                  <a:schemeClr val="tx1"/>
                </a:solidFill>
                <a:latin typeface="Times New Roman" panose="02020603050405020304" pitchFamily="18" charset="0"/>
              </a:rPr>
              <a:t>三种放置策略的图解</a:t>
            </a:r>
          </a:p>
          <a:p>
            <a:pPr eaLnBrk="1" hangingPunct="1">
              <a:lnSpc>
                <a:spcPct val="100000"/>
              </a:lnSpc>
              <a:buClrTx/>
              <a:buSzTx/>
              <a:buFontTx/>
              <a:buNone/>
            </a:pPr>
            <a:r>
              <a:rPr kumimoji="1" lang="zh-CN" altLang="en-US" sz="1600" b="0">
                <a:solidFill>
                  <a:schemeClr val="tx1"/>
                </a:solidFill>
                <a:latin typeface="Times New Roman" panose="02020603050405020304" pitchFamily="18" charset="0"/>
              </a:rPr>
              <a:t>   最佳适应算法</a:t>
            </a:r>
          </a:p>
        </p:txBody>
      </p:sp>
    </p:spTree>
    <p:extLst>
      <p:ext uri="{BB962C8B-B14F-4D97-AF65-F5344CB8AC3E}">
        <p14:creationId xmlns:p14="http://schemas.microsoft.com/office/powerpoint/2010/main" val="6863866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分区存储管理</a:t>
            </a:r>
          </a:p>
        </p:txBody>
      </p:sp>
      <p:sp>
        <p:nvSpPr>
          <p:cNvPr id="3" name="Rectangle 3">
            <a:extLst>
              <a:ext uri="{FF2B5EF4-FFF2-40B4-BE49-F238E27FC236}">
                <a16:creationId xmlns:a16="http://schemas.microsoft.com/office/drawing/2014/main" id="{74591EBC-0FD0-6DF2-3D67-C2DD95F4E9B1}"/>
              </a:ext>
            </a:extLst>
          </p:cNvPr>
          <p:cNvSpPr>
            <a:spLocks noChangeArrowheads="1"/>
          </p:cNvSpPr>
          <p:nvPr/>
        </p:nvSpPr>
        <p:spPr bwMode="auto">
          <a:xfrm>
            <a:off x="688221" y="830079"/>
            <a:ext cx="8375650" cy="2252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ct val="20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(4) </a:t>
            </a:r>
            <a:r>
              <a:rPr lang="zh-CN" altLang="en-US" sz="2600" b="1" dirty="0">
                <a:solidFill>
                  <a:prstClr val="black"/>
                </a:solidFill>
                <a:effectLst/>
                <a:latin typeface="微软雅黑" panose="020B0503020204020204" pitchFamily="34" charset="-122"/>
                <a:ea typeface="微软雅黑" panose="020B0503020204020204" pitchFamily="34" charset="-122"/>
              </a:rPr>
              <a:t>最坏适应算法</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①</a:t>
            </a:r>
            <a:r>
              <a:rPr lang="zh-CN" altLang="en-US" sz="2400" dirty="0">
                <a:solidFill>
                  <a:srgbClr val="000099"/>
                </a:solidFill>
                <a:effectLst/>
                <a:latin typeface="宋体" panose="02010600030101010101" pitchFamily="2" charset="-122"/>
              </a:rPr>
              <a:t> </a:t>
            </a:r>
            <a:r>
              <a:rPr lang="zh-CN" altLang="en-US" sz="2400" dirty="0">
                <a:solidFill>
                  <a:srgbClr val="000099"/>
                </a:solidFill>
                <a:effectLst/>
                <a:latin typeface="Times New Roman" panose="02020603050405020304" pitchFamily="18" charset="0"/>
              </a:rPr>
              <a:t>什么是最坏适应算法</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最坏适应算法是将输入的程序放置到主存中与它所需大小</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差距最大的空闲区中。</a:t>
            </a:r>
          </a:p>
        </p:txBody>
      </p:sp>
      <p:sp>
        <p:nvSpPr>
          <p:cNvPr id="4" name="Text Box 5">
            <a:extLst>
              <a:ext uri="{FF2B5EF4-FFF2-40B4-BE49-F238E27FC236}">
                <a16:creationId xmlns:a16="http://schemas.microsoft.com/office/drawing/2014/main" id="{EC54201A-DD55-B9BB-8F85-9D09F38537F4}"/>
              </a:ext>
            </a:extLst>
          </p:cNvPr>
          <p:cNvSpPr txBox="1">
            <a:spLocks noChangeArrowheads="1"/>
          </p:cNvSpPr>
          <p:nvPr/>
        </p:nvSpPr>
        <p:spPr bwMode="auto">
          <a:xfrm>
            <a:off x="8262183" y="2624462"/>
            <a:ext cx="801688" cy="1333500"/>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程序</a:t>
            </a:r>
            <a:r>
              <a:rPr kumimoji="1" lang="en-US" altLang="zh-CN" sz="1600" b="1">
                <a:solidFill>
                  <a:schemeClr val="tx1"/>
                </a:solidFill>
                <a:latin typeface="Times New Roman" panose="02020603050405020304" pitchFamily="18" charset="0"/>
              </a:rPr>
              <a:t>A</a:t>
            </a: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18KB</a:t>
            </a:r>
          </a:p>
        </p:txBody>
      </p:sp>
      <p:sp>
        <p:nvSpPr>
          <p:cNvPr id="5" name="Rectangle 33">
            <a:extLst>
              <a:ext uri="{FF2B5EF4-FFF2-40B4-BE49-F238E27FC236}">
                <a16:creationId xmlns:a16="http://schemas.microsoft.com/office/drawing/2014/main" id="{25AD2D9A-A744-7B3A-06BA-CD876EB487C4}"/>
              </a:ext>
            </a:extLst>
          </p:cNvPr>
          <p:cNvSpPr>
            <a:spLocks noChangeArrowheads="1"/>
          </p:cNvSpPr>
          <p:nvPr/>
        </p:nvSpPr>
        <p:spPr bwMode="auto">
          <a:xfrm>
            <a:off x="146883" y="3017654"/>
            <a:ext cx="7307261" cy="2048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20000"/>
              </a:lnSpc>
              <a:spcBef>
                <a:spcPct val="20000"/>
              </a:spcBef>
              <a:buFont typeface="Wingdings" panose="05000000000000000000" pitchFamily="2" charset="2"/>
              <a:buNone/>
            </a:pPr>
            <a:r>
              <a:rPr lang="en-US" altLang="zh-CN" sz="2400" dirty="0">
                <a:solidFill>
                  <a:srgbClr val="000099"/>
                </a:solidFill>
                <a:latin typeface="Times New Roman" panose="02020603050405020304" pitchFamily="18" charset="0"/>
              </a:rPr>
              <a:t>②</a:t>
            </a:r>
            <a:r>
              <a:rPr lang="en-US" altLang="zh-CN" sz="2400" dirty="0">
                <a:solidFill>
                  <a:srgbClr val="000099"/>
                </a:solidFill>
                <a:latin typeface="宋体" panose="02010600030101010101" pitchFamily="2" charset="-122"/>
              </a:rPr>
              <a:t> </a:t>
            </a:r>
            <a:r>
              <a:rPr lang="zh-CN" altLang="en-US" sz="2400" dirty="0">
                <a:solidFill>
                  <a:srgbClr val="000099"/>
                </a:solidFill>
                <a:latin typeface="Times New Roman" panose="02020603050405020304" pitchFamily="18" charset="0"/>
              </a:rPr>
              <a:t>空闲区队列结构 </a:t>
            </a:r>
          </a:p>
          <a:p>
            <a:pPr lvl="1" eaLnBrk="1" hangingPunct="1">
              <a:lnSpc>
                <a:spcPct val="12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      空闲区大小由大到小排序</a:t>
            </a:r>
          </a:p>
          <a:p>
            <a:pPr lvl="1" eaLnBrk="1" hangingPunct="1">
              <a:lnSpc>
                <a:spcPct val="120000"/>
              </a:lnSpc>
              <a:spcBef>
                <a:spcPct val="20000"/>
              </a:spcBef>
              <a:buFont typeface="Wingdings" panose="05000000000000000000" pitchFamily="2" charset="2"/>
              <a:buNone/>
            </a:pPr>
            <a:r>
              <a:rPr lang="zh-CN" altLang="en-US" sz="2400" dirty="0">
                <a:solidFill>
                  <a:srgbClr val="000099"/>
                </a:solidFill>
                <a:latin typeface="Times New Roman" panose="02020603050405020304" pitchFamily="18" charset="0"/>
              </a:rPr>
              <a:t>③</a:t>
            </a:r>
            <a:r>
              <a:rPr lang="zh-CN" altLang="en-US" sz="2400" dirty="0">
                <a:solidFill>
                  <a:srgbClr val="000099"/>
                </a:solidFill>
                <a:latin typeface="宋体" panose="02010600030101010101" pitchFamily="2" charset="-122"/>
              </a:rPr>
              <a:t> </a:t>
            </a:r>
            <a:r>
              <a:rPr lang="zh-CN" altLang="en-US" sz="2400" dirty="0">
                <a:solidFill>
                  <a:srgbClr val="000099"/>
                </a:solidFill>
                <a:latin typeface="Times New Roman" panose="02020603050405020304" pitchFamily="18" charset="0"/>
              </a:rPr>
              <a:t>最坏适应算法的特点</a:t>
            </a:r>
          </a:p>
          <a:p>
            <a:pPr eaLnBrk="1" hangingPunct="1">
              <a:lnSpc>
                <a:spcPct val="120000"/>
              </a:lnSpc>
              <a:spcBef>
                <a:spcPct val="20000"/>
              </a:spcBef>
              <a:buFont typeface="Wingdings" panose="05000000000000000000" pitchFamily="2" charset="2"/>
              <a:buNone/>
            </a:pPr>
            <a:r>
              <a:rPr lang="zh-CN" altLang="en-US" sz="2400" b="0" dirty="0">
                <a:solidFill>
                  <a:schemeClr val="tx1"/>
                </a:solidFill>
                <a:latin typeface="Times New Roman" panose="02020603050405020304" pitchFamily="18" charset="0"/>
              </a:rPr>
              <a:t>             尽可能地利用存储器中大的空闲区。</a:t>
            </a:r>
          </a:p>
        </p:txBody>
      </p:sp>
      <p:grpSp>
        <p:nvGrpSpPr>
          <p:cNvPr id="6" name="Group 38">
            <a:extLst>
              <a:ext uri="{FF2B5EF4-FFF2-40B4-BE49-F238E27FC236}">
                <a16:creationId xmlns:a16="http://schemas.microsoft.com/office/drawing/2014/main" id="{C2864C7F-2755-7A80-7816-8E906C659896}"/>
              </a:ext>
            </a:extLst>
          </p:cNvPr>
          <p:cNvGrpSpPr>
            <a:grpSpLocks/>
          </p:cNvGrpSpPr>
          <p:nvPr/>
        </p:nvGrpSpPr>
        <p:grpSpPr bwMode="auto">
          <a:xfrm>
            <a:off x="9095621" y="2183137"/>
            <a:ext cx="2297112" cy="3592513"/>
            <a:chOff x="3993" y="1434"/>
            <a:chExt cx="1447" cy="2263"/>
          </a:xfrm>
        </p:grpSpPr>
        <p:sp>
          <p:nvSpPr>
            <p:cNvPr id="7" name="Rectangle 39">
              <a:extLst>
                <a:ext uri="{FF2B5EF4-FFF2-40B4-BE49-F238E27FC236}">
                  <a16:creationId xmlns:a16="http://schemas.microsoft.com/office/drawing/2014/main" id="{5B44B22B-FAEB-0ACA-E26E-F78092022C3B}"/>
                </a:ext>
              </a:extLst>
            </p:cNvPr>
            <p:cNvSpPr>
              <a:spLocks noChangeArrowheads="1"/>
            </p:cNvSpPr>
            <p:nvPr/>
          </p:nvSpPr>
          <p:spPr bwMode="auto">
            <a:xfrm>
              <a:off x="4562" y="2175"/>
              <a:ext cx="874" cy="255"/>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8" name="Text Box 40">
              <a:extLst>
                <a:ext uri="{FF2B5EF4-FFF2-40B4-BE49-F238E27FC236}">
                  <a16:creationId xmlns:a16="http://schemas.microsoft.com/office/drawing/2014/main" id="{5CFD1068-B90A-7CBA-51D8-43FCF75A77D1}"/>
                </a:ext>
              </a:extLst>
            </p:cNvPr>
            <p:cNvSpPr txBox="1">
              <a:spLocks noChangeArrowheads="1"/>
            </p:cNvSpPr>
            <p:nvPr/>
          </p:nvSpPr>
          <p:spPr bwMode="auto">
            <a:xfrm>
              <a:off x="4562" y="1537"/>
              <a:ext cx="874" cy="1914"/>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p>
          </p:txBody>
        </p:sp>
        <p:sp>
          <p:nvSpPr>
            <p:cNvPr id="9" name="Line 41">
              <a:extLst>
                <a:ext uri="{FF2B5EF4-FFF2-40B4-BE49-F238E27FC236}">
                  <a16:creationId xmlns:a16="http://schemas.microsoft.com/office/drawing/2014/main" id="{B208A909-FD63-6E62-2309-275FDEED9857}"/>
                </a:ext>
              </a:extLst>
            </p:cNvPr>
            <p:cNvSpPr>
              <a:spLocks noChangeShapeType="1"/>
            </p:cNvSpPr>
            <p:nvPr/>
          </p:nvSpPr>
          <p:spPr bwMode="auto">
            <a:xfrm>
              <a:off x="4567" y="1770"/>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0" name="Text Box 42">
              <a:extLst>
                <a:ext uri="{FF2B5EF4-FFF2-40B4-BE49-F238E27FC236}">
                  <a16:creationId xmlns:a16="http://schemas.microsoft.com/office/drawing/2014/main" id="{E3D5AB1B-7CDB-A0B7-C1C8-047CEFD98CE0}"/>
                </a:ext>
              </a:extLst>
            </p:cNvPr>
            <p:cNvSpPr txBox="1">
              <a:spLocks noChangeArrowheads="1"/>
            </p:cNvSpPr>
            <p:nvPr/>
          </p:nvSpPr>
          <p:spPr bwMode="auto">
            <a:xfrm>
              <a:off x="4732" y="2844"/>
              <a:ext cx="53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在使用</a:t>
              </a:r>
            </a:p>
          </p:txBody>
        </p:sp>
        <p:sp>
          <p:nvSpPr>
            <p:cNvPr id="11" name="Line 43">
              <a:extLst>
                <a:ext uri="{FF2B5EF4-FFF2-40B4-BE49-F238E27FC236}">
                  <a16:creationId xmlns:a16="http://schemas.microsoft.com/office/drawing/2014/main" id="{7041C66B-3635-A9E9-A981-F4397CBA4E9E}"/>
                </a:ext>
              </a:extLst>
            </p:cNvPr>
            <p:cNvSpPr>
              <a:spLocks noChangeShapeType="1"/>
            </p:cNvSpPr>
            <p:nvPr/>
          </p:nvSpPr>
          <p:spPr bwMode="auto">
            <a:xfrm>
              <a:off x="4567" y="1957"/>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2" name="Line 44">
              <a:extLst>
                <a:ext uri="{FF2B5EF4-FFF2-40B4-BE49-F238E27FC236}">
                  <a16:creationId xmlns:a16="http://schemas.microsoft.com/office/drawing/2014/main" id="{640BA3DA-5B35-3153-41C7-23FBC316ADAF}"/>
                </a:ext>
              </a:extLst>
            </p:cNvPr>
            <p:cNvSpPr>
              <a:spLocks noChangeShapeType="1"/>
            </p:cNvSpPr>
            <p:nvPr/>
          </p:nvSpPr>
          <p:spPr bwMode="auto">
            <a:xfrm>
              <a:off x="4567" y="2424"/>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3" name="Text Box 45">
              <a:extLst>
                <a:ext uri="{FF2B5EF4-FFF2-40B4-BE49-F238E27FC236}">
                  <a16:creationId xmlns:a16="http://schemas.microsoft.com/office/drawing/2014/main" id="{8579E31B-762A-FFCC-E956-58D0C7534ED4}"/>
                </a:ext>
              </a:extLst>
            </p:cNvPr>
            <p:cNvSpPr txBox="1">
              <a:spLocks noChangeArrowheads="1"/>
            </p:cNvSpPr>
            <p:nvPr/>
          </p:nvSpPr>
          <p:spPr bwMode="auto">
            <a:xfrm>
              <a:off x="4705" y="1957"/>
              <a:ext cx="66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在使用</a:t>
              </a:r>
            </a:p>
          </p:txBody>
        </p:sp>
        <p:sp>
          <p:nvSpPr>
            <p:cNvPr id="14" name="Line 46">
              <a:extLst>
                <a:ext uri="{FF2B5EF4-FFF2-40B4-BE49-F238E27FC236}">
                  <a16:creationId xmlns:a16="http://schemas.microsoft.com/office/drawing/2014/main" id="{4FCA714B-8365-6ADC-06A1-5FC4DBB3B2D9}"/>
                </a:ext>
              </a:extLst>
            </p:cNvPr>
            <p:cNvSpPr>
              <a:spLocks noChangeShapeType="1"/>
            </p:cNvSpPr>
            <p:nvPr/>
          </p:nvSpPr>
          <p:spPr bwMode="auto">
            <a:xfrm>
              <a:off x="4567" y="2657"/>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5" name="Text Box 47">
              <a:extLst>
                <a:ext uri="{FF2B5EF4-FFF2-40B4-BE49-F238E27FC236}">
                  <a16:creationId xmlns:a16="http://schemas.microsoft.com/office/drawing/2014/main" id="{CA9B1188-C136-3A8F-89B7-3B1F600DF8AA}"/>
                </a:ext>
              </a:extLst>
            </p:cNvPr>
            <p:cNvSpPr txBox="1">
              <a:spLocks noChangeArrowheads="1"/>
            </p:cNvSpPr>
            <p:nvPr/>
          </p:nvSpPr>
          <p:spPr bwMode="auto">
            <a:xfrm>
              <a:off x="4723" y="2424"/>
              <a:ext cx="54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在使用</a:t>
              </a:r>
            </a:p>
          </p:txBody>
        </p:sp>
        <p:sp>
          <p:nvSpPr>
            <p:cNvPr id="16" name="Line 48">
              <a:extLst>
                <a:ext uri="{FF2B5EF4-FFF2-40B4-BE49-F238E27FC236}">
                  <a16:creationId xmlns:a16="http://schemas.microsoft.com/office/drawing/2014/main" id="{E45B9C17-0630-B905-01AC-14357D59073F}"/>
                </a:ext>
              </a:extLst>
            </p:cNvPr>
            <p:cNvSpPr>
              <a:spLocks noChangeShapeType="1"/>
            </p:cNvSpPr>
            <p:nvPr/>
          </p:nvSpPr>
          <p:spPr bwMode="auto">
            <a:xfrm>
              <a:off x="4567" y="2844"/>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7" name="Line 49">
              <a:extLst>
                <a:ext uri="{FF2B5EF4-FFF2-40B4-BE49-F238E27FC236}">
                  <a16:creationId xmlns:a16="http://schemas.microsoft.com/office/drawing/2014/main" id="{2A30DD3A-BF51-8492-B177-6748DADDD7BC}"/>
                </a:ext>
              </a:extLst>
            </p:cNvPr>
            <p:cNvSpPr>
              <a:spLocks noChangeShapeType="1"/>
            </p:cNvSpPr>
            <p:nvPr/>
          </p:nvSpPr>
          <p:spPr bwMode="auto">
            <a:xfrm>
              <a:off x="4567" y="3078"/>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8" name="Rectangle 50">
              <a:extLst>
                <a:ext uri="{FF2B5EF4-FFF2-40B4-BE49-F238E27FC236}">
                  <a16:creationId xmlns:a16="http://schemas.microsoft.com/office/drawing/2014/main" id="{C910B800-F7A9-F183-373E-3B7A25EC6912}"/>
                </a:ext>
              </a:extLst>
            </p:cNvPr>
            <p:cNvSpPr>
              <a:spLocks noChangeArrowheads="1"/>
            </p:cNvSpPr>
            <p:nvPr/>
          </p:nvSpPr>
          <p:spPr bwMode="auto">
            <a:xfrm>
              <a:off x="4558" y="1770"/>
              <a:ext cx="873" cy="187"/>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19" name="Text Box 51">
              <a:extLst>
                <a:ext uri="{FF2B5EF4-FFF2-40B4-BE49-F238E27FC236}">
                  <a16:creationId xmlns:a16="http://schemas.microsoft.com/office/drawing/2014/main" id="{56534DCD-D7A9-38F8-CF5F-B8A2C82B7C9A}"/>
                </a:ext>
              </a:extLst>
            </p:cNvPr>
            <p:cNvSpPr txBox="1">
              <a:spLocks noChangeArrowheads="1"/>
            </p:cNvSpPr>
            <p:nvPr/>
          </p:nvSpPr>
          <p:spPr bwMode="auto">
            <a:xfrm>
              <a:off x="4739" y="1752"/>
              <a:ext cx="513"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30KB</a:t>
              </a:r>
            </a:p>
          </p:txBody>
        </p:sp>
        <p:sp>
          <p:nvSpPr>
            <p:cNvPr id="20" name="Rectangle 52">
              <a:extLst>
                <a:ext uri="{FF2B5EF4-FFF2-40B4-BE49-F238E27FC236}">
                  <a16:creationId xmlns:a16="http://schemas.microsoft.com/office/drawing/2014/main" id="{BA7DAA8C-E274-B850-4057-9A578A6526E8}"/>
                </a:ext>
              </a:extLst>
            </p:cNvPr>
            <p:cNvSpPr>
              <a:spLocks noChangeArrowheads="1"/>
            </p:cNvSpPr>
            <p:nvPr/>
          </p:nvSpPr>
          <p:spPr bwMode="auto">
            <a:xfrm>
              <a:off x="4558" y="2657"/>
              <a:ext cx="873" cy="187"/>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21" name="Text Box 53">
              <a:extLst>
                <a:ext uri="{FF2B5EF4-FFF2-40B4-BE49-F238E27FC236}">
                  <a16:creationId xmlns:a16="http://schemas.microsoft.com/office/drawing/2014/main" id="{662E866C-01BA-83E6-EF9C-A5E60C4BBBB7}"/>
                </a:ext>
              </a:extLst>
            </p:cNvPr>
            <p:cNvSpPr txBox="1">
              <a:spLocks noChangeArrowheads="1"/>
            </p:cNvSpPr>
            <p:nvPr/>
          </p:nvSpPr>
          <p:spPr bwMode="auto">
            <a:xfrm>
              <a:off x="4817" y="2630"/>
              <a:ext cx="40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5KB</a:t>
              </a:r>
            </a:p>
          </p:txBody>
        </p:sp>
        <p:sp>
          <p:nvSpPr>
            <p:cNvPr id="22" name="Rectangle 54">
              <a:extLst>
                <a:ext uri="{FF2B5EF4-FFF2-40B4-BE49-F238E27FC236}">
                  <a16:creationId xmlns:a16="http://schemas.microsoft.com/office/drawing/2014/main" id="{34AFFFBB-44C2-48F8-9FA7-7E1272778764}"/>
                </a:ext>
              </a:extLst>
            </p:cNvPr>
            <p:cNvSpPr>
              <a:spLocks noChangeArrowheads="1"/>
            </p:cNvSpPr>
            <p:nvPr/>
          </p:nvSpPr>
          <p:spPr bwMode="auto">
            <a:xfrm>
              <a:off x="4558" y="3078"/>
              <a:ext cx="873" cy="373"/>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23" name="Text Box 55">
              <a:extLst>
                <a:ext uri="{FF2B5EF4-FFF2-40B4-BE49-F238E27FC236}">
                  <a16:creationId xmlns:a16="http://schemas.microsoft.com/office/drawing/2014/main" id="{D8FD6324-FC44-71A6-7814-FBF4E10120FB}"/>
                </a:ext>
              </a:extLst>
            </p:cNvPr>
            <p:cNvSpPr txBox="1">
              <a:spLocks noChangeArrowheads="1"/>
            </p:cNvSpPr>
            <p:nvPr/>
          </p:nvSpPr>
          <p:spPr bwMode="auto">
            <a:xfrm>
              <a:off x="4799" y="3171"/>
              <a:ext cx="51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46KB</a:t>
              </a:r>
            </a:p>
          </p:txBody>
        </p:sp>
        <p:sp>
          <p:nvSpPr>
            <p:cNvPr id="24" name="Line 56">
              <a:extLst>
                <a:ext uri="{FF2B5EF4-FFF2-40B4-BE49-F238E27FC236}">
                  <a16:creationId xmlns:a16="http://schemas.microsoft.com/office/drawing/2014/main" id="{5105A1F9-331D-98EE-BD3F-3D6DC151A2EC}"/>
                </a:ext>
              </a:extLst>
            </p:cNvPr>
            <p:cNvSpPr>
              <a:spLocks noChangeShapeType="1"/>
            </p:cNvSpPr>
            <p:nvPr/>
          </p:nvSpPr>
          <p:spPr bwMode="auto">
            <a:xfrm>
              <a:off x="4562" y="2175"/>
              <a:ext cx="87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5" name="Text Box 57">
              <a:extLst>
                <a:ext uri="{FF2B5EF4-FFF2-40B4-BE49-F238E27FC236}">
                  <a16:creationId xmlns:a16="http://schemas.microsoft.com/office/drawing/2014/main" id="{1B89D90B-A1F6-B542-53A6-DD0547D71EEE}"/>
                </a:ext>
              </a:extLst>
            </p:cNvPr>
            <p:cNvSpPr txBox="1">
              <a:spLocks noChangeArrowheads="1"/>
            </p:cNvSpPr>
            <p:nvPr/>
          </p:nvSpPr>
          <p:spPr bwMode="auto">
            <a:xfrm>
              <a:off x="4222" y="1434"/>
              <a:ext cx="4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0KB</a:t>
              </a:r>
            </a:p>
          </p:txBody>
        </p:sp>
        <p:sp>
          <p:nvSpPr>
            <p:cNvPr id="26" name="Text Box 58">
              <a:extLst>
                <a:ext uri="{FF2B5EF4-FFF2-40B4-BE49-F238E27FC236}">
                  <a16:creationId xmlns:a16="http://schemas.microsoft.com/office/drawing/2014/main" id="{55C93BFB-7FE1-EE87-A03C-AF767F8F9F8A}"/>
                </a:ext>
              </a:extLst>
            </p:cNvPr>
            <p:cNvSpPr txBox="1">
              <a:spLocks noChangeArrowheads="1"/>
            </p:cNvSpPr>
            <p:nvPr/>
          </p:nvSpPr>
          <p:spPr bwMode="auto">
            <a:xfrm>
              <a:off x="4171" y="1647"/>
              <a:ext cx="45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20KB</a:t>
              </a:r>
            </a:p>
          </p:txBody>
        </p:sp>
        <p:sp>
          <p:nvSpPr>
            <p:cNvPr id="27" name="Text Box 59">
              <a:extLst>
                <a:ext uri="{FF2B5EF4-FFF2-40B4-BE49-F238E27FC236}">
                  <a16:creationId xmlns:a16="http://schemas.microsoft.com/office/drawing/2014/main" id="{EC951005-E56E-2279-0B40-B3D971FBDA19}"/>
                </a:ext>
              </a:extLst>
            </p:cNvPr>
            <p:cNvSpPr txBox="1">
              <a:spLocks noChangeArrowheads="1"/>
            </p:cNvSpPr>
            <p:nvPr/>
          </p:nvSpPr>
          <p:spPr bwMode="auto">
            <a:xfrm>
              <a:off x="4111" y="2045"/>
              <a:ext cx="53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100KB</a:t>
              </a:r>
            </a:p>
          </p:txBody>
        </p:sp>
        <p:sp>
          <p:nvSpPr>
            <p:cNvPr id="28" name="Rectangle 60">
              <a:extLst>
                <a:ext uri="{FF2B5EF4-FFF2-40B4-BE49-F238E27FC236}">
                  <a16:creationId xmlns:a16="http://schemas.microsoft.com/office/drawing/2014/main" id="{4BA80D6A-0B32-A1E3-57F1-5B9EDB9BCC21}"/>
                </a:ext>
              </a:extLst>
            </p:cNvPr>
            <p:cNvSpPr>
              <a:spLocks noChangeArrowheads="1"/>
            </p:cNvSpPr>
            <p:nvPr/>
          </p:nvSpPr>
          <p:spPr bwMode="auto">
            <a:xfrm>
              <a:off x="4562" y="2175"/>
              <a:ext cx="873" cy="255"/>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000000"/>
                  </a:outerShdw>
                </a:effectLst>
              </a:endParaRPr>
            </a:p>
          </p:txBody>
        </p:sp>
        <p:sp>
          <p:nvSpPr>
            <p:cNvPr id="29" name="Text Box 61">
              <a:extLst>
                <a:ext uri="{FF2B5EF4-FFF2-40B4-BE49-F238E27FC236}">
                  <a16:creationId xmlns:a16="http://schemas.microsoft.com/office/drawing/2014/main" id="{27AE818B-1C9A-A262-3EC3-F78229DE2E4E}"/>
                </a:ext>
              </a:extLst>
            </p:cNvPr>
            <p:cNvSpPr txBox="1">
              <a:spLocks noChangeArrowheads="1"/>
            </p:cNvSpPr>
            <p:nvPr/>
          </p:nvSpPr>
          <p:spPr bwMode="auto">
            <a:xfrm>
              <a:off x="4765" y="2196"/>
              <a:ext cx="51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20KB</a:t>
              </a:r>
            </a:p>
          </p:txBody>
        </p:sp>
        <p:sp>
          <p:nvSpPr>
            <p:cNvPr id="30" name="Text Box 62">
              <a:extLst>
                <a:ext uri="{FF2B5EF4-FFF2-40B4-BE49-F238E27FC236}">
                  <a16:creationId xmlns:a16="http://schemas.microsoft.com/office/drawing/2014/main" id="{59E84D7F-A7BD-9BEA-A372-081AA338F888}"/>
                </a:ext>
              </a:extLst>
            </p:cNvPr>
            <p:cNvSpPr txBox="1">
              <a:spLocks noChangeArrowheads="1"/>
            </p:cNvSpPr>
            <p:nvPr/>
          </p:nvSpPr>
          <p:spPr bwMode="auto">
            <a:xfrm>
              <a:off x="4111" y="2539"/>
              <a:ext cx="51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160KB</a:t>
              </a:r>
            </a:p>
          </p:txBody>
        </p:sp>
        <p:sp>
          <p:nvSpPr>
            <p:cNvPr id="31" name="Text Box 63">
              <a:extLst>
                <a:ext uri="{FF2B5EF4-FFF2-40B4-BE49-F238E27FC236}">
                  <a16:creationId xmlns:a16="http://schemas.microsoft.com/office/drawing/2014/main" id="{2FDF57E9-C877-F04E-5971-3B4D07B2E9BF}"/>
                </a:ext>
              </a:extLst>
            </p:cNvPr>
            <p:cNvSpPr txBox="1">
              <a:spLocks noChangeArrowheads="1"/>
            </p:cNvSpPr>
            <p:nvPr/>
          </p:nvSpPr>
          <p:spPr bwMode="auto">
            <a:xfrm>
              <a:off x="4120" y="2956"/>
              <a:ext cx="53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210KB</a:t>
              </a:r>
            </a:p>
          </p:txBody>
        </p:sp>
        <p:sp>
          <p:nvSpPr>
            <p:cNvPr id="32" name="Text Box 64">
              <a:extLst>
                <a:ext uri="{FF2B5EF4-FFF2-40B4-BE49-F238E27FC236}">
                  <a16:creationId xmlns:a16="http://schemas.microsoft.com/office/drawing/2014/main" id="{0FB4C3B5-2993-6F3C-5FA1-ED92EE060AC7}"/>
                </a:ext>
              </a:extLst>
            </p:cNvPr>
            <p:cNvSpPr txBox="1">
              <a:spLocks noChangeArrowheads="1"/>
            </p:cNvSpPr>
            <p:nvPr/>
          </p:nvSpPr>
          <p:spPr bwMode="auto">
            <a:xfrm>
              <a:off x="3993" y="3357"/>
              <a:ext cx="6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256KB</a:t>
              </a:r>
              <a:r>
                <a:rPr kumimoji="1" lang="en-US" altLang="zh-CN" sz="1600" b="1">
                  <a:solidFill>
                    <a:schemeClr val="tx1"/>
                  </a:solidFill>
                  <a:latin typeface="宋体" panose="02010600030101010101" pitchFamily="2" charset="-122"/>
                </a:rPr>
                <a:t>-</a:t>
              </a:r>
              <a:r>
                <a:rPr kumimoji="1" lang="en-US" altLang="zh-CN" sz="1600" b="1">
                  <a:solidFill>
                    <a:schemeClr val="tx1"/>
                  </a:solidFill>
                  <a:latin typeface="Times New Roman" panose="02020603050405020304" pitchFamily="18" charset="0"/>
                </a:rPr>
                <a:t>1</a:t>
              </a:r>
            </a:p>
          </p:txBody>
        </p:sp>
        <p:sp>
          <p:nvSpPr>
            <p:cNvPr id="33" name="Text Box 65">
              <a:extLst>
                <a:ext uri="{FF2B5EF4-FFF2-40B4-BE49-F238E27FC236}">
                  <a16:creationId xmlns:a16="http://schemas.microsoft.com/office/drawing/2014/main" id="{A2B0946B-560C-9DF1-3F11-8B1AEEED6354}"/>
                </a:ext>
              </a:extLst>
            </p:cNvPr>
            <p:cNvSpPr txBox="1">
              <a:spLocks noChangeArrowheads="1"/>
            </p:cNvSpPr>
            <p:nvPr/>
          </p:nvSpPr>
          <p:spPr bwMode="auto">
            <a:xfrm>
              <a:off x="4812" y="3485"/>
              <a:ext cx="46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主存</a:t>
              </a:r>
            </a:p>
          </p:txBody>
        </p:sp>
        <p:sp>
          <p:nvSpPr>
            <p:cNvPr id="34" name="Text Box 66">
              <a:extLst>
                <a:ext uri="{FF2B5EF4-FFF2-40B4-BE49-F238E27FC236}">
                  <a16:creationId xmlns:a16="http://schemas.microsoft.com/office/drawing/2014/main" id="{29851A60-8541-4EB4-B86A-A8B0A774D8BD}"/>
                </a:ext>
              </a:extLst>
            </p:cNvPr>
            <p:cNvSpPr txBox="1">
              <a:spLocks noChangeArrowheads="1"/>
            </p:cNvSpPr>
            <p:nvPr/>
          </p:nvSpPr>
          <p:spPr bwMode="auto">
            <a:xfrm>
              <a:off x="4825" y="1498"/>
              <a:ext cx="3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2000" b="1">
                  <a:solidFill>
                    <a:schemeClr val="tx1"/>
                  </a:solidFill>
                  <a:latin typeface="Times New Roman" panose="02020603050405020304" pitchFamily="18" charset="0"/>
                </a:rPr>
                <a:t>os</a:t>
              </a:r>
            </a:p>
          </p:txBody>
        </p:sp>
      </p:grpSp>
      <p:grpSp>
        <p:nvGrpSpPr>
          <p:cNvPr id="35" name="Group 69">
            <a:extLst>
              <a:ext uri="{FF2B5EF4-FFF2-40B4-BE49-F238E27FC236}">
                <a16:creationId xmlns:a16="http://schemas.microsoft.com/office/drawing/2014/main" id="{E913707D-458C-2BAD-0C60-1060979A7F7D}"/>
              </a:ext>
            </a:extLst>
          </p:cNvPr>
          <p:cNvGrpSpPr>
            <a:grpSpLocks/>
          </p:cNvGrpSpPr>
          <p:nvPr/>
        </p:nvGrpSpPr>
        <p:grpSpPr bwMode="auto">
          <a:xfrm>
            <a:off x="8678108" y="3826200"/>
            <a:ext cx="1306513" cy="1219200"/>
            <a:chOff x="3730" y="2469"/>
            <a:chExt cx="823" cy="768"/>
          </a:xfrm>
        </p:grpSpPr>
        <p:sp>
          <p:nvSpPr>
            <p:cNvPr id="36" name="Line 67">
              <a:extLst>
                <a:ext uri="{FF2B5EF4-FFF2-40B4-BE49-F238E27FC236}">
                  <a16:creationId xmlns:a16="http://schemas.microsoft.com/office/drawing/2014/main" id="{9A386FF8-33FF-67A9-F775-A7930FC670A8}"/>
                </a:ext>
              </a:extLst>
            </p:cNvPr>
            <p:cNvSpPr>
              <a:spLocks noChangeShapeType="1"/>
            </p:cNvSpPr>
            <p:nvPr/>
          </p:nvSpPr>
          <p:spPr bwMode="auto">
            <a:xfrm>
              <a:off x="3739" y="2469"/>
              <a:ext cx="0" cy="76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7" name="Line 68">
              <a:extLst>
                <a:ext uri="{FF2B5EF4-FFF2-40B4-BE49-F238E27FC236}">
                  <a16:creationId xmlns:a16="http://schemas.microsoft.com/office/drawing/2014/main" id="{4241258C-02DD-8BDC-94D3-45919C199262}"/>
                </a:ext>
              </a:extLst>
            </p:cNvPr>
            <p:cNvSpPr>
              <a:spLocks noChangeShapeType="1"/>
            </p:cNvSpPr>
            <p:nvPr/>
          </p:nvSpPr>
          <p:spPr bwMode="auto">
            <a:xfrm>
              <a:off x="3730" y="3236"/>
              <a:ext cx="823" cy="0"/>
            </a:xfrm>
            <a:prstGeom prst="line">
              <a:avLst/>
            </a:prstGeom>
            <a:noFill/>
            <a:ln w="254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38" name="Text Box 70">
            <a:extLst>
              <a:ext uri="{FF2B5EF4-FFF2-40B4-BE49-F238E27FC236}">
                <a16:creationId xmlns:a16="http://schemas.microsoft.com/office/drawing/2014/main" id="{D4659A1A-684D-35BC-DC79-495DDF28952D}"/>
              </a:ext>
            </a:extLst>
          </p:cNvPr>
          <p:cNvSpPr txBox="1">
            <a:spLocks noChangeArrowheads="1"/>
          </p:cNvSpPr>
          <p:nvPr/>
        </p:nvSpPr>
        <p:spPr bwMode="auto">
          <a:xfrm>
            <a:off x="8960683" y="5837562"/>
            <a:ext cx="2128838" cy="6540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a:solidFill>
                  <a:schemeClr val="tx1"/>
                </a:solidFill>
                <a:latin typeface="Times New Roman" panose="02020603050405020304" pitchFamily="18" charset="0"/>
              </a:rPr>
              <a:t>三种放置策略的图解</a:t>
            </a:r>
          </a:p>
          <a:p>
            <a:pPr eaLnBrk="1" hangingPunct="1">
              <a:lnSpc>
                <a:spcPct val="100000"/>
              </a:lnSpc>
              <a:buClrTx/>
              <a:buSzTx/>
              <a:buFontTx/>
              <a:buNone/>
            </a:pPr>
            <a:r>
              <a:rPr kumimoji="1" lang="zh-CN" altLang="en-US" sz="1600" b="0">
                <a:solidFill>
                  <a:schemeClr val="tx1"/>
                </a:solidFill>
                <a:latin typeface="Times New Roman" panose="02020603050405020304" pitchFamily="18" charset="0"/>
              </a:rPr>
              <a:t>   最坏适应算法</a:t>
            </a:r>
          </a:p>
        </p:txBody>
      </p:sp>
    </p:spTree>
    <p:extLst>
      <p:ext uri="{BB962C8B-B14F-4D97-AF65-F5344CB8AC3E}">
        <p14:creationId xmlns:p14="http://schemas.microsoft.com/office/powerpoint/2010/main" val="19046899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分区存储管理</a:t>
            </a:r>
          </a:p>
        </p:txBody>
      </p:sp>
      <p:sp>
        <p:nvSpPr>
          <p:cNvPr id="3" name="Rectangle 3">
            <a:extLst>
              <a:ext uri="{FF2B5EF4-FFF2-40B4-BE49-F238E27FC236}">
                <a16:creationId xmlns:a16="http://schemas.microsoft.com/office/drawing/2014/main" id="{E3FA95B6-5390-51F8-7901-F45F92D303DE}"/>
              </a:ext>
            </a:extLst>
          </p:cNvPr>
          <p:cNvSpPr>
            <a:spLocks noChangeArrowheads="1"/>
          </p:cNvSpPr>
          <p:nvPr/>
        </p:nvSpPr>
        <p:spPr bwMode="auto">
          <a:xfrm>
            <a:off x="558160" y="1132254"/>
            <a:ext cx="9324394" cy="2769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(5) </a:t>
            </a:r>
            <a:r>
              <a:rPr lang="zh-CN" altLang="en-US" sz="2600" b="1" dirty="0">
                <a:solidFill>
                  <a:prstClr val="black"/>
                </a:solidFill>
                <a:effectLst/>
                <a:latin typeface="微软雅黑" panose="020B0503020204020204" pitchFamily="34" charset="-122"/>
                <a:ea typeface="微软雅黑" panose="020B0503020204020204" pitchFamily="34" charset="-122"/>
              </a:rPr>
              <a:t>三种放置策略的讨论</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①</a:t>
            </a:r>
            <a:r>
              <a:rPr lang="zh-CN" altLang="en-US" sz="2400" dirty="0">
                <a:solidFill>
                  <a:srgbClr val="000099"/>
                </a:solidFill>
                <a:effectLst/>
                <a:latin typeface="宋体" panose="02010600030101010101" pitchFamily="2" charset="-122"/>
              </a:rPr>
              <a:t> </a:t>
            </a:r>
            <a:r>
              <a:rPr lang="zh-CN" altLang="en-US" sz="2400" dirty="0">
                <a:solidFill>
                  <a:srgbClr val="000099"/>
                </a:solidFill>
                <a:effectLst/>
                <a:latin typeface="Times New Roman" panose="02020603050405020304" pitchFamily="18" charset="0"/>
              </a:rPr>
              <a:t>题例 </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程序</a:t>
            </a:r>
            <a:r>
              <a:rPr lang="en-US" altLang="zh-CN" sz="2400" b="0" dirty="0">
                <a:solidFill>
                  <a:schemeClr val="tx1"/>
                </a:solidFill>
                <a:effectLst/>
                <a:latin typeface="Times New Roman" panose="02020603050405020304" pitchFamily="18" charset="0"/>
              </a:rPr>
              <a:t>A</a:t>
            </a:r>
            <a:r>
              <a:rPr lang="zh-CN" altLang="en-US" sz="2400" b="0" dirty="0">
                <a:solidFill>
                  <a:schemeClr val="tx1"/>
                </a:solidFill>
                <a:effectLst/>
                <a:latin typeface="Times New Roman" panose="02020603050405020304" pitchFamily="18" charset="0"/>
              </a:rPr>
              <a:t>要求</a:t>
            </a:r>
            <a:r>
              <a:rPr lang="en-US" altLang="zh-CN" sz="2400" b="0" dirty="0">
                <a:solidFill>
                  <a:schemeClr val="tx1"/>
                </a:solidFill>
                <a:effectLst/>
                <a:latin typeface="Times New Roman" panose="02020603050405020304" pitchFamily="18" charset="0"/>
              </a:rPr>
              <a:t>18KB</a:t>
            </a:r>
            <a:r>
              <a:rPr lang="zh-CN" altLang="en-US" sz="2400" b="0" dirty="0">
                <a:solidFill>
                  <a:schemeClr val="tx1"/>
                </a:solidFill>
                <a:effectLst/>
                <a:latin typeface="Times New Roman" panose="02020603050405020304" pitchFamily="18" charset="0"/>
              </a:rPr>
              <a:t>；程序</a:t>
            </a:r>
            <a:r>
              <a:rPr lang="en-US" altLang="zh-CN" sz="2400" b="0" dirty="0">
                <a:solidFill>
                  <a:schemeClr val="tx1"/>
                </a:solidFill>
                <a:effectLst/>
                <a:latin typeface="Times New Roman" panose="02020603050405020304" pitchFamily="18" charset="0"/>
              </a:rPr>
              <a:t>B</a:t>
            </a:r>
            <a:r>
              <a:rPr lang="zh-CN" altLang="en-US" sz="2400" b="0" dirty="0">
                <a:solidFill>
                  <a:schemeClr val="tx1"/>
                </a:solidFill>
                <a:effectLst/>
                <a:latin typeface="Times New Roman" panose="02020603050405020304" pitchFamily="18" charset="0"/>
              </a:rPr>
              <a:t>要求</a:t>
            </a:r>
            <a:r>
              <a:rPr lang="en-US" altLang="zh-CN" sz="2400" b="0" dirty="0">
                <a:solidFill>
                  <a:schemeClr val="tx1"/>
                </a:solidFill>
                <a:effectLst/>
                <a:latin typeface="Times New Roman" panose="02020603050405020304" pitchFamily="18" charset="0"/>
              </a:rPr>
              <a:t>25KB</a:t>
            </a:r>
            <a:r>
              <a:rPr lang="zh-CN" altLang="en-US" sz="2400" b="0" dirty="0">
                <a:solidFill>
                  <a:schemeClr val="tx1"/>
                </a:solidFill>
                <a:effectLst/>
                <a:latin typeface="Times New Roman" panose="02020603050405020304" pitchFamily="18" charset="0"/>
              </a:rPr>
              <a:t>；程序</a:t>
            </a:r>
            <a:r>
              <a:rPr lang="en-US" altLang="zh-CN" sz="2400" b="0" dirty="0">
                <a:solidFill>
                  <a:schemeClr val="tx1"/>
                </a:solidFill>
                <a:effectLst/>
                <a:latin typeface="Times New Roman" panose="02020603050405020304" pitchFamily="18" charset="0"/>
              </a:rPr>
              <a:t>C</a:t>
            </a:r>
            <a:r>
              <a:rPr lang="zh-CN" altLang="en-US" sz="2400" b="0" dirty="0">
                <a:solidFill>
                  <a:schemeClr val="tx1"/>
                </a:solidFill>
                <a:effectLst/>
                <a:latin typeface="Times New Roman" panose="02020603050405020304" pitchFamily="18" charset="0"/>
              </a:rPr>
              <a:t>要求</a:t>
            </a:r>
            <a:r>
              <a:rPr lang="en-US" altLang="zh-CN" sz="2400" b="0" dirty="0">
                <a:solidFill>
                  <a:schemeClr val="tx1"/>
                </a:solidFill>
                <a:effectLst/>
                <a:latin typeface="Times New Roman" panose="02020603050405020304" pitchFamily="18" charset="0"/>
              </a:rPr>
              <a:t>30KB</a:t>
            </a:r>
            <a:r>
              <a:rPr lang="zh-CN" altLang="en-US" sz="2400" b="0" dirty="0">
                <a:solidFill>
                  <a:schemeClr val="tx1"/>
                </a:solidFill>
                <a:effectLst/>
                <a:latin typeface="Times New Roman" panose="02020603050405020304" pitchFamily="18" charset="0"/>
              </a:rPr>
              <a:t>。</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用首次适应算法、最佳适应算法、最坏适应算法来</a:t>
            </a:r>
            <a:r>
              <a:rPr lang="zh-CN" altLang="en-US" sz="2400" b="0" dirty="0" smtClean="0">
                <a:solidFill>
                  <a:schemeClr val="tx1"/>
                </a:solidFill>
                <a:effectLst/>
                <a:latin typeface="Times New Roman" panose="02020603050405020304" pitchFamily="18" charset="0"/>
              </a:rPr>
              <a:t>处理程序</a:t>
            </a:r>
            <a:r>
              <a:rPr lang="zh-CN" altLang="en-US" sz="2400" b="0" dirty="0">
                <a:solidFill>
                  <a:schemeClr val="tx1"/>
                </a:solidFill>
                <a:effectLst/>
                <a:latin typeface="Times New Roman" panose="02020603050405020304" pitchFamily="18" charset="0"/>
              </a:rPr>
              <a:t>序列，看哪种算法合适。        </a:t>
            </a:r>
          </a:p>
        </p:txBody>
      </p:sp>
    </p:spTree>
    <p:extLst>
      <p:ext uri="{BB962C8B-B14F-4D97-AF65-F5344CB8AC3E}">
        <p14:creationId xmlns:p14="http://schemas.microsoft.com/office/powerpoint/2010/main" val="39157311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分区存储管理</a:t>
            </a:r>
          </a:p>
        </p:txBody>
      </p:sp>
      <p:sp>
        <p:nvSpPr>
          <p:cNvPr id="3" name="Rectangle 3">
            <a:extLst>
              <a:ext uri="{FF2B5EF4-FFF2-40B4-BE49-F238E27FC236}">
                <a16:creationId xmlns:a16="http://schemas.microsoft.com/office/drawing/2014/main" id="{C4D891CF-4CF6-C547-042B-ED1F6E813DE5}"/>
              </a:ext>
            </a:extLst>
          </p:cNvPr>
          <p:cNvSpPr>
            <a:spLocks noChangeArrowheads="1"/>
          </p:cNvSpPr>
          <p:nvPr/>
        </p:nvSpPr>
        <p:spPr bwMode="auto">
          <a:xfrm>
            <a:off x="781510" y="830079"/>
            <a:ext cx="835977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400">
                <a:solidFill>
                  <a:srgbClr val="000099"/>
                </a:solidFill>
                <a:latin typeface="宋体" panose="02010600030101010101" pitchFamily="2" charset="-122"/>
              </a:rPr>
              <a:t>② </a:t>
            </a:r>
            <a:r>
              <a:rPr lang="zh-CN" altLang="en-US" sz="2400">
                <a:solidFill>
                  <a:srgbClr val="000099"/>
                </a:solidFill>
                <a:latin typeface="宋体" panose="02010600030101010101" pitchFamily="2" charset="-122"/>
              </a:rPr>
              <a:t>首次适应算法、最佳适应算法、最坏适应算法的队列结构</a:t>
            </a:r>
            <a:endParaRPr lang="zh-CN" altLang="en-US" sz="2400">
              <a:solidFill>
                <a:schemeClr val="tx1"/>
              </a:solidFill>
              <a:latin typeface="Times New Roman" panose="02020603050405020304" pitchFamily="18" charset="0"/>
            </a:endParaRPr>
          </a:p>
        </p:txBody>
      </p:sp>
      <p:grpSp>
        <p:nvGrpSpPr>
          <p:cNvPr id="264" name="Group 141">
            <a:extLst>
              <a:ext uri="{FF2B5EF4-FFF2-40B4-BE49-F238E27FC236}">
                <a16:creationId xmlns:a16="http://schemas.microsoft.com/office/drawing/2014/main" id="{179849FB-B47F-6B83-9CBF-FA04D6918644}"/>
              </a:ext>
            </a:extLst>
          </p:cNvPr>
          <p:cNvGrpSpPr>
            <a:grpSpLocks/>
          </p:cNvGrpSpPr>
          <p:nvPr/>
        </p:nvGrpSpPr>
        <p:grpSpPr bwMode="auto">
          <a:xfrm>
            <a:off x="7417930" y="1786121"/>
            <a:ext cx="2297113" cy="3592512"/>
            <a:chOff x="1932" y="1749"/>
            <a:chExt cx="1447" cy="2263"/>
          </a:xfrm>
        </p:grpSpPr>
        <p:sp>
          <p:nvSpPr>
            <p:cNvPr id="265" name="Rectangle 142">
              <a:extLst>
                <a:ext uri="{FF2B5EF4-FFF2-40B4-BE49-F238E27FC236}">
                  <a16:creationId xmlns:a16="http://schemas.microsoft.com/office/drawing/2014/main" id="{41F5E657-3812-9675-6178-C4A6A29CBB98}"/>
                </a:ext>
              </a:extLst>
            </p:cNvPr>
            <p:cNvSpPr>
              <a:spLocks noChangeArrowheads="1"/>
            </p:cNvSpPr>
            <p:nvPr/>
          </p:nvSpPr>
          <p:spPr bwMode="auto">
            <a:xfrm>
              <a:off x="2501" y="2490"/>
              <a:ext cx="874" cy="255"/>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914400" marR="0" lvl="0" indent="-341313"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Blip>
                  <a:blip r:embed="rId2"/>
                </a:buBlip>
                <a:tabLst/>
                <a:defRPr/>
              </a:pPr>
              <a:endParaRPr kumimoji="0" lang="zh-CN" altLang="zh-CN" sz="1400" b="1" i="0" u="none" strike="noStrike" kern="0" cap="none" spc="0" normalizeH="0" baseline="0" noProof="0">
                <a:ln>
                  <a:noFill/>
                </a:ln>
                <a:solidFill>
                  <a:srgbClr val="4138FA"/>
                </a:solidFill>
                <a:uLnTx/>
                <a:uFillTx/>
                <a:latin typeface="Arial" panose="020B0604020202020204" pitchFamily="34" charset="0"/>
                <a:ea typeface="宋体" panose="02010600030101010101" pitchFamily="2" charset="-122"/>
              </a:endParaRPr>
            </a:p>
          </p:txBody>
        </p:sp>
        <p:sp>
          <p:nvSpPr>
            <p:cNvPr id="266" name="Text Box 143">
              <a:extLst>
                <a:ext uri="{FF2B5EF4-FFF2-40B4-BE49-F238E27FC236}">
                  <a16:creationId xmlns:a16="http://schemas.microsoft.com/office/drawing/2014/main" id="{D3BACC6F-27DD-E644-6C05-0309B2E0213D}"/>
                </a:ext>
              </a:extLst>
            </p:cNvPr>
            <p:cNvSpPr txBox="1">
              <a:spLocks noChangeArrowheads="1"/>
            </p:cNvSpPr>
            <p:nvPr/>
          </p:nvSpPr>
          <p:spPr bwMode="auto">
            <a:xfrm>
              <a:off x="2501" y="1852"/>
              <a:ext cx="874" cy="1914"/>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uLnTx/>
                  <a:uFillTx/>
                  <a:latin typeface="Times New Roman" panose="02020603050405020304" pitchFamily="18" charset="0"/>
                  <a:ea typeface="宋体" panose="02010600030101010101" pitchFamily="2" charset="-122"/>
                </a:rPr>
                <a:t>       </a:t>
              </a:r>
            </a:p>
          </p:txBody>
        </p:sp>
        <p:sp>
          <p:nvSpPr>
            <p:cNvPr id="267" name="Line 144">
              <a:extLst>
                <a:ext uri="{FF2B5EF4-FFF2-40B4-BE49-F238E27FC236}">
                  <a16:creationId xmlns:a16="http://schemas.microsoft.com/office/drawing/2014/main" id="{713B171B-A36C-0512-2A0C-E37BBB70D0F0}"/>
                </a:ext>
              </a:extLst>
            </p:cNvPr>
            <p:cNvSpPr>
              <a:spLocks noChangeShapeType="1"/>
            </p:cNvSpPr>
            <p:nvPr/>
          </p:nvSpPr>
          <p:spPr bwMode="auto">
            <a:xfrm>
              <a:off x="2506" y="2085"/>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uLnTx/>
                <a:uFillTx/>
                <a:latin typeface="Arial" panose="020B0604020202020204" pitchFamily="34" charset="0"/>
                <a:ea typeface="宋体" panose="02010600030101010101" pitchFamily="2" charset="-122"/>
              </a:endParaRPr>
            </a:p>
          </p:txBody>
        </p:sp>
        <p:sp>
          <p:nvSpPr>
            <p:cNvPr id="268" name="Text Box 145">
              <a:extLst>
                <a:ext uri="{FF2B5EF4-FFF2-40B4-BE49-F238E27FC236}">
                  <a16:creationId xmlns:a16="http://schemas.microsoft.com/office/drawing/2014/main" id="{58B3E4C9-C366-6225-FF3B-FF658D37C24A}"/>
                </a:ext>
              </a:extLst>
            </p:cNvPr>
            <p:cNvSpPr txBox="1">
              <a:spLocks noChangeArrowheads="1"/>
            </p:cNvSpPr>
            <p:nvPr/>
          </p:nvSpPr>
          <p:spPr bwMode="auto">
            <a:xfrm>
              <a:off x="2671" y="3159"/>
              <a:ext cx="53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1600" b="1" i="0" u="none" strike="noStrike" kern="0" cap="none" spc="0" normalizeH="0" baseline="0" noProof="0">
                  <a:ln>
                    <a:noFill/>
                  </a:ln>
                  <a:solidFill>
                    <a:srgbClr val="000000"/>
                  </a:solidFill>
                  <a:uLnTx/>
                  <a:uFillTx/>
                  <a:latin typeface="Times New Roman" panose="02020603050405020304" pitchFamily="18" charset="0"/>
                  <a:ea typeface="宋体" panose="02010600030101010101" pitchFamily="2" charset="-122"/>
                </a:rPr>
                <a:t>在使用</a:t>
              </a:r>
            </a:p>
          </p:txBody>
        </p:sp>
        <p:sp>
          <p:nvSpPr>
            <p:cNvPr id="269" name="Line 146">
              <a:extLst>
                <a:ext uri="{FF2B5EF4-FFF2-40B4-BE49-F238E27FC236}">
                  <a16:creationId xmlns:a16="http://schemas.microsoft.com/office/drawing/2014/main" id="{22DB65E5-FA70-312D-2ED1-1738B915D6AB}"/>
                </a:ext>
              </a:extLst>
            </p:cNvPr>
            <p:cNvSpPr>
              <a:spLocks noChangeShapeType="1"/>
            </p:cNvSpPr>
            <p:nvPr/>
          </p:nvSpPr>
          <p:spPr bwMode="auto">
            <a:xfrm>
              <a:off x="2506" y="2272"/>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uLnTx/>
                <a:uFillTx/>
                <a:latin typeface="Arial" panose="020B0604020202020204" pitchFamily="34" charset="0"/>
                <a:ea typeface="宋体" panose="02010600030101010101" pitchFamily="2" charset="-122"/>
              </a:endParaRPr>
            </a:p>
          </p:txBody>
        </p:sp>
        <p:sp>
          <p:nvSpPr>
            <p:cNvPr id="270" name="Line 147">
              <a:extLst>
                <a:ext uri="{FF2B5EF4-FFF2-40B4-BE49-F238E27FC236}">
                  <a16:creationId xmlns:a16="http://schemas.microsoft.com/office/drawing/2014/main" id="{1B6AF7D7-3990-4342-BC7E-C015BAD3EE46}"/>
                </a:ext>
              </a:extLst>
            </p:cNvPr>
            <p:cNvSpPr>
              <a:spLocks noChangeShapeType="1"/>
            </p:cNvSpPr>
            <p:nvPr/>
          </p:nvSpPr>
          <p:spPr bwMode="auto">
            <a:xfrm>
              <a:off x="2506" y="2739"/>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uLnTx/>
                <a:uFillTx/>
                <a:latin typeface="Arial" panose="020B0604020202020204" pitchFamily="34" charset="0"/>
                <a:ea typeface="宋体" panose="02010600030101010101" pitchFamily="2" charset="-122"/>
              </a:endParaRPr>
            </a:p>
          </p:txBody>
        </p:sp>
        <p:sp>
          <p:nvSpPr>
            <p:cNvPr id="271" name="Text Box 148">
              <a:extLst>
                <a:ext uri="{FF2B5EF4-FFF2-40B4-BE49-F238E27FC236}">
                  <a16:creationId xmlns:a16="http://schemas.microsoft.com/office/drawing/2014/main" id="{E13F469A-4BB4-7386-9E1E-E79520D84A30}"/>
                </a:ext>
              </a:extLst>
            </p:cNvPr>
            <p:cNvSpPr txBox="1">
              <a:spLocks noChangeArrowheads="1"/>
            </p:cNvSpPr>
            <p:nvPr/>
          </p:nvSpPr>
          <p:spPr bwMode="auto">
            <a:xfrm>
              <a:off x="2644" y="2272"/>
              <a:ext cx="66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1600" b="1" i="0" u="none" strike="noStrike" kern="0" cap="none" spc="0" normalizeH="0" baseline="0" noProof="0">
                  <a:ln>
                    <a:noFill/>
                  </a:ln>
                  <a:solidFill>
                    <a:srgbClr val="000000"/>
                  </a:solidFill>
                  <a:uLnTx/>
                  <a:uFillTx/>
                  <a:latin typeface="Times New Roman" panose="02020603050405020304" pitchFamily="18" charset="0"/>
                  <a:ea typeface="宋体" panose="02010600030101010101" pitchFamily="2" charset="-122"/>
                </a:rPr>
                <a:t>在使用</a:t>
              </a:r>
            </a:p>
          </p:txBody>
        </p:sp>
        <p:sp>
          <p:nvSpPr>
            <p:cNvPr id="272" name="Line 149">
              <a:extLst>
                <a:ext uri="{FF2B5EF4-FFF2-40B4-BE49-F238E27FC236}">
                  <a16:creationId xmlns:a16="http://schemas.microsoft.com/office/drawing/2014/main" id="{7DAA8CC3-E263-79CB-A41C-23DD131E4B18}"/>
                </a:ext>
              </a:extLst>
            </p:cNvPr>
            <p:cNvSpPr>
              <a:spLocks noChangeShapeType="1"/>
            </p:cNvSpPr>
            <p:nvPr/>
          </p:nvSpPr>
          <p:spPr bwMode="auto">
            <a:xfrm>
              <a:off x="2506" y="2972"/>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uLnTx/>
                <a:uFillTx/>
                <a:latin typeface="Arial" panose="020B0604020202020204" pitchFamily="34" charset="0"/>
                <a:ea typeface="宋体" panose="02010600030101010101" pitchFamily="2" charset="-122"/>
              </a:endParaRPr>
            </a:p>
          </p:txBody>
        </p:sp>
        <p:sp>
          <p:nvSpPr>
            <p:cNvPr id="273" name="Text Box 150">
              <a:extLst>
                <a:ext uri="{FF2B5EF4-FFF2-40B4-BE49-F238E27FC236}">
                  <a16:creationId xmlns:a16="http://schemas.microsoft.com/office/drawing/2014/main" id="{AA33132F-B165-BBE5-4832-9FD199E85E62}"/>
                </a:ext>
              </a:extLst>
            </p:cNvPr>
            <p:cNvSpPr txBox="1">
              <a:spLocks noChangeArrowheads="1"/>
            </p:cNvSpPr>
            <p:nvPr/>
          </p:nvSpPr>
          <p:spPr bwMode="auto">
            <a:xfrm>
              <a:off x="2662" y="2739"/>
              <a:ext cx="54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1600" b="1" i="0" u="none" strike="noStrike" kern="0" cap="none" spc="0" normalizeH="0" baseline="0" noProof="0">
                  <a:ln>
                    <a:noFill/>
                  </a:ln>
                  <a:solidFill>
                    <a:srgbClr val="000000"/>
                  </a:solidFill>
                  <a:uLnTx/>
                  <a:uFillTx/>
                  <a:latin typeface="Times New Roman" panose="02020603050405020304" pitchFamily="18" charset="0"/>
                  <a:ea typeface="宋体" panose="02010600030101010101" pitchFamily="2" charset="-122"/>
                </a:rPr>
                <a:t>在使用</a:t>
              </a:r>
            </a:p>
          </p:txBody>
        </p:sp>
        <p:sp>
          <p:nvSpPr>
            <p:cNvPr id="274" name="Line 151">
              <a:extLst>
                <a:ext uri="{FF2B5EF4-FFF2-40B4-BE49-F238E27FC236}">
                  <a16:creationId xmlns:a16="http://schemas.microsoft.com/office/drawing/2014/main" id="{5A826153-3EDB-E2D5-D9FA-6A1CD404D4EE}"/>
                </a:ext>
              </a:extLst>
            </p:cNvPr>
            <p:cNvSpPr>
              <a:spLocks noChangeShapeType="1"/>
            </p:cNvSpPr>
            <p:nvPr/>
          </p:nvSpPr>
          <p:spPr bwMode="auto">
            <a:xfrm>
              <a:off x="2506" y="3159"/>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uLnTx/>
                <a:uFillTx/>
                <a:latin typeface="Arial" panose="020B0604020202020204" pitchFamily="34" charset="0"/>
                <a:ea typeface="宋体" panose="02010600030101010101" pitchFamily="2" charset="-122"/>
              </a:endParaRPr>
            </a:p>
          </p:txBody>
        </p:sp>
        <p:sp>
          <p:nvSpPr>
            <p:cNvPr id="275" name="Line 152">
              <a:extLst>
                <a:ext uri="{FF2B5EF4-FFF2-40B4-BE49-F238E27FC236}">
                  <a16:creationId xmlns:a16="http://schemas.microsoft.com/office/drawing/2014/main" id="{70258E23-4763-350E-F94B-367C18066574}"/>
                </a:ext>
              </a:extLst>
            </p:cNvPr>
            <p:cNvSpPr>
              <a:spLocks noChangeShapeType="1"/>
            </p:cNvSpPr>
            <p:nvPr/>
          </p:nvSpPr>
          <p:spPr bwMode="auto">
            <a:xfrm>
              <a:off x="2506" y="3393"/>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uLnTx/>
                <a:uFillTx/>
                <a:latin typeface="Arial" panose="020B0604020202020204" pitchFamily="34" charset="0"/>
                <a:ea typeface="宋体" panose="02010600030101010101" pitchFamily="2" charset="-122"/>
              </a:endParaRPr>
            </a:p>
          </p:txBody>
        </p:sp>
        <p:sp>
          <p:nvSpPr>
            <p:cNvPr id="276" name="Rectangle 153">
              <a:extLst>
                <a:ext uri="{FF2B5EF4-FFF2-40B4-BE49-F238E27FC236}">
                  <a16:creationId xmlns:a16="http://schemas.microsoft.com/office/drawing/2014/main" id="{6F45CE9B-9A71-8D50-2456-69D715F77C6C}"/>
                </a:ext>
              </a:extLst>
            </p:cNvPr>
            <p:cNvSpPr>
              <a:spLocks noChangeArrowheads="1"/>
            </p:cNvSpPr>
            <p:nvPr/>
          </p:nvSpPr>
          <p:spPr bwMode="auto">
            <a:xfrm>
              <a:off x="2497" y="2085"/>
              <a:ext cx="877" cy="187"/>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914400" marR="0" lvl="0" indent="-341313"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Blip>
                  <a:blip r:embed="rId2"/>
                </a:buBlip>
                <a:tabLst/>
                <a:defRPr/>
              </a:pPr>
              <a:endParaRPr kumimoji="0" lang="zh-CN" altLang="zh-CN" sz="1400" b="1" i="0" u="none" strike="noStrike" kern="0" cap="none" spc="0" normalizeH="0" baseline="0" noProof="0">
                <a:ln>
                  <a:noFill/>
                </a:ln>
                <a:solidFill>
                  <a:srgbClr val="4138FA"/>
                </a:solidFill>
                <a:uLnTx/>
                <a:uFillTx/>
                <a:latin typeface="Arial" panose="020B0604020202020204" pitchFamily="34" charset="0"/>
                <a:ea typeface="宋体" panose="02010600030101010101" pitchFamily="2" charset="-122"/>
              </a:endParaRPr>
            </a:p>
          </p:txBody>
        </p:sp>
        <p:sp>
          <p:nvSpPr>
            <p:cNvPr id="277" name="Text Box 154">
              <a:extLst>
                <a:ext uri="{FF2B5EF4-FFF2-40B4-BE49-F238E27FC236}">
                  <a16:creationId xmlns:a16="http://schemas.microsoft.com/office/drawing/2014/main" id="{0F354257-EEAA-6752-45CD-AFD3E216C78A}"/>
                </a:ext>
              </a:extLst>
            </p:cNvPr>
            <p:cNvSpPr txBox="1">
              <a:spLocks noChangeArrowheads="1"/>
            </p:cNvSpPr>
            <p:nvPr/>
          </p:nvSpPr>
          <p:spPr bwMode="auto">
            <a:xfrm>
              <a:off x="2678" y="2067"/>
              <a:ext cx="513"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uLnTx/>
                  <a:uFillTx/>
                  <a:latin typeface="Times New Roman" panose="02020603050405020304" pitchFamily="18" charset="0"/>
                  <a:ea typeface="宋体" panose="02010600030101010101" pitchFamily="2" charset="-122"/>
                </a:rPr>
                <a:t>30KB</a:t>
              </a:r>
            </a:p>
          </p:txBody>
        </p:sp>
        <p:sp>
          <p:nvSpPr>
            <p:cNvPr id="278" name="Rectangle 155">
              <a:extLst>
                <a:ext uri="{FF2B5EF4-FFF2-40B4-BE49-F238E27FC236}">
                  <a16:creationId xmlns:a16="http://schemas.microsoft.com/office/drawing/2014/main" id="{D4FA8054-7B1C-4094-A9C4-F66D14BB7E04}"/>
                </a:ext>
              </a:extLst>
            </p:cNvPr>
            <p:cNvSpPr>
              <a:spLocks noChangeArrowheads="1"/>
            </p:cNvSpPr>
            <p:nvPr/>
          </p:nvSpPr>
          <p:spPr bwMode="auto">
            <a:xfrm>
              <a:off x="2497" y="2972"/>
              <a:ext cx="877" cy="187"/>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914400" marR="0" lvl="0" indent="-341313"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Blip>
                  <a:blip r:embed="rId2"/>
                </a:buBlip>
                <a:tabLst/>
                <a:defRPr/>
              </a:pPr>
              <a:endParaRPr kumimoji="0" lang="zh-CN" altLang="zh-CN" sz="1400" b="1" i="0" u="none" strike="noStrike" kern="0" cap="none" spc="0" normalizeH="0" baseline="0" noProof="0">
                <a:ln>
                  <a:noFill/>
                </a:ln>
                <a:solidFill>
                  <a:srgbClr val="4138FA"/>
                </a:solidFill>
                <a:uLnTx/>
                <a:uFillTx/>
                <a:latin typeface="Arial" panose="020B0604020202020204" pitchFamily="34" charset="0"/>
                <a:ea typeface="宋体" panose="02010600030101010101" pitchFamily="2" charset="-122"/>
              </a:endParaRPr>
            </a:p>
          </p:txBody>
        </p:sp>
        <p:sp>
          <p:nvSpPr>
            <p:cNvPr id="279" name="Text Box 156">
              <a:extLst>
                <a:ext uri="{FF2B5EF4-FFF2-40B4-BE49-F238E27FC236}">
                  <a16:creationId xmlns:a16="http://schemas.microsoft.com/office/drawing/2014/main" id="{2A356FCB-A57E-2952-976C-FEB433AB61DE}"/>
                </a:ext>
              </a:extLst>
            </p:cNvPr>
            <p:cNvSpPr txBox="1">
              <a:spLocks noChangeArrowheads="1"/>
            </p:cNvSpPr>
            <p:nvPr/>
          </p:nvSpPr>
          <p:spPr bwMode="auto">
            <a:xfrm>
              <a:off x="2756" y="2945"/>
              <a:ext cx="40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uLnTx/>
                  <a:uFillTx/>
                  <a:latin typeface="Times New Roman" panose="02020603050405020304" pitchFamily="18" charset="0"/>
                  <a:ea typeface="宋体" panose="02010600030101010101" pitchFamily="2" charset="-122"/>
                </a:rPr>
                <a:t>5KB</a:t>
              </a:r>
            </a:p>
          </p:txBody>
        </p:sp>
        <p:sp>
          <p:nvSpPr>
            <p:cNvPr id="280" name="Rectangle 157">
              <a:extLst>
                <a:ext uri="{FF2B5EF4-FFF2-40B4-BE49-F238E27FC236}">
                  <a16:creationId xmlns:a16="http://schemas.microsoft.com/office/drawing/2014/main" id="{F852CAF9-7914-3DFB-A5B6-32148B5411DA}"/>
                </a:ext>
              </a:extLst>
            </p:cNvPr>
            <p:cNvSpPr>
              <a:spLocks noChangeArrowheads="1"/>
            </p:cNvSpPr>
            <p:nvPr/>
          </p:nvSpPr>
          <p:spPr bwMode="auto">
            <a:xfrm>
              <a:off x="2497" y="3393"/>
              <a:ext cx="877" cy="373"/>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914400" marR="0" lvl="0" indent="-341313"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Blip>
                  <a:blip r:embed="rId2"/>
                </a:buBlip>
                <a:tabLst/>
                <a:defRPr/>
              </a:pPr>
              <a:endParaRPr kumimoji="0" lang="zh-CN" altLang="zh-CN" sz="1400" b="1" i="0" u="none" strike="noStrike" kern="0" cap="none" spc="0" normalizeH="0" baseline="0" noProof="0">
                <a:ln>
                  <a:noFill/>
                </a:ln>
                <a:solidFill>
                  <a:srgbClr val="4138FA"/>
                </a:solidFill>
                <a:uLnTx/>
                <a:uFillTx/>
                <a:latin typeface="Arial" panose="020B0604020202020204" pitchFamily="34" charset="0"/>
                <a:ea typeface="宋体" panose="02010600030101010101" pitchFamily="2" charset="-122"/>
              </a:endParaRPr>
            </a:p>
          </p:txBody>
        </p:sp>
        <p:sp>
          <p:nvSpPr>
            <p:cNvPr id="281" name="Text Box 158">
              <a:extLst>
                <a:ext uri="{FF2B5EF4-FFF2-40B4-BE49-F238E27FC236}">
                  <a16:creationId xmlns:a16="http://schemas.microsoft.com/office/drawing/2014/main" id="{BE54F6F4-4334-0C14-3129-722DE2E776E7}"/>
                </a:ext>
              </a:extLst>
            </p:cNvPr>
            <p:cNvSpPr txBox="1">
              <a:spLocks noChangeArrowheads="1"/>
            </p:cNvSpPr>
            <p:nvPr/>
          </p:nvSpPr>
          <p:spPr bwMode="auto">
            <a:xfrm>
              <a:off x="2738" y="3486"/>
              <a:ext cx="51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uLnTx/>
                  <a:uFillTx/>
                  <a:latin typeface="Times New Roman" panose="02020603050405020304" pitchFamily="18" charset="0"/>
                  <a:ea typeface="宋体" panose="02010600030101010101" pitchFamily="2" charset="-122"/>
                </a:rPr>
                <a:t>46KB</a:t>
              </a:r>
            </a:p>
          </p:txBody>
        </p:sp>
        <p:sp>
          <p:nvSpPr>
            <p:cNvPr id="282" name="Line 159">
              <a:extLst>
                <a:ext uri="{FF2B5EF4-FFF2-40B4-BE49-F238E27FC236}">
                  <a16:creationId xmlns:a16="http://schemas.microsoft.com/office/drawing/2014/main" id="{25D8A5CA-DD52-7550-AF50-229FB7578002}"/>
                </a:ext>
              </a:extLst>
            </p:cNvPr>
            <p:cNvSpPr>
              <a:spLocks noChangeShapeType="1"/>
            </p:cNvSpPr>
            <p:nvPr/>
          </p:nvSpPr>
          <p:spPr bwMode="auto">
            <a:xfrm>
              <a:off x="2501" y="2490"/>
              <a:ext cx="87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uLnTx/>
                <a:uFillTx/>
                <a:latin typeface="Arial" panose="020B0604020202020204" pitchFamily="34" charset="0"/>
                <a:ea typeface="宋体" panose="02010600030101010101" pitchFamily="2" charset="-122"/>
              </a:endParaRPr>
            </a:p>
          </p:txBody>
        </p:sp>
        <p:sp>
          <p:nvSpPr>
            <p:cNvPr id="283" name="Text Box 160">
              <a:extLst>
                <a:ext uri="{FF2B5EF4-FFF2-40B4-BE49-F238E27FC236}">
                  <a16:creationId xmlns:a16="http://schemas.microsoft.com/office/drawing/2014/main" id="{1931983A-AB93-A72E-CD52-6A7EB95D6EA5}"/>
                </a:ext>
              </a:extLst>
            </p:cNvPr>
            <p:cNvSpPr txBox="1">
              <a:spLocks noChangeArrowheads="1"/>
            </p:cNvSpPr>
            <p:nvPr/>
          </p:nvSpPr>
          <p:spPr bwMode="auto">
            <a:xfrm>
              <a:off x="2161" y="1749"/>
              <a:ext cx="4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1600" b="1" i="0" u="none" strike="noStrike" kern="0" cap="none" spc="0" normalizeH="0" baseline="0" noProof="0">
                  <a:ln>
                    <a:noFill/>
                  </a:ln>
                  <a:solidFill>
                    <a:srgbClr val="000000"/>
                  </a:solidFill>
                  <a:uLnTx/>
                  <a:uFillTx/>
                  <a:latin typeface="Times New Roman" panose="02020603050405020304" pitchFamily="18" charset="0"/>
                  <a:ea typeface="宋体" panose="02010600030101010101" pitchFamily="2" charset="-122"/>
                </a:rPr>
                <a:t>0KB</a:t>
              </a:r>
            </a:p>
          </p:txBody>
        </p:sp>
        <p:sp>
          <p:nvSpPr>
            <p:cNvPr id="284" name="Text Box 161">
              <a:extLst>
                <a:ext uri="{FF2B5EF4-FFF2-40B4-BE49-F238E27FC236}">
                  <a16:creationId xmlns:a16="http://schemas.microsoft.com/office/drawing/2014/main" id="{6130E219-7C85-2CE4-F41A-23874301C64B}"/>
                </a:ext>
              </a:extLst>
            </p:cNvPr>
            <p:cNvSpPr txBox="1">
              <a:spLocks noChangeArrowheads="1"/>
            </p:cNvSpPr>
            <p:nvPr/>
          </p:nvSpPr>
          <p:spPr bwMode="auto">
            <a:xfrm>
              <a:off x="2110" y="1962"/>
              <a:ext cx="45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1600" b="1" i="0" u="none" strike="noStrike" kern="0" cap="none" spc="0" normalizeH="0" baseline="0" noProof="0">
                  <a:ln>
                    <a:noFill/>
                  </a:ln>
                  <a:solidFill>
                    <a:srgbClr val="000000"/>
                  </a:solidFill>
                  <a:uLnTx/>
                  <a:uFillTx/>
                  <a:latin typeface="Times New Roman" panose="02020603050405020304" pitchFamily="18" charset="0"/>
                  <a:ea typeface="宋体" panose="02010600030101010101" pitchFamily="2" charset="-122"/>
                </a:rPr>
                <a:t>20KB</a:t>
              </a:r>
            </a:p>
          </p:txBody>
        </p:sp>
        <p:sp>
          <p:nvSpPr>
            <p:cNvPr id="285" name="Text Box 162">
              <a:extLst>
                <a:ext uri="{FF2B5EF4-FFF2-40B4-BE49-F238E27FC236}">
                  <a16:creationId xmlns:a16="http://schemas.microsoft.com/office/drawing/2014/main" id="{4D1A821E-1543-87DA-0797-BCA23D72EFF9}"/>
                </a:ext>
              </a:extLst>
            </p:cNvPr>
            <p:cNvSpPr txBox="1">
              <a:spLocks noChangeArrowheads="1"/>
            </p:cNvSpPr>
            <p:nvPr/>
          </p:nvSpPr>
          <p:spPr bwMode="auto">
            <a:xfrm>
              <a:off x="2050" y="2360"/>
              <a:ext cx="53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1600" b="1" i="0" u="none" strike="noStrike" kern="0" cap="none" spc="0" normalizeH="0" baseline="0" noProof="0">
                  <a:ln>
                    <a:noFill/>
                  </a:ln>
                  <a:solidFill>
                    <a:srgbClr val="000000"/>
                  </a:solidFill>
                  <a:uLnTx/>
                  <a:uFillTx/>
                  <a:latin typeface="Times New Roman" panose="02020603050405020304" pitchFamily="18" charset="0"/>
                  <a:ea typeface="宋体" panose="02010600030101010101" pitchFamily="2" charset="-122"/>
                </a:rPr>
                <a:t>100KB</a:t>
              </a:r>
            </a:p>
          </p:txBody>
        </p:sp>
        <p:sp>
          <p:nvSpPr>
            <p:cNvPr id="286" name="Rectangle 163">
              <a:extLst>
                <a:ext uri="{FF2B5EF4-FFF2-40B4-BE49-F238E27FC236}">
                  <a16:creationId xmlns:a16="http://schemas.microsoft.com/office/drawing/2014/main" id="{FD6915DE-34A1-BF7D-2FF6-33342B03920D}"/>
                </a:ext>
              </a:extLst>
            </p:cNvPr>
            <p:cNvSpPr>
              <a:spLocks noChangeArrowheads="1"/>
            </p:cNvSpPr>
            <p:nvPr/>
          </p:nvSpPr>
          <p:spPr bwMode="auto">
            <a:xfrm>
              <a:off x="2501" y="2490"/>
              <a:ext cx="873" cy="255"/>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914400" marR="0" lvl="0" indent="-341313"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Blip>
                  <a:blip r:embed="rId2"/>
                </a:buBlip>
                <a:tabLst/>
                <a:defRPr/>
              </a:pPr>
              <a:endParaRPr kumimoji="0" lang="zh-CN" altLang="zh-CN" sz="1400" b="1" i="0" u="none" strike="noStrike" kern="0" cap="none" spc="0" normalizeH="0" baseline="0" noProof="0">
                <a:ln>
                  <a:noFill/>
                </a:ln>
                <a:solidFill>
                  <a:srgbClr val="4138FA"/>
                </a:solidFill>
                <a:uLnTx/>
                <a:uFillTx/>
                <a:latin typeface="Arial" panose="020B0604020202020204" pitchFamily="34" charset="0"/>
                <a:ea typeface="宋体" panose="02010600030101010101" pitchFamily="2" charset="-122"/>
              </a:endParaRPr>
            </a:p>
          </p:txBody>
        </p:sp>
        <p:sp>
          <p:nvSpPr>
            <p:cNvPr id="287" name="Text Box 164">
              <a:extLst>
                <a:ext uri="{FF2B5EF4-FFF2-40B4-BE49-F238E27FC236}">
                  <a16:creationId xmlns:a16="http://schemas.microsoft.com/office/drawing/2014/main" id="{A2AB1559-177E-3673-8BBB-67FD928D9DF6}"/>
                </a:ext>
              </a:extLst>
            </p:cNvPr>
            <p:cNvSpPr txBox="1">
              <a:spLocks noChangeArrowheads="1"/>
            </p:cNvSpPr>
            <p:nvPr/>
          </p:nvSpPr>
          <p:spPr bwMode="auto">
            <a:xfrm>
              <a:off x="2704" y="2511"/>
              <a:ext cx="51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uLnTx/>
                  <a:uFillTx/>
                  <a:latin typeface="Times New Roman" panose="02020603050405020304" pitchFamily="18" charset="0"/>
                  <a:ea typeface="宋体" panose="02010600030101010101" pitchFamily="2" charset="-122"/>
                </a:rPr>
                <a:t>20KB</a:t>
              </a:r>
            </a:p>
          </p:txBody>
        </p:sp>
        <p:sp>
          <p:nvSpPr>
            <p:cNvPr id="288" name="Text Box 165">
              <a:extLst>
                <a:ext uri="{FF2B5EF4-FFF2-40B4-BE49-F238E27FC236}">
                  <a16:creationId xmlns:a16="http://schemas.microsoft.com/office/drawing/2014/main" id="{BC08AFFF-1287-B688-15CB-3153E61C4767}"/>
                </a:ext>
              </a:extLst>
            </p:cNvPr>
            <p:cNvSpPr txBox="1">
              <a:spLocks noChangeArrowheads="1"/>
            </p:cNvSpPr>
            <p:nvPr/>
          </p:nvSpPr>
          <p:spPr bwMode="auto">
            <a:xfrm>
              <a:off x="2050" y="2854"/>
              <a:ext cx="51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1600" b="1" i="0" u="none" strike="noStrike" kern="0" cap="none" spc="0" normalizeH="0" baseline="0" noProof="0">
                  <a:ln>
                    <a:noFill/>
                  </a:ln>
                  <a:solidFill>
                    <a:srgbClr val="000000"/>
                  </a:solidFill>
                  <a:uLnTx/>
                  <a:uFillTx/>
                  <a:latin typeface="Times New Roman" panose="02020603050405020304" pitchFamily="18" charset="0"/>
                  <a:ea typeface="宋体" panose="02010600030101010101" pitchFamily="2" charset="-122"/>
                </a:rPr>
                <a:t>160KB</a:t>
              </a:r>
            </a:p>
          </p:txBody>
        </p:sp>
        <p:sp>
          <p:nvSpPr>
            <p:cNvPr id="289" name="Text Box 166">
              <a:extLst>
                <a:ext uri="{FF2B5EF4-FFF2-40B4-BE49-F238E27FC236}">
                  <a16:creationId xmlns:a16="http://schemas.microsoft.com/office/drawing/2014/main" id="{A1212D4C-0782-098F-CC06-F6527F38ED55}"/>
                </a:ext>
              </a:extLst>
            </p:cNvPr>
            <p:cNvSpPr txBox="1">
              <a:spLocks noChangeArrowheads="1"/>
            </p:cNvSpPr>
            <p:nvPr/>
          </p:nvSpPr>
          <p:spPr bwMode="auto">
            <a:xfrm>
              <a:off x="2059" y="3271"/>
              <a:ext cx="53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1600" b="1" i="0" u="none" strike="noStrike" kern="0" cap="none" spc="0" normalizeH="0" baseline="0" noProof="0">
                  <a:ln>
                    <a:noFill/>
                  </a:ln>
                  <a:solidFill>
                    <a:srgbClr val="000000"/>
                  </a:solidFill>
                  <a:uLnTx/>
                  <a:uFillTx/>
                  <a:latin typeface="Times New Roman" panose="02020603050405020304" pitchFamily="18" charset="0"/>
                  <a:ea typeface="宋体" panose="02010600030101010101" pitchFamily="2" charset="-122"/>
                </a:rPr>
                <a:t>210KB</a:t>
              </a:r>
            </a:p>
          </p:txBody>
        </p:sp>
        <p:sp>
          <p:nvSpPr>
            <p:cNvPr id="290" name="Text Box 167">
              <a:extLst>
                <a:ext uri="{FF2B5EF4-FFF2-40B4-BE49-F238E27FC236}">
                  <a16:creationId xmlns:a16="http://schemas.microsoft.com/office/drawing/2014/main" id="{1E75107C-4F0E-CD0B-2DF6-6286AE6977ED}"/>
                </a:ext>
              </a:extLst>
            </p:cNvPr>
            <p:cNvSpPr txBox="1">
              <a:spLocks noChangeArrowheads="1"/>
            </p:cNvSpPr>
            <p:nvPr/>
          </p:nvSpPr>
          <p:spPr bwMode="auto">
            <a:xfrm>
              <a:off x="1932" y="3672"/>
              <a:ext cx="6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1600" b="1" i="0" u="none" strike="noStrike" kern="0" cap="none" spc="0" normalizeH="0" baseline="0" noProof="0">
                  <a:ln>
                    <a:noFill/>
                  </a:ln>
                  <a:solidFill>
                    <a:srgbClr val="000000"/>
                  </a:solidFill>
                  <a:uLnTx/>
                  <a:uFillTx/>
                  <a:latin typeface="Times New Roman" panose="02020603050405020304" pitchFamily="18" charset="0"/>
                  <a:ea typeface="宋体" panose="02010600030101010101" pitchFamily="2" charset="-122"/>
                </a:rPr>
                <a:t>256KB</a:t>
              </a:r>
              <a:r>
                <a:rPr kumimoji="1" lang="en-US" altLang="zh-CN" sz="1600" b="1" i="0" u="none" strike="noStrike" kern="0" cap="none" spc="0" normalizeH="0" baseline="0" noProof="0">
                  <a:ln>
                    <a:noFill/>
                  </a:ln>
                  <a:solidFill>
                    <a:srgbClr val="000000"/>
                  </a:solidFill>
                  <a:uLnTx/>
                  <a:uFillTx/>
                  <a:latin typeface="宋体" panose="02010600030101010101" pitchFamily="2" charset="-122"/>
                  <a:ea typeface="宋体" panose="02010600030101010101" pitchFamily="2" charset="-122"/>
                </a:rPr>
                <a:t>-</a:t>
              </a:r>
              <a:r>
                <a:rPr kumimoji="1" lang="en-US" altLang="zh-CN" sz="1600" b="1" i="0" u="none" strike="noStrike" kern="0" cap="none" spc="0" normalizeH="0" baseline="0" noProof="0">
                  <a:ln>
                    <a:noFill/>
                  </a:ln>
                  <a:solidFill>
                    <a:srgbClr val="000000"/>
                  </a:solidFill>
                  <a:uLnTx/>
                  <a:uFillTx/>
                  <a:latin typeface="Times New Roman" panose="02020603050405020304" pitchFamily="18" charset="0"/>
                  <a:ea typeface="宋体" panose="02010600030101010101" pitchFamily="2" charset="-122"/>
                </a:rPr>
                <a:t>1</a:t>
              </a:r>
            </a:p>
          </p:txBody>
        </p:sp>
        <p:sp>
          <p:nvSpPr>
            <p:cNvPr id="291" name="Text Box 168">
              <a:extLst>
                <a:ext uri="{FF2B5EF4-FFF2-40B4-BE49-F238E27FC236}">
                  <a16:creationId xmlns:a16="http://schemas.microsoft.com/office/drawing/2014/main" id="{7E9F1840-97FA-F801-3299-6E8AF0BC2F2A}"/>
                </a:ext>
              </a:extLst>
            </p:cNvPr>
            <p:cNvSpPr txBox="1">
              <a:spLocks noChangeArrowheads="1"/>
            </p:cNvSpPr>
            <p:nvPr/>
          </p:nvSpPr>
          <p:spPr bwMode="auto">
            <a:xfrm>
              <a:off x="2751" y="3800"/>
              <a:ext cx="46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1600" b="1" i="0" u="none" strike="noStrike" kern="0" cap="none" spc="0" normalizeH="0" baseline="0" noProof="0">
                  <a:ln>
                    <a:noFill/>
                  </a:ln>
                  <a:solidFill>
                    <a:srgbClr val="000000"/>
                  </a:solidFill>
                  <a:uLnTx/>
                  <a:uFillTx/>
                  <a:latin typeface="Times New Roman" panose="02020603050405020304" pitchFamily="18" charset="0"/>
                  <a:ea typeface="宋体" panose="02010600030101010101" pitchFamily="2" charset="-122"/>
                </a:rPr>
                <a:t>主存</a:t>
              </a:r>
            </a:p>
          </p:txBody>
        </p:sp>
        <p:sp>
          <p:nvSpPr>
            <p:cNvPr id="292" name="Text Box 169">
              <a:extLst>
                <a:ext uri="{FF2B5EF4-FFF2-40B4-BE49-F238E27FC236}">
                  <a16:creationId xmlns:a16="http://schemas.microsoft.com/office/drawing/2014/main" id="{EBF509B8-310D-CBAC-284E-87F468BC02CE}"/>
                </a:ext>
              </a:extLst>
            </p:cNvPr>
            <p:cNvSpPr txBox="1">
              <a:spLocks noChangeArrowheads="1"/>
            </p:cNvSpPr>
            <p:nvPr/>
          </p:nvSpPr>
          <p:spPr bwMode="auto">
            <a:xfrm>
              <a:off x="2764" y="1813"/>
              <a:ext cx="3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00"/>
                  </a:solidFill>
                  <a:uLnTx/>
                  <a:uFillTx/>
                  <a:latin typeface="Times New Roman" panose="02020603050405020304" pitchFamily="18" charset="0"/>
                  <a:ea typeface="宋体" panose="02010600030101010101" pitchFamily="2" charset="-122"/>
                </a:rPr>
                <a:t>os</a:t>
              </a:r>
            </a:p>
          </p:txBody>
        </p:sp>
      </p:grpSp>
      <p:grpSp>
        <p:nvGrpSpPr>
          <p:cNvPr id="293" name="Group 272">
            <a:extLst>
              <a:ext uri="{FF2B5EF4-FFF2-40B4-BE49-F238E27FC236}">
                <a16:creationId xmlns:a16="http://schemas.microsoft.com/office/drawing/2014/main" id="{4A02FA93-55F0-A09B-605C-571BFE790C9B}"/>
              </a:ext>
            </a:extLst>
          </p:cNvPr>
          <p:cNvGrpSpPr>
            <a:grpSpLocks/>
          </p:cNvGrpSpPr>
          <p:nvPr/>
        </p:nvGrpSpPr>
        <p:grpSpPr bwMode="auto">
          <a:xfrm>
            <a:off x="1245730" y="1646421"/>
            <a:ext cx="6076950" cy="4381500"/>
            <a:chOff x="238" y="1159"/>
            <a:chExt cx="3828" cy="2760"/>
          </a:xfrm>
        </p:grpSpPr>
        <p:grpSp>
          <p:nvGrpSpPr>
            <p:cNvPr id="294" name="Group 203">
              <a:extLst>
                <a:ext uri="{FF2B5EF4-FFF2-40B4-BE49-F238E27FC236}">
                  <a16:creationId xmlns:a16="http://schemas.microsoft.com/office/drawing/2014/main" id="{504C9CBF-D377-40C7-EFED-09D3EA71AA66}"/>
                </a:ext>
              </a:extLst>
            </p:cNvPr>
            <p:cNvGrpSpPr>
              <a:grpSpLocks/>
            </p:cNvGrpSpPr>
            <p:nvPr/>
          </p:nvGrpSpPr>
          <p:grpSpPr bwMode="auto">
            <a:xfrm>
              <a:off x="238" y="1159"/>
              <a:ext cx="3828" cy="877"/>
              <a:chOff x="256" y="1159"/>
              <a:chExt cx="3828" cy="877"/>
            </a:xfrm>
          </p:grpSpPr>
          <p:sp>
            <p:nvSpPr>
              <p:cNvPr id="361" name="Text Box 33">
                <a:extLst>
                  <a:ext uri="{FF2B5EF4-FFF2-40B4-BE49-F238E27FC236}">
                    <a16:creationId xmlns:a16="http://schemas.microsoft.com/office/drawing/2014/main" id="{C63DBF9E-D2C6-A297-8FB2-B208D7C2EC49}"/>
                  </a:ext>
                </a:extLst>
              </p:cNvPr>
              <p:cNvSpPr txBox="1">
                <a:spLocks noChangeArrowheads="1"/>
              </p:cNvSpPr>
              <p:nvPr/>
            </p:nvSpPr>
            <p:spPr bwMode="auto">
              <a:xfrm>
                <a:off x="1545" y="1900"/>
                <a:ext cx="186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Bef>
                    <a:spcPct val="0"/>
                  </a:spcBef>
                  <a:spcAft>
                    <a:spcPct val="0"/>
                  </a:spcAft>
                  <a:buClrTx/>
                  <a:buSzTx/>
                  <a:buFontTx/>
                  <a:buNone/>
                </a:pPr>
                <a:r>
                  <a:rPr kumimoji="1" lang="en-US" altLang="zh-CN" sz="1600">
                    <a:solidFill>
                      <a:srgbClr val="000000"/>
                    </a:solidFill>
                    <a:latin typeface="Times New Roman" panose="02020603050405020304" pitchFamily="18" charset="0"/>
                    <a:ea typeface="宋体" panose="02010600030101010101" pitchFamily="2" charset="-122"/>
                  </a:rPr>
                  <a:t>(a) </a:t>
                </a:r>
                <a:r>
                  <a:rPr kumimoji="1" lang="zh-CN" altLang="en-US" sz="1600">
                    <a:solidFill>
                      <a:srgbClr val="000000"/>
                    </a:solidFill>
                    <a:latin typeface="Times New Roman" panose="02020603050405020304" pitchFamily="18" charset="0"/>
                    <a:ea typeface="宋体" panose="02010600030101010101" pitchFamily="2" charset="-122"/>
                  </a:rPr>
                  <a:t>首次适应算法的空闲区队列</a:t>
                </a:r>
              </a:p>
            </p:txBody>
          </p:sp>
          <p:sp>
            <p:nvSpPr>
              <p:cNvPr id="362" name="Text Box 34">
                <a:extLst>
                  <a:ext uri="{FF2B5EF4-FFF2-40B4-BE49-F238E27FC236}">
                    <a16:creationId xmlns:a16="http://schemas.microsoft.com/office/drawing/2014/main" id="{C467083A-F81C-8377-89BB-DA26F059AED5}"/>
                  </a:ext>
                </a:extLst>
              </p:cNvPr>
              <p:cNvSpPr txBox="1">
                <a:spLocks noChangeArrowheads="1"/>
              </p:cNvSpPr>
              <p:nvPr/>
            </p:nvSpPr>
            <p:spPr bwMode="auto">
              <a:xfrm>
                <a:off x="256" y="1159"/>
                <a:ext cx="497" cy="161"/>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Bef>
                    <a:spcPct val="0"/>
                  </a:spcBef>
                  <a:spcAft>
                    <a:spcPct val="0"/>
                  </a:spcAft>
                  <a:buClrTx/>
                  <a:buSzTx/>
                  <a:buFontTx/>
                  <a:buNone/>
                </a:pPr>
                <a:endParaRPr kumimoji="1" lang="en-US" altLang="zh-CN" sz="1400" b="1">
                  <a:solidFill>
                    <a:srgbClr val="000000"/>
                  </a:solidFill>
                  <a:latin typeface="Times New Roman" panose="02020603050405020304" pitchFamily="18" charset="0"/>
                  <a:ea typeface="宋体" panose="02010600030101010101" pitchFamily="2" charset="-122"/>
                </a:endParaRPr>
              </a:p>
              <a:p>
                <a:pPr algn="just" fontAlgn="base">
                  <a:lnSpc>
                    <a:spcPct val="80000"/>
                  </a:lnSpc>
                  <a:spcBef>
                    <a:spcPct val="0"/>
                  </a:spcBef>
                  <a:spcAft>
                    <a:spcPct val="0"/>
                  </a:spcAft>
                  <a:buClrTx/>
                  <a:buSzTx/>
                  <a:buFontTx/>
                  <a:buNone/>
                </a:pPr>
                <a:endParaRPr kumimoji="1" lang="en-US" altLang="zh-CN" sz="1400" b="1">
                  <a:solidFill>
                    <a:srgbClr val="000000"/>
                  </a:solidFill>
                  <a:latin typeface="Times New Roman" panose="02020603050405020304" pitchFamily="18" charset="0"/>
                  <a:ea typeface="宋体" panose="02010600030101010101" pitchFamily="2" charset="-122"/>
                </a:endParaRPr>
              </a:p>
            </p:txBody>
          </p:sp>
          <p:sp>
            <p:nvSpPr>
              <p:cNvPr id="363" name="Text Box 35">
                <a:extLst>
                  <a:ext uri="{FF2B5EF4-FFF2-40B4-BE49-F238E27FC236}">
                    <a16:creationId xmlns:a16="http://schemas.microsoft.com/office/drawing/2014/main" id="{D78CA0D1-0F10-7C5B-7787-124332994C37}"/>
                  </a:ext>
                </a:extLst>
              </p:cNvPr>
              <p:cNvSpPr txBox="1">
                <a:spLocks noChangeArrowheads="1"/>
              </p:cNvSpPr>
              <p:nvPr/>
            </p:nvSpPr>
            <p:spPr bwMode="auto">
              <a:xfrm>
                <a:off x="318" y="1159"/>
                <a:ext cx="461"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Bef>
                    <a:spcPct val="0"/>
                  </a:spcBef>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20KB</a:t>
                </a:r>
              </a:p>
            </p:txBody>
          </p:sp>
          <p:sp>
            <p:nvSpPr>
              <p:cNvPr id="364" name="Line 41">
                <a:extLst>
                  <a:ext uri="{FF2B5EF4-FFF2-40B4-BE49-F238E27FC236}">
                    <a16:creationId xmlns:a16="http://schemas.microsoft.com/office/drawing/2014/main" id="{0F1260A3-0FCF-08BA-7606-1AB06B5D22C9}"/>
                  </a:ext>
                </a:extLst>
              </p:cNvPr>
              <p:cNvSpPr>
                <a:spLocks noChangeShapeType="1"/>
              </p:cNvSpPr>
              <p:nvPr/>
            </p:nvSpPr>
            <p:spPr bwMode="auto">
              <a:xfrm>
                <a:off x="753" y="1223"/>
                <a:ext cx="420"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grpSp>
            <p:nvGrpSpPr>
              <p:cNvPr id="365" name="Group 170">
                <a:extLst>
                  <a:ext uri="{FF2B5EF4-FFF2-40B4-BE49-F238E27FC236}">
                    <a16:creationId xmlns:a16="http://schemas.microsoft.com/office/drawing/2014/main" id="{486BBBA0-C90D-4DCE-4B48-AC1463D8B869}"/>
                  </a:ext>
                </a:extLst>
              </p:cNvPr>
              <p:cNvGrpSpPr>
                <a:grpSpLocks/>
              </p:cNvGrpSpPr>
              <p:nvPr/>
            </p:nvGrpSpPr>
            <p:grpSpPr bwMode="auto">
              <a:xfrm>
                <a:off x="1173" y="1223"/>
                <a:ext cx="803" cy="612"/>
                <a:chOff x="1173" y="1223"/>
                <a:chExt cx="803" cy="612"/>
              </a:xfrm>
            </p:grpSpPr>
            <p:sp>
              <p:nvSpPr>
                <p:cNvPr id="386" name="Text Box 37">
                  <a:extLst>
                    <a:ext uri="{FF2B5EF4-FFF2-40B4-BE49-F238E27FC236}">
                      <a16:creationId xmlns:a16="http://schemas.microsoft.com/office/drawing/2014/main" id="{6C1E4FD9-425D-B28A-9D41-540BEB025555}"/>
                    </a:ext>
                  </a:extLst>
                </p:cNvPr>
                <p:cNvSpPr txBox="1">
                  <a:spLocks noChangeArrowheads="1"/>
                </p:cNvSpPr>
                <p:nvPr/>
              </p:nvSpPr>
              <p:spPr bwMode="auto">
                <a:xfrm>
                  <a:off x="1173" y="1223"/>
                  <a:ext cx="497" cy="612"/>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30KB</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100KB</a:t>
                  </a:r>
                </a:p>
              </p:txBody>
            </p:sp>
            <p:sp>
              <p:nvSpPr>
                <p:cNvPr id="387" name="Line 38">
                  <a:extLst>
                    <a:ext uri="{FF2B5EF4-FFF2-40B4-BE49-F238E27FC236}">
                      <a16:creationId xmlns:a16="http://schemas.microsoft.com/office/drawing/2014/main" id="{7CA1C22B-3046-7582-D719-4DCA962B56F3}"/>
                    </a:ext>
                  </a:extLst>
                </p:cNvPr>
                <p:cNvSpPr>
                  <a:spLocks noChangeShapeType="1"/>
                </p:cNvSpPr>
                <p:nvPr/>
              </p:nvSpPr>
              <p:spPr bwMode="auto">
                <a:xfrm>
                  <a:off x="1173" y="1370"/>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88" name="Line 39">
                  <a:extLst>
                    <a:ext uri="{FF2B5EF4-FFF2-40B4-BE49-F238E27FC236}">
                      <a16:creationId xmlns:a16="http://schemas.microsoft.com/office/drawing/2014/main" id="{68345007-DAB7-B3DB-B06B-6E1B146FCD48}"/>
                    </a:ext>
                  </a:extLst>
                </p:cNvPr>
                <p:cNvSpPr>
                  <a:spLocks noChangeShapeType="1"/>
                </p:cNvSpPr>
                <p:nvPr/>
              </p:nvSpPr>
              <p:spPr bwMode="auto">
                <a:xfrm>
                  <a:off x="1173" y="1517"/>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89" name="Line 40">
                  <a:extLst>
                    <a:ext uri="{FF2B5EF4-FFF2-40B4-BE49-F238E27FC236}">
                      <a16:creationId xmlns:a16="http://schemas.microsoft.com/office/drawing/2014/main" id="{F79A1400-0C87-059B-68D0-3F641DEB042C}"/>
                    </a:ext>
                  </a:extLst>
                </p:cNvPr>
                <p:cNvSpPr>
                  <a:spLocks noChangeShapeType="1"/>
                </p:cNvSpPr>
                <p:nvPr/>
              </p:nvSpPr>
              <p:spPr bwMode="auto">
                <a:xfrm>
                  <a:off x="1173" y="1673"/>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90" name="Line 47">
                  <a:extLst>
                    <a:ext uri="{FF2B5EF4-FFF2-40B4-BE49-F238E27FC236}">
                      <a16:creationId xmlns:a16="http://schemas.microsoft.com/office/drawing/2014/main" id="{814D27FB-0728-D84E-2DC9-9972B1856D33}"/>
                    </a:ext>
                  </a:extLst>
                </p:cNvPr>
                <p:cNvSpPr>
                  <a:spLocks noChangeShapeType="1"/>
                </p:cNvSpPr>
                <p:nvPr/>
              </p:nvSpPr>
              <p:spPr bwMode="auto">
                <a:xfrm flipV="1">
                  <a:off x="1747" y="1223"/>
                  <a:ext cx="0" cy="34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91" name="Line 48">
                  <a:extLst>
                    <a:ext uri="{FF2B5EF4-FFF2-40B4-BE49-F238E27FC236}">
                      <a16:creationId xmlns:a16="http://schemas.microsoft.com/office/drawing/2014/main" id="{EC81A462-A88F-3262-8CBA-65D58A40A5A5}"/>
                    </a:ext>
                  </a:extLst>
                </p:cNvPr>
                <p:cNvSpPr>
                  <a:spLocks noChangeShapeType="1"/>
                </p:cNvSpPr>
                <p:nvPr/>
              </p:nvSpPr>
              <p:spPr bwMode="auto">
                <a:xfrm>
                  <a:off x="1747" y="1223"/>
                  <a:ext cx="229"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92" name="Line 63">
                  <a:extLst>
                    <a:ext uri="{FF2B5EF4-FFF2-40B4-BE49-F238E27FC236}">
                      <a16:creationId xmlns:a16="http://schemas.microsoft.com/office/drawing/2014/main" id="{BEFEFA74-A5B6-5376-4621-C3277735C196}"/>
                    </a:ext>
                  </a:extLst>
                </p:cNvPr>
                <p:cNvSpPr>
                  <a:spLocks noChangeShapeType="1"/>
                </p:cNvSpPr>
                <p:nvPr/>
              </p:nvSpPr>
              <p:spPr bwMode="auto">
                <a:xfrm>
                  <a:off x="1632" y="1572"/>
                  <a:ext cx="11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grpSp>
          <p:grpSp>
            <p:nvGrpSpPr>
              <p:cNvPr id="366" name="Group 179">
                <a:extLst>
                  <a:ext uri="{FF2B5EF4-FFF2-40B4-BE49-F238E27FC236}">
                    <a16:creationId xmlns:a16="http://schemas.microsoft.com/office/drawing/2014/main" id="{BD7F196B-B8C7-BB45-437F-50D0E4F7F8BF}"/>
                  </a:ext>
                </a:extLst>
              </p:cNvPr>
              <p:cNvGrpSpPr>
                <a:grpSpLocks/>
              </p:cNvGrpSpPr>
              <p:nvPr/>
            </p:nvGrpSpPr>
            <p:grpSpPr bwMode="auto">
              <a:xfrm>
                <a:off x="1977" y="1223"/>
                <a:ext cx="803" cy="612"/>
                <a:chOff x="1173" y="1223"/>
                <a:chExt cx="803" cy="612"/>
              </a:xfrm>
            </p:grpSpPr>
            <p:sp>
              <p:nvSpPr>
                <p:cNvPr id="379" name="Text Box 180">
                  <a:extLst>
                    <a:ext uri="{FF2B5EF4-FFF2-40B4-BE49-F238E27FC236}">
                      <a16:creationId xmlns:a16="http://schemas.microsoft.com/office/drawing/2014/main" id="{BDCB62F3-0949-9950-9328-C6E268F37D85}"/>
                    </a:ext>
                  </a:extLst>
                </p:cNvPr>
                <p:cNvSpPr txBox="1">
                  <a:spLocks noChangeArrowheads="1"/>
                </p:cNvSpPr>
                <p:nvPr/>
              </p:nvSpPr>
              <p:spPr bwMode="auto">
                <a:xfrm>
                  <a:off x="1173" y="1223"/>
                  <a:ext cx="497" cy="612"/>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20KB</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160KB</a:t>
                  </a:r>
                </a:p>
              </p:txBody>
            </p:sp>
            <p:sp>
              <p:nvSpPr>
                <p:cNvPr id="380" name="Line 181">
                  <a:extLst>
                    <a:ext uri="{FF2B5EF4-FFF2-40B4-BE49-F238E27FC236}">
                      <a16:creationId xmlns:a16="http://schemas.microsoft.com/office/drawing/2014/main" id="{5C85EB7D-BB09-31D5-6C6F-DC1ED0FB55E5}"/>
                    </a:ext>
                  </a:extLst>
                </p:cNvPr>
                <p:cNvSpPr>
                  <a:spLocks noChangeShapeType="1"/>
                </p:cNvSpPr>
                <p:nvPr/>
              </p:nvSpPr>
              <p:spPr bwMode="auto">
                <a:xfrm>
                  <a:off x="1173" y="1370"/>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81" name="Line 182">
                  <a:extLst>
                    <a:ext uri="{FF2B5EF4-FFF2-40B4-BE49-F238E27FC236}">
                      <a16:creationId xmlns:a16="http://schemas.microsoft.com/office/drawing/2014/main" id="{FFB93A50-CFAF-3E1A-143F-64BD81264EEB}"/>
                    </a:ext>
                  </a:extLst>
                </p:cNvPr>
                <p:cNvSpPr>
                  <a:spLocks noChangeShapeType="1"/>
                </p:cNvSpPr>
                <p:nvPr/>
              </p:nvSpPr>
              <p:spPr bwMode="auto">
                <a:xfrm>
                  <a:off x="1173" y="1517"/>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82" name="Line 183">
                  <a:extLst>
                    <a:ext uri="{FF2B5EF4-FFF2-40B4-BE49-F238E27FC236}">
                      <a16:creationId xmlns:a16="http://schemas.microsoft.com/office/drawing/2014/main" id="{51E62B47-809D-A24F-13CE-C9A7453E691D}"/>
                    </a:ext>
                  </a:extLst>
                </p:cNvPr>
                <p:cNvSpPr>
                  <a:spLocks noChangeShapeType="1"/>
                </p:cNvSpPr>
                <p:nvPr/>
              </p:nvSpPr>
              <p:spPr bwMode="auto">
                <a:xfrm>
                  <a:off x="1173" y="1673"/>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83" name="Line 184">
                  <a:extLst>
                    <a:ext uri="{FF2B5EF4-FFF2-40B4-BE49-F238E27FC236}">
                      <a16:creationId xmlns:a16="http://schemas.microsoft.com/office/drawing/2014/main" id="{AA6C0E67-DD37-4BEA-D4BF-003649AB6309}"/>
                    </a:ext>
                  </a:extLst>
                </p:cNvPr>
                <p:cNvSpPr>
                  <a:spLocks noChangeShapeType="1"/>
                </p:cNvSpPr>
                <p:nvPr/>
              </p:nvSpPr>
              <p:spPr bwMode="auto">
                <a:xfrm flipV="1">
                  <a:off x="1747" y="1223"/>
                  <a:ext cx="0" cy="34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84" name="Line 185">
                  <a:extLst>
                    <a:ext uri="{FF2B5EF4-FFF2-40B4-BE49-F238E27FC236}">
                      <a16:creationId xmlns:a16="http://schemas.microsoft.com/office/drawing/2014/main" id="{0EB21F45-E665-AE37-4F07-980B35D7107C}"/>
                    </a:ext>
                  </a:extLst>
                </p:cNvPr>
                <p:cNvSpPr>
                  <a:spLocks noChangeShapeType="1"/>
                </p:cNvSpPr>
                <p:nvPr/>
              </p:nvSpPr>
              <p:spPr bwMode="auto">
                <a:xfrm>
                  <a:off x="1747" y="1223"/>
                  <a:ext cx="229"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85" name="Line 186">
                  <a:extLst>
                    <a:ext uri="{FF2B5EF4-FFF2-40B4-BE49-F238E27FC236}">
                      <a16:creationId xmlns:a16="http://schemas.microsoft.com/office/drawing/2014/main" id="{7473AF8C-3B70-5EAC-4E22-5C68E79E0062}"/>
                    </a:ext>
                  </a:extLst>
                </p:cNvPr>
                <p:cNvSpPr>
                  <a:spLocks noChangeShapeType="1"/>
                </p:cNvSpPr>
                <p:nvPr/>
              </p:nvSpPr>
              <p:spPr bwMode="auto">
                <a:xfrm>
                  <a:off x="1632" y="1572"/>
                  <a:ext cx="11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grpSp>
          <p:grpSp>
            <p:nvGrpSpPr>
              <p:cNvPr id="367" name="Group 187">
                <a:extLst>
                  <a:ext uri="{FF2B5EF4-FFF2-40B4-BE49-F238E27FC236}">
                    <a16:creationId xmlns:a16="http://schemas.microsoft.com/office/drawing/2014/main" id="{A79587E2-0965-149C-03D9-57CE1D622549}"/>
                  </a:ext>
                </a:extLst>
              </p:cNvPr>
              <p:cNvGrpSpPr>
                <a:grpSpLocks/>
              </p:cNvGrpSpPr>
              <p:nvPr/>
            </p:nvGrpSpPr>
            <p:grpSpPr bwMode="auto">
              <a:xfrm>
                <a:off x="2782" y="1223"/>
                <a:ext cx="803" cy="612"/>
                <a:chOff x="1173" y="1223"/>
                <a:chExt cx="803" cy="612"/>
              </a:xfrm>
            </p:grpSpPr>
            <p:sp>
              <p:nvSpPr>
                <p:cNvPr id="372" name="Text Box 188">
                  <a:extLst>
                    <a:ext uri="{FF2B5EF4-FFF2-40B4-BE49-F238E27FC236}">
                      <a16:creationId xmlns:a16="http://schemas.microsoft.com/office/drawing/2014/main" id="{62A6433E-F043-9BB8-150C-CB93C6695A5A}"/>
                    </a:ext>
                  </a:extLst>
                </p:cNvPr>
                <p:cNvSpPr txBox="1">
                  <a:spLocks noChangeArrowheads="1"/>
                </p:cNvSpPr>
                <p:nvPr/>
              </p:nvSpPr>
              <p:spPr bwMode="auto">
                <a:xfrm>
                  <a:off x="1173" y="1223"/>
                  <a:ext cx="497" cy="612"/>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5KB</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210KB</a:t>
                  </a:r>
                </a:p>
              </p:txBody>
            </p:sp>
            <p:sp>
              <p:nvSpPr>
                <p:cNvPr id="373" name="Line 189">
                  <a:extLst>
                    <a:ext uri="{FF2B5EF4-FFF2-40B4-BE49-F238E27FC236}">
                      <a16:creationId xmlns:a16="http://schemas.microsoft.com/office/drawing/2014/main" id="{18A29049-69EA-5961-72B7-DBDDC28C8358}"/>
                    </a:ext>
                  </a:extLst>
                </p:cNvPr>
                <p:cNvSpPr>
                  <a:spLocks noChangeShapeType="1"/>
                </p:cNvSpPr>
                <p:nvPr/>
              </p:nvSpPr>
              <p:spPr bwMode="auto">
                <a:xfrm>
                  <a:off x="1173" y="1370"/>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74" name="Line 190">
                  <a:extLst>
                    <a:ext uri="{FF2B5EF4-FFF2-40B4-BE49-F238E27FC236}">
                      <a16:creationId xmlns:a16="http://schemas.microsoft.com/office/drawing/2014/main" id="{8073BCF2-27BE-4584-1AEE-8D8E9BADB3C0}"/>
                    </a:ext>
                  </a:extLst>
                </p:cNvPr>
                <p:cNvSpPr>
                  <a:spLocks noChangeShapeType="1"/>
                </p:cNvSpPr>
                <p:nvPr/>
              </p:nvSpPr>
              <p:spPr bwMode="auto">
                <a:xfrm>
                  <a:off x="1173" y="1517"/>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75" name="Line 191">
                  <a:extLst>
                    <a:ext uri="{FF2B5EF4-FFF2-40B4-BE49-F238E27FC236}">
                      <a16:creationId xmlns:a16="http://schemas.microsoft.com/office/drawing/2014/main" id="{241FF660-2EA6-D237-8036-D377A47DADDA}"/>
                    </a:ext>
                  </a:extLst>
                </p:cNvPr>
                <p:cNvSpPr>
                  <a:spLocks noChangeShapeType="1"/>
                </p:cNvSpPr>
                <p:nvPr/>
              </p:nvSpPr>
              <p:spPr bwMode="auto">
                <a:xfrm>
                  <a:off x="1173" y="1673"/>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76" name="Line 192">
                  <a:extLst>
                    <a:ext uri="{FF2B5EF4-FFF2-40B4-BE49-F238E27FC236}">
                      <a16:creationId xmlns:a16="http://schemas.microsoft.com/office/drawing/2014/main" id="{8CF79DEC-DEF9-6F14-D235-28FAFA1D3EF5}"/>
                    </a:ext>
                  </a:extLst>
                </p:cNvPr>
                <p:cNvSpPr>
                  <a:spLocks noChangeShapeType="1"/>
                </p:cNvSpPr>
                <p:nvPr/>
              </p:nvSpPr>
              <p:spPr bwMode="auto">
                <a:xfrm flipV="1">
                  <a:off x="1747" y="1223"/>
                  <a:ext cx="0" cy="34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77" name="Line 193">
                  <a:extLst>
                    <a:ext uri="{FF2B5EF4-FFF2-40B4-BE49-F238E27FC236}">
                      <a16:creationId xmlns:a16="http://schemas.microsoft.com/office/drawing/2014/main" id="{2D046445-0A0E-9B90-45ED-D054E9CDD91D}"/>
                    </a:ext>
                  </a:extLst>
                </p:cNvPr>
                <p:cNvSpPr>
                  <a:spLocks noChangeShapeType="1"/>
                </p:cNvSpPr>
                <p:nvPr/>
              </p:nvSpPr>
              <p:spPr bwMode="auto">
                <a:xfrm>
                  <a:off x="1747" y="1223"/>
                  <a:ext cx="229"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78" name="Line 194">
                  <a:extLst>
                    <a:ext uri="{FF2B5EF4-FFF2-40B4-BE49-F238E27FC236}">
                      <a16:creationId xmlns:a16="http://schemas.microsoft.com/office/drawing/2014/main" id="{62B5D323-9FB4-F0B5-2923-AD6FC4A105C8}"/>
                    </a:ext>
                  </a:extLst>
                </p:cNvPr>
                <p:cNvSpPr>
                  <a:spLocks noChangeShapeType="1"/>
                </p:cNvSpPr>
                <p:nvPr/>
              </p:nvSpPr>
              <p:spPr bwMode="auto">
                <a:xfrm>
                  <a:off x="1632" y="1572"/>
                  <a:ext cx="11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grpSp>
          <p:sp>
            <p:nvSpPr>
              <p:cNvPr id="368" name="Text Box 197">
                <a:extLst>
                  <a:ext uri="{FF2B5EF4-FFF2-40B4-BE49-F238E27FC236}">
                    <a16:creationId xmlns:a16="http://schemas.microsoft.com/office/drawing/2014/main" id="{652AAAEA-27FA-DFD3-D472-6339955AE1D0}"/>
                  </a:ext>
                </a:extLst>
              </p:cNvPr>
              <p:cNvSpPr txBox="1">
                <a:spLocks noChangeArrowheads="1"/>
              </p:cNvSpPr>
              <p:nvPr/>
            </p:nvSpPr>
            <p:spPr bwMode="auto">
              <a:xfrm>
                <a:off x="3587" y="1222"/>
                <a:ext cx="497" cy="612"/>
              </a:xfrm>
              <a:prstGeom prst="rect">
                <a:avLst/>
              </a:prstGeom>
              <a:solidFill>
                <a:srgbClr val="FFFFCC"/>
              </a:solidFill>
              <a:ln w="9525">
                <a:solidFill>
                  <a:srgbClr val="000000"/>
                </a:solidFill>
                <a:miter lim="800000"/>
                <a:headEnd/>
                <a:tailEnd/>
              </a:ln>
            </p:spPr>
            <p:txBody>
              <a:bodyPr/>
              <a:lstStyle/>
              <a:p>
                <a:pPr algn="just" fontAlgn="base">
                  <a:lnSpc>
                    <a:spcPct val="80000"/>
                  </a:lnSpc>
                  <a:spcBef>
                    <a:spcPct val="30000"/>
                  </a:spcBef>
                  <a:spcAft>
                    <a:spcPct val="0"/>
                  </a:spcAft>
                  <a:defRPr/>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Bef>
                    <a:spcPct val="30000"/>
                  </a:spcBef>
                  <a:spcAft>
                    <a:spcPct val="0"/>
                  </a:spcAft>
                  <a:defRPr/>
                </a:pPr>
                <a:r>
                  <a:rPr kumimoji="1" lang="en-US" altLang="zh-CN" sz="1400" b="1">
                    <a:solidFill>
                      <a:srgbClr val="000000"/>
                    </a:solidFill>
                    <a:latin typeface="Times New Roman" panose="02020603050405020304" pitchFamily="18" charset="0"/>
                    <a:ea typeface="宋体" panose="02010600030101010101" pitchFamily="2" charset="-122"/>
                  </a:rPr>
                  <a:t>  46KB</a:t>
                </a:r>
              </a:p>
              <a:p>
                <a:pPr algn="just" fontAlgn="base">
                  <a:lnSpc>
                    <a:spcPct val="80000"/>
                  </a:lnSpc>
                  <a:spcBef>
                    <a:spcPct val="30000"/>
                  </a:spcBef>
                  <a:spcAft>
                    <a:spcPct val="0"/>
                  </a:spcAft>
                  <a:defRPr/>
                </a:pPr>
                <a:r>
                  <a:rPr kumimoji="1" lang="en-US" altLang="zh-CN" sz="1400" b="1">
                    <a:solidFill>
                      <a:srgbClr val="000000"/>
                    </a:solidFill>
                    <a:latin typeface="Times New Roman" panose="02020603050405020304" pitchFamily="18" charset="0"/>
                    <a:ea typeface="宋体" panose="02010600030101010101" pitchFamily="2" charset="-122"/>
                  </a:rPr>
                  <a:t>    </a:t>
                </a:r>
                <a:r>
                  <a:rPr kumimoji="1" lang="en-US" altLang="zh-CN" sz="1400" b="1">
                    <a:solidFill>
                      <a:srgbClr val="000000"/>
                    </a:solidFill>
                    <a:latin typeface="Arial" panose="020B0604020202020204" pitchFamily="34" charset="0"/>
                    <a:ea typeface="宋体" panose="02010600030101010101" pitchFamily="2" charset="-122"/>
                    <a:sym typeface="Symbol" panose="05050102010706020507" pitchFamily="18" charset="2"/>
                  </a:rPr>
                  <a:t></a:t>
                </a:r>
                <a:r>
                  <a:rPr kumimoji="1" lang="en-US" altLang="zh-CN" sz="1400" b="1">
                    <a:solidFill>
                      <a:srgbClr val="4138FA"/>
                    </a:solidFill>
                    <a:latin typeface="Arial" panose="020B0604020202020204" pitchFamily="34" charset="0"/>
                    <a:ea typeface="宋体" panose="02010600030101010101" pitchFamily="2" charset="-122"/>
                  </a:rPr>
                  <a:t> </a:t>
                </a:r>
                <a:endParaRPr kumimoji="1" lang="en-US" altLang="zh-CN" sz="1400" b="1">
                  <a:solidFill>
                    <a:srgbClr val="000000"/>
                  </a:solidFill>
                  <a:latin typeface="Times New Roman" panose="02020603050405020304" pitchFamily="18" charset="0"/>
                  <a:ea typeface="宋体" panose="02010600030101010101" pitchFamily="2" charset="-122"/>
                </a:endParaRPr>
              </a:p>
            </p:txBody>
          </p:sp>
          <p:sp>
            <p:nvSpPr>
              <p:cNvPr id="369" name="Line 198">
                <a:extLst>
                  <a:ext uri="{FF2B5EF4-FFF2-40B4-BE49-F238E27FC236}">
                    <a16:creationId xmlns:a16="http://schemas.microsoft.com/office/drawing/2014/main" id="{114B0430-7E00-C8FD-2A29-3B1774B6DF7F}"/>
                  </a:ext>
                </a:extLst>
              </p:cNvPr>
              <p:cNvSpPr>
                <a:spLocks noChangeShapeType="1"/>
              </p:cNvSpPr>
              <p:nvPr/>
            </p:nvSpPr>
            <p:spPr bwMode="auto">
              <a:xfrm>
                <a:off x="3587" y="1369"/>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70" name="Line 199">
                <a:extLst>
                  <a:ext uri="{FF2B5EF4-FFF2-40B4-BE49-F238E27FC236}">
                    <a16:creationId xmlns:a16="http://schemas.microsoft.com/office/drawing/2014/main" id="{D423F4F1-6B26-00C0-6AB8-EC73EEB5FA6D}"/>
                  </a:ext>
                </a:extLst>
              </p:cNvPr>
              <p:cNvSpPr>
                <a:spLocks noChangeShapeType="1"/>
              </p:cNvSpPr>
              <p:nvPr/>
            </p:nvSpPr>
            <p:spPr bwMode="auto">
              <a:xfrm>
                <a:off x="3587" y="1516"/>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71" name="Line 200">
                <a:extLst>
                  <a:ext uri="{FF2B5EF4-FFF2-40B4-BE49-F238E27FC236}">
                    <a16:creationId xmlns:a16="http://schemas.microsoft.com/office/drawing/2014/main" id="{9733E4C0-3634-63A7-5A85-1F361045DD79}"/>
                  </a:ext>
                </a:extLst>
              </p:cNvPr>
              <p:cNvSpPr>
                <a:spLocks noChangeShapeType="1"/>
              </p:cNvSpPr>
              <p:nvPr/>
            </p:nvSpPr>
            <p:spPr bwMode="auto">
              <a:xfrm>
                <a:off x="3587" y="1672"/>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grpSp>
        <p:grpSp>
          <p:nvGrpSpPr>
            <p:cNvPr id="295" name="Group 237">
              <a:extLst>
                <a:ext uri="{FF2B5EF4-FFF2-40B4-BE49-F238E27FC236}">
                  <a16:creationId xmlns:a16="http://schemas.microsoft.com/office/drawing/2014/main" id="{75AA8CE1-6444-DDC8-C4F6-386C015AB7F8}"/>
                </a:ext>
              </a:extLst>
            </p:cNvPr>
            <p:cNvGrpSpPr>
              <a:grpSpLocks/>
            </p:cNvGrpSpPr>
            <p:nvPr/>
          </p:nvGrpSpPr>
          <p:grpSpPr bwMode="auto">
            <a:xfrm>
              <a:off x="238" y="2118"/>
              <a:ext cx="3828" cy="877"/>
              <a:chOff x="238" y="2118"/>
              <a:chExt cx="3828" cy="877"/>
            </a:xfrm>
          </p:grpSpPr>
          <p:sp>
            <p:nvSpPr>
              <p:cNvPr id="329" name="Text Box 205">
                <a:extLst>
                  <a:ext uri="{FF2B5EF4-FFF2-40B4-BE49-F238E27FC236}">
                    <a16:creationId xmlns:a16="http://schemas.microsoft.com/office/drawing/2014/main" id="{12BDCA8B-ECF3-986B-5CB6-A21DCAF41567}"/>
                  </a:ext>
                </a:extLst>
              </p:cNvPr>
              <p:cNvSpPr txBox="1">
                <a:spLocks noChangeArrowheads="1"/>
              </p:cNvSpPr>
              <p:nvPr/>
            </p:nvSpPr>
            <p:spPr bwMode="auto">
              <a:xfrm>
                <a:off x="1527" y="2859"/>
                <a:ext cx="186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Bef>
                    <a:spcPct val="0"/>
                  </a:spcBef>
                  <a:spcAft>
                    <a:spcPct val="0"/>
                  </a:spcAft>
                  <a:buClrTx/>
                  <a:buSzTx/>
                  <a:buFontTx/>
                  <a:buNone/>
                </a:pPr>
                <a:r>
                  <a:rPr kumimoji="1" lang="en-US" altLang="zh-CN" sz="1600">
                    <a:solidFill>
                      <a:srgbClr val="000000"/>
                    </a:solidFill>
                    <a:latin typeface="Times New Roman" panose="02020603050405020304" pitchFamily="18" charset="0"/>
                    <a:ea typeface="宋体" panose="02010600030101010101" pitchFamily="2" charset="-122"/>
                  </a:rPr>
                  <a:t>(b) </a:t>
                </a:r>
                <a:r>
                  <a:rPr kumimoji="1" lang="zh-CN" altLang="en-US" sz="1600">
                    <a:solidFill>
                      <a:srgbClr val="000000"/>
                    </a:solidFill>
                    <a:latin typeface="Times New Roman" panose="02020603050405020304" pitchFamily="18" charset="0"/>
                    <a:ea typeface="宋体" panose="02010600030101010101" pitchFamily="2" charset="-122"/>
                  </a:rPr>
                  <a:t>最佳适应算法的空闲区队列</a:t>
                </a:r>
              </a:p>
            </p:txBody>
          </p:sp>
          <p:sp>
            <p:nvSpPr>
              <p:cNvPr id="330" name="Text Box 206">
                <a:extLst>
                  <a:ext uri="{FF2B5EF4-FFF2-40B4-BE49-F238E27FC236}">
                    <a16:creationId xmlns:a16="http://schemas.microsoft.com/office/drawing/2014/main" id="{F4DD3BB2-6E6F-055A-9EDE-6491AB375566}"/>
                  </a:ext>
                </a:extLst>
              </p:cNvPr>
              <p:cNvSpPr txBox="1">
                <a:spLocks noChangeArrowheads="1"/>
              </p:cNvSpPr>
              <p:nvPr/>
            </p:nvSpPr>
            <p:spPr bwMode="auto">
              <a:xfrm>
                <a:off x="238" y="2118"/>
                <a:ext cx="497" cy="161"/>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Bef>
                    <a:spcPct val="0"/>
                  </a:spcBef>
                  <a:spcAft>
                    <a:spcPct val="0"/>
                  </a:spcAft>
                  <a:buClrTx/>
                  <a:buSzTx/>
                  <a:buFontTx/>
                  <a:buNone/>
                </a:pPr>
                <a:endParaRPr kumimoji="1" lang="en-US" altLang="zh-CN" sz="1400" b="1">
                  <a:solidFill>
                    <a:srgbClr val="000000"/>
                  </a:solidFill>
                  <a:latin typeface="Times New Roman" panose="02020603050405020304" pitchFamily="18" charset="0"/>
                  <a:ea typeface="宋体" panose="02010600030101010101" pitchFamily="2" charset="-122"/>
                </a:endParaRPr>
              </a:p>
              <a:p>
                <a:pPr algn="just" fontAlgn="base">
                  <a:lnSpc>
                    <a:spcPct val="80000"/>
                  </a:lnSpc>
                  <a:spcBef>
                    <a:spcPct val="0"/>
                  </a:spcBef>
                  <a:spcAft>
                    <a:spcPct val="0"/>
                  </a:spcAft>
                  <a:buClrTx/>
                  <a:buSzTx/>
                  <a:buFontTx/>
                  <a:buNone/>
                </a:pPr>
                <a:endParaRPr kumimoji="1" lang="en-US" altLang="zh-CN" sz="1400" b="1">
                  <a:solidFill>
                    <a:srgbClr val="000000"/>
                  </a:solidFill>
                  <a:latin typeface="Times New Roman" panose="02020603050405020304" pitchFamily="18" charset="0"/>
                  <a:ea typeface="宋体" panose="02010600030101010101" pitchFamily="2" charset="-122"/>
                </a:endParaRPr>
              </a:p>
            </p:txBody>
          </p:sp>
          <p:sp>
            <p:nvSpPr>
              <p:cNvPr id="331" name="Text Box 207">
                <a:extLst>
                  <a:ext uri="{FF2B5EF4-FFF2-40B4-BE49-F238E27FC236}">
                    <a16:creationId xmlns:a16="http://schemas.microsoft.com/office/drawing/2014/main" id="{F51A07A6-FF01-BC7F-5360-03120F26A252}"/>
                  </a:ext>
                </a:extLst>
              </p:cNvPr>
              <p:cNvSpPr txBox="1">
                <a:spLocks noChangeArrowheads="1"/>
              </p:cNvSpPr>
              <p:nvPr/>
            </p:nvSpPr>
            <p:spPr bwMode="auto">
              <a:xfrm>
                <a:off x="300" y="2118"/>
                <a:ext cx="461"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Bef>
                    <a:spcPct val="0"/>
                  </a:spcBef>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160KB</a:t>
                </a:r>
              </a:p>
            </p:txBody>
          </p:sp>
          <p:sp>
            <p:nvSpPr>
              <p:cNvPr id="332" name="Line 208">
                <a:extLst>
                  <a:ext uri="{FF2B5EF4-FFF2-40B4-BE49-F238E27FC236}">
                    <a16:creationId xmlns:a16="http://schemas.microsoft.com/office/drawing/2014/main" id="{43F96AAD-B742-1906-2AC4-0B63B9310036}"/>
                  </a:ext>
                </a:extLst>
              </p:cNvPr>
              <p:cNvSpPr>
                <a:spLocks noChangeShapeType="1"/>
              </p:cNvSpPr>
              <p:nvPr/>
            </p:nvSpPr>
            <p:spPr bwMode="auto">
              <a:xfrm>
                <a:off x="735" y="2182"/>
                <a:ext cx="420"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grpSp>
            <p:nvGrpSpPr>
              <p:cNvPr id="333" name="Group 209">
                <a:extLst>
                  <a:ext uri="{FF2B5EF4-FFF2-40B4-BE49-F238E27FC236}">
                    <a16:creationId xmlns:a16="http://schemas.microsoft.com/office/drawing/2014/main" id="{B3DF91ED-AF2D-1C8E-E874-EB8066908657}"/>
                  </a:ext>
                </a:extLst>
              </p:cNvPr>
              <p:cNvGrpSpPr>
                <a:grpSpLocks/>
              </p:cNvGrpSpPr>
              <p:nvPr/>
            </p:nvGrpSpPr>
            <p:grpSpPr bwMode="auto">
              <a:xfrm>
                <a:off x="1155" y="2182"/>
                <a:ext cx="803" cy="612"/>
                <a:chOff x="1173" y="1223"/>
                <a:chExt cx="803" cy="612"/>
              </a:xfrm>
            </p:grpSpPr>
            <p:sp>
              <p:nvSpPr>
                <p:cNvPr id="354" name="Text Box 210">
                  <a:extLst>
                    <a:ext uri="{FF2B5EF4-FFF2-40B4-BE49-F238E27FC236}">
                      <a16:creationId xmlns:a16="http://schemas.microsoft.com/office/drawing/2014/main" id="{14EAB02A-AF59-29BE-FEA8-243CE6A2E970}"/>
                    </a:ext>
                  </a:extLst>
                </p:cNvPr>
                <p:cNvSpPr txBox="1">
                  <a:spLocks noChangeArrowheads="1"/>
                </p:cNvSpPr>
                <p:nvPr/>
              </p:nvSpPr>
              <p:spPr bwMode="auto">
                <a:xfrm>
                  <a:off x="1173" y="1223"/>
                  <a:ext cx="497" cy="612"/>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5KB</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100KB</a:t>
                  </a:r>
                </a:p>
              </p:txBody>
            </p:sp>
            <p:sp>
              <p:nvSpPr>
                <p:cNvPr id="355" name="Line 211">
                  <a:extLst>
                    <a:ext uri="{FF2B5EF4-FFF2-40B4-BE49-F238E27FC236}">
                      <a16:creationId xmlns:a16="http://schemas.microsoft.com/office/drawing/2014/main" id="{D1BC7E7F-BE77-90C7-6CFA-24EE42F43297}"/>
                    </a:ext>
                  </a:extLst>
                </p:cNvPr>
                <p:cNvSpPr>
                  <a:spLocks noChangeShapeType="1"/>
                </p:cNvSpPr>
                <p:nvPr/>
              </p:nvSpPr>
              <p:spPr bwMode="auto">
                <a:xfrm>
                  <a:off x="1173" y="1370"/>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56" name="Line 212">
                  <a:extLst>
                    <a:ext uri="{FF2B5EF4-FFF2-40B4-BE49-F238E27FC236}">
                      <a16:creationId xmlns:a16="http://schemas.microsoft.com/office/drawing/2014/main" id="{E3ED13AA-FC8D-5925-6D4A-B133BC95A258}"/>
                    </a:ext>
                  </a:extLst>
                </p:cNvPr>
                <p:cNvSpPr>
                  <a:spLocks noChangeShapeType="1"/>
                </p:cNvSpPr>
                <p:nvPr/>
              </p:nvSpPr>
              <p:spPr bwMode="auto">
                <a:xfrm>
                  <a:off x="1173" y="1517"/>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57" name="Line 213">
                  <a:extLst>
                    <a:ext uri="{FF2B5EF4-FFF2-40B4-BE49-F238E27FC236}">
                      <a16:creationId xmlns:a16="http://schemas.microsoft.com/office/drawing/2014/main" id="{B3D66BC2-B050-8ED8-5469-0ABD7E551562}"/>
                    </a:ext>
                  </a:extLst>
                </p:cNvPr>
                <p:cNvSpPr>
                  <a:spLocks noChangeShapeType="1"/>
                </p:cNvSpPr>
                <p:nvPr/>
              </p:nvSpPr>
              <p:spPr bwMode="auto">
                <a:xfrm>
                  <a:off x="1173" y="1673"/>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58" name="Line 214">
                  <a:extLst>
                    <a:ext uri="{FF2B5EF4-FFF2-40B4-BE49-F238E27FC236}">
                      <a16:creationId xmlns:a16="http://schemas.microsoft.com/office/drawing/2014/main" id="{B79B9E76-1C94-7F35-8349-EFCD8A4F286A}"/>
                    </a:ext>
                  </a:extLst>
                </p:cNvPr>
                <p:cNvSpPr>
                  <a:spLocks noChangeShapeType="1"/>
                </p:cNvSpPr>
                <p:nvPr/>
              </p:nvSpPr>
              <p:spPr bwMode="auto">
                <a:xfrm flipV="1">
                  <a:off x="1747" y="1223"/>
                  <a:ext cx="0" cy="34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59" name="Line 215">
                  <a:extLst>
                    <a:ext uri="{FF2B5EF4-FFF2-40B4-BE49-F238E27FC236}">
                      <a16:creationId xmlns:a16="http://schemas.microsoft.com/office/drawing/2014/main" id="{5E07FB43-1461-5E91-DD94-94B9858AE014}"/>
                    </a:ext>
                  </a:extLst>
                </p:cNvPr>
                <p:cNvSpPr>
                  <a:spLocks noChangeShapeType="1"/>
                </p:cNvSpPr>
                <p:nvPr/>
              </p:nvSpPr>
              <p:spPr bwMode="auto">
                <a:xfrm>
                  <a:off x="1747" y="1223"/>
                  <a:ext cx="229"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60" name="Line 216">
                  <a:extLst>
                    <a:ext uri="{FF2B5EF4-FFF2-40B4-BE49-F238E27FC236}">
                      <a16:creationId xmlns:a16="http://schemas.microsoft.com/office/drawing/2014/main" id="{5875D361-E21B-CE83-56FC-D59C43B2E855}"/>
                    </a:ext>
                  </a:extLst>
                </p:cNvPr>
                <p:cNvSpPr>
                  <a:spLocks noChangeShapeType="1"/>
                </p:cNvSpPr>
                <p:nvPr/>
              </p:nvSpPr>
              <p:spPr bwMode="auto">
                <a:xfrm>
                  <a:off x="1632" y="1572"/>
                  <a:ext cx="11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grpSp>
          <p:grpSp>
            <p:nvGrpSpPr>
              <p:cNvPr id="334" name="Group 217">
                <a:extLst>
                  <a:ext uri="{FF2B5EF4-FFF2-40B4-BE49-F238E27FC236}">
                    <a16:creationId xmlns:a16="http://schemas.microsoft.com/office/drawing/2014/main" id="{0DC91A8C-F7CA-6B5C-4CF8-1B72D407CB49}"/>
                  </a:ext>
                </a:extLst>
              </p:cNvPr>
              <p:cNvGrpSpPr>
                <a:grpSpLocks/>
              </p:cNvGrpSpPr>
              <p:nvPr/>
            </p:nvGrpSpPr>
            <p:grpSpPr bwMode="auto">
              <a:xfrm>
                <a:off x="1959" y="2182"/>
                <a:ext cx="803" cy="612"/>
                <a:chOff x="1173" y="1223"/>
                <a:chExt cx="803" cy="612"/>
              </a:xfrm>
            </p:grpSpPr>
            <p:sp>
              <p:nvSpPr>
                <p:cNvPr id="347" name="Text Box 218">
                  <a:extLst>
                    <a:ext uri="{FF2B5EF4-FFF2-40B4-BE49-F238E27FC236}">
                      <a16:creationId xmlns:a16="http://schemas.microsoft.com/office/drawing/2014/main" id="{EABBDA13-531A-0916-3488-E60E85522FF2}"/>
                    </a:ext>
                  </a:extLst>
                </p:cNvPr>
                <p:cNvSpPr txBox="1">
                  <a:spLocks noChangeArrowheads="1"/>
                </p:cNvSpPr>
                <p:nvPr/>
              </p:nvSpPr>
              <p:spPr bwMode="auto">
                <a:xfrm>
                  <a:off x="1173" y="1223"/>
                  <a:ext cx="497" cy="612"/>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20KB</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20KB</a:t>
                  </a:r>
                </a:p>
              </p:txBody>
            </p:sp>
            <p:sp>
              <p:nvSpPr>
                <p:cNvPr id="348" name="Line 219">
                  <a:extLst>
                    <a:ext uri="{FF2B5EF4-FFF2-40B4-BE49-F238E27FC236}">
                      <a16:creationId xmlns:a16="http://schemas.microsoft.com/office/drawing/2014/main" id="{351493BF-6A54-9262-395F-F3D62D243B46}"/>
                    </a:ext>
                  </a:extLst>
                </p:cNvPr>
                <p:cNvSpPr>
                  <a:spLocks noChangeShapeType="1"/>
                </p:cNvSpPr>
                <p:nvPr/>
              </p:nvSpPr>
              <p:spPr bwMode="auto">
                <a:xfrm>
                  <a:off x="1173" y="1370"/>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49" name="Line 220">
                  <a:extLst>
                    <a:ext uri="{FF2B5EF4-FFF2-40B4-BE49-F238E27FC236}">
                      <a16:creationId xmlns:a16="http://schemas.microsoft.com/office/drawing/2014/main" id="{ADE51ECB-C1B0-A060-A13B-7A012ABF3587}"/>
                    </a:ext>
                  </a:extLst>
                </p:cNvPr>
                <p:cNvSpPr>
                  <a:spLocks noChangeShapeType="1"/>
                </p:cNvSpPr>
                <p:nvPr/>
              </p:nvSpPr>
              <p:spPr bwMode="auto">
                <a:xfrm>
                  <a:off x="1173" y="1517"/>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50" name="Line 221">
                  <a:extLst>
                    <a:ext uri="{FF2B5EF4-FFF2-40B4-BE49-F238E27FC236}">
                      <a16:creationId xmlns:a16="http://schemas.microsoft.com/office/drawing/2014/main" id="{17C329E8-A87B-7B70-7853-1186761B7BFF}"/>
                    </a:ext>
                  </a:extLst>
                </p:cNvPr>
                <p:cNvSpPr>
                  <a:spLocks noChangeShapeType="1"/>
                </p:cNvSpPr>
                <p:nvPr/>
              </p:nvSpPr>
              <p:spPr bwMode="auto">
                <a:xfrm>
                  <a:off x="1173" y="1673"/>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51" name="Line 222">
                  <a:extLst>
                    <a:ext uri="{FF2B5EF4-FFF2-40B4-BE49-F238E27FC236}">
                      <a16:creationId xmlns:a16="http://schemas.microsoft.com/office/drawing/2014/main" id="{AE9E94C3-6ABC-DC18-F5AE-BE6E900F1741}"/>
                    </a:ext>
                  </a:extLst>
                </p:cNvPr>
                <p:cNvSpPr>
                  <a:spLocks noChangeShapeType="1"/>
                </p:cNvSpPr>
                <p:nvPr/>
              </p:nvSpPr>
              <p:spPr bwMode="auto">
                <a:xfrm flipV="1">
                  <a:off x="1747" y="1223"/>
                  <a:ext cx="0" cy="34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52" name="Line 223">
                  <a:extLst>
                    <a:ext uri="{FF2B5EF4-FFF2-40B4-BE49-F238E27FC236}">
                      <a16:creationId xmlns:a16="http://schemas.microsoft.com/office/drawing/2014/main" id="{C741226D-125A-C236-B8EE-302598914BFF}"/>
                    </a:ext>
                  </a:extLst>
                </p:cNvPr>
                <p:cNvSpPr>
                  <a:spLocks noChangeShapeType="1"/>
                </p:cNvSpPr>
                <p:nvPr/>
              </p:nvSpPr>
              <p:spPr bwMode="auto">
                <a:xfrm>
                  <a:off x="1747" y="1223"/>
                  <a:ext cx="229"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53" name="Line 224">
                  <a:extLst>
                    <a:ext uri="{FF2B5EF4-FFF2-40B4-BE49-F238E27FC236}">
                      <a16:creationId xmlns:a16="http://schemas.microsoft.com/office/drawing/2014/main" id="{72035B22-36C8-8B82-D4CE-3924600A483D}"/>
                    </a:ext>
                  </a:extLst>
                </p:cNvPr>
                <p:cNvSpPr>
                  <a:spLocks noChangeShapeType="1"/>
                </p:cNvSpPr>
                <p:nvPr/>
              </p:nvSpPr>
              <p:spPr bwMode="auto">
                <a:xfrm>
                  <a:off x="1632" y="1572"/>
                  <a:ext cx="11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grpSp>
          <p:grpSp>
            <p:nvGrpSpPr>
              <p:cNvPr id="335" name="Group 225">
                <a:extLst>
                  <a:ext uri="{FF2B5EF4-FFF2-40B4-BE49-F238E27FC236}">
                    <a16:creationId xmlns:a16="http://schemas.microsoft.com/office/drawing/2014/main" id="{8FCBFB38-A550-AF63-8ABB-10E55D979B08}"/>
                  </a:ext>
                </a:extLst>
              </p:cNvPr>
              <p:cNvGrpSpPr>
                <a:grpSpLocks/>
              </p:cNvGrpSpPr>
              <p:nvPr/>
            </p:nvGrpSpPr>
            <p:grpSpPr bwMode="auto">
              <a:xfrm>
                <a:off x="2764" y="2182"/>
                <a:ext cx="803" cy="612"/>
                <a:chOff x="1173" y="1223"/>
                <a:chExt cx="803" cy="612"/>
              </a:xfrm>
            </p:grpSpPr>
            <p:sp>
              <p:nvSpPr>
                <p:cNvPr id="340" name="Text Box 226">
                  <a:extLst>
                    <a:ext uri="{FF2B5EF4-FFF2-40B4-BE49-F238E27FC236}">
                      <a16:creationId xmlns:a16="http://schemas.microsoft.com/office/drawing/2014/main" id="{9D60BCBB-A4D0-FF13-01BB-4DA702D2E97F}"/>
                    </a:ext>
                  </a:extLst>
                </p:cNvPr>
                <p:cNvSpPr txBox="1">
                  <a:spLocks noChangeArrowheads="1"/>
                </p:cNvSpPr>
                <p:nvPr/>
              </p:nvSpPr>
              <p:spPr bwMode="auto">
                <a:xfrm>
                  <a:off x="1173" y="1223"/>
                  <a:ext cx="497" cy="612"/>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30KB</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210KB</a:t>
                  </a:r>
                </a:p>
              </p:txBody>
            </p:sp>
            <p:sp>
              <p:nvSpPr>
                <p:cNvPr id="341" name="Line 227">
                  <a:extLst>
                    <a:ext uri="{FF2B5EF4-FFF2-40B4-BE49-F238E27FC236}">
                      <a16:creationId xmlns:a16="http://schemas.microsoft.com/office/drawing/2014/main" id="{8CE3B361-E2CF-F80D-7F07-251C1D02844C}"/>
                    </a:ext>
                  </a:extLst>
                </p:cNvPr>
                <p:cNvSpPr>
                  <a:spLocks noChangeShapeType="1"/>
                </p:cNvSpPr>
                <p:nvPr/>
              </p:nvSpPr>
              <p:spPr bwMode="auto">
                <a:xfrm>
                  <a:off x="1173" y="1370"/>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42" name="Line 228">
                  <a:extLst>
                    <a:ext uri="{FF2B5EF4-FFF2-40B4-BE49-F238E27FC236}">
                      <a16:creationId xmlns:a16="http://schemas.microsoft.com/office/drawing/2014/main" id="{9E09A5A5-E6ED-24DE-765C-91EB5AAE335E}"/>
                    </a:ext>
                  </a:extLst>
                </p:cNvPr>
                <p:cNvSpPr>
                  <a:spLocks noChangeShapeType="1"/>
                </p:cNvSpPr>
                <p:nvPr/>
              </p:nvSpPr>
              <p:spPr bwMode="auto">
                <a:xfrm>
                  <a:off x="1173" y="1517"/>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43" name="Line 229">
                  <a:extLst>
                    <a:ext uri="{FF2B5EF4-FFF2-40B4-BE49-F238E27FC236}">
                      <a16:creationId xmlns:a16="http://schemas.microsoft.com/office/drawing/2014/main" id="{929C47A2-58F7-5805-1355-D53E6BE2FF65}"/>
                    </a:ext>
                  </a:extLst>
                </p:cNvPr>
                <p:cNvSpPr>
                  <a:spLocks noChangeShapeType="1"/>
                </p:cNvSpPr>
                <p:nvPr/>
              </p:nvSpPr>
              <p:spPr bwMode="auto">
                <a:xfrm>
                  <a:off x="1173" y="1673"/>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44" name="Line 230">
                  <a:extLst>
                    <a:ext uri="{FF2B5EF4-FFF2-40B4-BE49-F238E27FC236}">
                      <a16:creationId xmlns:a16="http://schemas.microsoft.com/office/drawing/2014/main" id="{030C3431-64AC-2D54-EA6D-3328E74FE422}"/>
                    </a:ext>
                  </a:extLst>
                </p:cNvPr>
                <p:cNvSpPr>
                  <a:spLocks noChangeShapeType="1"/>
                </p:cNvSpPr>
                <p:nvPr/>
              </p:nvSpPr>
              <p:spPr bwMode="auto">
                <a:xfrm flipV="1">
                  <a:off x="1747" y="1223"/>
                  <a:ext cx="0" cy="34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45" name="Line 231">
                  <a:extLst>
                    <a:ext uri="{FF2B5EF4-FFF2-40B4-BE49-F238E27FC236}">
                      <a16:creationId xmlns:a16="http://schemas.microsoft.com/office/drawing/2014/main" id="{F7F8A436-AD0D-032D-6366-14CCAC80D971}"/>
                    </a:ext>
                  </a:extLst>
                </p:cNvPr>
                <p:cNvSpPr>
                  <a:spLocks noChangeShapeType="1"/>
                </p:cNvSpPr>
                <p:nvPr/>
              </p:nvSpPr>
              <p:spPr bwMode="auto">
                <a:xfrm>
                  <a:off x="1747" y="1223"/>
                  <a:ext cx="229"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46" name="Line 232">
                  <a:extLst>
                    <a:ext uri="{FF2B5EF4-FFF2-40B4-BE49-F238E27FC236}">
                      <a16:creationId xmlns:a16="http://schemas.microsoft.com/office/drawing/2014/main" id="{3A516B4E-114C-2842-56B8-BD2E6614D704}"/>
                    </a:ext>
                  </a:extLst>
                </p:cNvPr>
                <p:cNvSpPr>
                  <a:spLocks noChangeShapeType="1"/>
                </p:cNvSpPr>
                <p:nvPr/>
              </p:nvSpPr>
              <p:spPr bwMode="auto">
                <a:xfrm>
                  <a:off x="1632" y="1572"/>
                  <a:ext cx="11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grpSp>
          <p:sp>
            <p:nvSpPr>
              <p:cNvPr id="336" name="Text Box 233">
                <a:extLst>
                  <a:ext uri="{FF2B5EF4-FFF2-40B4-BE49-F238E27FC236}">
                    <a16:creationId xmlns:a16="http://schemas.microsoft.com/office/drawing/2014/main" id="{2A85324D-0C76-4DAB-16D8-47388A3430EC}"/>
                  </a:ext>
                </a:extLst>
              </p:cNvPr>
              <p:cNvSpPr txBox="1">
                <a:spLocks noChangeArrowheads="1"/>
              </p:cNvSpPr>
              <p:nvPr/>
            </p:nvSpPr>
            <p:spPr bwMode="auto">
              <a:xfrm>
                <a:off x="3569" y="2181"/>
                <a:ext cx="497" cy="612"/>
              </a:xfrm>
              <a:prstGeom prst="rect">
                <a:avLst/>
              </a:prstGeom>
              <a:solidFill>
                <a:srgbClr val="FFFFCC"/>
              </a:solidFill>
              <a:ln w="9525">
                <a:solidFill>
                  <a:srgbClr val="000000"/>
                </a:solidFill>
                <a:miter lim="800000"/>
                <a:headEnd/>
                <a:tailEnd/>
              </a:ln>
            </p:spPr>
            <p:txBody>
              <a:bodyPr/>
              <a:lstStyle/>
              <a:p>
                <a:pPr algn="just" fontAlgn="base">
                  <a:lnSpc>
                    <a:spcPct val="80000"/>
                  </a:lnSpc>
                  <a:spcBef>
                    <a:spcPct val="30000"/>
                  </a:spcBef>
                  <a:spcAft>
                    <a:spcPct val="0"/>
                  </a:spcAft>
                  <a:defRPr/>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Bef>
                    <a:spcPct val="30000"/>
                  </a:spcBef>
                  <a:spcAft>
                    <a:spcPct val="0"/>
                  </a:spcAft>
                  <a:defRPr/>
                </a:pPr>
                <a:r>
                  <a:rPr kumimoji="1" lang="en-US" altLang="zh-CN" sz="1400" b="1">
                    <a:solidFill>
                      <a:srgbClr val="000000"/>
                    </a:solidFill>
                    <a:latin typeface="Times New Roman" panose="02020603050405020304" pitchFamily="18" charset="0"/>
                    <a:ea typeface="宋体" panose="02010600030101010101" pitchFamily="2" charset="-122"/>
                  </a:rPr>
                  <a:t>  46KB</a:t>
                </a:r>
              </a:p>
              <a:p>
                <a:pPr algn="just" fontAlgn="base">
                  <a:lnSpc>
                    <a:spcPct val="80000"/>
                  </a:lnSpc>
                  <a:spcBef>
                    <a:spcPct val="30000"/>
                  </a:spcBef>
                  <a:spcAft>
                    <a:spcPct val="0"/>
                  </a:spcAft>
                  <a:defRPr/>
                </a:pPr>
                <a:r>
                  <a:rPr kumimoji="1" lang="en-US" altLang="zh-CN" sz="1400" b="1">
                    <a:solidFill>
                      <a:srgbClr val="000000"/>
                    </a:solidFill>
                    <a:latin typeface="Times New Roman" panose="02020603050405020304" pitchFamily="18" charset="0"/>
                    <a:ea typeface="宋体" panose="02010600030101010101" pitchFamily="2" charset="-122"/>
                  </a:rPr>
                  <a:t>    </a:t>
                </a:r>
                <a:r>
                  <a:rPr kumimoji="1" lang="en-US" altLang="zh-CN" sz="1400" b="1">
                    <a:solidFill>
                      <a:srgbClr val="000000"/>
                    </a:solidFill>
                    <a:latin typeface="Arial" panose="020B0604020202020204" pitchFamily="34" charset="0"/>
                    <a:ea typeface="宋体" panose="02010600030101010101" pitchFamily="2" charset="-122"/>
                    <a:sym typeface="Symbol" panose="05050102010706020507" pitchFamily="18" charset="2"/>
                  </a:rPr>
                  <a:t></a:t>
                </a:r>
                <a:r>
                  <a:rPr kumimoji="1" lang="en-US" altLang="zh-CN" sz="1400" b="1">
                    <a:solidFill>
                      <a:srgbClr val="4138FA"/>
                    </a:solidFill>
                    <a:latin typeface="Arial" panose="020B0604020202020204" pitchFamily="34" charset="0"/>
                    <a:ea typeface="宋体" panose="02010600030101010101" pitchFamily="2" charset="-122"/>
                  </a:rPr>
                  <a:t> </a:t>
                </a:r>
                <a:endParaRPr kumimoji="1" lang="en-US" altLang="zh-CN" sz="1400" b="1">
                  <a:solidFill>
                    <a:srgbClr val="000000"/>
                  </a:solidFill>
                  <a:latin typeface="Times New Roman" panose="02020603050405020304" pitchFamily="18" charset="0"/>
                  <a:ea typeface="宋体" panose="02010600030101010101" pitchFamily="2" charset="-122"/>
                </a:endParaRPr>
              </a:p>
            </p:txBody>
          </p:sp>
          <p:sp>
            <p:nvSpPr>
              <p:cNvPr id="337" name="Line 234">
                <a:extLst>
                  <a:ext uri="{FF2B5EF4-FFF2-40B4-BE49-F238E27FC236}">
                    <a16:creationId xmlns:a16="http://schemas.microsoft.com/office/drawing/2014/main" id="{F4D236B4-AA9B-C253-A2CC-16EC1F449BBA}"/>
                  </a:ext>
                </a:extLst>
              </p:cNvPr>
              <p:cNvSpPr>
                <a:spLocks noChangeShapeType="1"/>
              </p:cNvSpPr>
              <p:nvPr/>
            </p:nvSpPr>
            <p:spPr bwMode="auto">
              <a:xfrm>
                <a:off x="3569" y="2328"/>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38" name="Line 235">
                <a:extLst>
                  <a:ext uri="{FF2B5EF4-FFF2-40B4-BE49-F238E27FC236}">
                    <a16:creationId xmlns:a16="http://schemas.microsoft.com/office/drawing/2014/main" id="{765E375C-A89E-EF33-1568-B6E11D45FE95}"/>
                  </a:ext>
                </a:extLst>
              </p:cNvPr>
              <p:cNvSpPr>
                <a:spLocks noChangeShapeType="1"/>
              </p:cNvSpPr>
              <p:nvPr/>
            </p:nvSpPr>
            <p:spPr bwMode="auto">
              <a:xfrm>
                <a:off x="3569" y="2475"/>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39" name="Line 236">
                <a:extLst>
                  <a:ext uri="{FF2B5EF4-FFF2-40B4-BE49-F238E27FC236}">
                    <a16:creationId xmlns:a16="http://schemas.microsoft.com/office/drawing/2014/main" id="{369AB7C3-2BF8-768C-08BD-1DF6ECD04C5C}"/>
                  </a:ext>
                </a:extLst>
              </p:cNvPr>
              <p:cNvSpPr>
                <a:spLocks noChangeShapeType="1"/>
              </p:cNvSpPr>
              <p:nvPr/>
            </p:nvSpPr>
            <p:spPr bwMode="auto">
              <a:xfrm>
                <a:off x="3569" y="2631"/>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grpSp>
        <p:grpSp>
          <p:nvGrpSpPr>
            <p:cNvPr id="296" name="Group 271">
              <a:extLst>
                <a:ext uri="{FF2B5EF4-FFF2-40B4-BE49-F238E27FC236}">
                  <a16:creationId xmlns:a16="http://schemas.microsoft.com/office/drawing/2014/main" id="{F4321C8E-FFE9-66CF-DD8E-76B28D7530A5}"/>
                </a:ext>
              </a:extLst>
            </p:cNvPr>
            <p:cNvGrpSpPr>
              <a:grpSpLocks/>
            </p:cNvGrpSpPr>
            <p:nvPr/>
          </p:nvGrpSpPr>
          <p:grpSpPr bwMode="auto">
            <a:xfrm>
              <a:off x="238" y="3042"/>
              <a:ext cx="3828" cy="877"/>
              <a:chOff x="238" y="3042"/>
              <a:chExt cx="3828" cy="877"/>
            </a:xfrm>
          </p:grpSpPr>
          <p:sp>
            <p:nvSpPr>
              <p:cNvPr id="297" name="Text Box 239">
                <a:extLst>
                  <a:ext uri="{FF2B5EF4-FFF2-40B4-BE49-F238E27FC236}">
                    <a16:creationId xmlns:a16="http://schemas.microsoft.com/office/drawing/2014/main" id="{103607E6-CCB6-EBD7-5710-00E644FC7D23}"/>
                  </a:ext>
                </a:extLst>
              </p:cNvPr>
              <p:cNvSpPr txBox="1">
                <a:spLocks noChangeArrowheads="1"/>
              </p:cNvSpPr>
              <p:nvPr/>
            </p:nvSpPr>
            <p:spPr bwMode="auto">
              <a:xfrm>
                <a:off x="1527" y="3783"/>
                <a:ext cx="186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Bef>
                    <a:spcPct val="0"/>
                  </a:spcBef>
                  <a:spcAft>
                    <a:spcPct val="0"/>
                  </a:spcAft>
                  <a:buClrTx/>
                  <a:buSzTx/>
                  <a:buFontTx/>
                  <a:buNone/>
                </a:pPr>
                <a:r>
                  <a:rPr kumimoji="1" lang="en-US" altLang="zh-CN" sz="1600" dirty="0">
                    <a:solidFill>
                      <a:srgbClr val="000000"/>
                    </a:solidFill>
                    <a:latin typeface="Times New Roman" panose="02020603050405020304" pitchFamily="18" charset="0"/>
                    <a:ea typeface="宋体" panose="02010600030101010101" pitchFamily="2" charset="-122"/>
                  </a:rPr>
                  <a:t>(c) </a:t>
                </a:r>
                <a:r>
                  <a:rPr kumimoji="1" lang="zh-CN" altLang="en-US" sz="1600" dirty="0">
                    <a:solidFill>
                      <a:srgbClr val="000000"/>
                    </a:solidFill>
                    <a:latin typeface="Times New Roman" panose="02020603050405020304" pitchFamily="18" charset="0"/>
                    <a:ea typeface="宋体" panose="02010600030101010101" pitchFamily="2" charset="-122"/>
                  </a:rPr>
                  <a:t>最坏适应算法的空闲区队列</a:t>
                </a:r>
              </a:p>
            </p:txBody>
          </p:sp>
          <p:sp>
            <p:nvSpPr>
              <p:cNvPr id="298" name="Text Box 240">
                <a:extLst>
                  <a:ext uri="{FF2B5EF4-FFF2-40B4-BE49-F238E27FC236}">
                    <a16:creationId xmlns:a16="http://schemas.microsoft.com/office/drawing/2014/main" id="{611DB9E7-ED5D-D6B4-5D8B-4774B9C7DB7D}"/>
                  </a:ext>
                </a:extLst>
              </p:cNvPr>
              <p:cNvSpPr txBox="1">
                <a:spLocks noChangeArrowheads="1"/>
              </p:cNvSpPr>
              <p:nvPr/>
            </p:nvSpPr>
            <p:spPr bwMode="auto">
              <a:xfrm>
                <a:off x="238" y="3042"/>
                <a:ext cx="497" cy="161"/>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Bef>
                    <a:spcPct val="0"/>
                  </a:spcBef>
                  <a:spcAft>
                    <a:spcPct val="0"/>
                  </a:spcAft>
                  <a:buClrTx/>
                  <a:buSzTx/>
                  <a:buFontTx/>
                  <a:buNone/>
                </a:pPr>
                <a:endParaRPr kumimoji="1" lang="en-US" altLang="zh-CN" sz="1400" b="1">
                  <a:solidFill>
                    <a:srgbClr val="000000"/>
                  </a:solidFill>
                  <a:latin typeface="Times New Roman" panose="02020603050405020304" pitchFamily="18" charset="0"/>
                  <a:ea typeface="宋体" panose="02010600030101010101" pitchFamily="2" charset="-122"/>
                </a:endParaRPr>
              </a:p>
              <a:p>
                <a:pPr algn="just" fontAlgn="base">
                  <a:lnSpc>
                    <a:spcPct val="80000"/>
                  </a:lnSpc>
                  <a:spcBef>
                    <a:spcPct val="0"/>
                  </a:spcBef>
                  <a:spcAft>
                    <a:spcPct val="0"/>
                  </a:spcAft>
                  <a:buClrTx/>
                  <a:buSzTx/>
                  <a:buFontTx/>
                  <a:buNone/>
                </a:pPr>
                <a:endParaRPr kumimoji="1" lang="en-US" altLang="zh-CN" sz="1400" b="1">
                  <a:solidFill>
                    <a:srgbClr val="000000"/>
                  </a:solidFill>
                  <a:latin typeface="Times New Roman" panose="02020603050405020304" pitchFamily="18" charset="0"/>
                  <a:ea typeface="宋体" panose="02010600030101010101" pitchFamily="2" charset="-122"/>
                </a:endParaRPr>
              </a:p>
            </p:txBody>
          </p:sp>
          <p:sp>
            <p:nvSpPr>
              <p:cNvPr id="299" name="Text Box 241">
                <a:extLst>
                  <a:ext uri="{FF2B5EF4-FFF2-40B4-BE49-F238E27FC236}">
                    <a16:creationId xmlns:a16="http://schemas.microsoft.com/office/drawing/2014/main" id="{F4C4600E-ACDF-9468-C3F6-139DD4560107}"/>
                  </a:ext>
                </a:extLst>
              </p:cNvPr>
              <p:cNvSpPr txBox="1">
                <a:spLocks noChangeArrowheads="1"/>
              </p:cNvSpPr>
              <p:nvPr/>
            </p:nvSpPr>
            <p:spPr bwMode="auto">
              <a:xfrm>
                <a:off x="300" y="3042"/>
                <a:ext cx="461"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Bef>
                    <a:spcPct val="0"/>
                  </a:spcBef>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210KB</a:t>
                </a:r>
              </a:p>
            </p:txBody>
          </p:sp>
          <p:sp>
            <p:nvSpPr>
              <p:cNvPr id="300" name="Line 242">
                <a:extLst>
                  <a:ext uri="{FF2B5EF4-FFF2-40B4-BE49-F238E27FC236}">
                    <a16:creationId xmlns:a16="http://schemas.microsoft.com/office/drawing/2014/main" id="{63E0CF10-070F-2D25-8D34-C85472D9AA5A}"/>
                  </a:ext>
                </a:extLst>
              </p:cNvPr>
              <p:cNvSpPr>
                <a:spLocks noChangeShapeType="1"/>
              </p:cNvSpPr>
              <p:nvPr/>
            </p:nvSpPr>
            <p:spPr bwMode="auto">
              <a:xfrm>
                <a:off x="735" y="3106"/>
                <a:ext cx="420"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grpSp>
            <p:nvGrpSpPr>
              <p:cNvPr id="301" name="Group 243">
                <a:extLst>
                  <a:ext uri="{FF2B5EF4-FFF2-40B4-BE49-F238E27FC236}">
                    <a16:creationId xmlns:a16="http://schemas.microsoft.com/office/drawing/2014/main" id="{3915E0B6-7572-F6B5-B755-D5CF8A4AFCDB}"/>
                  </a:ext>
                </a:extLst>
              </p:cNvPr>
              <p:cNvGrpSpPr>
                <a:grpSpLocks/>
              </p:cNvGrpSpPr>
              <p:nvPr/>
            </p:nvGrpSpPr>
            <p:grpSpPr bwMode="auto">
              <a:xfrm>
                <a:off x="1155" y="3106"/>
                <a:ext cx="803" cy="612"/>
                <a:chOff x="1173" y="1223"/>
                <a:chExt cx="803" cy="612"/>
              </a:xfrm>
            </p:grpSpPr>
            <p:sp>
              <p:nvSpPr>
                <p:cNvPr id="322" name="Text Box 244">
                  <a:extLst>
                    <a:ext uri="{FF2B5EF4-FFF2-40B4-BE49-F238E27FC236}">
                      <a16:creationId xmlns:a16="http://schemas.microsoft.com/office/drawing/2014/main" id="{D0E23670-81A2-2661-636A-5017C8A1359E}"/>
                    </a:ext>
                  </a:extLst>
                </p:cNvPr>
                <p:cNvSpPr txBox="1">
                  <a:spLocks noChangeArrowheads="1"/>
                </p:cNvSpPr>
                <p:nvPr/>
              </p:nvSpPr>
              <p:spPr bwMode="auto">
                <a:xfrm>
                  <a:off x="1173" y="1223"/>
                  <a:ext cx="497" cy="612"/>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46KB</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20KB</a:t>
                  </a:r>
                </a:p>
              </p:txBody>
            </p:sp>
            <p:sp>
              <p:nvSpPr>
                <p:cNvPr id="323" name="Line 245">
                  <a:extLst>
                    <a:ext uri="{FF2B5EF4-FFF2-40B4-BE49-F238E27FC236}">
                      <a16:creationId xmlns:a16="http://schemas.microsoft.com/office/drawing/2014/main" id="{FDF0EA94-2D27-138E-7D75-750000562BEF}"/>
                    </a:ext>
                  </a:extLst>
                </p:cNvPr>
                <p:cNvSpPr>
                  <a:spLocks noChangeShapeType="1"/>
                </p:cNvSpPr>
                <p:nvPr/>
              </p:nvSpPr>
              <p:spPr bwMode="auto">
                <a:xfrm>
                  <a:off x="1173" y="1370"/>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24" name="Line 246">
                  <a:extLst>
                    <a:ext uri="{FF2B5EF4-FFF2-40B4-BE49-F238E27FC236}">
                      <a16:creationId xmlns:a16="http://schemas.microsoft.com/office/drawing/2014/main" id="{87346DFF-D9DC-756A-6451-9251475FE51F}"/>
                    </a:ext>
                  </a:extLst>
                </p:cNvPr>
                <p:cNvSpPr>
                  <a:spLocks noChangeShapeType="1"/>
                </p:cNvSpPr>
                <p:nvPr/>
              </p:nvSpPr>
              <p:spPr bwMode="auto">
                <a:xfrm>
                  <a:off x="1173" y="1517"/>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25" name="Line 247">
                  <a:extLst>
                    <a:ext uri="{FF2B5EF4-FFF2-40B4-BE49-F238E27FC236}">
                      <a16:creationId xmlns:a16="http://schemas.microsoft.com/office/drawing/2014/main" id="{05ED6596-AB6E-A1FD-9CFC-5876E9C9CE4D}"/>
                    </a:ext>
                  </a:extLst>
                </p:cNvPr>
                <p:cNvSpPr>
                  <a:spLocks noChangeShapeType="1"/>
                </p:cNvSpPr>
                <p:nvPr/>
              </p:nvSpPr>
              <p:spPr bwMode="auto">
                <a:xfrm>
                  <a:off x="1173" y="1673"/>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26" name="Line 248">
                  <a:extLst>
                    <a:ext uri="{FF2B5EF4-FFF2-40B4-BE49-F238E27FC236}">
                      <a16:creationId xmlns:a16="http://schemas.microsoft.com/office/drawing/2014/main" id="{D8EE2729-8893-1B57-44E4-626249077D67}"/>
                    </a:ext>
                  </a:extLst>
                </p:cNvPr>
                <p:cNvSpPr>
                  <a:spLocks noChangeShapeType="1"/>
                </p:cNvSpPr>
                <p:nvPr/>
              </p:nvSpPr>
              <p:spPr bwMode="auto">
                <a:xfrm flipV="1">
                  <a:off x="1747" y="1223"/>
                  <a:ext cx="0" cy="34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27" name="Line 249">
                  <a:extLst>
                    <a:ext uri="{FF2B5EF4-FFF2-40B4-BE49-F238E27FC236}">
                      <a16:creationId xmlns:a16="http://schemas.microsoft.com/office/drawing/2014/main" id="{2E619C0A-4043-4F40-4E38-20C5AEB05F97}"/>
                    </a:ext>
                  </a:extLst>
                </p:cNvPr>
                <p:cNvSpPr>
                  <a:spLocks noChangeShapeType="1"/>
                </p:cNvSpPr>
                <p:nvPr/>
              </p:nvSpPr>
              <p:spPr bwMode="auto">
                <a:xfrm>
                  <a:off x="1747" y="1223"/>
                  <a:ext cx="229"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28" name="Line 250">
                  <a:extLst>
                    <a:ext uri="{FF2B5EF4-FFF2-40B4-BE49-F238E27FC236}">
                      <a16:creationId xmlns:a16="http://schemas.microsoft.com/office/drawing/2014/main" id="{47C8DD92-FC66-99BB-842B-A52AA1EDB38E}"/>
                    </a:ext>
                  </a:extLst>
                </p:cNvPr>
                <p:cNvSpPr>
                  <a:spLocks noChangeShapeType="1"/>
                </p:cNvSpPr>
                <p:nvPr/>
              </p:nvSpPr>
              <p:spPr bwMode="auto">
                <a:xfrm>
                  <a:off x="1632" y="1572"/>
                  <a:ext cx="11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grpSp>
          <p:grpSp>
            <p:nvGrpSpPr>
              <p:cNvPr id="302" name="Group 251">
                <a:extLst>
                  <a:ext uri="{FF2B5EF4-FFF2-40B4-BE49-F238E27FC236}">
                    <a16:creationId xmlns:a16="http://schemas.microsoft.com/office/drawing/2014/main" id="{7AA3C775-80AE-C9BA-4382-391F9DE71D4B}"/>
                  </a:ext>
                </a:extLst>
              </p:cNvPr>
              <p:cNvGrpSpPr>
                <a:grpSpLocks/>
              </p:cNvGrpSpPr>
              <p:nvPr/>
            </p:nvGrpSpPr>
            <p:grpSpPr bwMode="auto">
              <a:xfrm>
                <a:off x="1959" y="3106"/>
                <a:ext cx="803" cy="612"/>
                <a:chOff x="1173" y="1223"/>
                <a:chExt cx="803" cy="612"/>
              </a:xfrm>
            </p:grpSpPr>
            <p:sp>
              <p:nvSpPr>
                <p:cNvPr id="315" name="Text Box 252">
                  <a:extLst>
                    <a:ext uri="{FF2B5EF4-FFF2-40B4-BE49-F238E27FC236}">
                      <a16:creationId xmlns:a16="http://schemas.microsoft.com/office/drawing/2014/main" id="{D7705C7C-B4A5-146D-ED63-EC91C2723E70}"/>
                    </a:ext>
                  </a:extLst>
                </p:cNvPr>
                <p:cNvSpPr txBox="1">
                  <a:spLocks noChangeArrowheads="1"/>
                </p:cNvSpPr>
                <p:nvPr/>
              </p:nvSpPr>
              <p:spPr bwMode="auto">
                <a:xfrm>
                  <a:off x="1173" y="1223"/>
                  <a:ext cx="497" cy="612"/>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30KB</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100KB</a:t>
                  </a:r>
                </a:p>
              </p:txBody>
            </p:sp>
            <p:sp>
              <p:nvSpPr>
                <p:cNvPr id="316" name="Line 253">
                  <a:extLst>
                    <a:ext uri="{FF2B5EF4-FFF2-40B4-BE49-F238E27FC236}">
                      <a16:creationId xmlns:a16="http://schemas.microsoft.com/office/drawing/2014/main" id="{2719C3B2-651A-D32D-0D7B-D0A0D3AD6933}"/>
                    </a:ext>
                  </a:extLst>
                </p:cNvPr>
                <p:cNvSpPr>
                  <a:spLocks noChangeShapeType="1"/>
                </p:cNvSpPr>
                <p:nvPr/>
              </p:nvSpPr>
              <p:spPr bwMode="auto">
                <a:xfrm>
                  <a:off x="1173" y="1370"/>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17" name="Line 254">
                  <a:extLst>
                    <a:ext uri="{FF2B5EF4-FFF2-40B4-BE49-F238E27FC236}">
                      <a16:creationId xmlns:a16="http://schemas.microsoft.com/office/drawing/2014/main" id="{4F617301-CF66-58F4-F541-D48B1DB0370A}"/>
                    </a:ext>
                  </a:extLst>
                </p:cNvPr>
                <p:cNvSpPr>
                  <a:spLocks noChangeShapeType="1"/>
                </p:cNvSpPr>
                <p:nvPr/>
              </p:nvSpPr>
              <p:spPr bwMode="auto">
                <a:xfrm>
                  <a:off x="1173" y="1517"/>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18" name="Line 255">
                  <a:extLst>
                    <a:ext uri="{FF2B5EF4-FFF2-40B4-BE49-F238E27FC236}">
                      <a16:creationId xmlns:a16="http://schemas.microsoft.com/office/drawing/2014/main" id="{E206D6F9-11E1-EA41-3308-C943B9BECF1C}"/>
                    </a:ext>
                  </a:extLst>
                </p:cNvPr>
                <p:cNvSpPr>
                  <a:spLocks noChangeShapeType="1"/>
                </p:cNvSpPr>
                <p:nvPr/>
              </p:nvSpPr>
              <p:spPr bwMode="auto">
                <a:xfrm>
                  <a:off x="1173" y="1673"/>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19" name="Line 256">
                  <a:extLst>
                    <a:ext uri="{FF2B5EF4-FFF2-40B4-BE49-F238E27FC236}">
                      <a16:creationId xmlns:a16="http://schemas.microsoft.com/office/drawing/2014/main" id="{EF5B53A1-D443-B8E9-3B04-452FE17E511E}"/>
                    </a:ext>
                  </a:extLst>
                </p:cNvPr>
                <p:cNvSpPr>
                  <a:spLocks noChangeShapeType="1"/>
                </p:cNvSpPr>
                <p:nvPr/>
              </p:nvSpPr>
              <p:spPr bwMode="auto">
                <a:xfrm flipV="1">
                  <a:off x="1747" y="1223"/>
                  <a:ext cx="0" cy="34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20" name="Line 257">
                  <a:extLst>
                    <a:ext uri="{FF2B5EF4-FFF2-40B4-BE49-F238E27FC236}">
                      <a16:creationId xmlns:a16="http://schemas.microsoft.com/office/drawing/2014/main" id="{B5DC9FAC-89C5-128E-D324-6BAB81393A0C}"/>
                    </a:ext>
                  </a:extLst>
                </p:cNvPr>
                <p:cNvSpPr>
                  <a:spLocks noChangeShapeType="1"/>
                </p:cNvSpPr>
                <p:nvPr/>
              </p:nvSpPr>
              <p:spPr bwMode="auto">
                <a:xfrm>
                  <a:off x="1747" y="1223"/>
                  <a:ext cx="229"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21" name="Line 258">
                  <a:extLst>
                    <a:ext uri="{FF2B5EF4-FFF2-40B4-BE49-F238E27FC236}">
                      <a16:creationId xmlns:a16="http://schemas.microsoft.com/office/drawing/2014/main" id="{AC559391-B212-5CA6-16F4-F8C3C4B46FE7}"/>
                    </a:ext>
                  </a:extLst>
                </p:cNvPr>
                <p:cNvSpPr>
                  <a:spLocks noChangeShapeType="1"/>
                </p:cNvSpPr>
                <p:nvPr/>
              </p:nvSpPr>
              <p:spPr bwMode="auto">
                <a:xfrm>
                  <a:off x="1632" y="1572"/>
                  <a:ext cx="11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grpSp>
          <p:grpSp>
            <p:nvGrpSpPr>
              <p:cNvPr id="303" name="Group 259">
                <a:extLst>
                  <a:ext uri="{FF2B5EF4-FFF2-40B4-BE49-F238E27FC236}">
                    <a16:creationId xmlns:a16="http://schemas.microsoft.com/office/drawing/2014/main" id="{63BC6912-6334-BFDE-CD28-997754C0E2A9}"/>
                  </a:ext>
                </a:extLst>
              </p:cNvPr>
              <p:cNvGrpSpPr>
                <a:grpSpLocks/>
              </p:cNvGrpSpPr>
              <p:nvPr/>
            </p:nvGrpSpPr>
            <p:grpSpPr bwMode="auto">
              <a:xfrm>
                <a:off x="2764" y="3106"/>
                <a:ext cx="803" cy="612"/>
                <a:chOff x="1173" y="1223"/>
                <a:chExt cx="803" cy="612"/>
              </a:xfrm>
            </p:grpSpPr>
            <p:sp>
              <p:nvSpPr>
                <p:cNvPr id="308" name="Text Box 260">
                  <a:extLst>
                    <a:ext uri="{FF2B5EF4-FFF2-40B4-BE49-F238E27FC236}">
                      <a16:creationId xmlns:a16="http://schemas.microsoft.com/office/drawing/2014/main" id="{97B10854-F477-21B6-5B2B-E18952D4B040}"/>
                    </a:ext>
                  </a:extLst>
                </p:cNvPr>
                <p:cNvSpPr txBox="1">
                  <a:spLocks noChangeArrowheads="1"/>
                </p:cNvSpPr>
                <p:nvPr/>
              </p:nvSpPr>
              <p:spPr bwMode="auto">
                <a:xfrm>
                  <a:off x="1173" y="1223"/>
                  <a:ext cx="497" cy="612"/>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20KB</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160KB</a:t>
                  </a:r>
                </a:p>
              </p:txBody>
            </p:sp>
            <p:sp>
              <p:nvSpPr>
                <p:cNvPr id="309" name="Line 261">
                  <a:extLst>
                    <a:ext uri="{FF2B5EF4-FFF2-40B4-BE49-F238E27FC236}">
                      <a16:creationId xmlns:a16="http://schemas.microsoft.com/office/drawing/2014/main" id="{CDAAC781-E53A-5FCF-4546-C87C55C3B2C8}"/>
                    </a:ext>
                  </a:extLst>
                </p:cNvPr>
                <p:cNvSpPr>
                  <a:spLocks noChangeShapeType="1"/>
                </p:cNvSpPr>
                <p:nvPr/>
              </p:nvSpPr>
              <p:spPr bwMode="auto">
                <a:xfrm>
                  <a:off x="1173" y="1370"/>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10" name="Line 262">
                  <a:extLst>
                    <a:ext uri="{FF2B5EF4-FFF2-40B4-BE49-F238E27FC236}">
                      <a16:creationId xmlns:a16="http://schemas.microsoft.com/office/drawing/2014/main" id="{6928C07B-493D-9F0E-EE17-23AB6605C934}"/>
                    </a:ext>
                  </a:extLst>
                </p:cNvPr>
                <p:cNvSpPr>
                  <a:spLocks noChangeShapeType="1"/>
                </p:cNvSpPr>
                <p:nvPr/>
              </p:nvSpPr>
              <p:spPr bwMode="auto">
                <a:xfrm>
                  <a:off x="1173" y="1517"/>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11" name="Line 263">
                  <a:extLst>
                    <a:ext uri="{FF2B5EF4-FFF2-40B4-BE49-F238E27FC236}">
                      <a16:creationId xmlns:a16="http://schemas.microsoft.com/office/drawing/2014/main" id="{0BB21D14-C6A9-D824-B96F-E47F85730573}"/>
                    </a:ext>
                  </a:extLst>
                </p:cNvPr>
                <p:cNvSpPr>
                  <a:spLocks noChangeShapeType="1"/>
                </p:cNvSpPr>
                <p:nvPr/>
              </p:nvSpPr>
              <p:spPr bwMode="auto">
                <a:xfrm>
                  <a:off x="1173" y="1673"/>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12" name="Line 264">
                  <a:extLst>
                    <a:ext uri="{FF2B5EF4-FFF2-40B4-BE49-F238E27FC236}">
                      <a16:creationId xmlns:a16="http://schemas.microsoft.com/office/drawing/2014/main" id="{332849D8-70A1-FA39-758E-B9477CC07125}"/>
                    </a:ext>
                  </a:extLst>
                </p:cNvPr>
                <p:cNvSpPr>
                  <a:spLocks noChangeShapeType="1"/>
                </p:cNvSpPr>
                <p:nvPr/>
              </p:nvSpPr>
              <p:spPr bwMode="auto">
                <a:xfrm flipV="1">
                  <a:off x="1747" y="1223"/>
                  <a:ext cx="0" cy="34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13" name="Line 265">
                  <a:extLst>
                    <a:ext uri="{FF2B5EF4-FFF2-40B4-BE49-F238E27FC236}">
                      <a16:creationId xmlns:a16="http://schemas.microsoft.com/office/drawing/2014/main" id="{99E33380-8AFB-BE64-329A-06FB9787FF4F}"/>
                    </a:ext>
                  </a:extLst>
                </p:cNvPr>
                <p:cNvSpPr>
                  <a:spLocks noChangeShapeType="1"/>
                </p:cNvSpPr>
                <p:nvPr/>
              </p:nvSpPr>
              <p:spPr bwMode="auto">
                <a:xfrm>
                  <a:off x="1747" y="1223"/>
                  <a:ext cx="229"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14" name="Line 266">
                  <a:extLst>
                    <a:ext uri="{FF2B5EF4-FFF2-40B4-BE49-F238E27FC236}">
                      <a16:creationId xmlns:a16="http://schemas.microsoft.com/office/drawing/2014/main" id="{EFB63469-777F-E410-30ED-F72B7A09C6F8}"/>
                    </a:ext>
                  </a:extLst>
                </p:cNvPr>
                <p:cNvSpPr>
                  <a:spLocks noChangeShapeType="1"/>
                </p:cNvSpPr>
                <p:nvPr/>
              </p:nvSpPr>
              <p:spPr bwMode="auto">
                <a:xfrm>
                  <a:off x="1632" y="1572"/>
                  <a:ext cx="11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grpSp>
          <p:sp>
            <p:nvSpPr>
              <p:cNvPr id="304" name="Text Box 267">
                <a:extLst>
                  <a:ext uri="{FF2B5EF4-FFF2-40B4-BE49-F238E27FC236}">
                    <a16:creationId xmlns:a16="http://schemas.microsoft.com/office/drawing/2014/main" id="{3912D666-4B21-2CF4-19EB-1FC8E6EFAB64}"/>
                  </a:ext>
                </a:extLst>
              </p:cNvPr>
              <p:cNvSpPr txBox="1">
                <a:spLocks noChangeArrowheads="1"/>
              </p:cNvSpPr>
              <p:nvPr/>
            </p:nvSpPr>
            <p:spPr bwMode="auto">
              <a:xfrm>
                <a:off x="3569" y="3105"/>
                <a:ext cx="497" cy="612"/>
              </a:xfrm>
              <a:prstGeom prst="rect">
                <a:avLst/>
              </a:prstGeom>
              <a:solidFill>
                <a:srgbClr val="FFFFCC"/>
              </a:solidFill>
              <a:ln w="9525">
                <a:solidFill>
                  <a:srgbClr val="000000"/>
                </a:solidFill>
                <a:miter lim="800000"/>
                <a:headEnd/>
                <a:tailEnd/>
              </a:ln>
            </p:spPr>
            <p:txBody>
              <a:bodyPr/>
              <a:lstStyle/>
              <a:p>
                <a:pPr algn="just" fontAlgn="base">
                  <a:lnSpc>
                    <a:spcPct val="80000"/>
                  </a:lnSpc>
                  <a:spcBef>
                    <a:spcPct val="30000"/>
                  </a:spcBef>
                  <a:spcAft>
                    <a:spcPct val="0"/>
                  </a:spcAft>
                  <a:defRPr/>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Bef>
                    <a:spcPct val="30000"/>
                  </a:spcBef>
                  <a:spcAft>
                    <a:spcPct val="0"/>
                  </a:spcAft>
                  <a:defRPr/>
                </a:pPr>
                <a:r>
                  <a:rPr kumimoji="1" lang="en-US" altLang="zh-CN" sz="1400" b="1">
                    <a:solidFill>
                      <a:srgbClr val="000000"/>
                    </a:solidFill>
                    <a:latin typeface="Times New Roman" panose="02020603050405020304" pitchFamily="18" charset="0"/>
                    <a:ea typeface="宋体" panose="02010600030101010101" pitchFamily="2" charset="-122"/>
                  </a:rPr>
                  <a:t>  5KB</a:t>
                </a:r>
              </a:p>
              <a:p>
                <a:pPr algn="just" fontAlgn="base">
                  <a:lnSpc>
                    <a:spcPct val="80000"/>
                  </a:lnSpc>
                  <a:spcBef>
                    <a:spcPct val="30000"/>
                  </a:spcBef>
                  <a:spcAft>
                    <a:spcPct val="0"/>
                  </a:spcAft>
                  <a:defRPr/>
                </a:pPr>
                <a:r>
                  <a:rPr kumimoji="1" lang="en-US" altLang="zh-CN" sz="1400" b="1">
                    <a:solidFill>
                      <a:srgbClr val="000000"/>
                    </a:solidFill>
                    <a:latin typeface="Times New Roman" panose="02020603050405020304" pitchFamily="18" charset="0"/>
                    <a:ea typeface="宋体" panose="02010600030101010101" pitchFamily="2" charset="-122"/>
                  </a:rPr>
                  <a:t>    </a:t>
                </a:r>
                <a:r>
                  <a:rPr kumimoji="1" lang="en-US" altLang="zh-CN" sz="1400" b="1">
                    <a:solidFill>
                      <a:srgbClr val="000000"/>
                    </a:solidFill>
                    <a:latin typeface="Arial" panose="020B0604020202020204" pitchFamily="34" charset="0"/>
                    <a:ea typeface="宋体" panose="02010600030101010101" pitchFamily="2" charset="-122"/>
                    <a:sym typeface="Symbol" panose="05050102010706020507" pitchFamily="18" charset="2"/>
                  </a:rPr>
                  <a:t></a:t>
                </a:r>
                <a:r>
                  <a:rPr kumimoji="1" lang="en-US" altLang="zh-CN" sz="1400" b="1">
                    <a:solidFill>
                      <a:srgbClr val="4138FA"/>
                    </a:solidFill>
                    <a:latin typeface="Arial" panose="020B0604020202020204" pitchFamily="34" charset="0"/>
                    <a:ea typeface="宋体" panose="02010600030101010101" pitchFamily="2" charset="-122"/>
                  </a:rPr>
                  <a:t> </a:t>
                </a:r>
                <a:endParaRPr kumimoji="1" lang="en-US" altLang="zh-CN" sz="1400" b="1">
                  <a:solidFill>
                    <a:srgbClr val="000000"/>
                  </a:solidFill>
                  <a:latin typeface="Times New Roman" panose="02020603050405020304" pitchFamily="18" charset="0"/>
                  <a:ea typeface="宋体" panose="02010600030101010101" pitchFamily="2" charset="-122"/>
                </a:endParaRPr>
              </a:p>
            </p:txBody>
          </p:sp>
          <p:sp>
            <p:nvSpPr>
              <p:cNvPr id="305" name="Line 268">
                <a:extLst>
                  <a:ext uri="{FF2B5EF4-FFF2-40B4-BE49-F238E27FC236}">
                    <a16:creationId xmlns:a16="http://schemas.microsoft.com/office/drawing/2014/main" id="{B324F6F1-0359-919F-9F6D-53CC0D084EBD}"/>
                  </a:ext>
                </a:extLst>
              </p:cNvPr>
              <p:cNvSpPr>
                <a:spLocks noChangeShapeType="1"/>
              </p:cNvSpPr>
              <p:nvPr/>
            </p:nvSpPr>
            <p:spPr bwMode="auto">
              <a:xfrm>
                <a:off x="3569" y="3252"/>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06" name="Line 269">
                <a:extLst>
                  <a:ext uri="{FF2B5EF4-FFF2-40B4-BE49-F238E27FC236}">
                    <a16:creationId xmlns:a16="http://schemas.microsoft.com/office/drawing/2014/main" id="{02856363-C5BE-6D36-4C33-CE8E05385410}"/>
                  </a:ext>
                </a:extLst>
              </p:cNvPr>
              <p:cNvSpPr>
                <a:spLocks noChangeShapeType="1"/>
              </p:cNvSpPr>
              <p:nvPr/>
            </p:nvSpPr>
            <p:spPr bwMode="auto">
              <a:xfrm>
                <a:off x="3569" y="3399"/>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sp>
            <p:nvSpPr>
              <p:cNvPr id="307" name="Line 270">
                <a:extLst>
                  <a:ext uri="{FF2B5EF4-FFF2-40B4-BE49-F238E27FC236}">
                    <a16:creationId xmlns:a16="http://schemas.microsoft.com/office/drawing/2014/main" id="{CAAFD045-E269-A097-9586-DD42697995E9}"/>
                  </a:ext>
                </a:extLst>
              </p:cNvPr>
              <p:cNvSpPr>
                <a:spLocks noChangeShapeType="1"/>
              </p:cNvSpPr>
              <p:nvPr/>
            </p:nvSpPr>
            <p:spPr bwMode="auto">
              <a:xfrm>
                <a:off x="3569" y="3555"/>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latin typeface="Arial" panose="020B0604020202020204" pitchFamily="34" charset="0"/>
                  <a:ea typeface="宋体" panose="02010600030101010101" pitchFamily="2" charset="-122"/>
                </a:endParaRPr>
              </a:p>
            </p:txBody>
          </p:sp>
        </p:grpSp>
      </p:grpSp>
      <p:sp>
        <p:nvSpPr>
          <p:cNvPr id="393" name="Text Box 273">
            <a:extLst>
              <a:ext uri="{FF2B5EF4-FFF2-40B4-BE49-F238E27FC236}">
                <a16:creationId xmlns:a16="http://schemas.microsoft.com/office/drawing/2014/main" id="{B431EC11-5F49-1AC4-5AE6-4788FFD2D2DB}"/>
              </a:ext>
            </a:extLst>
          </p:cNvPr>
          <p:cNvSpPr txBox="1">
            <a:spLocks noChangeArrowheads="1"/>
          </p:cNvSpPr>
          <p:nvPr/>
        </p:nvSpPr>
        <p:spPr bwMode="auto">
          <a:xfrm>
            <a:off x="8024355" y="5486583"/>
            <a:ext cx="1649413"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fontAlgn="base">
              <a:lnSpc>
                <a:spcPct val="100000"/>
              </a:lnSpc>
              <a:spcAft>
                <a:spcPct val="0"/>
              </a:spcAft>
              <a:buClrTx/>
              <a:buSzTx/>
              <a:buFontTx/>
              <a:buNone/>
            </a:pPr>
            <a:r>
              <a:rPr kumimoji="1" lang="zh-CN" altLang="en-US" sz="1600">
                <a:solidFill>
                  <a:srgbClr val="000000"/>
                </a:solidFill>
                <a:latin typeface="Times New Roman" panose="02020603050405020304" pitchFamily="18" charset="0"/>
                <a:ea typeface="宋体" panose="02010600030101010101" pitchFamily="2" charset="-122"/>
              </a:rPr>
              <a:t>主存分布示意图</a:t>
            </a:r>
          </a:p>
        </p:txBody>
      </p:sp>
    </p:spTree>
    <p:extLst>
      <p:ext uri="{BB962C8B-B14F-4D97-AF65-F5344CB8AC3E}">
        <p14:creationId xmlns:p14="http://schemas.microsoft.com/office/powerpoint/2010/main" val="7671677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分区存储管理</a:t>
            </a:r>
          </a:p>
        </p:txBody>
      </p:sp>
      <p:sp>
        <p:nvSpPr>
          <p:cNvPr id="134" name="Rectangle 3">
            <a:extLst>
              <a:ext uri="{FF2B5EF4-FFF2-40B4-BE49-F238E27FC236}">
                <a16:creationId xmlns:a16="http://schemas.microsoft.com/office/drawing/2014/main" id="{734526F6-4B89-BFC3-BC68-20164BAACF79}"/>
              </a:ext>
            </a:extLst>
          </p:cNvPr>
          <p:cNvSpPr>
            <a:spLocks noChangeArrowheads="1"/>
          </p:cNvSpPr>
          <p:nvPr/>
        </p:nvSpPr>
        <p:spPr bwMode="auto">
          <a:xfrm>
            <a:off x="440989" y="1075219"/>
            <a:ext cx="4021138"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30000"/>
              </a:lnSpc>
              <a:buFont typeface="Wingdings" panose="05000000000000000000" pitchFamily="2" charset="2"/>
              <a:buNone/>
            </a:pPr>
            <a:r>
              <a:rPr lang="en-US" altLang="zh-CN" sz="2400" dirty="0">
                <a:solidFill>
                  <a:schemeClr val="tx1"/>
                </a:solidFill>
                <a:latin typeface="宋体" panose="02010600030101010101" pitchFamily="2" charset="-122"/>
              </a:rPr>
              <a:t>ⅰ </a:t>
            </a:r>
            <a:r>
              <a:rPr lang="zh-CN" altLang="en-US" sz="2400" dirty="0">
                <a:solidFill>
                  <a:schemeClr val="tx1"/>
                </a:solidFill>
                <a:latin typeface="Times New Roman" panose="02020603050405020304" pitchFamily="18" charset="0"/>
              </a:rPr>
              <a:t>首次适应算法</a:t>
            </a:r>
            <a:r>
              <a:rPr lang="zh-CN" altLang="en-US" sz="2400" b="0" dirty="0">
                <a:solidFill>
                  <a:schemeClr val="tx1"/>
                </a:solidFill>
                <a:latin typeface="Times New Roman" panose="02020603050405020304" pitchFamily="18" charset="0"/>
              </a:rPr>
              <a:t>        </a:t>
            </a:r>
          </a:p>
        </p:txBody>
      </p:sp>
      <p:sp>
        <p:nvSpPr>
          <p:cNvPr id="263" name="Rectangle 134">
            <a:extLst>
              <a:ext uri="{FF2B5EF4-FFF2-40B4-BE49-F238E27FC236}">
                <a16:creationId xmlns:a16="http://schemas.microsoft.com/office/drawing/2014/main" id="{1470E871-14CB-FCC6-3B70-C7895DBAC6D0}"/>
              </a:ext>
            </a:extLst>
          </p:cNvPr>
          <p:cNvSpPr>
            <a:spLocks noChangeArrowheads="1"/>
          </p:cNvSpPr>
          <p:nvPr/>
        </p:nvSpPr>
        <p:spPr bwMode="auto">
          <a:xfrm>
            <a:off x="1305383" y="3633348"/>
            <a:ext cx="6430962" cy="231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fontAlgn="base">
              <a:lnSpc>
                <a:spcPct val="130000"/>
              </a:lnSpc>
              <a:spcAft>
                <a:spcPct val="0"/>
              </a:spcAft>
              <a:buClr>
                <a:srgbClr val="FF9900"/>
              </a:buClr>
              <a:buFont typeface="Wingdings" panose="05000000000000000000" pitchFamily="2" charset="2"/>
              <a:buNone/>
            </a:pPr>
            <a:r>
              <a:rPr lang="en-US" altLang="zh-CN" sz="2400">
                <a:solidFill>
                  <a:srgbClr val="000000"/>
                </a:solidFill>
                <a:latin typeface="Times New Roman" panose="02020603050405020304" pitchFamily="18" charset="0"/>
                <a:ea typeface="宋体" panose="02010600030101010101" pitchFamily="2" charset="-122"/>
              </a:rPr>
              <a:t>     </a:t>
            </a:r>
            <a:r>
              <a:rPr lang="zh-CN" altLang="en-US" sz="2400">
                <a:solidFill>
                  <a:srgbClr val="000000"/>
                </a:solidFill>
                <a:latin typeface="Times New Roman" panose="02020603050405020304" pitchFamily="18" charset="0"/>
                <a:ea typeface="宋体" panose="02010600030101010101" pitchFamily="2" charset="-122"/>
              </a:rPr>
              <a:t>程序</a:t>
            </a:r>
            <a:r>
              <a:rPr lang="en-US" altLang="zh-CN" sz="2400">
                <a:solidFill>
                  <a:srgbClr val="000000"/>
                </a:solidFill>
                <a:latin typeface="Times New Roman" panose="02020603050405020304" pitchFamily="18" charset="0"/>
                <a:ea typeface="宋体" panose="02010600030101010101" pitchFamily="2" charset="-122"/>
              </a:rPr>
              <a:t>A</a:t>
            </a:r>
            <a:r>
              <a:rPr lang="zh-CN" altLang="en-US" sz="2400">
                <a:solidFill>
                  <a:srgbClr val="000000"/>
                </a:solidFill>
                <a:latin typeface="Times New Roman" panose="02020603050405020304" pitchFamily="18" charset="0"/>
                <a:ea typeface="宋体" panose="02010600030101010101" pitchFamily="2" charset="-122"/>
              </a:rPr>
              <a:t>要求</a:t>
            </a:r>
            <a:r>
              <a:rPr lang="en-US" altLang="zh-CN" sz="2400">
                <a:solidFill>
                  <a:srgbClr val="000000"/>
                </a:solidFill>
                <a:latin typeface="Times New Roman" panose="02020603050405020304" pitchFamily="18" charset="0"/>
                <a:ea typeface="宋体" panose="02010600030101010101" pitchFamily="2" charset="-122"/>
              </a:rPr>
              <a:t>18KB</a:t>
            </a:r>
          </a:p>
          <a:p>
            <a:pPr fontAlgn="base">
              <a:lnSpc>
                <a:spcPct val="130000"/>
              </a:lnSpc>
              <a:spcAft>
                <a:spcPct val="0"/>
              </a:spcAft>
              <a:buClr>
                <a:srgbClr val="FF9900"/>
              </a:buClr>
              <a:buFont typeface="Wingdings" panose="05000000000000000000" pitchFamily="2" charset="2"/>
              <a:buNone/>
            </a:pPr>
            <a:r>
              <a:rPr lang="en-US" altLang="zh-CN" sz="2400">
                <a:solidFill>
                  <a:srgbClr val="000000"/>
                </a:solidFill>
                <a:latin typeface="Times New Roman" panose="02020603050405020304" pitchFamily="18" charset="0"/>
                <a:ea typeface="宋体" panose="02010600030101010101" pitchFamily="2" charset="-122"/>
              </a:rPr>
              <a:t>            </a:t>
            </a:r>
            <a:r>
              <a:rPr lang="zh-CN" altLang="en-US" sz="2400">
                <a:solidFill>
                  <a:srgbClr val="000000"/>
                </a:solidFill>
                <a:latin typeface="Times New Roman" panose="02020603050405020304" pitchFamily="18" charset="0"/>
                <a:ea typeface="宋体" panose="02010600030101010101" pitchFamily="2" charset="-122"/>
              </a:rPr>
              <a:t>程序</a:t>
            </a:r>
            <a:r>
              <a:rPr lang="en-US" altLang="zh-CN" sz="2400">
                <a:solidFill>
                  <a:srgbClr val="000000"/>
                </a:solidFill>
                <a:latin typeface="Times New Roman" panose="02020603050405020304" pitchFamily="18" charset="0"/>
                <a:ea typeface="宋体" panose="02010600030101010101" pitchFamily="2" charset="-122"/>
              </a:rPr>
              <a:t>B</a:t>
            </a:r>
            <a:r>
              <a:rPr lang="zh-CN" altLang="en-US" sz="2400">
                <a:solidFill>
                  <a:srgbClr val="000000"/>
                </a:solidFill>
                <a:latin typeface="Times New Roman" panose="02020603050405020304" pitchFamily="18" charset="0"/>
                <a:ea typeface="宋体" panose="02010600030101010101" pitchFamily="2" charset="-122"/>
              </a:rPr>
              <a:t>要求</a:t>
            </a:r>
            <a:r>
              <a:rPr lang="en-US" altLang="zh-CN" sz="2400">
                <a:solidFill>
                  <a:srgbClr val="000000"/>
                </a:solidFill>
                <a:latin typeface="Times New Roman" panose="02020603050405020304" pitchFamily="18" charset="0"/>
                <a:ea typeface="宋体" panose="02010600030101010101" pitchFamily="2" charset="-122"/>
              </a:rPr>
              <a:t>25KB</a:t>
            </a:r>
          </a:p>
          <a:p>
            <a:pPr fontAlgn="base">
              <a:lnSpc>
                <a:spcPct val="130000"/>
              </a:lnSpc>
              <a:spcAft>
                <a:spcPct val="0"/>
              </a:spcAft>
              <a:buClr>
                <a:srgbClr val="FF9900"/>
              </a:buClr>
              <a:buFont typeface="Wingdings" panose="05000000000000000000" pitchFamily="2" charset="2"/>
              <a:buNone/>
            </a:pPr>
            <a:r>
              <a:rPr lang="en-US" altLang="zh-CN" sz="2400">
                <a:solidFill>
                  <a:srgbClr val="000000"/>
                </a:solidFill>
                <a:latin typeface="Times New Roman" panose="02020603050405020304" pitchFamily="18" charset="0"/>
                <a:ea typeface="宋体" panose="02010600030101010101" pitchFamily="2" charset="-122"/>
              </a:rPr>
              <a:t>            </a:t>
            </a:r>
            <a:r>
              <a:rPr lang="zh-CN" altLang="en-US" sz="2400">
                <a:solidFill>
                  <a:srgbClr val="000000"/>
                </a:solidFill>
                <a:latin typeface="Times New Roman" panose="02020603050405020304" pitchFamily="18" charset="0"/>
                <a:ea typeface="宋体" panose="02010600030101010101" pitchFamily="2" charset="-122"/>
              </a:rPr>
              <a:t>程序</a:t>
            </a:r>
            <a:r>
              <a:rPr lang="en-US" altLang="zh-CN" sz="2400">
                <a:solidFill>
                  <a:srgbClr val="000000"/>
                </a:solidFill>
                <a:latin typeface="Times New Roman" panose="02020603050405020304" pitchFamily="18" charset="0"/>
                <a:ea typeface="宋体" panose="02010600030101010101" pitchFamily="2" charset="-122"/>
              </a:rPr>
              <a:t>C</a:t>
            </a:r>
            <a:r>
              <a:rPr lang="zh-CN" altLang="en-US" sz="2400">
                <a:solidFill>
                  <a:srgbClr val="000000"/>
                </a:solidFill>
                <a:latin typeface="Times New Roman" panose="02020603050405020304" pitchFamily="18" charset="0"/>
                <a:ea typeface="宋体" panose="02010600030101010101" pitchFamily="2" charset="-122"/>
              </a:rPr>
              <a:t>要求</a:t>
            </a:r>
            <a:r>
              <a:rPr lang="en-US" altLang="zh-CN" sz="2400">
                <a:solidFill>
                  <a:srgbClr val="000000"/>
                </a:solidFill>
                <a:latin typeface="Times New Roman" panose="02020603050405020304" pitchFamily="18" charset="0"/>
                <a:ea typeface="宋体" panose="02010600030101010101" pitchFamily="2" charset="-122"/>
              </a:rPr>
              <a:t>30KB</a:t>
            </a:r>
          </a:p>
          <a:p>
            <a:pPr fontAlgn="base">
              <a:lnSpc>
                <a:spcPct val="130000"/>
              </a:lnSpc>
              <a:spcAft>
                <a:spcPct val="0"/>
              </a:spcAft>
              <a:buClr>
                <a:srgbClr val="FF9900"/>
              </a:buClr>
              <a:buFont typeface="Wingdings" panose="05000000000000000000" pitchFamily="2" charset="2"/>
              <a:buNone/>
            </a:pPr>
            <a:r>
              <a:rPr lang="en-US" altLang="zh-CN" sz="2400">
                <a:solidFill>
                  <a:srgbClr val="000000"/>
                </a:solidFill>
                <a:latin typeface="Times New Roman" panose="02020603050405020304" pitchFamily="18" charset="0"/>
                <a:ea typeface="宋体" panose="02010600030101010101" pitchFamily="2" charset="-122"/>
              </a:rPr>
              <a:t>            </a:t>
            </a:r>
            <a:r>
              <a:rPr lang="zh-CN" altLang="en-US" sz="2400" b="1">
                <a:solidFill>
                  <a:srgbClr val="000000"/>
                </a:solidFill>
                <a:latin typeface="Times New Roman" panose="02020603050405020304" pitchFamily="18" charset="0"/>
                <a:ea typeface="宋体" panose="02010600030101010101" pitchFamily="2" charset="-122"/>
              </a:rPr>
              <a:t>首次适应算法对该作业序列是不合适的 </a:t>
            </a:r>
          </a:p>
        </p:txBody>
      </p:sp>
      <p:grpSp>
        <p:nvGrpSpPr>
          <p:cNvPr id="264" name="Group 139">
            <a:extLst>
              <a:ext uri="{FF2B5EF4-FFF2-40B4-BE49-F238E27FC236}">
                <a16:creationId xmlns:a16="http://schemas.microsoft.com/office/drawing/2014/main" id="{9EA2156E-C934-7914-75D1-D40A0F3B4AA6}"/>
              </a:ext>
            </a:extLst>
          </p:cNvPr>
          <p:cNvGrpSpPr>
            <a:grpSpLocks/>
          </p:cNvGrpSpPr>
          <p:nvPr/>
        </p:nvGrpSpPr>
        <p:grpSpPr bwMode="auto">
          <a:xfrm>
            <a:off x="7482345" y="1723586"/>
            <a:ext cx="2297113" cy="3592512"/>
            <a:chOff x="1932" y="1749"/>
            <a:chExt cx="1447" cy="2263"/>
          </a:xfrm>
        </p:grpSpPr>
        <p:sp>
          <p:nvSpPr>
            <p:cNvPr id="265" name="Rectangle 140">
              <a:extLst>
                <a:ext uri="{FF2B5EF4-FFF2-40B4-BE49-F238E27FC236}">
                  <a16:creationId xmlns:a16="http://schemas.microsoft.com/office/drawing/2014/main" id="{1F4D226F-2605-56A3-F617-C924DDF11896}"/>
                </a:ext>
              </a:extLst>
            </p:cNvPr>
            <p:cNvSpPr>
              <a:spLocks noChangeArrowheads="1"/>
            </p:cNvSpPr>
            <p:nvPr/>
          </p:nvSpPr>
          <p:spPr bwMode="auto">
            <a:xfrm>
              <a:off x="2501" y="2490"/>
              <a:ext cx="874" cy="255"/>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914400" marR="0" lvl="0" indent="-341313"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Blip>
                  <a:blip r:embed="rId2"/>
                </a:buBlip>
                <a:tabLst/>
                <a:defRPr/>
              </a:pPr>
              <a:endParaRPr kumimoji="0" lang="zh-CN" altLang="zh-CN" sz="1400" b="1" i="0" u="none" strike="noStrike" kern="0" cap="none" spc="0" normalizeH="0" baseline="0" noProof="0">
                <a:ln>
                  <a:noFill/>
                </a:ln>
                <a:solidFill>
                  <a:srgbClr val="4138FA"/>
                </a:solidFill>
                <a:effectLst>
                  <a:outerShdw blurRad="38100" dist="38100" dir="2700000" algn="tl">
                    <a:srgbClr val="000000"/>
                  </a:outerShdw>
                </a:effectLst>
                <a:uLnTx/>
                <a:uFillTx/>
                <a:latin typeface="Arial" panose="020B0604020202020204" pitchFamily="34" charset="0"/>
                <a:ea typeface="宋体" panose="02010600030101010101" pitchFamily="2" charset="-122"/>
              </a:endParaRPr>
            </a:p>
          </p:txBody>
        </p:sp>
        <p:sp>
          <p:nvSpPr>
            <p:cNvPr id="266" name="Text Box 141">
              <a:extLst>
                <a:ext uri="{FF2B5EF4-FFF2-40B4-BE49-F238E27FC236}">
                  <a16:creationId xmlns:a16="http://schemas.microsoft.com/office/drawing/2014/main" id="{45634C28-25B8-BB7A-05C7-96962E072EEE}"/>
                </a:ext>
              </a:extLst>
            </p:cNvPr>
            <p:cNvSpPr txBox="1">
              <a:spLocks noChangeArrowheads="1"/>
            </p:cNvSpPr>
            <p:nvPr/>
          </p:nvSpPr>
          <p:spPr bwMode="auto">
            <a:xfrm>
              <a:off x="2501" y="1852"/>
              <a:ext cx="874" cy="1914"/>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p>
          </p:txBody>
        </p:sp>
        <p:sp>
          <p:nvSpPr>
            <p:cNvPr id="267" name="Line 142">
              <a:extLst>
                <a:ext uri="{FF2B5EF4-FFF2-40B4-BE49-F238E27FC236}">
                  <a16:creationId xmlns:a16="http://schemas.microsoft.com/office/drawing/2014/main" id="{DB3C6C52-E263-1BCB-9F4C-20A5D7A578B1}"/>
                </a:ext>
              </a:extLst>
            </p:cNvPr>
            <p:cNvSpPr>
              <a:spLocks noChangeShapeType="1"/>
            </p:cNvSpPr>
            <p:nvPr/>
          </p:nvSpPr>
          <p:spPr bwMode="auto">
            <a:xfrm>
              <a:off x="2506" y="2085"/>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268" name="Text Box 143">
              <a:extLst>
                <a:ext uri="{FF2B5EF4-FFF2-40B4-BE49-F238E27FC236}">
                  <a16:creationId xmlns:a16="http://schemas.microsoft.com/office/drawing/2014/main" id="{F52A35DB-631C-2869-BD6C-8F20C261EA0E}"/>
                </a:ext>
              </a:extLst>
            </p:cNvPr>
            <p:cNvSpPr txBox="1">
              <a:spLocks noChangeArrowheads="1"/>
            </p:cNvSpPr>
            <p:nvPr/>
          </p:nvSpPr>
          <p:spPr bwMode="auto">
            <a:xfrm>
              <a:off x="2671" y="3159"/>
              <a:ext cx="53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在使用</a:t>
              </a:r>
            </a:p>
          </p:txBody>
        </p:sp>
        <p:sp>
          <p:nvSpPr>
            <p:cNvPr id="269" name="Line 144">
              <a:extLst>
                <a:ext uri="{FF2B5EF4-FFF2-40B4-BE49-F238E27FC236}">
                  <a16:creationId xmlns:a16="http://schemas.microsoft.com/office/drawing/2014/main" id="{55D009B0-476C-7E9E-7EB6-FF1D69109F4A}"/>
                </a:ext>
              </a:extLst>
            </p:cNvPr>
            <p:cNvSpPr>
              <a:spLocks noChangeShapeType="1"/>
            </p:cNvSpPr>
            <p:nvPr/>
          </p:nvSpPr>
          <p:spPr bwMode="auto">
            <a:xfrm>
              <a:off x="2506" y="2272"/>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270" name="Line 145">
              <a:extLst>
                <a:ext uri="{FF2B5EF4-FFF2-40B4-BE49-F238E27FC236}">
                  <a16:creationId xmlns:a16="http://schemas.microsoft.com/office/drawing/2014/main" id="{16CE58EE-4C95-C412-56CA-B0201C53BD14}"/>
                </a:ext>
              </a:extLst>
            </p:cNvPr>
            <p:cNvSpPr>
              <a:spLocks noChangeShapeType="1"/>
            </p:cNvSpPr>
            <p:nvPr/>
          </p:nvSpPr>
          <p:spPr bwMode="auto">
            <a:xfrm>
              <a:off x="2506" y="2739"/>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271" name="Text Box 146">
              <a:extLst>
                <a:ext uri="{FF2B5EF4-FFF2-40B4-BE49-F238E27FC236}">
                  <a16:creationId xmlns:a16="http://schemas.microsoft.com/office/drawing/2014/main" id="{19956BE8-09C7-587F-955E-90F212241E28}"/>
                </a:ext>
              </a:extLst>
            </p:cNvPr>
            <p:cNvSpPr txBox="1">
              <a:spLocks noChangeArrowheads="1"/>
            </p:cNvSpPr>
            <p:nvPr/>
          </p:nvSpPr>
          <p:spPr bwMode="auto">
            <a:xfrm>
              <a:off x="2644" y="2272"/>
              <a:ext cx="66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在使用</a:t>
              </a:r>
            </a:p>
          </p:txBody>
        </p:sp>
        <p:sp>
          <p:nvSpPr>
            <p:cNvPr id="272" name="Line 147">
              <a:extLst>
                <a:ext uri="{FF2B5EF4-FFF2-40B4-BE49-F238E27FC236}">
                  <a16:creationId xmlns:a16="http://schemas.microsoft.com/office/drawing/2014/main" id="{FD1E19EB-2CCF-8CC3-D941-131AA180CB27}"/>
                </a:ext>
              </a:extLst>
            </p:cNvPr>
            <p:cNvSpPr>
              <a:spLocks noChangeShapeType="1"/>
            </p:cNvSpPr>
            <p:nvPr/>
          </p:nvSpPr>
          <p:spPr bwMode="auto">
            <a:xfrm>
              <a:off x="2506" y="2972"/>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273" name="Text Box 148">
              <a:extLst>
                <a:ext uri="{FF2B5EF4-FFF2-40B4-BE49-F238E27FC236}">
                  <a16:creationId xmlns:a16="http://schemas.microsoft.com/office/drawing/2014/main" id="{4F118243-D97E-51C2-916B-22DB81E03FED}"/>
                </a:ext>
              </a:extLst>
            </p:cNvPr>
            <p:cNvSpPr txBox="1">
              <a:spLocks noChangeArrowheads="1"/>
            </p:cNvSpPr>
            <p:nvPr/>
          </p:nvSpPr>
          <p:spPr bwMode="auto">
            <a:xfrm>
              <a:off x="2662" y="2739"/>
              <a:ext cx="54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在使用</a:t>
              </a:r>
            </a:p>
          </p:txBody>
        </p:sp>
        <p:sp>
          <p:nvSpPr>
            <p:cNvPr id="274" name="Line 149">
              <a:extLst>
                <a:ext uri="{FF2B5EF4-FFF2-40B4-BE49-F238E27FC236}">
                  <a16:creationId xmlns:a16="http://schemas.microsoft.com/office/drawing/2014/main" id="{2E29704D-D405-3DBD-332C-DE03A518A2B5}"/>
                </a:ext>
              </a:extLst>
            </p:cNvPr>
            <p:cNvSpPr>
              <a:spLocks noChangeShapeType="1"/>
            </p:cNvSpPr>
            <p:nvPr/>
          </p:nvSpPr>
          <p:spPr bwMode="auto">
            <a:xfrm>
              <a:off x="2506" y="3159"/>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275" name="Line 150">
              <a:extLst>
                <a:ext uri="{FF2B5EF4-FFF2-40B4-BE49-F238E27FC236}">
                  <a16:creationId xmlns:a16="http://schemas.microsoft.com/office/drawing/2014/main" id="{38106EDC-BB5D-1E11-D31D-973E2E835308}"/>
                </a:ext>
              </a:extLst>
            </p:cNvPr>
            <p:cNvSpPr>
              <a:spLocks noChangeShapeType="1"/>
            </p:cNvSpPr>
            <p:nvPr/>
          </p:nvSpPr>
          <p:spPr bwMode="auto">
            <a:xfrm>
              <a:off x="2506" y="3393"/>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276" name="Rectangle 151">
              <a:extLst>
                <a:ext uri="{FF2B5EF4-FFF2-40B4-BE49-F238E27FC236}">
                  <a16:creationId xmlns:a16="http://schemas.microsoft.com/office/drawing/2014/main" id="{4CD808D2-07EA-0C65-F65C-57C21D3EFAF4}"/>
                </a:ext>
              </a:extLst>
            </p:cNvPr>
            <p:cNvSpPr>
              <a:spLocks noChangeArrowheads="1"/>
            </p:cNvSpPr>
            <p:nvPr/>
          </p:nvSpPr>
          <p:spPr bwMode="auto">
            <a:xfrm>
              <a:off x="2497" y="2085"/>
              <a:ext cx="877" cy="187"/>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914400" marR="0" lvl="0" indent="-341313"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Blip>
                  <a:blip r:embed="rId2"/>
                </a:buBlip>
                <a:tabLst/>
                <a:defRPr/>
              </a:pPr>
              <a:endParaRPr kumimoji="0" lang="zh-CN" altLang="zh-CN" sz="1400" b="1" i="0" u="none" strike="noStrike" kern="0" cap="none" spc="0" normalizeH="0" baseline="0" noProof="0">
                <a:ln>
                  <a:noFill/>
                </a:ln>
                <a:solidFill>
                  <a:srgbClr val="4138FA"/>
                </a:solidFill>
                <a:effectLst>
                  <a:outerShdw blurRad="38100" dist="38100" dir="2700000" algn="tl">
                    <a:srgbClr val="000000"/>
                  </a:outerShdw>
                </a:effectLst>
                <a:uLnTx/>
                <a:uFillTx/>
                <a:latin typeface="Arial" panose="020B0604020202020204" pitchFamily="34" charset="0"/>
                <a:ea typeface="宋体" panose="02010600030101010101" pitchFamily="2" charset="-122"/>
              </a:endParaRPr>
            </a:p>
          </p:txBody>
        </p:sp>
        <p:sp>
          <p:nvSpPr>
            <p:cNvPr id="277" name="Text Box 152">
              <a:extLst>
                <a:ext uri="{FF2B5EF4-FFF2-40B4-BE49-F238E27FC236}">
                  <a16:creationId xmlns:a16="http://schemas.microsoft.com/office/drawing/2014/main" id="{3AAEE95D-8265-F537-0491-517D0F6E3108}"/>
                </a:ext>
              </a:extLst>
            </p:cNvPr>
            <p:cNvSpPr txBox="1">
              <a:spLocks noChangeArrowheads="1"/>
            </p:cNvSpPr>
            <p:nvPr/>
          </p:nvSpPr>
          <p:spPr bwMode="auto">
            <a:xfrm>
              <a:off x="2678" y="2067"/>
              <a:ext cx="513"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30KB</a:t>
              </a:r>
            </a:p>
          </p:txBody>
        </p:sp>
        <p:sp>
          <p:nvSpPr>
            <p:cNvPr id="278" name="Rectangle 153">
              <a:extLst>
                <a:ext uri="{FF2B5EF4-FFF2-40B4-BE49-F238E27FC236}">
                  <a16:creationId xmlns:a16="http://schemas.microsoft.com/office/drawing/2014/main" id="{62352885-7C7B-DF66-C4CB-68C839DDB0BE}"/>
                </a:ext>
              </a:extLst>
            </p:cNvPr>
            <p:cNvSpPr>
              <a:spLocks noChangeArrowheads="1"/>
            </p:cNvSpPr>
            <p:nvPr/>
          </p:nvSpPr>
          <p:spPr bwMode="auto">
            <a:xfrm>
              <a:off x="2497" y="2972"/>
              <a:ext cx="877" cy="187"/>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914400" marR="0" lvl="0" indent="-341313"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Blip>
                  <a:blip r:embed="rId2"/>
                </a:buBlip>
                <a:tabLst/>
                <a:defRPr/>
              </a:pPr>
              <a:endParaRPr kumimoji="0" lang="zh-CN" altLang="zh-CN" sz="1400" b="1" i="0" u="none" strike="noStrike" kern="0" cap="none" spc="0" normalizeH="0" baseline="0" noProof="0">
                <a:ln>
                  <a:noFill/>
                </a:ln>
                <a:solidFill>
                  <a:srgbClr val="4138FA"/>
                </a:solidFill>
                <a:effectLst>
                  <a:outerShdw blurRad="38100" dist="38100" dir="2700000" algn="tl">
                    <a:srgbClr val="000000"/>
                  </a:outerShdw>
                </a:effectLst>
                <a:uLnTx/>
                <a:uFillTx/>
                <a:latin typeface="Arial" panose="020B0604020202020204" pitchFamily="34" charset="0"/>
                <a:ea typeface="宋体" panose="02010600030101010101" pitchFamily="2" charset="-122"/>
              </a:endParaRPr>
            </a:p>
          </p:txBody>
        </p:sp>
        <p:sp>
          <p:nvSpPr>
            <p:cNvPr id="279" name="Text Box 154">
              <a:extLst>
                <a:ext uri="{FF2B5EF4-FFF2-40B4-BE49-F238E27FC236}">
                  <a16:creationId xmlns:a16="http://schemas.microsoft.com/office/drawing/2014/main" id="{5CC5EF94-5B85-FAF4-2DE2-40F357D2CF3E}"/>
                </a:ext>
              </a:extLst>
            </p:cNvPr>
            <p:cNvSpPr txBox="1">
              <a:spLocks noChangeArrowheads="1"/>
            </p:cNvSpPr>
            <p:nvPr/>
          </p:nvSpPr>
          <p:spPr bwMode="auto">
            <a:xfrm>
              <a:off x="2756" y="2945"/>
              <a:ext cx="40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5KB</a:t>
              </a:r>
            </a:p>
          </p:txBody>
        </p:sp>
        <p:sp>
          <p:nvSpPr>
            <p:cNvPr id="280" name="Rectangle 155">
              <a:extLst>
                <a:ext uri="{FF2B5EF4-FFF2-40B4-BE49-F238E27FC236}">
                  <a16:creationId xmlns:a16="http://schemas.microsoft.com/office/drawing/2014/main" id="{3FDD9D5E-41F8-0D75-800C-C5416E600452}"/>
                </a:ext>
              </a:extLst>
            </p:cNvPr>
            <p:cNvSpPr>
              <a:spLocks noChangeArrowheads="1"/>
            </p:cNvSpPr>
            <p:nvPr/>
          </p:nvSpPr>
          <p:spPr bwMode="auto">
            <a:xfrm>
              <a:off x="2497" y="3393"/>
              <a:ext cx="877" cy="373"/>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914400" marR="0" lvl="0" indent="-341313"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Blip>
                  <a:blip r:embed="rId2"/>
                </a:buBlip>
                <a:tabLst/>
                <a:defRPr/>
              </a:pPr>
              <a:endParaRPr kumimoji="0" lang="zh-CN" altLang="zh-CN" sz="1400" b="1" i="0" u="none" strike="noStrike" kern="0" cap="none" spc="0" normalizeH="0" baseline="0" noProof="0">
                <a:ln>
                  <a:noFill/>
                </a:ln>
                <a:solidFill>
                  <a:srgbClr val="4138FA"/>
                </a:solidFill>
                <a:effectLst>
                  <a:outerShdw blurRad="38100" dist="38100" dir="2700000" algn="tl">
                    <a:srgbClr val="000000"/>
                  </a:outerShdw>
                </a:effectLst>
                <a:uLnTx/>
                <a:uFillTx/>
                <a:latin typeface="Arial" panose="020B0604020202020204" pitchFamily="34" charset="0"/>
                <a:ea typeface="宋体" panose="02010600030101010101" pitchFamily="2" charset="-122"/>
              </a:endParaRPr>
            </a:p>
          </p:txBody>
        </p:sp>
        <p:sp>
          <p:nvSpPr>
            <p:cNvPr id="281" name="Text Box 156">
              <a:extLst>
                <a:ext uri="{FF2B5EF4-FFF2-40B4-BE49-F238E27FC236}">
                  <a16:creationId xmlns:a16="http://schemas.microsoft.com/office/drawing/2014/main" id="{8C147EB5-A468-21F5-CAB9-115AF593313A}"/>
                </a:ext>
              </a:extLst>
            </p:cNvPr>
            <p:cNvSpPr txBox="1">
              <a:spLocks noChangeArrowheads="1"/>
            </p:cNvSpPr>
            <p:nvPr/>
          </p:nvSpPr>
          <p:spPr bwMode="auto">
            <a:xfrm>
              <a:off x="2738" y="3486"/>
              <a:ext cx="51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46KB</a:t>
              </a:r>
            </a:p>
          </p:txBody>
        </p:sp>
        <p:sp>
          <p:nvSpPr>
            <p:cNvPr id="282" name="Line 157">
              <a:extLst>
                <a:ext uri="{FF2B5EF4-FFF2-40B4-BE49-F238E27FC236}">
                  <a16:creationId xmlns:a16="http://schemas.microsoft.com/office/drawing/2014/main" id="{350EC841-E040-B5E7-04A9-7EAE101AE0AF}"/>
                </a:ext>
              </a:extLst>
            </p:cNvPr>
            <p:cNvSpPr>
              <a:spLocks noChangeShapeType="1"/>
            </p:cNvSpPr>
            <p:nvPr/>
          </p:nvSpPr>
          <p:spPr bwMode="auto">
            <a:xfrm>
              <a:off x="2501" y="2490"/>
              <a:ext cx="87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283" name="Text Box 158">
              <a:extLst>
                <a:ext uri="{FF2B5EF4-FFF2-40B4-BE49-F238E27FC236}">
                  <a16:creationId xmlns:a16="http://schemas.microsoft.com/office/drawing/2014/main" id="{30844604-3660-5599-18A2-3958B4221535}"/>
                </a:ext>
              </a:extLst>
            </p:cNvPr>
            <p:cNvSpPr txBox="1">
              <a:spLocks noChangeArrowheads="1"/>
            </p:cNvSpPr>
            <p:nvPr/>
          </p:nvSpPr>
          <p:spPr bwMode="auto">
            <a:xfrm>
              <a:off x="2161" y="1749"/>
              <a:ext cx="4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0KB</a:t>
              </a:r>
            </a:p>
          </p:txBody>
        </p:sp>
        <p:sp>
          <p:nvSpPr>
            <p:cNvPr id="284" name="Text Box 159">
              <a:extLst>
                <a:ext uri="{FF2B5EF4-FFF2-40B4-BE49-F238E27FC236}">
                  <a16:creationId xmlns:a16="http://schemas.microsoft.com/office/drawing/2014/main" id="{86A67F4C-623C-A90C-8A0A-D91A54808296}"/>
                </a:ext>
              </a:extLst>
            </p:cNvPr>
            <p:cNvSpPr txBox="1">
              <a:spLocks noChangeArrowheads="1"/>
            </p:cNvSpPr>
            <p:nvPr/>
          </p:nvSpPr>
          <p:spPr bwMode="auto">
            <a:xfrm>
              <a:off x="2110" y="1962"/>
              <a:ext cx="45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20KB</a:t>
              </a:r>
            </a:p>
          </p:txBody>
        </p:sp>
        <p:sp>
          <p:nvSpPr>
            <p:cNvPr id="285" name="Text Box 160">
              <a:extLst>
                <a:ext uri="{FF2B5EF4-FFF2-40B4-BE49-F238E27FC236}">
                  <a16:creationId xmlns:a16="http://schemas.microsoft.com/office/drawing/2014/main" id="{C41CA363-C437-C35F-E550-F3D35DA48C97}"/>
                </a:ext>
              </a:extLst>
            </p:cNvPr>
            <p:cNvSpPr txBox="1">
              <a:spLocks noChangeArrowheads="1"/>
            </p:cNvSpPr>
            <p:nvPr/>
          </p:nvSpPr>
          <p:spPr bwMode="auto">
            <a:xfrm>
              <a:off x="2050" y="2360"/>
              <a:ext cx="53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100KB</a:t>
              </a:r>
            </a:p>
          </p:txBody>
        </p:sp>
        <p:sp>
          <p:nvSpPr>
            <p:cNvPr id="286" name="Rectangle 161">
              <a:extLst>
                <a:ext uri="{FF2B5EF4-FFF2-40B4-BE49-F238E27FC236}">
                  <a16:creationId xmlns:a16="http://schemas.microsoft.com/office/drawing/2014/main" id="{0D15EF31-4F68-2F98-7B3C-CA3A0C72018D}"/>
                </a:ext>
              </a:extLst>
            </p:cNvPr>
            <p:cNvSpPr>
              <a:spLocks noChangeArrowheads="1"/>
            </p:cNvSpPr>
            <p:nvPr/>
          </p:nvSpPr>
          <p:spPr bwMode="auto">
            <a:xfrm>
              <a:off x="2501" y="2490"/>
              <a:ext cx="873" cy="255"/>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914400" marR="0" lvl="0" indent="-341313"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Blip>
                  <a:blip r:embed="rId2"/>
                </a:buBlip>
                <a:tabLst/>
                <a:defRPr/>
              </a:pPr>
              <a:endParaRPr kumimoji="0" lang="zh-CN" altLang="zh-CN" sz="1400" b="1" i="0" u="none" strike="noStrike" kern="0" cap="none" spc="0" normalizeH="0" baseline="0" noProof="0">
                <a:ln>
                  <a:noFill/>
                </a:ln>
                <a:solidFill>
                  <a:srgbClr val="4138FA"/>
                </a:solidFill>
                <a:effectLst>
                  <a:outerShdw blurRad="38100" dist="38100" dir="2700000" algn="tl">
                    <a:srgbClr val="000000"/>
                  </a:outerShdw>
                </a:effectLst>
                <a:uLnTx/>
                <a:uFillTx/>
                <a:latin typeface="Arial" panose="020B0604020202020204" pitchFamily="34" charset="0"/>
                <a:ea typeface="宋体" panose="02010600030101010101" pitchFamily="2" charset="-122"/>
              </a:endParaRPr>
            </a:p>
          </p:txBody>
        </p:sp>
        <p:sp>
          <p:nvSpPr>
            <p:cNvPr id="287" name="Text Box 162">
              <a:extLst>
                <a:ext uri="{FF2B5EF4-FFF2-40B4-BE49-F238E27FC236}">
                  <a16:creationId xmlns:a16="http://schemas.microsoft.com/office/drawing/2014/main" id="{B9E65EAF-3C71-9773-16E0-DD2CEB9B7A23}"/>
                </a:ext>
              </a:extLst>
            </p:cNvPr>
            <p:cNvSpPr txBox="1">
              <a:spLocks noChangeArrowheads="1"/>
            </p:cNvSpPr>
            <p:nvPr/>
          </p:nvSpPr>
          <p:spPr bwMode="auto">
            <a:xfrm>
              <a:off x="2704" y="2511"/>
              <a:ext cx="51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20KB</a:t>
              </a:r>
            </a:p>
          </p:txBody>
        </p:sp>
        <p:sp>
          <p:nvSpPr>
            <p:cNvPr id="288" name="Text Box 163">
              <a:extLst>
                <a:ext uri="{FF2B5EF4-FFF2-40B4-BE49-F238E27FC236}">
                  <a16:creationId xmlns:a16="http://schemas.microsoft.com/office/drawing/2014/main" id="{49304BB9-8AB3-8787-9006-8B351D05C98B}"/>
                </a:ext>
              </a:extLst>
            </p:cNvPr>
            <p:cNvSpPr txBox="1">
              <a:spLocks noChangeArrowheads="1"/>
            </p:cNvSpPr>
            <p:nvPr/>
          </p:nvSpPr>
          <p:spPr bwMode="auto">
            <a:xfrm>
              <a:off x="2050" y="2854"/>
              <a:ext cx="51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160KB</a:t>
              </a:r>
            </a:p>
          </p:txBody>
        </p:sp>
        <p:sp>
          <p:nvSpPr>
            <p:cNvPr id="289" name="Text Box 164">
              <a:extLst>
                <a:ext uri="{FF2B5EF4-FFF2-40B4-BE49-F238E27FC236}">
                  <a16:creationId xmlns:a16="http://schemas.microsoft.com/office/drawing/2014/main" id="{364C004F-69BB-8190-CBA3-6CEA92063E46}"/>
                </a:ext>
              </a:extLst>
            </p:cNvPr>
            <p:cNvSpPr txBox="1">
              <a:spLocks noChangeArrowheads="1"/>
            </p:cNvSpPr>
            <p:nvPr/>
          </p:nvSpPr>
          <p:spPr bwMode="auto">
            <a:xfrm>
              <a:off x="2059" y="3271"/>
              <a:ext cx="53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210KB</a:t>
              </a:r>
            </a:p>
          </p:txBody>
        </p:sp>
        <p:sp>
          <p:nvSpPr>
            <p:cNvPr id="290" name="Text Box 165">
              <a:extLst>
                <a:ext uri="{FF2B5EF4-FFF2-40B4-BE49-F238E27FC236}">
                  <a16:creationId xmlns:a16="http://schemas.microsoft.com/office/drawing/2014/main" id="{A9443CDD-0EB1-AC6D-EB09-953CC05EED80}"/>
                </a:ext>
              </a:extLst>
            </p:cNvPr>
            <p:cNvSpPr txBox="1">
              <a:spLocks noChangeArrowheads="1"/>
            </p:cNvSpPr>
            <p:nvPr/>
          </p:nvSpPr>
          <p:spPr bwMode="auto">
            <a:xfrm>
              <a:off x="1932" y="3672"/>
              <a:ext cx="6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256KB</a:t>
              </a:r>
              <a:r>
                <a:rPr kumimoji="1" lang="en-US" altLang="zh-CN" sz="1600" b="1" i="0" u="none" strike="noStrike" kern="0" cap="none" spc="0" normalizeH="0" baseline="0" noProof="0">
                  <a:ln>
                    <a:noFill/>
                  </a:ln>
                  <a:solidFill>
                    <a:srgbClr val="000000"/>
                  </a:solidFill>
                  <a:effectLst/>
                  <a:uLnTx/>
                  <a:uFillTx/>
                  <a:latin typeface="宋体" panose="02010600030101010101" pitchFamily="2" charset="-122"/>
                  <a:ea typeface="宋体" panose="02010600030101010101" pitchFamily="2" charset="-122"/>
                </a:rPr>
                <a:t>-</a:t>
              </a: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a:t>
              </a:r>
            </a:p>
          </p:txBody>
        </p:sp>
        <p:sp>
          <p:nvSpPr>
            <p:cNvPr id="291" name="Text Box 166">
              <a:extLst>
                <a:ext uri="{FF2B5EF4-FFF2-40B4-BE49-F238E27FC236}">
                  <a16:creationId xmlns:a16="http://schemas.microsoft.com/office/drawing/2014/main" id="{013002BF-0850-47CF-24ED-5AEB0FD74052}"/>
                </a:ext>
              </a:extLst>
            </p:cNvPr>
            <p:cNvSpPr txBox="1">
              <a:spLocks noChangeArrowheads="1"/>
            </p:cNvSpPr>
            <p:nvPr/>
          </p:nvSpPr>
          <p:spPr bwMode="auto">
            <a:xfrm>
              <a:off x="2751" y="3800"/>
              <a:ext cx="46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主存</a:t>
              </a:r>
            </a:p>
          </p:txBody>
        </p:sp>
        <p:sp>
          <p:nvSpPr>
            <p:cNvPr id="292" name="Text Box 167">
              <a:extLst>
                <a:ext uri="{FF2B5EF4-FFF2-40B4-BE49-F238E27FC236}">
                  <a16:creationId xmlns:a16="http://schemas.microsoft.com/office/drawing/2014/main" id="{422F8279-2221-9A23-AD42-E2C93AC7ECB0}"/>
                </a:ext>
              </a:extLst>
            </p:cNvPr>
            <p:cNvSpPr txBox="1">
              <a:spLocks noChangeArrowheads="1"/>
            </p:cNvSpPr>
            <p:nvPr/>
          </p:nvSpPr>
          <p:spPr bwMode="auto">
            <a:xfrm>
              <a:off x="2764" y="1813"/>
              <a:ext cx="3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os</a:t>
              </a:r>
            </a:p>
          </p:txBody>
        </p:sp>
      </p:grpSp>
      <p:grpSp>
        <p:nvGrpSpPr>
          <p:cNvPr id="293" name="Group 168">
            <a:extLst>
              <a:ext uri="{FF2B5EF4-FFF2-40B4-BE49-F238E27FC236}">
                <a16:creationId xmlns:a16="http://schemas.microsoft.com/office/drawing/2014/main" id="{AB649E30-5016-170D-9CFA-1F07549A8792}"/>
              </a:ext>
            </a:extLst>
          </p:cNvPr>
          <p:cNvGrpSpPr>
            <a:grpSpLocks/>
          </p:cNvGrpSpPr>
          <p:nvPr/>
        </p:nvGrpSpPr>
        <p:grpSpPr bwMode="auto">
          <a:xfrm>
            <a:off x="1338720" y="1826773"/>
            <a:ext cx="6076950" cy="1392238"/>
            <a:chOff x="256" y="1159"/>
            <a:chExt cx="3828" cy="877"/>
          </a:xfrm>
        </p:grpSpPr>
        <p:sp>
          <p:nvSpPr>
            <p:cNvPr id="294" name="Text Box 169">
              <a:extLst>
                <a:ext uri="{FF2B5EF4-FFF2-40B4-BE49-F238E27FC236}">
                  <a16:creationId xmlns:a16="http://schemas.microsoft.com/office/drawing/2014/main" id="{0415560A-2989-E453-1669-F7ECB18C697E}"/>
                </a:ext>
              </a:extLst>
            </p:cNvPr>
            <p:cNvSpPr txBox="1">
              <a:spLocks noChangeArrowheads="1"/>
            </p:cNvSpPr>
            <p:nvPr/>
          </p:nvSpPr>
          <p:spPr bwMode="auto">
            <a:xfrm>
              <a:off x="1545" y="1900"/>
              <a:ext cx="186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Bef>
                  <a:spcPct val="0"/>
                </a:spcBef>
                <a:spcAft>
                  <a:spcPct val="0"/>
                </a:spcAft>
                <a:buClrTx/>
                <a:buSzTx/>
                <a:buFontTx/>
                <a:buNone/>
              </a:pPr>
              <a:r>
                <a:rPr kumimoji="1" lang="en-US" altLang="zh-CN" sz="1600">
                  <a:solidFill>
                    <a:srgbClr val="000000"/>
                  </a:solidFill>
                  <a:latin typeface="Times New Roman" panose="02020603050405020304" pitchFamily="18" charset="0"/>
                  <a:ea typeface="宋体" panose="02010600030101010101" pitchFamily="2" charset="-122"/>
                </a:rPr>
                <a:t>(a) </a:t>
              </a:r>
              <a:r>
                <a:rPr kumimoji="1" lang="zh-CN" altLang="en-US" sz="1600">
                  <a:solidFill>
                    <a:srgbClr val="000000"/>
                  </a:solidFill>
                  <a:latin typeface="Times New Roman" panose="02020603050405020304" pitchFamily="18" charset="0"/>
                  <a:ea typeface="宋体" panose="02010600030101010101" pitchFamily="2" charset="-122"/>
                </a:rPr>
                <a:t>首次适应算法的空闲区队列</a:t>
              </a:r>
            </a:p>
          </p:txBody>
        </p:sp>
        <p:sp>
          <p:nvSpPr>
            <p:cNvPr id="295" name="Text Box 170">
              <a:extLst>
                <a:ext uri="{FF2B5EF4-FFF2-40B4-BE49-F238E27FC236}">
                  <a16:creationId xmlns:a16="http://schemas.microsoft.com/office/drawing/2014/main" id="{AA1B4897-80D7-14AB-11EE-F33909F549C5}"/>
                </a:ext>
              </a:extLst>
            </p:cNvPr>
            <p:cNvSpPr txBox="1">
              <a:spLocks noChangeArrowheads="1"/>
            </p:cNvSpPr>
            <p:nvPr/>
          </p:nvSpPr>
          <p:spPr bwMode="auto">
            <a:xfrm>
              <a:off x="256" y="1159"/>
              <a:ext cx="497" cy="161"/>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Bef>
                  <a:spcPct val="0"/>
                </a:spcBef>
                <a:spcAft>
                  <a:spcPct val="0"/>
                </a:spcAft>
                <a:buClrTx/>
                <a:buSzTx/>
                <a:buFontTx/>
                <a:buNone/>
              </a:pPr>
              <a:endParaRPr kumimoji="1" lang="en-US" altLang="zh-CN" sz="1400" b="1">
                <a:solidFill>
                  <a:srgbClr val="000000"/>
                </a:solidFill>
                <a:latin typeface="Times New Roman" panose="02020603050405020304" pitchFamily="18" charset="0"/>
                <a:ea typeface="宋体" panose="02010600030101010101" pitchFamily="2" charset="-122"/>
              </a:endParaRPr>
            </a:p>
            <a:p>
              <a:pPr algn="just" fontAlgn="base">
                <a:lnSpc>
                  <a:spcPct val="80000"/>
                </a:lnSpc>
                <a:spcBef>
                  <a:spcPct val="0"/>
                </a:spcBef>
                <a:spcAft>
                  <a:spcPct val="0"/>
                </a:spcAft>
                <a:buClrTx/>
                <a:buSzTx/>
                <a:buFontTx/>
                <a:buNone/>
              </a:pPr>
              <a:endParaRPr kumimoji="1" lang="en-US" altLang="zh-CN" sz="1400" b="1">
                <a:solidFill>
                  <a:srgbClr val="000000"/>
                </a:solidFill>
                <a:latin typeface="Times New Roman" panose="02020603050405020304" pitchFamily="18" charset="0"/>
                <a:ea typeface="宋体" panose="02010600030101010101" pitchFamily="2" charset="-122"/>
              </a:endParaRPr>
            </a:p>
          </p:txBody>
        </p:sp>
        <p:sp>
          <p:nvSpPr>
            <p:cNvPr id="296" name="Text Box 171">
              <a:extLst>
                <a:ext uri="{FF2B5EF4-FFF2-40B4-BE49-F238E27FC236}">
                  <a16:creationId xmlns:a16="http://schemas.microsoft.com/office/drawing/2014/main" id="{DFC2E935-933D-8A2C-BDBA-5F19CB54209D}"/>
                </a:ext>
              </a:extLst>
            </p:cNvPr>
            <p:cNvSpPr txBox="1">
              <a:spLocks noChangeArrowheads="1"/>
            </p:cNvSpPr>
            <p:nvPr/>
          </p:nvSpPr>
          <p:spPr bwMode="auto">
            <a:xfrm>
              <a:off x="318" y="1159"/>
              <a:ext cx="461"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Bef>
                  <a:spcPct val="0"/>
                </a:spcBef>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20KB</a:t>
              </a:r>
            </a:p>
          </p:txBody>
        </p:sp>
        <p:sp>
          <p:nvSpPr>
            <p:cNvPr id="297" name="Line 172">
              <a:extLst>
                <a:ext uri="{FF2B5EF4-FFF2-40B4-BE49-F238E27FC236}">
                  <a16:creationId xmlns:a16="http://schemas.microsoft.com/office/drawing/2014/main" id="{F1B1513A-984F-FBD2-A931-1D8DC68FDB82}"/>
                </a:ext>
              </a:extLst>
            </p:cNvPr>
            <p:cNvSpPr>
              <a:spLocks noChangeShapeType="1"/>
            </p:cNvSpPr>
            <p:nvPr/>
          </p:nvSpPr>
          <p:spPr bwMode="auto">
            <a:xfrm>
              <a:off x="753" y="1223"/>
              <a:ext cx="420"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grpSp>
          <p:nvGrpSpPr>
            <p:cNvPr id="298" name="Group 173">
              <a:extLst>
                <a:ext uri="{FF2B5EF4-FFF2-40B4-BE49-F238E27FC236}">
                  <a16:creationId xmlns:a16="http://schemas.microsoft.com/office/drawing/2014/main" id="{E9F8903E-FD0E-8051-C50C-25F1BD8A07D4}"/>
                </a:ext>
              </a:extLst>
            </p:cNvPr>
            <p:cNvGrpSpPr>
              <a:grpSpLocks/>
            </p:cNvGrpSpPr>
            <p:nvPr/>
          </p:nvGrpSpPr>
          <p:grpSpPr bwMode="auto">
            <a:xfrm>
              <a:off x="1173" y="1223"/>
              <a:ext cx="803" cy="612"/>
              <a:chOff x="1173" y="1223"/>
              <a:chExt cx="803" cy="612"/>
            </a:xfrm>
          </p:grpSpPr>
          <p:sp>
            <p:nvSpPr>
              <p:cNvPr id="319" name="Text Box 174">
                <a:extLst>
                  <a:ext uri="{FF2B5EF4-FFF2-40B4-BE49-F238E27FC236}">
                    <a16:creationId xmlns:a16="http://schemas.microsoft.com/office/drawing/2014/main" id="{EE12468F-D58B-EFFF-4E3A-32334DCB1390}"/>
                  </a:ext>
                </a:extLst>
              </p:cNvPr>
              <p:cNvSpPr txBox="1">
                <a:spLocks noChangeArrowheads="1"/>
              </p:cNvSpPr>
              <p:nvPr/>
            </p:nvSpPr>
            <p:spPr bwMode="auto">
              <a:xfrm>
                <a:off x="1173" y="1223"/>
                <a:ext cx="497" cy="612"/>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30KB</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100KB</a:t>
                </a:r>
              </a:p>
            </p:txBody>
          </p:sp>
          <p:sp>
            <p:nvSpPr>
              <p:cNvPr id="320" name="Line 175">
                <a:extLst>
                  <a:ext uri="{FF2B5EF4-FFF2-40B4-BE49-F238E27FC236}">
                    <a16:creationId xmlns:a16="http://schemas.microsoft.com/office/drawing/2014/main" id="{977EF4F0-E036-7FE5-9968-6F436F54EA16}"/>
                  </a:ext>
                </a:extLst>
              </p:cNvPr>
              <p:cNvSpPr>
                <a:spLocks noChangeShapeType="1"/>
              </p:cNvSpPr>
              <p:nvPr/>
            </p:nvSpPr>
            <p:spPr bwMode="auto">
              <a:xfrm>
                <a:off x="1173" y="1370"/>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21" name="Line 176">
                <a:extLst>
                  <a:ext uri="{FF2B5EF4-FFF2-40B4-BE49-F238E27FC236}">
                    <a16:creationId xmlns:a16="http://schemas.microsoft.com/office/drawing/2014/main" id="{CEF47DD6-005C-6996-9BAD-FA3F3E8ABBD1}"/>
                  </a:ext>
                </a:extLst>
              </p:cNvPr>
              <p:cNvSpPr>
                <a:spLocks noChangeShapeType="1"/>
              </p:cNvSpPr>
              <p:nvPr/>
            </p:nvSpPr>
            <p:spPr bwMode="auto">
              <a:xfrm>
                <a:off x="1173" y="1517"/>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22" name="Line 177">
                <a:extLst>
                  <a:ext uri="{FF2B5EF4-FFF2-40B4-BE49-F238E27FC236}">
                    <a16:creationId xmlns:a16="http://schemas.microsoft.com/office/drawing/2014/main" id="{BCB70320-56E2-3812-66C3-624BA31ADB39}"/>
                  </a:ext>
                </a:extLst>
              </p:cNvPr>
              <p:cNvSpPr>
                <a:spLocks noChangeShapeType="1"/>
              </p:cNvSpPr>
              <p:nvPr/>
            </p:nvSpPr>
            <p:spPr bwMode="auto">
              <a:xfrm>
                <a:off x="1173" y="1673"/>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23" name="Line 178">
                <a:extLst>
                  <a:ext uri="{FF2B5EF4-FFF2-40B4-BE49-F238E27FC236}">
                    <a16:creationId xmlns:a16="http://schemas.microsoft.com/office/drawing/2014/main" id="{43650EB6-F08C-EF4D-B64B-A7225C7F023B}"/>
                  </a:ext>
                </a:extLst>
              </p:cNvPr>
              <p:cNvSpPr>
                <a:spLocks noChangeShapeType="1"/>
              </p:cNvSpPr>
              <p:nvPr/>
            </p:nvSpPr>
            <p:spPr bwMode="auto">
              <a:xfrm flipV="1">
                <a:off x="1747" y="1223"/>
                <a:ext cx="0" cy="34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24" name="Line 179">
                <a:extLst>
                  <a:ext uri="{FF2B5EF4-FFF2-40B4-BE49-F238E27FC236}">
                    <a16:creationId xmlns:a16="http://schemas.microsoft.com/office/drawing/2014/main" id="{3AD6B388-03B3-D620-BCD4-0EF224A22127}"/>
                  </a:ext>
                </a:extLst>
              </p:cNvPr>
              <p:cNvSpPr>
                <a:spLocks noChangeShapeType="1"/>
              </p:cNvSpPr>
              <p:nvPr/>
            </p:nvSpPr>
            <p:spPr bwMode="auto">
              <a:xfrm>
                <a:off x="1747" y="1223"/>
                <a:ext cx="229"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25" name="Line 180">
                <a:extLst>
                  <a:ext uri="{FF2B5EF4-FFF2-40B4-BE49-F238E27FC236}">
                    <a16:creationId xmlns:a16="http://schemas.microsoft.com/office/drawing/2014/main" id="{8AC020AF-702E-8B06-9A6C-08DB5AAEF306}"/>
                  </a:ext>
                </a:extLst>
              </p:cNvPr>
              <p:cNvSpPr>
                <a:spLocks noChangeShapeType="1"/>
              </p:cNvSpPr>
              <p:nvPr/>
            </p:nvSpPr>
            <p:spPr bwMode="auto">
              <a:xfrm>
                <a:off x="1632" y="1572"/>
                <a:ext cx="11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grpSp>
        <p:grpSp>
          <p:nvGrpSpPr>
            <p:cNvPr id="299" name="Group 181">
              <a:extLst>
                <a:ext uri="{FF2B5EF4-FFF2-40B4-BE49-F238E27FC236}">
                  <a16:creationId xmlns:a16="http://schemas.microsoft.com/office/drawing/2014/main" id="{F4A1FA2A-4C01-1104-BF61-73C230C4C2F6}"/>
                </a:ext>
              </a:extLst>
            </p:cNvPr>
            <p:cNvGrpSpPr>
              <a:grpSpLocks/>
            </p:cNvGrpSpPr>
            <p:nvPr/>
          </p:nvGrpSpPr>
          <p:grpSpPr bwMode="auto">
            <a:xfrm>
              <a:off x="1977" y="1223"/>
              <a:ext cx="803" cy="612"/>
              <a:chOff x="1173" y="1223"/>
              <a:chExt cx="803" cy="612"/>
            </a:xfrm>
          </p:grpSpPr>
          <p:sp>
            <p:nvSpPr>
              <p:cNvPr id="312" name="Text Box 182">
                <a:extLst>
                  <a:ext uri="{FF2B5EF4-FFF2-40B4-BE49-F238E27FC236}">
                    <a16:creationId xmlns:a16="http://schemas.microsoft.com/office/drawing/2014/main" id="{05FF2A00-2068-5008-6F34-E31F82CC664D}"/>
                  </a:ext>
                </a:extLst>
              </p:cNvPr>
              <p:cNvSpPr txBox="1">
                <a:spLocks noChangeArrowheads="1"/>
              </p:cNvSpPr>
              <p:nvPr/>
            </p:nvSpPr>
            <p:spPr bwMode="auto">
              <a:xfrm>
                <a:off x="1173" y="1223"/>
                <a:ext cx="497" cy="612"/>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20KB</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160KB</a:t>
                </a:r>
              </a:p>
            </p:txBody>
          </p:sp>
          <p:sp>
            <p:nvSpPr>
              <p:cNvPr id="313" name="Line 183">
                <a:extLst>
                  <a:ext uri="{FF2B5EF4-FFF2-40B4-BE49-F238E27FC236}">
                    <a16:creationId xmlns:a16="http://schemas.microsoft.com/office/drawing/2014/main" id="{1997CC10-59B1-798E-C714-CBA1C50B01B4}"/>
                  </a:ext>
                </a:extLst>
              </p:cNvPr>
              <p:cNvSpPr>
                <a:spLocks noChangeShapeType="1"/>
              </p:cNvSpPr>
              <p:nvPr/>
            </p:nvSpPr>
            <p:spPr bwMode="auto">
              <a:xfrm>
                <a:off x="1173" y="1370"/>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14" name="Line 184">
                <a:extLst>
                  <a:ext uri="{FF2B5EF4-FFF2-40B4-BE49-F238E27FC236}">
                    <a16:creationId xmlns:a16="http://schemas.microsoft.com/office/drawing/2014/main" id="{AC8C5636-2C08-88C2-04E8-C48A53A73DB8}"/>
                  </a:ext>
                </a:extLst>
              </p:cNvPr>
              <p:cNvSpPr>
                <a:spLocks noChangeShapeType="1"/>
              </p:cNvSpPr>
              <p:nvPr/>
            </p:nvSpPr>
            <p:spPr bwMode="auto">
              <a:xfrm>
                <a:off x="1173" y="1517"/>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15" name="Line 185">
                <a:extLst>
                  <a:ext uri="{FF2B5EF4-FFF2-40B4-BE49-F238E27FC236}">
                    <a16:creationId xmlns:a16="http://schemas.microsoft.com/office/drawing/2014/main" id="{1281F2F8-E71F-C3C7-90DB-D2793C102AB9}"/>
                  </a:ext>
                </a:extLst>
              </p:cNvPr>
              <p:cNvSpPr>
                <a:spLocks noChangeShapeType="1"/>
              </p:cNvSpPr>
              <p:nvPr/>
            </p:nvSpPr>
            <p:spPr bwMode="auto">
              <a:xfrm>
                <a:off x="1173" y="1673"/>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16" name="Line 186">
                <a:extLst>
                  <a:ext uri="{FF2B5EF4-FFF2-40B4-BE49-F238E27FC236}">
                    <a16:creationId xmlns:a16="http://schemas.microsoft.com/office/drawing/2014/main" id="{2C43896C-8F25-1038-A6A1-C290CF74935F}"/>
                  </a:ext>
                </a:extLst>
              </p:cNvPr>
              <p:cNvSpPr>
                <a:spLocks noChangeShapeType="1"/>
              </p:cNvSpPr>
              <p:nvPr/>
            </p:nvSpPr>
            <p:spPr bwMode="auto">
              <a:xfrm flipV="1">
                <a:off x="1747" y="1223"/>
                <a:ext cx="0" cy="34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17" name="Line 187">
                <a:extLst>
                  <a:ext uri="{FF2B5EF4-FFF2-40B4-BE49-F238E27FC236}">
                    <a16:creationId xmlns:a16="http://schemas.microsoft.com/office/drawing/2014/main" id="{2F253B2B-850C-E089-DD10-BB7F8E3ECF8D}"/>
                  </a:ext>
                </a:extLst>
              </p:cNvPr>
              <p:cNvSpPr>
                <a:spLocks noChangeShapeType="1"/>
              </p:cNvSpPr>
              <p:nvPr/>
            </p:nvSpPr>
            <p:spPr bwMode="auto">
              <a:xfrm>
                <a:off x="1747" y="1223"/>
                <a:ext cx="229"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18" name="Line 188">
                <a:extLst>
                  <a:ext uri="{FF2B5EF4-FFF2-40B4-BE49-F238E27FC236}">
                    <a16:creationId xmlns:a16="http://schemas.microsoft.com/office/drawing/2014/main" id="{FCDB1343-B737-DE29-4F0D-4AA0987ECDB4}"/>
                  </a:ext>
                </a:extLst>
              </p:cNvPr>
              <p:cNvSpPr>
                <a:spLocks noChangeShapeType="1"/>
              </p:cNvSpPr>
              <p:nvPr/>
            </p:nvSpPr>
            <p:spPr bwMode="auto">
              <a:xfrm>
                <a:off x="1632" y="1572"/>
                <a:ext cx="11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grpSp>
        <p:grpSp>
          <p:nvGrpSpPr>
            <p:cNvPr id="300" name="Group 189">
              <a:extLst>
                <a:ext uri="{FF2B5EF4-FFF2-40B4-BE49-F238E27FC236}">
                  <a16:creationId xmlns:a16="http://schemas.microsoft.com/office/drawing/2014/main" id="{E81B6153-A960-058E-7825-CE78EB8E9F1E}"/>
                </a:ext>
              </a:extLst>
            </p:cNvPr>
            <p:cNvGrpSpPr>
              <a:grpSpLocks/>
            </p:cNvGrpSpPr>
            <p:nvPr/>
          </p:nvGrpSpPr>
          <p:grpSpPr bwMode="auto">
            <a:xfrm>
              <a:off x="2782" y="1223"/>
              <a:ext cx="803" cy="612"/>
              <a:chOff x="1173" y="1223"/>
              <a:chExt cx="803" cy="612"/>
            </a:xfrm>
          </p:grpSpPr>
          <p:sp>
            <p:nvSpPr>
              <p:cNvPr id="305" name="Text Box 190">
                <a:extLst>
                  <a:ext uri="{FF2B5EF4-FFF2-40B4-BE49-F238E27FC236}">
                    <a16:creationId xmlns:a16="http://schemas.microsoft.com/office/drawing/2014/main" id="{4A4FB2FD-0589-EAB7-A980-441FF16F20DD}"/>
                  </a:ext>
                </a:extLst>
              </p:cNvPr>
              <p:cNvSpPr txBox="1">
                <a:spLocks noChangeArrowheads="1"/>
              </p:cNvSpPr>
              <p:nvPr/>
            </p:nvSpPr>
            <p:spPr bwMode="auto">
              <a:xfrm>
                <a:off x="1173" y="1223"/>
                <a:ext cx="497" cy="612"/>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5KB</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210KB</a:t>
                </a:r>
              </a:p>
            </p:txBody>
          </p:sp>
          <p:sp>
            <p:nvSpPr>
              <p:cNvPr id="306" name="Line 191">
                <a:extLst>
                  <a:ext uri="{FF2B5EF4-FFF2-40B4-BE49-F238E27FC236}">
                    <a16:creationId xmlns:a16="http://schemas.microsoft.com/office/drawing/2014/main" id="{CF90B2CA-1114-3951-1C53-2D57782B0012}"/>
                  </a:ext>
                </a:extLst>
              </p:cNvPr>
              <p:cNvSpPr>
                <a:spLocks noChangeShapeType="1"/>
              </p:cNvSpPr>
              <p:nvPr/>
            </p:nvSpPr>
            <p:spPr bwMode="auto">
              <a:xfrm>
                <a:off x="1173" y="1370"/>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07" name="Line 192">
                <a:extLst>
                  <a:ext uri="{FF2B5EF4-FFF2-40B4-BE49-F238E27FC236}">
                    <a16:creationId xmlns:a16="http://schemas.microsoft.com/office/drawing/2014/main" id="{A4B75959-737C-7FE8-0082-1181C2794863}"/>
                  </a:ext>
                </a:extLst>
              </p:cNvPr>
              <p:cNvSpPr>
                <a:spLocks noChangeShapeType="1"/>
              </p:cNvSpPr>
              <p:nvPr/>
            </p:nvSpPr>
            <p:spPr bwMode="auto">
              <a:xfrm>
                <a:off x="1173" y="1517"/>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08" name="Line 193">
                <a:extLst>
                  <a:ext uri="{FF2B5EF4-FFF2-40B4-BE49-F238E27FC236}">
                    <a16:creationId xmlns:a16="http://schemas.microsoft.com/office/drawing/2014/main" id="{A78446BD-BF8A-DD96-7485-2EA9DFEAE0C5}"/>
                  </a:ext>
                </a:extLst>
              </p:cNvPr>
              <p:cNvSpPr>
                <a:spLocks noChangeShapeType="1"/>
              </p:cNvSpPr>
              <p:nvPr/>
            </p:nvSpPr>
            <p:spPr bwMode="auto">
              <a:xfrm>
                <a:off x="1173" y="1673"/>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09" name="Line 194">
                <a:extLst>
                  <a:ext uri="{FF2B5EF4-FFF2-40B4-BE49-F238E27FC236}">
                    <a16:creationId xmlns:a16="http://schemas.microsoft.com/office/drawing/2014/main" id="{ED2DE1E7-F5E5-2547-26C5-C1AF7C60C6F5}"/>
                  </a:ext>
                </a:extLst>
              </p:cNvPr>
              <p:cNvSpPr>
                <a:spLocks noChangeShapeType="1"/>
              </p:cNvSpPr>
              <p:nvPr/>
            </p:nvSpPr>
            <p:spPr bwMode="auto">
              <a:xfrm flipV="1">
                <a:off x="1747" y="1223"/>
                <a:ext cx="0" cy="34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10" name="Line 195">
                <a:extLst>
                  <a:ext uri="{FF2B5EF4-FFF2-40B4-BE49-F238E27FC236}">
                    <a16:creationId xmlns:a16="http://schemas.microsoft.com/office/drawing/2014/main" id="{469EFB0B-4406-8A02-8254-320D70330BBE}"/>
                  </a:ext>
                </a:extLst>
              </p:cNvPr>
              <p:cNvSpPr>
                <a:spLocks noChangeShapeType="1"/>
              </p:cNvSpPr>
              <p:nvPr/>
            </p:nvSpPr>
            <p:spPr bwMode="auto">
              <a:xfrm>
                <a:off x="1747" y="1223"/>
                <a:ext cx="229"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11" name="Line 196">
                <a:extLst>
                  <a:ext uri="{FF2B5EF4-FFF2-40B4-BE49-F238E27FC236}">
                    <a16:creationId xmlns:a16="http://schemas.microsoft.com/office/drawing/2014/main" id="{01FC7A2C-C941-F5F2-4D83-9837D83AB169}"/>
                  </a:ext>
                </a:extLst>
              </p:cNvPr>
              <p:cNvSpPr>
                <a:spLocks noChangeShapeType="1"/>
              </p:cNvSpPr>
              <p:nvPr/>
            </p:nvSpPr>
            <p:spPr bwMode="auto">
              <a:xfrm>
                <a:off x="1632" y="1572"/>
                <a:ext cx="11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grpSp>
        <p:sp>
          <p:nvSpPr>
            <p:cNvPr id="301" name="Text Box 197">
              <a:extLst>
                <a:ext uri="{FF2B5EF4-FFF2-40B4-BE49-F238E27FC236}">
                  <a16:creationId xmlns:a16="http://schemas.microsoft.com/office/drawing/2014/main" id="{7867970F-FE37-CEF3-67BD-5B2CFA804C55}"/>
                </a:ext>
              </a:extLst>
            </p:cNvPr>
            <p:cNvSpPr txBox="1">
              <a:spLocks noChangeArrowheads="1"/>
            </p:cNvSpPr>
            <p:nvPr/>
          </p:nvSpPr>
          <p:spPr bwMode="auto">
            <a:xfrm>
              <a:off x="3587" y="1222"/>
              <a:ext cx="497" cy="612"/>
            </a:xfrm>
            <a:prstGeom prst="rect">
              <a:avLst/>
            </a:prstGeom>
            <a:solidFill>
              <a:srgbClr val="FFFFCC"/>
            </a:solidFill>
            <a:ln w="9525">
              <a:solidFill>
                <a:srgbClr val="000000"/>
              </a:solidFill>
              <a:miter lim="800000"/>
              <a:headEnd/>
              <a:tailEnd/>
            </a:ln>
          </p:spPr>
          <p:txBody>
            <a:bodyPr/>
            <a:lstStyle/>
            <a:p>
              <a:pPr algn="just" fontAlgn="base">
                <a:lnSpc>
                  <a:spcPct val="80000"/>
                </a:lnSpc>
                <a:spcBef>
                  <a:spcPct val="30000"/>
                </a:spcBef>
                <a:spcAft>
                  <a:spcPct val="0"/>
                </a:spcAft>
                <a:defRPr/>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Bef>
                  <a:spcPct val="30000"/>
                </a:spcBef>
                <a:spcAft>
                  <a:spcPct val="0"/>
                </a:spcAft>
                <a:defRPr/>
              </a:pPr>
              <a:r>
                <a:rPr kumimoji="1" lang="en-US" altLang="zh-CN" sz="1400" b="1">
                  <a:solidFill>
                    <a:srgbClr val="000000"/>
                  </a:solidFill>
                  <a:latin typeface="Times New Roman" panose="02020603050405020304" pitchFamily="18" charset="0"/>
                  <a:ea typeface="宋体" panose="02010600030101010101" pitchFamily="2" charset="-122"/>
                </a:rPr>
                <a:t>  46KB</a:t>
              </a:r>
            </a:p>
            <a:p>
              <a:pPr algn="just" fontAlgn="base">
                <a:lnSpc>
                  <a:spcPct val="80000"/>
                </a:lnSpc>
                <a:spcBef>
                  <a:spcPct val="30000"/>
                </a:spcBef>
                <a:spcAft>
                  <a:spcPct val="0"/>
                </a:spcAft>
                <a:defRPr/>
              </a:pPr>
              <a:r>
                <a:rPr kumimoji="1" lang="en-US" altLang="zh-CN" sz="1400" b="1">
                  <a:solidFill>
                    <a:srgbClr val="000000"/>
                  </a:solidFill>
                  <a:latin typeface="Times New Roman" panose="02020603050405020304" pitchFamily="18" charset="0"/>
                  <a:ea typeface="宋体" panose="02010600030101010101" pitchFamily="2" charset="-122"/>
                </a:rPr>
                <a:t>    </a:t>
              </a:r>
              <a:r>
                <a:rPr kumimoji="1" lang="en-US" altLang="zh-CN" sz="1400" b="1">
                  <a:solidFill>
                    <a:srgbClr val="000000"/>
                  </a:solidFill>
                  <a:latin typeface="Arial" panose="020B0604020202020204" pitchFamily="34" charset="0"/>
                  <a:ea typeface="宋体" panose="02010600030101010101" pitchFamily="2" charset="-122"/>
                  <a:sym typeface="Symbol" panose="05050102010706020507" pitchFamily="18" charset="2"/>
                </a:rPr>
                <a:t></a:t>
              </a:r>
              <a:r>
                <a:rPr kumimoji="1" lang="en-US" altLang="zh-CN" sz="1400" b="1">
                  <a:solidFill>
                    <a:srgbClr val="4138FA"/>
                  </a:solidFill>
                  <a:effectLst>
                    <a:outerShdw blurRad="38100" dist="38100" dir="2700000" algn="tl">
                      <a:srgbClr val="000000"/>
                    </a:outerShdw>
                  </a:effectLst>
                  <a:latin typeface="Arial" panose="020B0604020202020204" pitchFamily="34" charset="0"/>
                  <a:ea typeface="宋体" panose="02010600030101010101" pitchFamily="2" charset="-122"/>
                </a:rPr>
                <a:t> </a:t>
              </a:r>
              <a:endParaRPr kumimoji="1" lang="en-US" altLang="zh-CN" sz="1400" b="1">
                <a:solidFill>
                  <a:srgbClr val="000000"/>
                </a:solidFill>
                <a:latin typeface="Times New Roman" panose="02020603050405020304" pitchFamily="18" charset="0"/>
                <a:ea typeface="宋体" panose="02010600030101010101" pitchFamily="2" charset="-122"/>
              </a:endParaRPr>
            </a:p>
          </p:txBody>
        </p:sp>
        <p:sp>
          <p:nvSpPr>
            <p:cNvPr id="302" name="Line 198">
              <a:extLst>
                <a:ext uri="{FF2B5EF4-FFF2-40B4-BE49-F238E27FC236}">
                  <a16:creationId xmlns:a16="http://schemas.microsoft.com/office/drawing/2014/main" id="{BC8D2CE2-CB72-DEE1-748F-3E4DEFEE5DFC}"/>
                </a:ext>
              </a:extLst>
            </p:cNvPr>
            <p:cNvSpPr>
              <a:spLocks noChangeShapeType="1"/>
            </p:cNvSpPr>
            <p:nvPr/>
          </p:nvSpPr>
          <p:spPr bwMode="auto">
            <a:xfrm>
              <a:off x="3587" y="1369"/>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03" name="Line 199">
              <a:extLst>
                <a:ext uri="{FF2B5EF4-FFF2-40B4-BE49-F238E27FC236}">
                  <a16:creationId xmlns:a16="http://schemas.microsoft.com/office/drawing/2014/main" id="{83BFEDEF-8330-C754-0D10-EC9D630367DA}"/>
                </a:ext>
              </a:extLst>
            </p:cNvPr>
            <p:cNvSpPr>
              <a:spLocks noChangeShapeType="1"/>
            </p:cNvSpPr>
            <p:nvPr/>
          </p:nvSpPr>
          <p:spPr bwMode="auto">
            <a:xfrm>
              <a:off x="3587" y="1516"/>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04" name="Line 200">
              <a:extLst>
                <a:ext uri="{FF2B5EF4-FFF2-40B4-BE49-F238E27FC236}">
                  <a16:creationId xmlns:a16="http://schemas.microsoft.com/office/drawing/2014/main" id="{52765F38-FFD2-33F6-452D-D37EFB7C11FA}"/>
                </a:ext>
              </a:extLst>
            </p:cNvPr>
            <p:cNvSpPr>
              <a:spLocks noChangeShapeType="1"/>
            </p:cNvSpPr>
            <p:nvPr/>
          </p:nvSpPr>
          <p:spPr bwMode="auto">
            <a:xfrm>
              <a:off x="3587" y="1672"/>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grpSp>
      <p:sp>
        <p:nvSpPr>
          <p:cNvPr id="326" name="Text Box 201">
            <a:extLst>
              <a:ext uri="{FF2B5EF4-FFF2-40B4-BE49-F238E27FC236}">
                <a16:creationId xmlns:a16="http://schemas.microsoft.com/office/drawing/2014/main" id="{A4FDD7FE-6275-3DD6-524D-20FDC9CDD907}"/>
              </a:ext>
            </a:extLst>
          </p:cNvPr>
          <p:cNvSpPr txBox="1">
            <a:spLocks noChangeArrowheads="1"/>
          </p:cNvSpPr>
          <p:nvPr/>
        </p:nvSpPr>
        <p:spPr bwMode="auto">
          <a:xfrm>
            <a:off x="8117345" y="5481198"/>
            <a:ext cx="1649413"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fontAlgn="base">
              <a:lnSpc>
                <a:spcPct val="100000"/>
              </a:lnSpc>
              <a:spcAft>
                <a:spcPct val="0"/>
              </a:spcAft>
              <a:buClrTx/>
              <a:buSzTx/>
              <a:buFontTx/>
              <a:buNone/>
            </a:pPr>
            <a:r>
              <a:rPr kumimoji="1" lang="zh-CN" altLang="en-US" sz="1600">
                <a:solidFill>
                  <a:srgbClr val="000000"/>
                </a:solidFill>
                <a:latin typeface="Times New Roman" panose="02020603050405020304" pitchFamily="18" charset="0"/>
                <a:ea typeface="宋体" panose="02010600030101010101" pitchFamily="2" charset="-122"/>
              </a:rPr>
              <a:t>主存分布示意图</a:t>
            </a:r>
          </a:p>
        </p:txBody>
      </p:sp>
    </p:spTree>
    <p:extLst>
      <p:ext uri="{BB962C8B-B14F-4D97-AF65-F5344CB8AC3E}">
        <p14:creationId xmlns:p14="http://schemas.microsoft.com/office/powerpoint/2010/main" val="28160398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分区存储管理</a:t>
            </a:r>
          </a:p>
        </p:txBody>
      </p:sp>
      <p:sp>
        <p:nvSpPr>
          <p:cNvPr id="68" name="Rectangle 3">
            <a:extLst>
              <a:ext uri="{FF2B5EF4-FFF2-40B4-BE49-F238E27FC236}">
                <a16:creationId xmlns:a16="http://schemas.microsoft.com/office/drawing/2014/main" id="{4D7CEC5A-91F7-AE34-F934-B6A39F7342D1}"/>
              </a:ext>
            </a:extLst>
          </p:cNvPr>
          <p:cNvSpPr>
            <a:spLocks noChangeArrowheads="1"/>
          </p:cNvSpPr>
          <p:nvPr/>
        </p:nvSpPr>
        <p:spPr bwMode="auto">
          <a:xfrm>
            <a:off x="580877" y="966350"/>
            <a:ext cx="4078287"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30000"/>
              </a:lnSpc>
              <a:buFont typeface="Wingdings" panose="05000000000000000000" pitchFamily="2" charset="2"/>
              <a:buNone/>
            </a:pPr>
            <a:r>
              <a:rPr lang="en-US" altLang="zh-CN" sz="2400" dirty="0">
                <a:solidFill>
                  <a:schemeClr val="tx1"/>
                </a:solidFill>
                <a:latin typeface="宋体" panose="02010600030101010101" pitchFamily="2" charset="-122"/>
              </a:rPr>
              <a:t>ⅱ </a:t>
            </a:r>
            <a:r>
              <a:rPr lang="zh-CN" altLang="en-US" sz="2400" dirty="0">
                <a:solidFill>
                  <a:schemeClr val="tx1"/>
                </a:solidFill>
                <a:latin typeface="Times New Roman" panose="02020603050405020304" pitchFamily="18" charset="0"/>
              </a:rPr>
              <a:t>最佳适应算法</a:t>
            </a:r>
            <a:r>
              <a:rPr lang="zh-CN" altLang="en-US" sz="2400" b="0" dirty="0">
                <a:solidFill>
                  <a:schemeClr val="tx1"/>
                </a:solidFill>
                <a:latin typeface="Times New Roman" panose="02020603050405020304" pitchFamily="18" charset="0"/>
              </a:rPr>
              <a:t>        </a:t>
            </a:r>
          </a:p>
        </p:txBody>
      </p:sp>
      <p:sp>
        <p:nvSpPr>
          <p:cNvPr id="326" name="Rectangle 66">
            <a:extLst>
              <a:ext uri="{FF2B5EF4-FFF2-40B4-BE49-F238E27FC236}">
                <a16:creationId xmlns:a16="http://schemas.microsoft.com/office/drawing/2014/main" id="{B43FF745-302E-2234-CFF8-643C37842A88}"/>
              </a:ext>
            </a:extLst>
          </p:cNvPr>
          <p:cNvSpPr>
            <a:spLocks noChangeArrowheads="1"/>
          </p:cNvSpPr>
          <p:nvPr/>
        </p:nvSpPr>
        <p:spPr bwMode="auto">
          <a:xfrm>
            <a:off x="1754833" y="3522223"/>
            <a:ext cx="6053137" cy="2319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fontAlgn="base">
              <a:lnSpc>
                <a:spcPct val="130000"/>
              </a:lnSpc>
              <a:spcAft>
                <a:spcPct val="0"/>
              </a:spcAft>
              <a:buClr>
                <a:srgbClr val="FF9900"/>
              </a:buClr>
              <a:buFont typeface="Wingdings" panose="05000000000000000000" pitchFamily="2" charset="2"/>
              <a:buNone/>
            </a:pPr>
            <a:r>
              <a:rPr lang="en-US" altLang="zh-CN" sz="2400" dirty="0">
                <a:solidFill>
                  <a:srgbClr val="000000"/>
                </a:solidFill>
                <a:latin typeface="Times New Roman" panose="02020603050405020304" pitchFamily="18" charset="0"/>
                <a:ea typeface="宋体" panose="02010600030101010101" pitchFamily="2" charset="-122"/>
              </a:rPr>
              <a:t>     </a:t>
            </a:r>
            <a:r>
              <a:rPr lang="zh-CN" altLang="en-US" sz="2400" dirty="0">
                <a:solidFill>
                  <a:srgbClr val="000000"/>
                </a:solidFill>
                <a:latin typeface="Times New Roman" panose="02020603050405020304" pitchFamily="18" charset="0"/>
                <a:ea typeface="宋体" panose="02010600030101010101" pitchFamily="2" charset="-122"/>
              </a:rPr>
              <a:t>程序</a:t>
            </a:r>
            <a:r>
              <a:rPr lang="en-US" altLang="zh-CN" sz="2400" dirty="0">
                <a:solidFill>
                  <a:srgbClr val="000000"/>
                </a:solidFill>
                <a:latin typeface="Times New Roman" panose="02020603050405020304" pitchFamily="18" charset="0"/>
                <a:ea typeface="宋体" panose="02010600030101010101" pitchFamily="2" charset="-122"/>
              </a:rPr>
              <a:t>A</a:t>
            </a:r>
            <a:r>
              <a:rPr lang="zh-CN" altLang="en-US" sz="2400" dirty="0">
                <a:solidFill>
                  <a:srgbClr val="000000"/>
                </a:solidFill>
                <a:latin typeface="Times New Roman" panose="02020603050405020304" pitchFamily="18" charset="0"/>
                <a:ea typeface="宋体" panose="02010600030101010101" pitchFamily="2" charset="-122"/>
              </a:rPr>
              <a:t>要求</a:t>
            </a:r>
            <a:r>
              <a:rPr lang="en-US" altLang="zh-CN" sz="2400" dirty="0">
                <a:solidFill>
                  <a:srgbClr val="000000"/>
                </a:solidFill>
                <a:latin typeface="Times New Roman" panose="02020603050405020304" pitchFamily="18" charset="0"/>
                <a:ea typeface="宋体" panose="02010600030101010101" pitchFamily="2" charset="-122"/>
              </a:rPr>
              <a:t>18KB</a:t>
            </a:r>
          </a:p>
          <a:p>
            <a:pPr fontAlgn="base">
              <a:lnSpc>
                <a:spcPct val="130000"/>
              </a:lnSpc>
              <a:spcAft>
                <a:spcPct val="0"/>
              </a:spcAft>
              <a:buClr>
                <a:srgbClr val="FF9900"/>
              </a:buClr>
              <a:buFont typeface="Wingdings" panose="05000000000000000000" pitchFamily="2" charset="2"/>
              <a:buNone/>
            </a:pPr>
            <a:r>
              <a:rPr lang="en-US" altLang="zh-CN" sz="2400" dirty="0">
                <a:solidFill>
                  <a:srgbClr val="000000"/>
                </a:solidFill>
                <a:latin typeface="Times New Roman" panose="02020603050405020304" pitchFamily="18" charset="0"/>
                <a:ea typeface="宋体" panose="02010600030101010101" pitchFamily="2" charset="-122"/>
              </a:rPr>
              <a:t>            </a:t>
            </a:r>
            <a:r>
              <a:rPr lang="zh-CN" altLang="en-US" sz="2400" dirty="0">
                <a:solidFill>
                  <a:srgbClr val="000000"/>
                </a:solidFill>
                <a:latin typeface="Times New Roman" panose="02020603050405020304" pitchFamily="18" charset="0"/>
                <a:ea typeface="宋体" panose="02010600030101010101" pitchFamily="2" charset="-122"/>
              </a:rPr>
              <a:t>程序</a:t>
            </a:r>
            <a:r>
              <a:rPr lang="en-US" altLang="zh-CN" sz="2400" dirty="0">
                <a:solidFill>
                  <a:srgbClr val="000000"/>
                </a:solidFill>
                <a:latin typeface="Times New Roman" panose="02020603050405020304" pitchFamily="18" charset="0"/>
                <a:ea typeface="宋体" panose="02010600030101010101" pitchFamily="2" charset="-122"/>
              </a:rPr>
              <a:t>B</a:t>
            </a:r>
            <a:r>
              <a:rPr lang="zh-CN" altLang="en-US" sz="2400" dirty="0">
                <a:solidFill>
                  <a:srgbClr val="000000"/>
                </a:solidFill>
                <a:latin typeface="Times New Roman" panose="02020603050405020304" pitchFamily="18" charset="0"/>
                <a:ea typeface="宋体" panose="02010600030101010101" pitchFamily="2" charset="-122"/>
              </a:rPr>
              <a:t>要求</a:t>
            </a:r>
            <a:r>
              <a:rPr lang="en-US" altLang="zh-CN" sz="2400" dirty="0">
                <a:solidFill>
                  <a:srgbClr val="000000"/>
                </a:solidFill>
                <a:latin typeface="Times New Roman" panose="02020603050405020304" pitchFamily="18" charset="0"/>
                <a:ea typeface="宋体" panose="02010600030101010101" pitchFamily="2" charset="-122"/>
              </a:rPr>
              <a:t>25KB</a:t>
            </a:r>
          </a:p>
          <a:p>
            <a:pPr fontAlgn="base">
              <a:lnSpc>
                <a:spcPct val="130000"/>
              </a:lnSpc>
              <a:spcAft>
                <a:spcPct val="0"/>
              </a:spcAft>
              <a:buClr>
                <a:srgbClr val="FF9900"/>
              </a:buClr>
              <a:buFont typeface="Wingdings" panose="05000000000000000000" pitchFamily="2" charset="2"/>
              <a:buNone/>
            </a:pPr>
            <a:r>
              <a:rPr lang="en-US" altLang="zh-CN" sz="2400" dirty="0">
                <a:solidFill>
                  <a:srgbClr val="000000"/>
                </a:solidFill>
                <a:latin typeface="Times New Roman" panose="02020603050405020304" pitchFamily="18" charset="0"/>
                <a:ea typeface="宋体" panose="02010600030101010101" pitchFamily="2" charset="-122"/>
              </a:rPr>
              <a:t>            </a:t>
            </a:r>
            <a:r>
              <a:rPr lang="zh-CN" altLang="en-US" sz="2400" dirty="0">
                <a:solidFill>
                  <a:srgbClr val="000000"/>
                </a:solidFill>
                <a:latin typeface="Times New Roman" panose="02020603050405020304" pitchFamily="18" charset="0"/>
                <a:ea typeface="宋体" panose="02010600030101010101" pitchFamily="2" charset="-122"/>
              </a:rPr>
              <a:t>程序</a:t>
            </a:r>
            <a:r>
              <a:rPr lang="en-US" altLang="zh-CN" sz="2400" dirty="0">
                <a:solidFill>
                  <a:srgbClr val="000000"/>
                </a:solidFill>
                <a:latin typeface="Times New Roman" panose="02020603050405020304" pitchFamily="18" charset="0"/>
                <a:ea typeface="宋体" panose="02010600030101010101" pitchFamily="2" charset="-122"/>
              </a:rPr>
              <a:t>C</a:t>
            </a:r>
            <a:r>
              <a:rPr lang="zh-CN" altLang="en-US" sz="2400" dirty="0">
                <a:solidFill>
                  <a:srgbClr val="000000"/>
                </a:solidFill>
                <a:latin typeface="Times New Roman" panose="02020603050405020304" pitchFamily="18" charset="0"/>
                <a:ea typeface="宋体" panose="02010600030101010101" pitchFamily="2" charset="-122"/>
              </a:rPr>
              <a:t>要求</a:t>
            </a:r>
            <a:r>
              <a:rPr lang="en-US" altLang="zh-CN" sz="2400" dirty="0">
                <a:solidFill>
                  <a:srgbClr val="000000"/>
                </a:solidFill>
                <a:latin typeface="Times New Roman" panose="02020603050405020304" pitchFamily="18" charset="0"/>
                <a:ea typeface="宋体" panose="02010600030101010101" pitchFamily="2" charset="-122"/>
              </a:rPr>
              <a:t>30KB</a:t>
            </a:r>
          </a:p>
          <a:p>
            <a:pPr fontAlgn="base">
              <a:lnSpc>
                <a:spcPct val="130000"/>
              </a:lnSpc>
              <a:spcAft>
                <a:spcPct val="0"/>
              </a:spcAft>
              <a:buClr>
                <a:srgbClr val="FF9900"/>
              </a:buClr>
              <a:buFont typeface="Wingdings" panose="05000000000000000000" pitchFamily="2" charset="2"/>
              <a:buNone/>
            </a:pPr>
            <a:r>
              <a:rPr lang="en-US" altLang="zh-CN" sz="2400" dirty="0">
                <a:solidFill>
                  <a:srgbClr val="000000"/>
                </a:solidFill>
                <a:latin typeface="Times New Roman" panose="02020603050405020304" pitchFamily="18" charset="0"/>
                <a:ea typeface="宋体" panose="02010600030101010101" pitchFamily="2" charset="-122"/>
              </a:rPr>
              <a:t>            </a:t>
            </a:r>
            <a:r>
              <a:rPr lang="zh-CN" altLang="en-US" sz="2400" b="1" dirty="0">
                <a:solidFill>
                  <a:srgbClr val="000000"/>
                </a:solidFill>
                <a:latin typeface="Times New Roman" panose="02020603050405020304" pitchFamily="18" charset="0"/>
                <a:ea typeface="宋体" panose="02010600030101010101" pitchFamily="2" charset="-122"/>
              </a:rPr>
              <a:t>最佳适应算法对该程序序列是合适的</a:t>
            </a:r>
            <a:r>
              <a:rPr lang="zh-CN" altLang="en-US" sz="2400" dirty="0">
                <a:solidFill>
                  <a:srgbClr val="000000"/>
                </a:solidFill>
                <a:latin typeface="Times New Roman" panose="02020603050405020304" pitchFamily="18" charset="0"/>
                <a:ea typeface="宋体" panose="02010600030101010101" pitchFamily="2" charset="-122"/>
              </a:rPr>
              <a:t> </a:t>
            </a:r>
          </a:p>
        </p:txBody>
      </p:sp>
      <p:grpSp>
        <p:nvGrpSpPr>
          <p:cNvPr id="327" name="Group 105">
            <a:extLst>
              <a:ext uri="{FF2B5EF4-FFF2-40B4-BE49-F238E27FC236}">
                <a16:creationId xmlns:a16="http://schemas.microsoft.com/office/drawing/2014/main" id="{A10EB249-98DF-1D5D-4210-97D19E1CA975}"/>
              </a:ext>
            </a:extLst>
          </p:cNvPr>
          <p:cNvGrpSpPr>
            <a:grpSpLocks/>
          </p:cNvGrpSpPr>
          <p:nvPr/>
        </p:nvGrpSpPr>
        <p:grpSpPr bwMode="auto">
          <a:xfrm>
            <a:off x="7960370" y="1741048"/>
            <a:ext cx="2297113" cy="3592512"/>
            <a:chOff x="1932" y="1749"/>
            <a:chExt cx="1447" cy="2263"/>
          </a:xfrm>
        </p:grpSpPr>
        <p:sp>
          <p:nvSpPr>
            <p:cNvPr id="328" name="Rectangle 106">
              <a:extLst>
                <a:ext uri="{FF2B5EF4-FFF2-40B4-BE49-F238E27FC236}">
                  <a16:creationId xmlns:a16="http://schemas.microsoft.com/office/drawing/2014/main" id="{5289F31F-8DEB-554A-D404-3213C6E84E08}"/>
                </a:ext>
              </a:extLst>
            </p:cNvPr>
            <p:cNvSpPr>
              <a:spLocks noChangeArrowheads="1"/>
            </p:cNvSpPr>
            <p:nvPr/>
          </p:nvSpPr>
          <p:spPr bwMode="auto">
            <a:xfrm>
              <a:off x="2501" y="2490"/>
              <a:ext cx="874" cy="255"/>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914400" marR="0" lvl="0" indent="-341313"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Blip>
                  <a:blip r:embed="rId2"/>
                </a:buBlip>
                <a:tabLst/>
                <a:defRPr/>
              </a:pPr>
              <a:endParaRPr kumimoji="0" lang="zh-CN" altLang="zh-CN" sz="1400" b="1" i="0" u="none" strike="noStrike" kern="0" cap="none" spc="0" normalizeH="0" baseline="0" noProof="0">
                <a:ln>
                  <a:noFill/>
                </a:ln>
                <a:solidFill>
                  <a:srgbClr val="4138FA"/>
                </a:solidFill>
                <a:effectLst>
                  <a:outerShdw blurRad="38100" dist="38100" dir="2700000" algn="tl">
                    <a:srgbClr val="000000"/>
                  </a:outerShdw>
                </a:effectLst>
                <a:uLnTx/>
                <a:uFillTx/>
                <a:latin typeface="Arial" panose="020B0604020202020204" pitchFamily="34" charset="0"/>
                <a:ea typeface="宋体" panose="02010600030101010101" pitchFamily="2" charset="-122"/>
              </a:endParaRPr>
            </a:p>
          </p:txBody>
        </p:sp>
        <p:sp>
          <p:nvSpPr>
            <p:cNvPr id="329" name="Text Box 107">
              <a:extLst>
                <a:ext uri="{FF2B5EF4-FFF2-40B4-BE49-F238E27FC236}">
                  <a16:creationId xmlns:a16="http://schemas.microsoft.com/office/drawing/2014/main" id="{0B8DF71B-265E-ACB2-C95A-5E79D07A2648}"/>
                </a:ext>
              </a:extLst>
            </p:cNvPr>
            <p:cNvSpPr txBox="1">
              <a:spLocks noChangeArrowheads="1"/>
            </p:cNvSpPr>
            <p:nvPr/>
          </p:nvSpPr>
          <p:spPr bwMode="auto">
            <a:xfrm>
              <a:off x="2501" y="1852"/>
              <a:ext cx="874" cy="1914"/>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p>
          </p:txBody>
        </p:sp>
        <p:sp>
          <p:nvSpPr>
            <p:cNvPr id="330" name="Line 108">
              <a:extLst>
                <a:ext uri="{FF2B5EF4-FFF2-40B4-BE49-F238E27FC236}">
                  <a16:creationId xmlns:a16="http://schemas.microsoft.com/office/drawing/2014/main" id="{81ACAE6E-A228-6332-A1A4-2FF8006106D6}"/>
                </a:ext>
              </a:extLst>
            </p:cNvPr>
            <p:cNvSpPr>
              <a:spLocks noChangeShapeType="1"/>
            </p:cNvSpPr>
            <p:nvPr/>
          </p:nvSpPr>
          <p:spPr bwMode="auto">
            <a:xfrm>
              <a:off x="2506" y="2085"/>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331" name="Text Box 109">
              <a:extLst>
                <a:ext uri="{FF2B5EF4-FFF2-40B4-BE49-F238E27FC236}">
                  <a16:creationId xmlns:a16="http://schemas.microsoft.com/office/drawing/2014/main" id="{498B73C8-A97D-2CD5-9ABC-616931AA40AD}"/>
                </a:ext>
              </a:extLst>
            </p:cNvPr>
            <p:cNvSpPr txBox="1">
              <a:spLocks noChangeArrowheads="1"/>
            </p:cNvSpPr>
            <p:nvPr/>
          </p:nvSpPr>
          <p:spPr bwMode="auto">
            <a:xfrm>
              <a:off x="2671" y="3159"/>
              <a:ext cx="53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在使用</a:t>
              </a:r>
            </a:p>
          </p:txBody>
        </p:sp>
        <p:sp>
          <p:nvSpPr>
            <p:cNvPr id="332" name="Line 110">
              <a:extLst>
                <a:ext uri="{FF2B5EF4-FFF2-40B4-BE49-F238E27FC236}">
                  <a16:creationId xmlns:a16="http://schemas.microsoft.com/office/drawing/2014/main" id="{FD9D3FBF-6E0E-6BF3-F724-53E3CD21CCC3}"/>
                </a:ext>
              </a:extLst>
            </p:cNvPr>
            <p:cNvSpPr>
              <a:spLocks noChangeShapeType="1"/>
            </p:cNvSpPr>
            <p:nvPr/>
          </p:nvSpPr>
          <p:spPr bwMode="auto">
            <a:xfrm>
              <a:off x="2506" y="2272"/>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333" name="Line 111">
              <a:extLst>
                <a:ext uri="{FF2B5EF4-FFF2-40B4-BE49-F238E27FC236}">
                  <a16:creationId xmlns:a16="http://schemas.microsoft.com/office/drawing/2014/main" id="{3F3AFB3E-A5AE-63DA-BB38-E1FEF635ACEB}"/>
                </a:ext>
              </a:extLst>
            </p:cNvPr>
            <p:cNvSpPr>
              <a:spLocks noChangeShapeType="1"/>
            </p:cNvSpPr>
            <p:nvPr/>
          </p:nvSpPr>
          <p:spPr bwMode="auto">
            <a:xfrm>
              <a:off x="2506" y="2739"/>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334" name="Text Box 112">
              <a:extLst>
                <a:ext uri="{FF2B5EF4-FFF2-40B4-BE49-F238E27FC236}">
                  <a16:creationId xmlns:a16="http://schemas.microsoft.com/office/drawing/2014/main" id="{CAA9D883-06F4-5FC5-80F8-C3376B36DA23}"/>
                </a:ext>
              </a:extLst>
            </p:cNvPr>
            <p:cNvSpPr txBox="1">
              <a:spLocks noChangeArrowheads="1"/>
            </p:cNvSpPr>
            <p:nvPr/>
          </p:nvSpPr>
          <p:spPr bwMode="auto">
            <a:xfrm>
              <a:off x="2644" y="2272"/>
              <a:ext cx="66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在使用</a:t>
              </a:r>
            </a:p>
          </p:txBody>
        </p:sp>
        <p:sp>
          <p:nvSpPr>
            <p:cNvPr id="335" name="Line 113">
              <a:extLst>
                <a:ext uri="{FF2B5EF4-FFF2-40B4-BE49-F238E27FC236}">
                  <a16:creationId xmlns:a16="http://schemas.microsoft.com/office/drawing/2014/main" id="{DFAF8E78-1B82-6A57-1966-A15E2AEBF3FC}"/>
                </a:ext>
              </a:extLst>
            </p:cNvPr>
            <p:cNvSpPr>
              <a:spLocks noChangeShapeType="1"/>
            </p:cNvSpPr>
            <p:nvPr/>
          </p:nvSpPr>
          <p:spPr bwMode="auto">
            <a:xfrm>
              <a:off x="2506" y="2972"/>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336" name="Text Box 114">
              <a:extLst>
                <a:ext uri="{FF2B5EF4-FFF2-40B4-BE49-F238E27FC236}">
                  <a16:creationId xmlns:a16="http://schemas.microsoft.com/office/drawing/2014/main" id="{2D016068-CF74-3EFE-DC85-8C37F936C8B1}"/>
                </a:ext>
              </a:extLst>
            </p:cNvPr>
            <p:cNvSpPr txBox="1">
              <a:spLocks noChangeArrowheads="1"/>
            </p:cNvSpPr>
            <p:nvPr/>
          </p:nvSpPr>
          <p:spPr bwMode="auto">
            <a:xfrm>
              <a:off x="2662" y="2739"/>
              <a:ext cx="54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在使用</a:t>
              </a:r>
            </a:p>
          </p:txBody>
        </p:sp>
        <p:sp>
          <p:nvSpPr>
            <p:cNvPr id="337" name="Line 115">
              <a:extLst>
                <a:ext uri="{FF2B5EF4-FFF2-40B4-BE49-F238E27FC236}">
                  <a16:creationId xmlns:a16="http://schemas.microsoft.com/office/drawing/2014/main" id="{BF9F9C17-4034-0475-F512-51C1A8004B64}"/>
                </a:ext>
              </a:extLst>
            </p:cNvPr>
            <p:cNvSpPr>
              <a:spLocks noChangeShapeType="1"/>
            </p:cNvSpPr>
            <p:nvPr/>
          </p:nvSpPr>
          <p:spPr bwMode="auto">
            <a:xfrm>
              <a:off x="2506" y="3159"/>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338" name="Line 116">
              <a:extLst>
                <a:ext uri="{FF2B5EF4-FFF2-40B4-BE49-F238E27FC236}">
                  <a16:creationId xmlns:a16="http://schemas.microsoft.com/office/drawing/2014/main" id="{1488AA5A-4452-7804-7D69-067114EA16B5}"/>
                </a:ext>
              </a:extLst>
            </p:cNvPr>
            <p:cNvSpPr>
              <a:spLocks noChangeShapeType="1"/>
            </p:cNvSpPr>
            <p:nvPr/>
          </p:nvSpPr>
          <p:spPr bwMode="auto">
            <a:xfrm>
              <a:off x="2506" y="3393"/>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339" name="Rectangle 117">
              <a:extLst>
                <a:ext uri="{FF2B5EF4-FFF2-40B4-BE49-F238E27FC236}">
                  <a16:creationId xmlns:a16="http://schemas.microsoft.com/office/drawing/2014/main" id="{29C0C763-BB89-DED8-BD5F-AADFC46DE43F}"/>
                </a:ext>
              </a:extLst>
            </p:cNvPr>
            <p:cNvSpPr>
              <a:spLocks noChangeArrowheads="1"/>
            </p:cNvSpPr>
            <p:nvPr/>
          </p:nvSpPr>
          <p:spPr bwMode="auto">
            <a:xfrm>
              <a:off x="2497" y="2085"/>
              <a:ext cx="877" cy="187"/>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914400" marR="0" lvl="0" indent="-341313"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Blip>
                  <a:blip r:embed="rId2"/>
                </a:buBlip>
                <a:tabLst/>
                <a:defRPr/>
              </a:pPr>
              <a:endParaRPr kumimoji="0" lang="zh-CN" altLang="zh-CN" sz="1400" b="1" i="0" u="none" strike="noStrike" kern="0" cap="none" spc="0" normalizeH="0" baseline="0" noProof="0">
                <a:ln>
                  <a:noFill/>
                </a:ln>
                <a:solidFill>
                  <a:srgbClr val="4138FA"/>
                </a:solidFill>
                <a:effectLst>
                  <a:outerShdw blurRad="38100" dist="38100" dir="2700000" algn="tl">
                    <a:srgbClr val="000000"/>
                  </a:outerShdw>
                </a:effectLst>
                <a:uLnTx/>
                <a:uFillTx/>
                <a:latin typeface="Arial" panose="020B0604020202020204" pitchFamily="34" charset="0"/>
                <a:ea typeface="宋体" panose="02010600030101010101" pitchFamily="2" charset="-122"/>
              </a:endParaRPr>
            </a:p>
          </p:txBody>
        </p:sp>
        <p:sp>
          <p:nvSpPr>
            <p:cNvPr id="340" name="Text Box 118">
              <a:extLst>
                <a:ext uri="{FF2B5EF4-FFF2-40B4-BE49-F238E27FC236}">
                  <a16:creationId xmlns:a16="http://schemas.microsoft.com/office/drawing/2014/main" id="{0B801AEA-B20C-D891-28E0-87FE7FF41CD6}"/>
                </a:ext>
              </a:extLst>
            </p:cNvPr>
            <p:cNvSpPr txBox="1">
              <a:spLocks noChangeArrowheads="1"/>
            </p:cNvSpPr>
            <p:nvPr/>
          </p:nvSpPr>
          <p:spPr bwMode="auto">
            <a:xfrm>
              <a:off x="2678" y="2067"/>
              <a:ext cx="513"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30KB</a:t>
              </a:r>
            </a:p>
          </p:txBody>
        </p:sp>
        <p:sp>
          <p:nvSpPr>
            <p:cNvPr id="341" name="Rectangle 119">
              <a:extLst>
                <a:ext uri="{FF2B5EF4-FFF2-40B4-BE49-F238E27FC236}">
                  <a16:creationId xmlns:a16="http://schemas.microsoft.com/office/drawing/2014/main" id="{0098BEA0-FBE2-B988-D0DD-E55958E1ACAE}"/>
                </a:ext>
              </a:extLst>
            </p:cNvPr>
            <p:cNvSpPr>
              <a:spLocks noChangeArrowheads="1"/>
            </p:cNvSpPr>
            <p:nvPr/>
          </p:nvSpPr>
          <p:spPr bwMode="auto">
            <a:xfrm>
              <a:off x="2497" y="2972"/>
              <a:ext cx="877" cy="187"/>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914400" marR="0" lvl="0" indent="-341313"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Blip>
                  <a:blip r:embed="rId2"/>
                </a:buBlip>
                <a:tabLst/>
                <a:defRPr/>
              </a:pPr>
              <a:endParaRPr kumimoji="0" lang="zh-CN" altLang="zh-CN" sz="1400" b="1" i="0" u="none" strike="noStrike" kern="0" cap="none" spc="0" normalizeH="0" baseline="0" noProof="0">
                <a:ln>
                  <a:noFill/>
                </a:ln>
                <a:solidFill>
                  <a:srgbClr val="4138FA"/>
                </a:solidFill>
                <a:effectLst>
                  <a:outerShdw blurRad="38100" dist="38100" dir="2700000" algn="tl">
                    <a:srgbClr val="000000"/>
                  </a:outerShdw>
                </a:effectLst>
                <a:uLnTx/>
                <a:uFillTx/>
                <a:latin typeface="Arial" panose="020B0604020202020204" pitchFamily="34" charset="0"/>
                <a:ea typeface="宋体" panose="02010600030101010101" pitchFamily="2" charset="-122"/>
              </a:endParaRPr>
            </a:p>
          </p:txBody>
        </p:sp>
        <p:sp>
          <p:nvSpPr>
            <p:cNvPr id="342" name="Text Box 120">
              <a:extLst>
                <a:ext uri="{FF2B5EF4-FFF2-40B4-BE49-F238E27FC236}">
                  <a16:creationId xmlns:a16="http://schemas.microsoft.com/office/drawing/2014/main" id="{E3C2CEA5-2578-2A0C-FF0E-EBB9FAD9B17C}"/>
                </a:ext>
              </a:extLst>
            </p:cNvPr>
            <p:cNvSpPr txBox="1">
              <a:spLocks noChangeArrowheads="1"/>
            </p:cNvSpPr>
            <p:nvPr/>
          </p:nvSpPr>
          <p:spPr bwMode="auto">
            <a:xfrm>
              <a:off x="2756" y="2945"/>
              <a:ext cx="40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5KB</a:t>
              </a:r>
            </a:p>
          </p:txBody>
        </p:sp>
        <p:sp>
          <p:nvSpPr>
            <p:cNvPr id="343" name="Rectangle 121">
              <a:extLst>
                <a:ext uri="{FF2B5EF4-FFF2-40B4-BE49-F238E27FC236}">
                  <a16:creationId xmlns:a16="http://schemas.microsoft.com/office/drawing/2014/main" id="{B1EB29FD-7E05-AFA1-27E9-60E7C7F397DE}"/>
                </a:ext>
              </a:extLst>
            </p:cNvPr>
            <p:cNvSpPr>
              <a:spLocks noChangeArrowheads="1"/>
            </p:cNvSpPr>
            <p:nvPr/>
          </p:nvSpPr>
          <p:spPr bwMode="auto">
            <a:xfrm>
              <a:off x="2497" y="3393"/>
              <a:ext cx="877" cy="373"/>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914400" marR="0" lvl="0" indent="-341313"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Blip>
                  <a:blip r:embed="rId2"/>
                </a:buBlip>
                <a:tabLst/>
                <a:defRPr/>
              </a:pPr>
              <a:endParaRPr kumimoji="0" lang="zh-CN" altLang="zh-CN" sz="1400" b="1" i="0" u="none" strike="noStrike" kern="0" cap="none" spc="0" normalizeH="0" baseline="0" noProof="0">
                <a:ln>
                  <a:noFill/>
                </a:ln>
                <a:solidFill>
                  <a:srgbClr val="4138FA"/>
                </a:solidFill>
                <a:effectLst>
                  <a:outerShdw blurRad="38100" dist="38100" dir="2700000" algn="tl">
                    <a:srgbClr val="000000"/>
                  </a:outerShdw>
                </a:effectLst>
                <a:uLnTx/>
                <a:uFillTx/>
                <a:latin typeface="Arial" panose="020B0604020202020204" pitchFamily="34" charset="0"/>
                <a:ea typeface="宋体" panose="02010600030101010101" pitchFamily="2" charset="-122"/>
              </a:endParaRPr>
            </a:p>
          </p:txBody>
        </p:sp>
        <p:sp>
          <p:nvSpPr>
            <p:cNvPr id="344" name="Text Box 122">
              <a:extLst>
                <a:ext uri="{FF2B5EF4-FFF2-40B4-BE49-F238E27FC236}">
                  <a16:creationId xmlns:a16="http://schemas.microsoft.com/office/drawing/2014/main" id="{B64ECDC6-1302-99D9-4C3C-D0BA0AA696A2}"/>
                </a:ext>
              </a:extLst>
            </p:cNvPr>
            <p:cNvSpPr txBox="1">
              <a:spLocks noChangeArrowheads="1"/>
            </p:cNvSpPr>
            <p:nvPr/>
          </p:nvSpPr>
          <p:spPr bwMode="auto">
            <a:xfrm>
              <a:off x="2738" y="3486"/>
              <a:ext cx="51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46KB</a:t>
              </a:r>
            </a:p>
          </p:txBody>
        </p:sp>
        <p:sp>
          <p:nvSpPr>
            <p:cNvPr id="345" name="Line 123">
              <a:extLst>
                <a:ext uri="{FF2B5EF4-FFF2-40B4-BE49-F238E27FC236}">
                  <a16:creationId xmlns:a16="http://schemas.microsoft.com/office/drawing/2014/main" id="{96D897FE-8E75-68F7-2348-92C7F0767084}"/>
                </a:ext>
              </a:extLst>
            </p:cNvPr>
            <p:cNvSpPr>
              <a:spLocks noChangeShapeType="1"/>
            </p:cNvSpPr>
            <p:nvPr/>
          </p:nvSpPr>
          <p:spPr bwMode="auto">
            <a:xfrm>
              <a:off x="2501" y="2490"/>
              <a:ext cx="87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346" name="Text Box 124">
              <a:extLst>
                <a:ext uri="{FF2B5EF4-FFF2-40B4-BE49-F238E27FC236}">
                  <a16:creationId xmlns:a16="http://schemas.microsoft.com/office/drawing/2014/main" id="{907DA609-BBB2-7620-E2F3-5D3B7B4E6383}"/>
                </a:ext>
              </a:extLst>
            </p:cNvPr>
            <p:cNvSpPr txBox="1">
              <a:spLocks noChangeArrowheads="1"/>
            </p:cNvSpPr>
            <p:nvPr/>
          </p:nvSpPr>
          <p:spPr bwMode="auto">
            <a:xfrm>
              <a:off x="2161" y="1749"/>
              <a:ext cx="4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0KB</a:t>
              </a:r>
            </a:p>
          </p:txBody>
        </p:sp>
        <p:sp>
          <p:nvSpPr>
            <p:cNvPr id="347" name="Text Box 125">
              <a:extLst>
                <a:ext uri="{FF2B5EF4-FFF2-40B4-BE49-F238E27FC236}">
                  <a16:creationId xmlns:a16="http://schemas.microsoft.com/office/drawing/2014/main" id="{C0B61AE1-F5E1-AE19-63B6-AFAAAD3353DF}"/>
                </a:ext>
              </a:extLst>
            </p:cNvPr>
            <p:cNvSpPr txBox="1">
              <a:spLocks noChangeArrowheads="1"/>
            </p:cNvSpPr>
            <p:nvPr/>
          </p:nvSpPr>
          <p:spPr bwMode="auto">
            <a:xfrm>
              <a:off x="2110" y="1962"/>
              <a:ext cx="45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20KB</a:t>
              </a:r>
            </a:p>
          </p:txBody>
        </p:sp>
        <p:sp>
          <p:nvSpPr>
            <p:cNvPr id="348" name="Text Box 126">
              <a:extLst>
                <a:ext uri="{FF2B5EF4-FFF2-40B4-BE49-F238E27FC236}">
                  <a16:creationId xmlns:a16="http://schemas.microsoft.com/office/drawing/2014/main" id="{FF7E28BD-6AAE-FDAD-E593-000CF0E7ABCD}"/>
                </a:ext>
              </a:extLst>
            </p:cNvPr>
            <p:cNvSpPr txBox="1">
              <a:spLocks noChangeArrowheads="1"/>
            </p:cNvSpPr>
            <p:nvPr/>
          </p:nvSpPr>
          <p:spPr bwMode="auto">
            <a:xfrm>
              <a:off x="2050" y="2360"/>
              <a:ext cx="53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100KB</a:t>
              </a:r>
            </a:p>
          </p:txBody>
        </p:sp>
        <p:sp>
          <p:nvSpPr>
            <p:cNvPr id="349" name="Rectangle 127">
              <a:extLst>
                <a:ext uri="{FF2B5EF4-FFF2-40B4-BE49-F238E27FC236}">
                  <a16:creationId xmlns:a16="http://schemas.microsoft.com/office/drawing/2014/main" id="{724E0126-9B3E-2912-DC4C-15A111D8B010}"/>
                </a:ext>
              </a:extLst>
            </p:cNvPr>
            <p:cNvSpPr>
              <a:spLocks noChangeArrowheads="1"/>
            </p:cNvSpPr>
            <p:nvPr/>
          </p:nvSpPr>
          <p:spPr bwMode="auto">
            <a:xfrm>
              <a:off x="2501" y="2490"/>
              <a:ext cx="873" cy="255"/>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914400" marR="0" lvl="0" indent="-341313"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Blip>
                  <a:blip r:embed="rId2"/>
                </a:buBlip>
                <a:tabLst/>
                <a:defRPr/>
              </a:pPr>
              <a:endParaRPr kumimoji="0" lang="zh-CN" altLang="zh-CN" sz="1400" b="1" i="0" u="none" strike="noStrike" kern="0" cap="none" spc="0" normalizeH="0" baseline="0" noProof="0">
                <a:ln>
                  <a:noFill/>
                </a:ln>
                <a:solidFill>
                  <a:srgbClr val="4138FA"/>
                </a:solidFill>
                <a:effectLst>
                  <a:outerShdw blurRad="38100" dist="38100" dir="2700000" algn="tl">
                    <a:srgbClr val="000000"/>
                  </a:outerShdw>
                </a:effectLst>
                <a:uLnTx/>
                <a:uFillTx/>
                <a:latin typeface="Arial" panose="020B0604020202020204" pitchFamily="34" charset="0"/>
                <a:ea typeface="宋体" panose="02010600030101010101" pitchFamily="2" charset="-122"/>
              </a:endParaRPr>
            </a:p>
          </p:txBody>
        </p:sp>
        <p:sp>
          <p:nvSpPr>
            <p:cNvPr id="350" name="Text Box 128">
              <a:extLst>
                <a:ext uri="{FF2B5EF4-FFF2-40B4-BE49-F238E27FC236}">
                  <a16:creationId xmlns:a16="http://schemas.microsoft.com/office/drawing/2014/main" id="{7BBA7655-10AF-D3EA-819C-82171BEC1472}"/>
                </a:ext>
              </a:extLst>
            </p:cNvPr>
            <p:cNvSpPr txBox="1">
              <a:spLocks noChangeArrowheads="1"/>
            </p:cNvSpPr>
            <p:nvPr/>
          </p:nvSpPr>
          <p:spPr bwMode="auto">
            <a:xfrm>
              <a:off x="2704" y="2511"/>
              <a:ext cx="51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20KB</a:t>
              </a:r>
            </a:p>
          </p:txBody>
        </p:sp>
        <p:sp>
          <p:nvSpPr>
            <p:cNvPr id="351" name="Text Box 129">
              <a:extLst>
                <a:ext uri="{FF2B5EF4-FFF2-40B4-BE49-F238E27FC236}">
                  <a16:creationId xmlns:a16="http://schemas.microsoft.com/office/drawing/2014/main" id="{3D52D4B4-12C9-BD30-2235-BC7C8E669D11}"/>
                </a:ext>
              </a:extLst>
            </p:cNvPr>
            <p:cNvSpPr txBox="1">
              <a:spLocks noChangeArrowheads="1"/>
            </p:cNvSpPr>
            <p:nvPr/>
          </p:nvSpPr>
          <p:spPr bwMode="auto">
            <a:xfrm>
              <a:off x="2050" y="2854"/>
              <a:ext cx="51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160KB</a:t>
              </a:r>
            </a:p>
          </p:txBody>
        </p:sp>
        <p:sp>
          <p:nvSpPr>
            <p:cNvPr id="352" name="Text Box 130">
              <a:extLst>
                <a:ext uri="{FF2B5EF4-FFF2-40B4-BE49-F238E27FC236}">
                  <a16:creationId xmlns:a16="http://schemas.microsoft.com/office/drawing/2014/main" id="{9947FBC8-0BAF-52D3-A82C-70CCD5C5BF51}"/>
                </a:ext>
              </a:extLst>
            </p:cNvPr>
            <p:cNvSpPr txBox="1">
              <a:spLocks noChangeArrowheads="1"/>
            </p:cNvSpPr>
            <p:nvPr/>
          </p:nvSpPr>
          <p:spPr bwMode="auto">
            <a:xfrm>
              <a:off x="2059" y="3271"/>
              <a:ext cx="53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210KB</a:t>
              </a:r>
            </a:p>
          </p:txBody>
        </p:sp>
        <p:sp>
          <p:nvSpPr>
            <p:cNvPr id="353" name="Text Box 131">
              <a:extLst>
                <a:ext uri="{FF2B5EF4-FFF2-40B4-BE49-F238E27FC236}">
                  <a16:creationId xmlns:a16="http://schemas.microsoft.com/office/drawing/2014/main" id="{4C78A253-47AC-DF13-F5BF-B001883C47AB}"/>
                </a:ext>
              </a:extLst>
            </p:cNvPr>
            <p:cNvSpPr txBox="1">
              <a:spLocks noChangeArrowheads="1"/>
            </p:cNvSpPr>
            <p:nvPr/>
          </p:nvSpPr>
          <p:spPr bwMode="auto">
            <a:xfrm>
              <a:off x="1932" y="3672"/>
              <a:ext cx="6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256KB</a:t>
              </a:r>
              <a:r>
                <a:rPr kumimoji="1" lang="en-US" altLang="zh-CN" sz="1600" b="1" i="0" u="none" strike="noStrike" kern="0" cap="none" spc="0" normalizeH="0" baseline="0" noProof="0">
                  <a:ln>
                    <a:noFill/>
                  </a:ln>
                  <a:solidFill>
                    <a:srgbClr val="000000"/>
                  </a:solidFill>
                  <a:effectLst/>
                  <a:uLnTx/>
                  <a:uFillTx/>
                  <a:latin typeface="宋体" panose="02010600030101010101" pitchFamily="2" charset="-122"/>
                  <a:ea typeface="宋体" panose="02010600030101010101" pitchFamily="2" charset="-122"/>
                </a:rPr>
                <a:t>-</a:t>
              </a: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a:t>
              </a:r>
            </a:p>
          </p:txBody>
        </p:sp>
        <p:sp>
          <p:nvSpPr>
            <p:cNvPr id="354" name="Text Box 132">
              <a:extLst>
                <a:ext uri="{FF2B5EF4-FFF2-40B4-BE49-F238E27FC236}">
                  <a16:creationId xmlns:a16="http://schemas.microsoft.com/office/drawing/2014/main" id="{5DD6A6C9-C443-A699-250D-54293FBF2405}"/>
                </a:ext>
              </a:extLst>
            </p:cNvPr>
            <p:cNvSpPr txBox="1">
              <a:spLocks noChangeArrowheads="1"/>
            </p:cNvSpPr>
            <p:nvPr/>
          </p:nvSpPr>
          <p:spPr bwMode="auto">
            <a:xfrm>
              <a:off x="2751" y="3800"/>
              <a:ext cx="46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主存</a:t>
              </a:r>
            </a:p>
          </p:txBody>
        </p:sp>
        <p:sp>
          <p:nvSpPr>
            <p:cNvPr id="355" name="Text Box 133">
              <a:extLst>
                <a:ext uri="{FF2B5EF4-FFF2-40B4-BE49-F238E27FC236}">
                  <a16:creationId xmlns:a16="http://schemas.microsoft.com/office/drawing/2014/main" id="{1336B781-CE87-75C2-8E48-4C2EDC901DD5}"/>
                </a:ext>
              </a:extLst>
            </p:cNvPr>
            <p:cNvSpPr txBox="1">
              <a:spLocks noChangeArrowheads="1"/>
            </p:cNvSpPr>
            <p:nvPr/>
          </p:nvSpPr>
          <p:spPr bwMode="auto">
            <a:xfrm>
              <a:off x="2764" y="1813"/>
              <a:ext cx="323"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os</a:t>
              </a:r>
            </a:p>
          </p:txBody>
        </p:sp>
      </p:grpSp>
      <p:grpSp>
        <p:nvGrpSpPr>
          <p:cNvPr id="356" name="Group 134">
            <a:extLst>
              <a:ext uri="{FF2B5EF4-FFF2-40B4-BE49-F238E27FC236}">
                <a16:creationId xmlns:a16="http://schemas.microsoft.com/office/drawing/2014/main" id="{1821D145-D01C-FA84-E976-92C0149BBDCE}"/>
              </a:ext>
            </a:extLst>
          </p:cNvPr>
          <p:cNvGrpSpPr>
            <a:grpSpLocks/>
          </p:cNvGrpSpPr>
          <p:nvPr/>
        </p:nvGrpSpPr>
        <p:grpSpPr bwMode="auto">
          <a:xfrm>
            <a:off x="1831033" y="1785498"/>
            <a:ext cx="6076950" cy="1392237"/>
            <a:chOff x="238" y="2118"/>
            <a:chExt cx="3828" cy="877"/>
          </a:xfrm>
        </p:grpSpPr>
        <p:sp>
          <p:nvSpPr>
            <p:cNvPr id="357" name="Text Box 135">
              <a:extLst>
                <a:ext uri="{FF2B5EF4-FFF2-40B4-BE49-F238E27FC236}">
                  <a16:creationId xmlns:a16="http://schemas.microsoft.com/office/drawing/2014/main" id="{012E35C5-A1A1-CEF9-2242-13399529CD73}"/>
                </a:ext>
              </a:extLst>
            </p:cNvPr>
            <p:cNvSpPr txBox="1">
              <a:spLocks noChangeArrowheads="1"/>
            </p:cNvSpPr>
            <p:nvPr/>
          </p:nvSpPr>
          <p:spPr bwMode="auto">
            <a:xfrm>
              <a:off x="1527" y="2859"/>
              <a:ext cx="186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Bef>
                  <a:spcPct val="0"/>
                </a:spcBef>
                <a:spcAft>
                  <a:spcPct val="0"/>
                </a:spcAft>
                <a:buClrTx/>
                <a:buSzTx/>
                <a:buFontTx/>
                <a:buNone/>
              </a:pPr>
              <a:r>
                <a:rPr kumimoji="1" lang="en-US" altLang="zh-CN" sz="1600">
                  <a:solidFill>
                    <a:srgbClr val="000000"/>
                  </a:solidFill>
                  <a:latin typeface="Times New Roman" panose="02020603050405020304" pitchFamily="18" charset="0"/>
                  <a:ea typeface="宋体" panose="02010600030101010101" pitchFamily="2" charset="-122"/>
                </a:rPr>
                <a:t>(b) </a:t>
              </a:r>
              <a:r>
                <a:rPr kumimoji="1" lang="zh-CN" altLang="en-US" sz="1600">
                  <a:solidFill>
                    <a:srgbClr val="000000"/>
                  </a:solidFill>
                  <a:latin typeface="Times New Roman" panose="02020603050405020304" pitchFamily="18" charset="0"/>
                  <a:ea typeface="宋体" panose="02010600030101010101" pitchFamily="2" charset="-122"/>
                </a:rPr>
                <a:t>最佳适应算法的空闲区队列</a:t>
              </a:r>
            </a:p>
          </p:txBody>
        </p:sp>
        <p:sp>
          <p:nvSpPr>
            <p:cNvPr id="358" name="Text Box 136">
              <a:extLst>
                <a:ext uri="{FF2B5EF4-FFF2-40B4-BE49-F238E27FC236}">
                  <a16:creationId xmlns:a16="http://schemas.microsoft.com/office/drawing/2014/main" id="{C7DC584E-2C55-38FC-251A-0629AC145E86}"/>
                </a:ext>
              </a:extLst>
            </p:cNvPr>
            <p:cNvSpPr txBox="1">
              <a:spLocks noChangeArrowheads="1"/>
            </p:cNvSpPr>
            <p:nvPr/>
          </p:nvSpPr>
          <p:spPr bwMode="auto">
            <a:xfrm>
              <a:off x="238" y="2118"/>
              <a:ext cx="497" cy="161"/>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Bef>
                  <a:spcPct val="0"/>
                </a:spcBef>
                <a:spcAft>
                  <a:spcPct val="0"/>
                </a:spcAft>
                <a:buClrTx/>
                <a:buSzTx/>
                <a:buFontTx/>
                <a:buNone/>
              </a:pPr>
              <a:endParaRPr kumimoji="1" lang="en-US" altLang="zh-CN" sz="1400" b="1">
                <a:solidFill>
                  <a:srgbClr val="000000"/>
                </a:solidFill>
                <a:latin typeface="Times New Roman" panose="02020603050405020304" pitchFamily="18" charset="0"/>
                <a:ea typeface="宋体" panose="02010600030101010101" pitchFamily="2" charset="-122"/>
              </a:endParaRPr>
            </a:p>
            <a:p>
              <a:pPr algn="just" fontAlgn="base">
                <a:lnSpc>
                  <a:spcPct val="80000"/>
                </a:lnSpc>
                <a:spcBef>
                  <a:spcPct val="0"/>
                </a:spcBef>
                <a:spcAft>
                  <a:spcPct val="0"/>
                </a:spcAft>
                <a:buClrTx/>
                <a:buSzTx/>
                <a:buFontTx/>
                <a:buNone/>
              </a:pPr>
              <a:endParaRPr kumimoji="1" lang="en-US" altLang="zh-CN" sz="1400" b="1">
                <a:solidFill>
                  <a:srgbClr val="000000"/>
                </a:solidFill>
                <a:latin typeface="Times New Roman" panose="02020603050405020304" pitchFamily="18" charset="0"/>
                <a:ea typeface="宋体" panose="02010600030101010101" pitchFamily="2" charset="-122"/>
              </a:endParaRPr>
            </a:p>
          </p:txBody>
        </p:sp>
        <p:sp>
          <p:nvSpPr>
            <p:cNvPr id="359" name="Text Box 137">
              <a:extLst>
                <a:ext uri="{FF2B5EF4-FFF2-40B4-BE49-F238E27FC236}">
                  <a16:creationId xmlns:a16="http://schemas.microsoft.com/office/drawing/2014/main" id="{F5522F1B-B7C6-9641-F5DF-750AAEA34788}"/>
                </a:ext>
              </a:extLst>
            </p:cNvPr>
            <p:cNvSpPr txBox="1">
              <a:spLocks noChangeArrowheads="1"/>
            </p:cNvSpPr>
            <p:nvPr/>
          </p:nvSpPr>
          <p:spPr bwMode="auto">
            <a:xfrm>
              <a:off x="300" y="2118"/>
              <a:ext cx="461"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Bef>
                  <a:spcPct val="0"/>
                </a:spcBef>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160KB</a:t>
              </a:r>
            </a:p>
          </p:txBody>
        </p:sp>
        <p:sp>
          <p:nvSpPr>
            <p:cNvPr id="360" name="Line 138">
              <a:extLst>
                <a:ext uri="{FF2B5EF4-FFF2-40B4-BE49-F238E27FC236}">
                  <a16:creationId xmlns:a16="http://schemas.microsoft.com/office/drawing/2014/main" id="{E9910C29-291B-55FA-094F-15ED2C1CAD1D}"/>
                </a:ext>
              </a:extLst>
            </p:cNvPr>
            <p:cNvSpPr>
              <a:spLocks noChangeShapeType="1"/>
            </p:cNvSpPr>
            <p:nvPr/>
          </p:nvSpPr>
          <p:spPr bwMode="auto">
            <a:xfrm>
              <a:off x="735" y="2182"/>
              <a:ext cx="420"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grpSp>
          <p:nvGrpSpPr>
            <p:cNvPr id="361" name="Group 139">
              <a:extLst>
                <a:ext uri="{FF2B5EF4-FFF2-40B4-BE49-F238E27FC236}">
                  <a16:creationId xmlns:a16="http://schemas.microsoft.com/office/drawing/2014/main" id="{0F9B808A-4972-58A5-3434-7F590E59B797}"/>
                </a:ext>
              </a:extLst>
            </p:cNvPr>
            <p:cNvGrpSpPr>
              <a:grpSpLocks/>
            </p:cNvGrpSpPr>
            <p:nvPr/>
          </p:nvGrpSpPr>
          <p:grpSpPr bwMode="auto">
            <a:xfrm>
              <a:off x="1155" y="2182"/>
              <a:ext cx="803" cy="612"/>
              <a:chOff x="1173" y="1223"/>
              <a:chExt cx="803" cy="612"/>
            </a:xfrm>
          </p:grpSpPr>
          <p:sp>
            <p:nvSpPr>
              <p:cNvPr id="382" name="Text Box 140">
                <a:extLst>
                  <a:ext uri="{FF2B5EF4-FFF2-40B4-BE49-F238E27FC236}">
                    <a16:creationId xmlns:a16="http://schemas.microsoft.com/office/drawing/2014/main" id="{42D03B0F-0B2D-CDBF-F81C-97A44210ABD3}"/>
                  </a:ext>
                </a:extLst>
              </p:cNvPr>
              <p:cNvSpPr txBox="1">
                <a:spLocks noChangeArrowheads="1"/>
              </p:cNvSpPr>
              <p:nvPr/>
            </p:nvSpPr>
            <p:spPr bwMode="auto">
              <a:xfrm>
                <a:off x="1173" y="1223"/>
                <a:ext cx="497" cy="612"/>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5KB</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100KB</a:t>
                </a:r>
              </a:p>
            </p:txBody>
          </p:sp>
          <p:sp>
            <p:nvSpPr>
              <p:cNvPr id="383" name="Line 141">
                <a:extLst>
                  <a:ext uri="{FF2B5EF4-FFF2-40B4-BE49-F238E27FC236}">
                    <a16:creationId xmlns:a16="http://schemas.microsoft.com/office/drawing/2014/main" id="{E42E1B18-715A-1F6B-3B10-F6280034A84E}"/>
                  </a:ext>
                </a:extLst>
              </p:cNvPr>
              <p:cNvSpPr>
                <a:spLocks noChangeShapeType="1"/>
              </p:cNvSpPr>
              <p:nvPr/>
            </p:nvSpPr>
            <p:spPr bwMode="auto">
              <a:xfrm>
                <a:off x="1173" y="1370"/>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84" name="Line 142">
                <a:extLst>
                  <a:ext uri="{FF2B5EF4-FFF2-40B4-BE49-F238E27FC236}">
                    <a16:creationId xmlns:a16="http://schemas.microsoft.com/office/drawing/2014/main" id="{DFAB130F-1721-4262-7315-71F88DFABEC7}"/>
                  </a:ext>
                </a:extLst>
              </p:cNvPr>
              <p:cNvSpPr>
                <a:spLocks noChangeShapeType="1"/>
              </p:cNvSpPr>
              <p:nvPr/>
            </p:nvSpPr>
            <p:spPr bwMode="auto">
              <a:xfrm>
                <a:off x="1173" y="1517"/>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85" name="Line 143">
                <a:extLst>
                  <a:ext uri="{FF2B5EF4-FFF2-40B4-BE49-F238E27FC236}">
                    <a16:creationId xmlns:a16="http://schemas.microsoft.com/office/drawing/2014/main" id="{995DA37A-0401-7458-9C6C-67854F8938D3}"/>
                  </a:ext>
                </a:extLst>
              </p:cNvPr>
              <p:cNvSpPr>
                <a:spLocks noChangeShapeType="1"/>
              </p:cNvSpPr>
              <p:nvPr/>
            </p:nvSpPr>
            <p:spPr bwMode="auto">
              <a:xfrm>
                <a:off x="1173" y="1673"/>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86" name="Line 144">
                <a:extLst>
                  <a:ext uri="{FF2B5EF4-FFF2-40B4-BE49-F238E27FC236}">
                    <a16:creationId xmlns:a16="http://schemas.microsoft.com/office/drawing/2014/main" id="{32D72D27-8ED5-D75B-0887-E7F9C3DADA3F}"/>
                  </a:ext>
                </a:extLst>
              </p:cNvPr>
              <p:cNvSpPr>
                <a:spLocks noChangeShapeType="1"/>
              </p:cNvSpPr>
              <p:nvPr/>
            </p:nvSpPr>
            <p:spPr bwMode="auto">
              <a:xfrm flipV="1">
                <a:off x="1747" y="1223"/>
                <a:ext cx="0" cy="34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87" name="Line 145">
                <a:extLst>
                  <a:ext uri="{FF2B5EF4-FFF2-40B4-BE49-F238E27FC236}">
                    <a16:creationId xmlns:a16="http://schemas.microsoft.com/office/drawing/2014/main" id="{7FCF70E6-45D4-D056-8655-86043984BD29}"/>
                  </a:ext>
                </a:extLst>
              </p:cNvPr>
              <p:cNvSpPr>
                <a:spLocks noChangeShapeType="1"/>
              </p:cNvSpPr>
              <p:nvPr/>
            </p:nvSpPr>
            <p:spPr bwMode="auto">
              <a:xfrm>
                <a:off x="1747" y="1223"/>
                <a:ext cx="229"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88" name="Line 146">
                <a:extLst>
                  <a:ext uri="{FF2B5EF4-FFF2-40B4-BE49-F238E27FC236}">
                    <a16:creationId xmlns:a16="http://schemas.microsoft.com/office/drawing/2014/main" id="{B1E9F2DD-21CF-4971-76AA-F28C3467731B}"/>
                  </a:ext>
                </a:extLst>
              </p:cNvPr>
              <p:cNvSpPr>
                <a:spLocks noChangeShapeType="1"/>
              </p:cNvSpPr>
              <p:nvPr/>
            </p:nvSpPr>
            <p:spPr bwMode="auto">
              <a:xfrm>
                <a:off x="1632" y="1572"/>
                <a:ext cx="11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grpSp>
        <p:grpSp>
          <p:nvGrpSpPr>
            <p:cNvPr id="362" name="Group 147">
              <a:extLst>
                <a:ext uri="{FF2B5EF4-FFF2-40B4-BE49-F238E27FC236}">
                  <a16:creationId xmlns:a16="http://schemas.microsoft.com/office/drawing/2014/main" id="{99DF0E99-D38D-8F13-BA30-B8733005B31E}"/>
                </a:ext>
              </a:extLst>
            </p:cNvPr>
            <p:cNvGrpSpPr>
              <a:grpSpLocks/>
            </p:cNvGrpSpPr>
            <p:nvPr/>
          </p:nvGrpSpPr>
          <p:grpSpPr bwMode="auto">
            <a:xfrm>
              <a:off x="1959" y="2182"/>
              <a:ext cx="803" cy="612"/>
              <a:chOff x="1173" y="1223"/>
              <a:chExt cx="803" cy="612"/>
            </a:xfrm>
          </p:grpSpPr>
          <p:sp>
            <p:nvSpPr>
              <p:cNvPr id="375" name="Text Box 148">
                <a:extLst>
                  <a:ext uri="{FF2B5EF4-FFF2-40B4-BE49-F238E27FC236}">
                    <a16:creationId xmlns:a16="http://schemas.microsoft.com/office/drawing/2014/main" id="{4FC42FDA-2CEC-E5DA-A87F-4B9C8D3F9FBE}"/>
                  </a:ext>
                </a:extLst>
              </p:cNvPr>
              <p:cNvSpPr txBox="1">
                <a:spLocks noChangeArrowheads="1"/>
              </p:cNvSpPr>
              <p:nvPr/>
            </p:nvSpPr>
            <p:spPr bwMode="auto">
              <a:xfrm>
                <a:off x="1173" y="1223"/>
                <a:ext cx="497" cy="612"/>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20KB</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20KB</a:t>
                </a:r>
              </a:p>
            </p:txBody>
          </p:sp>
          <p:sp>
            <p:nvSpPr>
              <p:cNvPr id="376" name="Line 149">
                <a:extLst>
                  <a:ext uri="{FF2B5EF4-FFF2-40B4-BE49-F238E27FC236}">
                    <a16:creationId xmlns:a16="http://schemas.microsoft.com/office/drawing/2014/main" id="{F8D49B76-B536-E193-75E0-C35F7CD2FBAC}"/>
                  </a:ext>
                </a:extLst>
              </p:cNvPr>
              <p:cNvSpPr>
                <a:spLocks noChangeShapeType="1"/>
              </p:cNvSpPr>
              <p:nvPr/>
            </p:nvSpPr>
            <p:spPr bwMode="auto">
              <a:xfrm>
                <a:off x="1173" y="1370"/>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77" name="Line 150">
                <a:extLst>
                  <a:ext uri="{FF2B5EF4-FFF2-40B4-BE49-F238E27FC236}">
                    <a16:creationId xmlns:a16="http://schemas.microsoft.com/office/drawing/2014/main" id="{BA53D339-1829-5876-DF9B-66DB5D9093F2}"/>
                  </a:ext>
                </a:extLst>
              </p:cNvPr>
              <p:cNvSpPr>
                <a:spLocks noChangeShapeType="1"/>
              </p:cNvSpPr>
              <p:nvPr/>
            </p:nvSpPr>
            <p:spPr bwMode="auto">
              <a:xfrm>
                <a:off x="1173" y="1517"/>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78" name="Line 151">
                <a:extLst>
                  <a:ext uri="{FF2B5EF4-FFF2-40B4-BE49-F238E27FC236}">
                    <a16:creationId xmlns:a16="http://schemas.microsoft.com/office/drawing/2014/main" id="{699919C6-7090-7646-0DAE-40CE574C397B}"/>
                  </a:ext>
                </a:extLst>
              </p:cNvPr>
              <p:cNvSpPr>
                <a:spLocks noChangeShapeType="1"/>
              </p:cNvSpPr>
              <p:nvPr/>
            </p:nvSpPr>
            <p:spPr bwMode="auto">
              <a:xfrm>
                <a:off x="1173" y="1673"/>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79" name="Line 152">
                <a:extLst>
                  <a:ext uri="{FF2B5EF4-FFF2-40B4-BE49-F238E27FC236}">
                    <a16:creationId xmlns:a16="http://schemas.microsoft.com/office/drawing/2014/main" id="{0C6A4F5A-67AF-20E7-1C5F-055FC3C792AF}"/>
                  </a:ext>
                </a:extLst>
              </p:cNvPr>
              <p:cNvSpPr>
                <a:spLocks noChangeShapeType="1"/>
              </p:cNvSpPr>
              <p:nvPr/>
            </p:nvSpPr>
            <p:spPr bwMode="auto">
              <a:xfrm flipV="1">
                <a:off x="1747" y="1223"/>
                <a:ext cx="0" cy="34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80" name="Line 153">
                <a:extLst>
                  <a:ext uri="{FF2B5EF4-FFF2-40B4-BE49-F238E27FC236}">
                    <a16:creationId xmlns:a16="http://schemas.microsoft.com/office/drawing/2014/main" id="{7ED2CE76-FA83-7EEB-902A-8825A5CC761B}"/>
                  </a:ext>
                </a:extLst>
              </p:cNvPr>
              <p:cNvSpPr>
                <a:spLocks noChangeShapeType="1"/>
              </p:cNvSpPr>
              <p:nvPr/>
            </p:nvSpPr>
            <p:spPr bwMode="auto">
              <a:xfrm>
                <a:off x="1747" y="1223"/>
                <a:ext cx="229"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81" name="Line 154">
                <a:extLst>
                  <a:ext uri="{FF2B5EF4-FFF2-40B4-BE49-F238E27FC236}">
                    <a16:creationId xmlns:a16="http://schemas.microsoft.com/office/drawing/2014/main" id="{5CA8B3C1-F531-032A-9A7B-D25FD654048B}"/>
                  </a:ext>
                </a:extLst>
              </p:cNvPr>
              <p:cNvSpPr>
                <a:spLocks noChangeShapeType="1"/>
              </p:cNvSpPr>
              <p:nvPr/>
            </p:nvSpPr>
            <p:spPr bwMode="auto">
              <a:xfrm>
                <a:off x="1632" y="1572"/>
                <a:ext cx="11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grpSp>
        <p:grpSp>
          <p:nvGrpSpPr>
            <p:cNvPr id="363" name="Group 155">
              <a:extLst>
                <a:ext uri="{FF2B5EF4-FFF2-40B4-BE49-F238E27FC236}">
                  <a16:creationId xmlns:a16="http://schemas.microsoft.com/office/drawing/2014/main" id="{F04507BB-8D2C-EF70-6036-0B2EB7144C1A}"/>
                </a:ext>
              </a:extLst>
            </p:cNvPr>
            <p:cNvGrpSpPr>
              <a:grpSpLocks/>
            </p:cNvGrpSpPr>
            <p:nvPr/>
          </p:nvGrpSpPr>
          <p:grpSpPr bwMode="auto">
            <a:xfrm>
              <a:off x="2764" y="2182"/>
              <a:ext cx="803" cy="612"/>
              <a:chOff x="1173" y="1223"/>
              <a:chExt cx="803" cy="612"/>
            </a:xfrm>
          </p:grpSpPr>
          <p:sp>
            <p:nvSpPr>
              <p:cNvPr id="368" name="Text Box 156">
                <a:extLst>
                  <a:ext uri="{FF2B5EF4-FFF2-40B4-BE49-F238E27FC236}">
                    <a16:creationId xmlns:a16="http://schemas.microsoft.com/office/drawing/2014/main" id="{C26FFDA5-91DE-1B03-F3CC-3ED89F42A41A}"/>
                  </a:ext>
                </a:extLst>
              </p:cNvPr>
              <p:cNvSpPr txBox="1">
                <a:spLocks noChangeArrowheads="1"/>
              </p:cNvSpPr>
              <p:nvPr/>
            </p:nvSpPr>
            <p:spPr bwMode="auto">
              <a:xfrm>
                <a:off x="1173" y="1223"/>
                <a:ext cx="497" cy="612"/>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30KB</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210KB</a:t>
                </a:r>
              </a:p>
            </p:txBody>
          </p:sp>
          <p:sp>
            <p:nvSpPr>
              <p:cNvPr id="369" name="Line 157">
                <a:extLst>
                  <a:ext uri="{FF2B5EF4-FFF2-40B4-BE49-F238E27FC236}">
                    <a16:creationId xmlns:a16="http://schemas.microsoft.com/office/drawing/2014/main" id="{CDB1A035-2BD1-15D4-EBC2-BC8832457364}"/>
                  </a:ext>
                </a:extLst>
              </p:cNvPr>
              <p:cNvSpPr>
                <a:spLocks noChangeShapeType="1"/>
              </p:cNvSpPr>
              <p:nvPr/>
            </p:nvSpPr>
            <p:spPr bwMode="auto">
              <a:xfrm>
                <a:off x="1173" y="1370"/>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70" name="Line 158">
                <a:extLst>
                  <a:ext uri="{FF2B5EF4-FFF2-40B4-BE49-F238E27FC236}">
                    <a16:creationId xmlns:a16="http://schemas.microsoft.com/office/drawing/2014/main" id="{FC5CBEE2-30F7-2627-A08D-225E543207DE}"/>
                  </a:ext>
                </a:extLst>
              </p:cNvPr>
              <p:cNvSpPr>
                <a:spLocks noChangeShapeType="1"/>
              </p:cNvSpPr>
              <p:nvPr/>
            </p:nvSpPr>
            <p:spPr bwMode="auto">
              <a:xfrm>
                <a:off x="1173" y="1517"/>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71" name="Line 159">
                <a:extLst>
                  <a:ext uri="{FF2B5EF4-FFF2-40B4-BE49-F238E27FC236}">
                    <a16:creationId xmlns:a16="http://schemas.microsoft.com/office/drawing/2014/main" id="{CFF09F7A-91F0-A462-963C-A211605B5314}"/>
                  </a:ext>
                </a:extLst>
              </p:cNvPr>
              <p:cNvSpPr>
                <a:spLocks noChangeShapeType="1"/>
              </p:cNvSpPr>
              <p:nvPr/>
            </p:nvSpPr>
            <p:spPr bwMode="auto">
              <a:xfrm>
                <a:off x="1173" y="1673"/>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72" name="Line 160">
                <a:extLst>
                  <a:ext uri="{FF2B5EF4-FFF2-40B4-BE49-F238E27FC236}">
                    <a16:creationId xmlns:a16="http://schemas.microsoft.com/office/drawing/2014/main" id="{27218552-FE6E-CE07-8C38-B42C3759A276}"/>
                  </a:ext>
                </a:extLst>
              </p:cNvPr>
              <p:cNvSpPr>
                <a:spLocks noChangeShapeType="1"/>
              </p:cNvSpPr>
              <p:nvPr/>
            </p:nvSpPr>
            <p:spPr bwMode="auto">
              <a:xfrm flipV="1">
                <a:off x="1747" y="1223"/>
                <a:ext cx="0" cy="34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73" name="Line 161">
                <a:extLst>
                  <a:ext uri="{FF2B5EF4-FFF2-40B4-BE49-F238E27FC236}">
                    <a16:creationId xmlns:a16="http://schemas.microsoft.com/office/drawing/2014/main" id="{154B577E-E17F-6518-0492-72698361BF11}"/>
                  </a:ext>
                </a:extLst>
              </p:cNvPr>
              <p:cNvSpPr>
                <a:spLocks noChangeShapeType="1"/>
              </p:cNvSpPr>
              <p:nvPr/>
            </p:nvSpPr>
            <p:spPr bwMode="auto">
              <a:xfrm>
                <a:off x="1747" y="1223"/>
                <a:ext cx="229"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74" name="Line 162">
                <a:extLst>
                  <a:ext uri="{FF2B5EF4-FFF2-40B4-BE49-F238E27FC236}">
                    <a16:creationId xmlns:a16="http://schemas.microsoft.com/office/drawing/2014/main" id="{30E99DEB-5F50-001D-D81A-EF6F130E3D80}"/>
                  </a:ext>
                </a:extLst>
              </p:cNvPr>
              <p:cNvSpPr>
                <a:spLocks noChangeShapeType="1"/>
              </p:cNvSpPr>
              <p:nvPr/>
            </p:nvSpPr>
            <p:spPr bwMode="auto">
              <a:xfrm>
                <a:off x="1632" y="1572"/>
                <a:ext cx="11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grpSp>
        <p:sp>
          <p:nvSpPr>
            <p:cNvPr id="364" name="Text Box 163">
              <a:extLst>
                <a:ext uri="{FF2B5EF4-FFF2-40B4-BE49-F238E27FC236}">
                  <a16:creationId xmlns:a16="http://schemas.microsoft.com/office/drawing/2014/main" id="{7E7A1A1F-C932-7132-748C-7CFBFF370970}"/>
                </a:ext>
              </a:extLst>
            </p:cNvPr>
            <p:cNvSpPr txBox="1">
              <a:spLocks noChangeArrowheads="1"/>
            </p:cNvSpPr>
            <p:nvPr/>
          </p:nvSpPr>
          <p:spPr bwMode="auto">
            <a:xfrm>
              <a:off x="3569" y="2181"/>
              <a:ext cx="497" cy="612"/>
            </a:xfrm>
            <a:prstGeom prst="rect">
              <a:avLst/>
            </a:prstGeom>
            <a:solidFill>
              <a:srgbClr val="FFFFCC"/>
            </a:solidFill>
            <a:ln w="9525">
              <a:solidFill>
                <a:srgbClr val="000000"/>
              </a:solidFill>
              <a:miter lim="800000"/>
              <a:headEnd/>
              <a:tailEnd/>
            </a:ln>
          </p:spPr>
          <p:txBody>
            <a:bodyPr/>
            <a:lstStyle/>
            <a:p>
              <a:pPr algn="just" fontAlgn="base">
                <a:lnSpc>
                  <a:spcPct val="80000"/>
                </a:lnSpc>
                <a:spcBef>
                  <a:spcPct val="30000"/>
                </a:spcBef>
                <a:spcAft>
                  <a:spcPct val="0"/>
                </a:spcAft>
                <a:defRPr/>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Bef>
                  <a:spcPct val="30000"/>
                </a:spcBef>
                <a:spcAft>
                  <a:spcPct val="0"/>
                </a:spcAft>
                <a:defRPr/>
              </a:pPr>
              <a:r>
                <a:rPr kumimoji="1" lang="en-US" altLang="zh-CN" sz="1400" b="1">
                  <a:solidFill>
                    <a:srgbClr val="000000"/>
                  </a:solidFill>
                  <a:latin typeface="Times New Roman" panose="02020603050405020304" pitchFamily="18" charset="0"/>
                  <a:ea typeface="宋体" panose="02010600030101010101" pitchFamily="2" charset="-122"/>
                </a:rPr>
                <a:t>  46KB</a:t>
              </a:r>
            </a:p>
            <a:p>
              <a:pPr algn="just" fontAlgn="base">
                <a:lnSpc>
                  <a:spcPct val="80000"/>
                </a:lnSpc>
                <a:spcBef>
                  <a:spcPct val="30000"/>
                </a:spcBef>
                <a:spcAft>
                  <a:spcPct val="0"/>
                </a:spcAft>
                <a:defRPr/>
              </a:pPr>
              <a:r>
                <a:rPr kumimoji="1" lang="en-US" altLang="zh-CN" sz="1400" b="1">
                  <a:solidFill>
                    <a:srgbClr val="000000"/>
                  </a:solidFill>
                  <a:latin typeface="Times New Roman" panose="02020603050405020304" pitchFamily="18" charset="0"/>
                  <a:ea typeface="宋体" panose="02010600030101010101" pitchFamily="2" charset="-122"/>
                </a:rPr>
                <a:t>    </a:t>
              </a:r>
              <a:r>
                <a:rPr kumimoji="1" lang="en-US" altLang="zh-CN" sz="1400" b="1">
                  <a:solidFill>
                    <a:srgbClr val="000000"/>
                  </a:solidFill>
                  <a:latin typeface="Arial" panose="020B0604020202020204" pitchFamily="34" charset="0"/>
                  <a:ea typeface="宋体" panose="02010600030101010101" pitchFamily="2" charset="-122"/>
                  <a:sym typeface="Symbol" panose="05050102010706020507" pitchFamily="18" charset="2"/>
                </a:rPr>
                <a:t></a:t>
              </a:r>
              <a:r>
                <a:rPr kumimoji="1" lang="en-US" altLang="zh-CN" sz="1400" b="1">
                  <a:solidFill>
                    <a:srgbClr val="4138FA"/>
                  </a:solidFill>
                  <a:effectLst>
                    <a:outerShdw blurRad="38100" dist="38100" dir="2700000" algn="tl">
                      <a:srgbClr val="000000"/>
                    </a:outerShdw>
                  </a:effectLst>
                  <a:latin typeface="Arial" panose="020B0604020202020204" pitchFamily="34" charset="0"/>
                  <a:ea typeface="宋体" panose="02010600030101010101" pitchFamily="2" charset="-122"/>
                </a:rPr>
                <a:t> </a:t>
              </a:r>
              <a:endParaRPr kumimoji="1" lang="en-US" altLang="zh-CN" sz="1400" b="1">
                <a:solidFill>
                  <a:srgbClr val="000000"/>
                </a:solidFill>
                <a:latin typeface="Times New Roman" panose="02020603050405020304" pitchFamily="18" charset="0"/>
                <a:ea typeface="宋体" panose="02010600030101010101" pitchFamily="2" charset="-122"/>
              </a:endParaRPr>
            </a:p>
          </p:txBody>
        </p:sp>
        <p:sp>
          <p:nvSpPr>
            <p:cNvPr id="365" name="Line 164">
              <a:extLst>
                <a:ext uri="{FF2B5EF4-FFF2-40B4-BE49-F238E27FC236}">
                  <a16:creationId xmlns:a16="http://schemas.microsoft.com/office/drawing/2014/main" id="{14F8014F-EB58-3C39-E5F8-37DB46C05E59}"/>
                </a:ext>
              </a:extLst>
            </p:cNvPr>
            <p:cNvSpPr>
              <a:spLocks noChangeShapeType="1"/>
            </p:cNvSpPr>
            <p:nvPr/>
          </p:nvSpPr>
          <p:spPr bwMode="auto">
            <a:xfrm>
              <a:off x="3569" y="2328"/>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66" name="Line 165">
              <a:extLst>
                <a:ext uri="{FF2B5EF4-FFF2-40B4-BE49-F238E27FC236}">
                  <a16:creationId xmlns:a16="http://schemas.microsoft.com/office/drawing/2014/main" id="{C80E2C96-0010-248E-0BF4-34465DB10462}"/>
                </a:ext>
              </a:extLst>
            </p:cNvPr>
            <p:cNvSpPr>
              <a:spLocks noChangeShapeType="1"/>
            </p:cNvSpPr>
            <p:nvPr/>
          </p:nvSpPr>
          <p:spPr bwMode="auto">
            <a:xfrm>
              <a:off x="3569" y="2475"/>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367" name="Line 166">
              <a:extLst>
                <a:ext uri="{FF2B5EF4-FFF2-40B4-BE49-F238E27FC236}">
                  <a16:creationId xmlns:a16="http://schemas.microsoft.com/office/drawing/2014/main" id="{FF0B922B-DF28-2171-476D-BF4128CB245E}"/>
                </a:ext>
              </a:extLst>
            </p:cNvPr>
            <p:cNvSpPr>
              <a:spLocks noChangeShapeType="1"/>
            </p:cNvSpPr>
            <p:nvPr/>
          </p:nvSpPr>
          <p:spPr bwMode="auto">
            <a:xfrm>
              <a:off x="3569" y="2631"/>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grpSp>
      <p:sp>
        <p:nvSpPr>
          <p:cNvPr id="389" name="Text Box 167">
            <a:extLst>
              <a:ext uri="{FF2B5EF4-FFF2-40B4-BE49-F238E27FC236}">
                <a16:creationId xmlns:a16="http://schemas.microsoft.com/office/drawing/2014/main" id="{3B485A0B-7C75-9009-34EF-4CFC555E05E6}"/>
              </a:ext>
            </a:extLst>
          </p:cNvPr>
          <p:cNvSpPr txBox="1">
            <a:spLocks noChangeArrowheads="1"/>
          </p:cNvSpPr>
          <p:nvPr/>
        </p:nvSpPr>
        <p:spPr bwMode="auto">
          <a:xfrm>
            <a:off x="8566795" y="5441510"/>
            <a:ext cx="1649413"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fontAlgn="base">
              <a:lnSpc>
                <a:spcPct val="100000"/>
              </a:lnSpc>
              <a:spcAft>
                <a:spcPct val="0"/>
              </a:spcAft>
              <a:buClrTx/>
              <a:buSzTx/>
              <a:buFontTx/>
              <a:buNone/>
            </a:pPr>
            <a:r>
              <a:rPr kumimoji="1" lang="zh-CN" altLang="en-US" sz="1600">
                <a:solidFill>
                  <a:srgbClr val="000000"/>
                </a:solidFill>
                <a:latin typeface="Times New Roman" panose="02020603050405020304" pitchFamily="18" charset="0"/>
                <a:ea typeface="宋体" panose="02010600030101010101" pitchFamily="2" charset="-122"/>
              </a:rPr>
              <a:t>主存分布示意图</a:t>
            </a:r>
          </a:p>
        </p:txBody>
      </p:sp>
    </p:spTree>
    <p:extLst>
      <p:ext uri="{BB962C8B-B14F-4D97-AF65-F5344CB8AC3E}">
        <p14:creationId xmlns:p14="http://schemas.microsoft.com/office/powerpoint/2010/main" val="38142701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分区存储管理</a:t>
            </a:r>
          </a:p>
        </p:txBody>
      </p:sp>
      <p:sp>
        <p:nvSpPr>
          <p:cNvPr id="3" name="Rectangle 3">
            <a:extLst>
              <a:ext uri="{FF2B5EF4-FFF2-40B4-BE49-F238E27FC236}">
                <a16:creationId xmlns:a16="http://schemas.microsoft.com/office/drawing/2014/main" id="{8119C30F-D118-E76C-E445-53BEFB41F772}"/>
              </a:ext>
            </a:extLst>
          </p:cNvPr>
          <p:cNvSpPr>
            <a:spLocks noChangeArrowheads="1"/>
          </p:cNvSpPr>
          <p:nvPr/>
        </p:nvSpPr>
        <p:spPr bwMode="auto">
          <a:xfrm>
            <a:off x="487822" y="931190"/>
            <a:ext cx="4514850"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30000"/>
              </a:lnSpc>
              <a:buFont typeface="Wingdings" panose="05000000000000000000" pitchFamily="2" charset="2"/>
              <a:buNone/>
            </a:pPr>
            <a:r>
              <a:rPr lang="en-US" altLang="zh-CN" sz="2400" dirty="0">
                <a:solidFill>
                  <a:schemeClr val="tx1"/>
                </a:solidFill>
                <a:latin typeface="宋体" panose="02010600030101010101" pitchFamily="2" charset="-122"/>
              </a:rPr>
              <a:t>ⅲ </a:t>
            </a:r>
            <a:r>
              <a:rPr lang="zh-CN" altLang="en-US" sz="2400" dirty="0">
                <a:solidFill>
                  <a:schemeClr val="tx1"/>
                </a:solidFill>
                <a:latin typeface="Times New Roman" panose="02020603050405020304" pitchFamily="18" charset="0"/>
              </a:rPr>
              <a:t>最坏适应算法</a:t>
            </a:r>
            <a:r>
              <a:rPr lang="zh-CN" altLang="en-US" sz="2400" b="0" dirty="0">
                <a:solidFill>
                  <a:schemeClr val="tx1"/>
                </a:solidFill>
                <a:latin typeface="Times New Roman" panose="02020603050405020304" pitchFamily="18" charset="0"/>
              </a:rPr>
              <a:t>        </a:t>
            </a:r>
          </a:p>
        </p:txBody>
      </p:sp>
      <p:sp>
        <p:nvSpPr>
          <p:cNvPr id="130" name="Rectangle 32">
            <a:extLst>
              <a:ext uri="{FF2B5EF4-FFF2-40B4-BE49-F238E27FC236}">
                <a16:creationId xmlns:a16="http://schemas.microsoft.com/office/drawing/2014/main" id="{E3CEB6CA-17F2-AB5D-69FE-589342325BCF}"/>
              </a:ext>
            </a:extLst>
          </p:cNvPr>
          <p:cNvSpPr>
            <a:spLocks noChangeArrowheads="1"/>
          </p:cNvSpPr>
          <p:nvPr/>
        </p:nvSpPr>
        <p:spPr bwMode="auto">
          <a:xfrm>
            <a:off x="1551363" y="3290448"/>
            <a:ext cx="6443662" cy="2319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fontAlgn="base">
              <a:lnSpc>
                <a:spcPct val="130000"/>
              </a:lnSpc>
              <a:spcAft>
                <a:spcPct val="0"/>
              </a:spcAft>
              <a:buClr>
                <a:srgbClr val="FF9900"/>
              </a:buClr>
              <a:buFont typeface="Wingdings" panose="05000000000000000000" pitchFamily="2" charset="2"/>
              <a:buNone/>
            </a:pPr>
            <a:r>
              <a:rPr lang="en-US" altLang="zh-CN" sz="2400">
                <a:solidFill>
                  <a:srgbClr val="000000"/>
                </a:solidFill>
                <a:latin typeface="Times New Roman" panose="02020603050405020304" pitchFamily="18" charset="0"/>
                <a:ea typeface="宋体" panose="02010600030101010101" pitchFamily="2" charset="-122"/>
              </a:rPr>
              <a:t>     </a:t>
            </a:r>
            <a:r>
              <a:rPr lang="zh-CN" altLang="en-US" sz="2400">
                <a:solidFill>
                  <a:srgbClr val="000000"/>
                </a:solidFill>
                <a:latin typeface="Times New Roman" panose="02020603050405020304" pitchFamily="18" charset="0"/>
                <a:ea typeface="宋体" panose="02010600030101010101" pitchFamily="2" charset="-122"/>
              </a:rPr>
              <a:t>程序</a:t>
            </a:r>
            <a:r>
              <a:rPr lang="en-US" altLang="zh-CN" sz="2400">
                <a:solidFill>
                  <a:srgbClr val="000000"/>
                </a:solidFill>
                <a:latin typeface="Times New Roman" panose="02020603050405020304" pitchFamily="18" charset="0"/>
                <a:ea typeface="宋体" panose="02010600030101010101" pitchFamily="2" charset="-122"/>
              </a:rPr>
              <a:t>A</a:t>
            </a:r>
            <a:r>
              <a:rPr lang="zh-CN" altLang="en-US" sz="2400">
                <a:solidFill>
                  <a:srgbClr val="000000"/>
                </a:solidFill>
                <a:latin typeface="Times New Roman" panose="02020603050405020304" pitchFamily="18" charset="0"/>
                <a:ea typeface="宋体" panose="02010600030101010101" pitchFamily="2" charset="-122"/>
              </a:rPr>
              <a:t>要求</a:t>
            </a:r>
            <a:r>
              <a:rPr lang="en-US" altLang="zh-CN" sz="2400">
                <a:solidFill>
                  <a:srgbClr val="000000"/>
                </a:solidFill>
                <a:latin typeface="Times New Roman" panose="02020603050405020304" pitchFamily="18" charset="0"/>
                <a:ea typeface="宋体" panose="02010600030101010101" pitchFamily="2" charset="-122"/>
              </a:rPr>
              <a:t>18KB</a:t>
            </a:r>
          </a:p>
          <a:p>
            <a:pPr fontAlgn="base">
              <a:lnSpc>
                <a:spcPct val="130000"/>
              </a:lnSpc>
              <a:spcAft>
                <a:spcPct val="0"/>
              </a:spcAft>
              <a:buClr>
                <a:srgbClr val="FF9900"/>
              </a:buClr>
              <a:buFont typeface="Wingdings" panose="05000000000000000000" pitchFamily="2" charset="2"/>
              <a:buNone/>
            </a:pPr>
            <a:r>
              <a:rPr lang="en-US" altLang="zh-CN" sz="2400">
                <a:solidFill>
                  <a:srgbClr val="000000"/>
                </a:solidFill>
                <a:latin typeface="Times New Roman" panose="02020603050405020304" pitchFamily="18" charset="0"/>
                <a:ea typeface="宋体" panose="02010600030101010101" pitchFamily="2" charset="-122"/>
              </a:rPr>
              <a:t>            </a:t>
            </a:r>
            <a:r>
              <a:rPr lang="zh-CN" altLang="en-US" sz="2400">
                <a:solidFill>
                  <a:srgbClr val="000000"/>
                </a:solidFill>
                <a:latin typeface="Times New Roman" panose="02020603050405020304" pitchFamily="18" charset="0"/>
                <a:ea typeface="宋体" panose="02010600030101010101" pitchFamily="2" charset="-122"/>
              </a:rPr>
              <a:t>程序</a:t>
            </a:r>
            <a:r>
              <a:rPr lang="en-US" altLang="zh-CN" sz="2400">
                <a:solidFill>
                  <a:srgbClr val="000000"/>
                </a:solidFill>
                <a:latin typeface="Times New Roman" panose="02020603050405020304" pitchFamily="18" charset="0"/>
                <a:ea typeface="宋体" panose="02010600030101010101" pitchFamily="2" charset="-122"/>
              </a:rPr>
              <a:t>B</a:t>
            </a:r>
            <a:r>
              <a:rPr lang="zh-CN" altLang="en-US" sz="2400">
                <a:solidFill>
                  <a:srgbClr val="000000"/>
                </a:solidFill>
                <a:latin typeface="Times New Roman" panose="02020603050405020304" pitchFamily="18" charset="0"/>
                <a:ea typeface="宋体" panose="02010600030101010101" pitchFamily="2" charset="-122"/>
              </a:rPr>
              <a:t>要求</a:t>
            </a:r>
            <a:r>
              <a:rPr lang="en-US" altLang="zh-CN" sz="2400">
                <a:solidFill>
                  <a:srgbClr val="000000"/>
                </a:solidFill>
                <a:latin typeface="Times New Roman" panose="02020603050405020304" pitchFamily="18" charset="0"/>
                <a:ea typeface="宋体" panose="02010600030101010101" pitchFamily="2" charset="-122"/>
              </a:rPr>
              <a:t>25KB</a:t>
            </a:r>
          </a:p>
          <a:p>
            <a:pPr fontAlgn="base">
              <a:lnSpc>
                <a:spcPct val="130000"/>
              </a:lnSpc>
              <a:spcAft>
                <a:spcPct val="0"/>
              </a:spcAft>
              <a:buClr>
                <a:srgbClr val="FF9900"/>
              </a:buClr>
              <a:buFont typeface="Wingdings" panose="05000000000000000000" pitchFamily="2" charset="2"/>
              <a:buNone/>
            </a:pPr>
            <a:r>
              <a:rPr lang="en-US" altLang="zh-CN" sz="2400">
                <a:solidFill>
                  <a:srgbClr val="000000"/>
                </a:solidFill>
                <a:latin typeface="Times New Roman" panose="02020603050405020304" pitchFamily="18" charset="0"/>
                <a:ea typeface="宋体" panose="02010600030101010101" pitchFamily="2" charset="-122"/>
              </a:rPr>
              <a:t>            </a:t>
            </a:r>
            <a:r>
              <a:rPr lang="zh-CN" altLang="en-US" sz="2400">
                <a:solidFill>
                  <a:srgbClr val="000000"/>
                </a:solidFill>
                <a:latin typeface="Times New Roman" panose="02020603050405020304" pitchFamily="18" charset="0"/>
                <a:ea typeface="宋体" panose="02010600030101010101" pitchFamily="2" charset="-122"/>
              </a:rPr>
              <a:t>程序</a:t>
            </a:r>
            <a:r>
              <a:rPr lang="en-US" altLang="zh-CN" sz="2400">
                <a:solidFill>
                  <a:srgbClr val="000000"/>
                </a:solidFill>
                <a:latin typeface="Times New Roman" panose="02020603050405020304" pitchFamily="18" charset="0"/>
                <a:ea typeface="宋体" panose="02010600030101010101" pitchFamily="2" charset="-122"/>
              </a:rPr>
              <a:t>C</a:t>
            </a:r>
            <a:r>
              <a:rPr lang="zh-CN" altLang="en-US" sz="2400">
                <a:solidFill>
                  <a:srgbClr val="000000"/>
                </a:solidFill>
                <a:latin typeface="Times New Roman" panose="02020603050405020304" pitchFamily="18" charset="0"/>
                <a:ea typeface="宋体" panose="02010600030101010101" pitchFamily="2" charset="-122"/>
              </a:rPr>
              <a:t>要求</a:t>
            </a:r>
            <a:r>
              <a:rPr lang="en-US" altLang="zh-CN" sz="2400">
                <a:solidFill>
                  <a:srgbClr val="000000"/>
                </a:solidFill>
                <a:latin typeface="Times New Roman" panose="02020603050405020304" pitchFamily="18" charset="0"/>
                <a:ea typeface="宋体" panose="02010600030101010101" pitchFamily="2" charset="-122"/>
              </a:rPr>
              <a:t>30KB</a:t>
            </a:r>
          </a:p>
          <a:p>
            <a:pPr fontAlgn="base">
              <a:lnSpc>
                <a:spcPct val="130000"/>
              </a:lnSpc>
              <a:spcAft>
                <a:spcPct val="0"/>
              </a:spcAft>
              <a:buClr>
                <a:srgbClr val="FF9900"/>
              </a:buClr>
              <a:buFont typeface="Wingdings" panose="05000000000000000000" pitchFamily="2" charset="2"/>
              <a:buNone/>
            </a:pPr>
            <a:r>
              <a:rPr lang="en-US" altLang="zh-CN" sz="2400">
                <a:solidFill>
                  <a:srgbClr val="000000"/>
                </a:solidFill>
                <a:latin typeface="Times New Roman" panose="02020603050405020304" pitchFamily="18" charset="0"/>
                <a:ea typeface="宋体" panose="02010600030101010101" pitchFamily="2" charset="-122"/>
              </a:rPr>
              <a:t>            </a:t>
            </a:r>
            <a:r>
              <a:rPr lang="zh-CN" altLang="en-US" sz="2400" b="1">
                <a:solidFill>
                  <a:srgbClr val="000000"/>
                </a:solidFill>
                <a:latin typeface="Times New Roman" panose="02020603050405020304" pitchFamily="18" charset="0"/>
                <a:ea typeface="宋体" panose="02010600030101010101" pitchFamily="2" charset="-122"/>
              </a:rPr>
              <a:t>最坏适应算法对该程序序列是不合适的 </a:t>
            </a:r>
          </a:p>
        </p:txBody>
      </p:sp>
      <p:grpSp>
        <p:nvGrpSpPr>
          <p:cNvPr id="131" name="Group 102">
            <a:extLst>
              <a:ext uri="{FF2B5EF4-FFF2-40B4-BE49-F238E27FC236}">
                <a16:creationId xmlns:a16="http://schemas.microsoft.com/office/drawing/2014/main" id="{BD919567-746E-EFF4-7D49-D00C7896D256}"/>
              </a:ext>
            </a:extLst>
          </p:cNvPr>
          <p:cNvGrpSpPr>
            <a:grpSpLocks/>
          </p:cNvGrpSpPr>
          <p:nvPr/>
        </p:nvGrpSpPr>
        <p:grpSpPr bwMode="auto">
          <a:xfrm>
            <a:off x="7850563" y="1626748"/>
            <a:ext cx="2225675" cy="3611562"/>
            <a:chOff x="4185" y="1105"/>
            <a:chExt cx="1402" cy="2275"/>
          </a:xfrm>
        </p:grpSpPr>
        <p:sp>
          <p:nvSpPr>
            <p:cNvPr id="132" name="Rectangle 6">
              <a:extLst>
                <a:ext uri="{FF2B5EF4-FFF2-40B4-BE49-F238E27FC236}">
                  <a16:creationId xmlns:a16="http://schemas.microsoft.com/office/drawing/2014/main" id="{0BCA9C6D-0D7E-5D1F-93AE-067D57B6DA8C}"/>
                </a:ext>
              </a:extLst>
            </p:cNvPr>
            <p:cNvSpPr>
              <a:spLocks noChangeArrowheads="1"/>
            </p:cNvSpPr>
            <p:nvPr/>
          </p:nvSpPr>
          <p:spPr bwMode="auto">
            <a:xfrm>
              <a:off x="4709" y="1846"/>
              <a:ext cx="874" cy="255"/>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33" name="Text Box 7">
              <a:extLst>
                <a:ext uri="{FF2B5EF4-FFF2-40B4-BE49-F238E27FC236}">
                  <a16:creationId xmlns:a16="http://schemas.microsoft.com/office/drawing/2014/main" id="{0F915E9D-2907-1092-DE5B-7E3AA0C945C3}"/>
                </a:ext>
              </a:extLst>
            </p:cNvPr>
            <p:cNvSpPr txBox="1">
              <a:spLocks noChangeArrowheads="1"/>
            </p:cNvSpPr>
            <p:nvPr/>
          </p:nvSpPr>
          <p:spPr bwMode="auto">
            <a:xfrm>
              <a:off x="4709" y="1208"/>
              <a:ext cx="874" cy="1914"/>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100000"/>
                </a:lnSpc>
                <a:spcBef>
                  <a:spcPct val="0"/>
                </a:spcBef>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a:t>
              </a:r>
              <a:r>
                <a:rPr kumimoji="1" lang="en-US" altLang="zh-CN" sz="1600" b="1">
                  <a:solidFill>
                    <a:srgbClr val="000000"/>
                  </a:solidFill>
                  <a:latin typeface="Times New Roman" panose="02020603050405020304" pitchFamily="18" charset="0"/>
                  <a:ea typeface="宋体" panose="02010600030101010101" pitchFamily="2" charset="-122"/>
                </a:rPr>
                <a:t>os</a:t>
              </a:r>
            </a:p>
            <a:p>
              <a:pPr algn="just" fontAlgn="base">
                <a:lnSpc>
                  <a:spcPct val="100000"/>
                </a:lnSpc>
                <a:spcBef>
                  <a:spcPct val="0"/>
                </a:spcBef>
                <a:spcAft>
                  <a:spcPct val="0"/>
                </a:spcAft>
                <a:buClrTx/>
                <a:buSzTx/>
                <a:buFontTx/>
                <a:buNone/>
              </a:pPr>
              <a:endParaRPr kumimoji="1" lang="en-US" altLang="zh-CN" sz="1600" b="1">
                <a:solidFill>
                  <a:srgbClr val="000000"/>
                </a:solidFill>
                <a:latin typeface="Times New Roman" panose="02020603050405020304" pitchFamily="18" charset="0"/>
                <a:ea typeface="宋体" panose="02010600030101010101" pitchFamily="2" charset="-122"/>
              </a:endParaRPr>
            </a:p>
          </p:txBody>
        </p:sp>
        <p:sp>
          <p:nvSpPr>
            <p:cNvPr id="134" name="Line 8">
              <a:extLst>
                <a:ext uri="{FF2B5EF4-FFF2-40B4-BE49-F238E27FC236}">
                  <a16:creationId xmlns:a16="http://schemas.microsoft.com/office/drawing/2014/main" id="{B7BB6441-F9ED-B2AF-F591-26FAC6F02772}"/>
                </a:ext>
              </a:extLst>
            </p:cNvPr>
            <p:cNvSpPr>
              <a:spLocks noChangeShapeType="1"/>
            </p:cNvSpPr>
            <p:nvPr/>
          </p:nvSpPr>
          <p:spPr bwMode="auto">
            <a:xfrm>
              <a:off x="4714" y="1441"/>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35" name="Text Box 9">
              <a:extLst>
                <a:ext uri="{FF2B5EF4-FFF2-40B4-BE49-F238E27FC236}">
                  <a16:creationId xmlns:a16="http://schemas.microsoft.com/office/drawing/2014/main" id="{8107F4F6-0B9D-F286-CE42-2D39E5DBD935}"/>
                </a:ext>
              </a:extLst>
            </p:cNvPr>
            <p:cNvSpPr txBox="1">
              <a:spLocks noChangeArrowheads="1"/>
            </p:cNvSpPr>
            <p:nvPr/>
          </p:nvSpPr>
          <p:spPr bwMode="auto">
            <a:xfrm>
              <a:off x="4816" y="2515"/>
              <a:ext cx="66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fontAlgn="base">
                <a:lnSpc>
                  <a:spcPct val="100000"/>
                </a:lnSpc>
                <a:spcBef>
                  <a:spcPct val="50000"/>
                </a:spcBef>
                <a:spcAft>
                  <a:spcPct val="0"/>
                </a:spcAft>
                <a:buClrTx/>
                <a:buSzTx/>
                <a:buFontTx/>
                <a:buNone/>
              </a:pPr>
              <a:r>
                <a:rPr kumimoji="1" lang="zh-CN" altLang="en-US" sz="1400" b="1">
                  <a:solidFill>
                    <a:srgbClr val="000000"/>
                  </a:solidFill>
                  <a:latin typeface="Times New Roman" panose="02020603050405020304" pitchFamily="18" charset="0"/>
                  <a:ea typeface="宋体" panose="02010600030101010101" pitchFamily="2" charset="-122"/>
                </a:rPr>
                <a:t>在使用</a:t>
              </a:r>
            </a:p>
          </p:txBody>
        </p:sp>
        <p:sp>
          <p:nvSpPr>
            <p:cNvPr id="136" name="Line 10">
              <a:extLst>
                <a:ext uri="{FF2B5EF4-FFF2-40B4-BE49-F238E27FC236}">
                  <a16:creationId xmlns:a16="http://schemas.microsoft.com/office/drawing/2014/main" id="{226B36D0-178E-C4DA-AD0E-DF512F3A4CF4}"/>
                </a:ext>
              </a:extLst>
            </p:cNvPr>
            <p:cNvSpPr>
              <a:spLocks noChangeShapeType="1"/>
            </p:cNvSpPr>
            <p:nvPr/>
          </p:nvSpPr>
          <p:spPr bwMode="auto">
            <a:xfrm>
              <a:off x="4714" y="1628"/>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37" name="Line 11">
              <a:extLst>
                <a:ext uri="{FF2B5EF4-FFF2-40B4-BE49-F238E27FC236}">
                  <a16:creationId xmlns:a16="http://schemas.microsoft.com/office/drawing/2014/main" id="{F52EEF80-DF1E-1E4F-1F35-5CA309DD83BA}"/>
                </a:ext>
              </a:extLst>
            </p:cNvPr>
            <p:cNvSpPr>
              <a:spLocks noChangeShapeType="1"/>
            </p:cNvSpPr>
            <p:nvPr/>
          </p:nvSpPr>
          <p:spPr bwMode="auto">
            <a:xfrm>
              <a:off x="4714" y="2095"/>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38" name="Text Box 12">
              <a:extLst>
                <a:ext uri="{FF2B5EF4-FFF2-40B4-BE49-F238E27FC236}">
                  <a16:creationId xmlns:a16="http://schemas.microsoft.com/office/drawing/2014/main" id="{3F7697D9-507F-9567-994B-4257EF08CAEE}"/>
                </a:ext>
              </a:extLst>
            </p:cNvPr>
            <p:cNvSpPr txBox="1">
              <a:spLocks noChangeArrowheads="1"/>
            </p:cNvSpPr>
            <p:nvPr/>
          </p:nvSpPr>
          <p:spPr bwMode="auto">
            <a:xfrm>
              <a:off x="4816" y="1628"/>
              <a:ext cx="66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fontAlgn="base">
                <a:lnSpc>
                  <a:spcPct val="100000"/>
                </a:lnSpc>
                <a:spcBef>
                  <a:spcPct val="50000"/>
                </a:spcBef>
                <a:spcAft>
                  <a:spcPct val="0"/>
                </a:spcAft>
                <a:buClrTx/>
                <a:buSzTx/>
                <a:buFontTx/>
                <a:buNone/>
              </a:pPr>
              <a:r>
                <a:rPr kumimoji="1" lang="zh-CN" altLang="en-US" sz="1400" b="1">
                  <a:solidFill>
                    <a:srgbClr val="000000"/>
                  </a:solidFill>
                  <a:latin typeface="Times New Roman" panose="02020603050405020304" pitchFamily="18" charset="0"/>
                  <a:ea typeface="宋体" panose="02010600030101010101" pitchFamily="2" charset="-122"/>
                </a:rPr>
                <a:t>在使用</a:t>
              </a:r>
            </a:p>
          </p:txBody>
        </p:sp>
        <p:sp>
          <p:nvSpPr>
            <p:cNvPr id="139" name="Line 13">
              <a:extLst>
                <a:ext uri="{FF2B5EF4-FFF2-40B4-BE49-F238E27FC236}">
                  <a16:creationId xmlns:a16="http://schemas.microsoft.com/office/drawing/2014/main" id="{72457A8C-8B97-ADBB-885B-2BE4EB98225B}"/>
                </a:ext>
              </a:extLst>
            </p:cNvPr>
            <p:cNvSpPr>
              <a:spLocks noChangeShapeType="1"/>
            </p:cNvSpPr>
            <p:nvPr/>
          </p:nvSpPr>
          <p:spPr bwMode="auto">
            <a:xfrm>
              <a:off x="4714" y="2328"/>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40" name="Text Box 14">
              <a:extLst>
                <a:ext uri="{FF2B5EF4-FFF2-40B4-BE49-F238E27FC236}">
                  <a16:creationId xmlns:a16="http://schemas.microsoft.com/office/drawing/2014/main" id="{E5549506-848E-3B5F-FBC4-422991D2DE9E}"/>
                </a:ext>
              </a:extLst>
            </p:cNvPr>
            <p:cNvSpPr txBox="1">
              <a:spLocks noChangeArrowheads="1"/>
            </p:cNvSpPr>
            <p:nvPr/>
          </p:nvSpPr>
          <p:spPr bwMode="auto">
            <a:xfrm>
              <a:off x="4816" y="2104"/>
              <a:ext cx="66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fontAlgn="base">
                <a:lnSpc>
                  <a:spcPct val="100000"/>
                </a:lnSpc>
                <a:spcBef>
                  <a:spcPct val="50000"/>
                </a:spcBef>
                <a:spcAft>
                  <a:spcPct val="0"/>
                </a:spcAft>
                <a:buClrTx/>
                <a:buSzTx/>
                <a:buFontTx/>
                <a:buNone/>
              </a:pPr>
              <a:r>
                <a:rPr kumimoji="1" lang="zh-CN" altLang="en-US" sz="1400" b="1">
                  <a:solidFill>
                    <a:srgbClr val="000000"/>
                  </a:solidFill>
                  <a:latin typeface="Times New Roman" panose="02020603050405020304" pitchFamily="18" charset="0"/>
                  <a:ea typeface="宋体" panose="02010600030101010101" pitchFamily="2" charset="-122"/>
                </a:rPr>
                <a:t>在使用</a:t>
              </a:r>
            </a:p>
          </p:txBody>
        </p:sp>
        <p:sp>
          <p:nvSpPr>
            <p:cNvPr id="141" name="Line 15">
              <a:extLst>
                <a:ext uri="{FF2B5EF4-FFF2-40B4-BE49-F238E27FC236}">
                  <a16:creationId xmlns:a16="http://schemas.microsoft.com/office/drawing/2014/main" id="{73C0F189-E3FD-849C-CC26-45AC0835454F}"/>
                </a:ext>
              </a:extLst>
            </p:cNvPr>
            <p:cNvSpPr>
              <a:spLocks noChangeShapeType="1"/>
            </p:cNvSpPr>
            <p:nvPr/>
          </p:nvSpPr>
          <p:spPr bwMode="auto">
            <a:xfrm>
              <a:off x="4714" y="2515"/>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42" name="Line 16">
              <a:extLst>
                <a:ext uri="{FF2B5EF4-FFF2-40B4-BE49-F238E27FC236}">
                  <a16:creationId xmlns:a16="http://schemas.microsoft.com/office/drawing/2014/main" id="{92145D28-07A6-01D4-4E00-87A644EC125F}"/>
                </a:ext>
              </a:extLst>
            </p:cNvPr>
            <p:cNvSpPr>
              <a:spLocks noChangeShapeType="1"/>
            </p:cNvSpPr>
            <p:nvPr/>
          </p:nvSpPr>
          <p:spPr bwMode="auto">
            <a:xfrm>
              <a:off x="4714" y="2749"/>
              <a:ext cx="87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43" name="Rectangle 17">
              <a:extLst>
                <a:ext uri="{FF2B5EF4-FFF2-40B4-BE49-F238E27FC236}">
                  <a16:creationId xmlns:a16="http://schemas.microsoft.com/office/drawing/2014/main" id="{3992F639-9754-CFF0-EBE7-CA09B4CDEE9E}"/>
                </a:ext>
              </a:extLst>
            </p:cNvPr>
            <p:cNvSpPr>
              <a:spLocks noChangeArrowheads="1"/>
            </p:cNvSpPr>
            <p:nvPr/>
          </p:nvSpPr>
          <p:spPr bwMode="auto">
            <a:xfrm>
              <a:off x="4714" y="1441"/>
              <a:ext cx="868" cy="187"/>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44" name="Text Box 18">
              <a:extLst>
                <a:ext uri="{FF2B5EF4-FFF2-40B4-BE49-F238E27FC236}">
                  <a16:creationId xmlns:a16="http://schemas.microsoft.com/office/drawing/2014/main" id="{83656306-2FFC-7892-207D-8663B632CC83}"/>
                </a:ext>
              </a:extLst>
            </p:cNvPr>
            <p:cNvSpPr txBox="1">
              <a:spLocks noChangeArrowheads="1"/>
            </p:cNvSpPr>
            <p:nvPr/>
          </p:nvSpPr>
          <p:spPr bwMode="auto">
            <a:xfrm>
              <a:off x="4868" y="1441"/>
              <a:ext cx="513"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100000"/>
                </a:lnSpc>
                <a:spcBef>
                  <a:spcPct val="0"/>
                </a:spcBef>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30KB</a:t>
              </a:r>
            </a:p>
          </p:txBody>
        </p:sp>
        <p:sp>
          <p:nvSpPr>
            <p:cNvPr id="145" name="Rectangle 19">
              <a:extLst>
                <a:ext uri="{FF2B5EF4-FFF2-40B4-BE49-F238E27FC236}">
                  <a16:creationId xmlns:a16="http://schemas.microsoft.com/office/drawing/2014/main" id="{69775B8D-D4E4-E1F6-3C33-F87135BE112D}"/>
                </a:ext>
              </a:extLst>
            </p:cNvPr>
            <p:cNvSpPr>
              <a:spLocks noChangeArrowheads="1"/>
            </p:cNvSpPr>
            <p:nvPr/>
          </p:nvSpPr>
          <p:spPr bwMode="auto">
            <a:xfrm>
              <a:off x="4714" y="2328"/>
              <a:ext cx="868" cy="187"/>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46" name="Text Box 20">
              <a:extLst>
                <a:ext uri="{FF2B5EF4-FFF2-40B4-BE49-F238E27FC236}">
                  <a16:creationId xmlns:a16="http://schemas.microsoft.com/office/drawing/2014/main" id="{0568C412-0051-1DFC-14E5-18467AD37F36}"/>
                </a:ext>
              </a:extLst>
            </p:cNvPr>
            <p:cNvSpPr txBox="1">
              <a:spLocks noChangeArrowheads="1"/>
            </p:cNvSpPr>
            <p:nvPr/>
          </p:nvSpPr>
          <p:spPr bwMode="auto">
            <a:xfrm>
              <a:off x="4919" y="2328"/>
              <a:ext cx="51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100000"/>
                </a:lnSpc>
                <a:spcBef>
                  <a:spcPct val="0"/>
                </a:spcBef>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5KB</a:t>
              </a:r>
            </a:p>
          </p:txBody>
        </p:sp>
        <p:sp>
          <p:nvSpPr>
            <p:cNvPr id="147" name="Rectangle 21">
              <a:extLst>
                <a:ext uri="{FF2B5EF4-FFF2-40B4-BE49-F238E27FC236}">
                  <a16:creationId xmlns:a16="http://schemas.microsoft.com/office/drawing/2014/main" id="{56DAE9F6-7EFE-56C6-841D-51BB4E2BC61B}"/>
                </a:ext>
              </a:extLst>
            </p:cNvPr>
            <p:cNvSpPr>
              <a:spLocks noChangeArrowheads="1"/>
            </p:cNvSpPr>
            <p:nvPr/>
          </p:nvSpPr>
          <p:spPr bwMode="auto">
            <a:xfrm>
              <a:off x="4714" y="2749"/>
              <a:ext cx="868" cy="373"/>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48" name="Text Box 22">
              <a:extLst>
                <a:ext uri="{FF2B5EF4-FFF2-40B4-BE49-F238E27FC236}">
                  <a16:creationId xmlns:a16="http://schemas.microsoft.com/office/drawing/2014/main" id="{B2A56049-3928-6C6B-3091-B642F67918EF}"/>
                </a:ext>
              </a:extLst>
            </p:cNvPr>
            <p:cNvSpPr txBox="1">
              <a:spLocks noChangeArrowheads="1"/>
            </p:cNvSpPr>
            <p:nvPr/>
          </p:nvSpPr>
          <p:spPr bwMode="auto">
            <a:xfrm>
              <a:off x="4919" y="2842"/>
              <a:ext cx="51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100000"/>
                </a:lnSpc>
                <a:spcBef>
                  <a:spcPct val="0"/>
                </a:spcBef>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46KB</a:t>
              </a:r>
            </a:p>
          </p:txBody>
        </p:sp>
        <p:sp>
          <p:nvSpPr>
            <p:cNvPr id="149" name="Line 23">
              <a:extLst>
                <a:ext uri="{FF2B5EF4-FFF2-40B4-BE49-F238E27FC236}">
                  <a16:creationId xmlns:a16="http://schemas.microsoft.com/office/drawing/2014/main" id="{B24E522B-E215-7CF9-0850-12323B742A40}"/>
                </a:ext>
              </a:extLst>
            </p:cNvPr>
            <p:cNvSpPr>
              <a:spLocks noChangeShapeType="1"/>
            </p:cNvSpPr>
            <p:nvPr/>
          </p:nvSpPr>
          <p:spPr bwMode="auto">
            <a:xfrm>
              <a:off x="4709" y="1846"/>
              <a:ext cx="87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50" name="Text Box 24">
              <a:extLst>
                <a:ext uri="{FF2B5EF4-FFF2-40B4-BE49-F238E27FC236}">
                  <a16:creationId xmlns:a16="http://schemas.microsoft.com/office/drawing/2014/main" id="{60693C54-C2D8-6E52-C901-2AD9E8C5BF99}"/>
                </a:ext>
              </a:extLst>
            </p:cNvPr>
            <p:cNvSpPr txBox="1">
              <a:spLocks noChangeArrowheads="1"/>
            </p:cNvSpPr>
            <p:nvPr/>
          </p:nvSpPr>
          <p:spPr bwMode="auto">
            <a:xfrm>
              <a:off x="4396" y="1105"/>
              <a:ext cx="460"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fontAlgn="base">
                <a:lnSpc>
                  <a:spcPct val="100000"/>
                </a:lnSpc>
                <a:spcBef>
                  <a:spcPct val="50000"/>
                </a:spcBef>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0KB</a:t>
              </a:r>
            </a:p>
          </p:txBody>
        </p:sp>
        <p:sp>
          <p:nvSpPr>
            <p:cNvPr id="151" name="Text Box 25">
              <a:extLst>
                <a:ext uri="{FF2B5EF4-FFF2-40B4-BE49-F238E27FC236}">
                  <a16:creationId xmlns:a16="http://schemas.microsoft.com/office/drawing/2014/main" id="{67BAC9E3-11CF-F0E2-74CC-D98EC0350E83}"/>
                </a:ext>
              </a:extLst>
            </p:cNvPr>
            <p:cNvSpPr txBox="1">
              <a:spLocks noChangeArrowheads="1"/>
            </p:cNvSpPr>
            <p:nvPr/>
          </p:nvSpPr>
          <p:spPr bwMode="auto">
            <a:xfrm>
              <a:off x="4336" y="1336"/>
              <a:ext cx="39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fontAlgn="base">
                <a:lnSpc>
                  <a:spcPct val="100000"/>
                </a:lnSpc>
                <a:spcBef>
                  <a:spcPct val="50000"/>
                </a:spcBef>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20KB</a:t>
              </a:r>
            </a:p>
          </p:txBody>
        </p:sp>
        <p:sp>
          <p:nvSpPr>
            <p:cNvPr id="152" name="Text Box 26">
              <a:extLst>
                <a:ext uri="{FF2B5EF4-FFF2-40B4-BE49-F238E27FC236}">
                  <a16:creationId xmlns:a16="http://schemas.microsoft.com/office/drawing/2014/main" id="{AA16BC36-FDA6-B3A5-49CF-7D51C52345EC}"/>
                </a:ext>
              </a:extLst>
            </p:cNvPr>
            <p:cNvSpPr txBox="1">
              <a:spLocks noChangeArrowheads="1"/>
            </p:cNvSpPr>
            <p:nvPr/>
          </p:nvSpPr>
          <p:spPr bwMode="auto">
            <a:xfrm>
              <a:off x="4294" y="1733"/>
              <a:ext cx="48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fontAlgn="base">
                <a:lnSpc>
                  <a:spcPct val="100000"/>
                </a:lnSpc>
                <a:spcBef>
                  <a:spcPct val="50000"/>
                </a:spcBef>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100KB</a:t>
              </a:r>
            </a:p>
          </p:txBody>
        </p:sp>
        <p:sp>
          <p:nvSpPr>
            <p:cNvPr id="153" name="Rectangle 27">
              <a:extLst>
                <a:ext uri="{FF2B5EF4-FFF2-40B4-BE49-F238E27FC236}">
                  <a16:creationId xmlns:a16="http://schemas.microsoft.com/office/drawing/2014/main" id="{BA8B6419-CD1B-13C3-14C3-FEB20652E17A}"/>
                </a:ext>
              </a:extLst>
            </p:cNvPr>
            <p:cNvSpPr>
              <a:spLocks noChangeArrowheads="1"/>
            </p:cNvSpPr>
            <p:nvPr/>
          </p:nvSpPr>
          <p:spPr bwMode="auto">
            <a:xfrm>
              <a:off x="4709" y="1846"/>
              <a:ext cx="874" cy="255"/>
            </a:xfrm>
            <a:prstGeom prst="rect">
              <a:avLst/>
            </a:prstGeom>
            <a:solidFill>
              <a:srgbClr val="FFCCCC"/>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54" name="Text Box 28">
              <a:extLst>
                <a:ext uri="{FF2B5EF4-FFF2-40B4-BE49-F238E27FC236}">
                  <a16:creationId xmlns:a16="http://schemas.microsoft.com/office/drawing/2014/main" id="{665F66E6-872A-08E4-8209-20E89A8A41DD}"/>
                </a:ext>
              </a:extLst>
            </p:cNvPr>
            <p:cNvSpPr txBox="1">
              <a:spLocks noChangeArrowheads="1"/>
            </p:cNvSpPr>
            <p:nvPr/>
          </p:nvSpPr>
          <p:spPr bwMode="auto">
            <a:xfrm>
              <a:off x="4876" y="1885"/>
              <a:ext cx="51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100000"/>
                </a:lnSpc>
                <a:spcBef>
                  <a:spcPct val="0"/>
                </a:spcBef>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20KB</a:t>
              </a:r>
            </a:p>
          </p:txBody>
        </p:sp>
        <p:sp>
          <p:nvSpPr>
            <p:cNvPr id="155" name="Text Box 29">
              <a:extLst>
                <a:ext uri="{FF2B5EF4-FFF2-40B4-BE49-F238E27FC236}">
                  <a16:creationId xmlns:a16="http://schemas.microsoft.com/office/drawing/2014/main" id="{073B6B2B-A347-8A81-4F74-A44E377D1CF9}"/>
                </a:ext>
              </a:extLst>
            </p:cNvPr>
            <p:cNvSpPr txBox="1">
              <a:spLocks noChangeArrowheads="1"/>
            </p:cNvSpPr>
            <p:nvPr/>
          </p:nvSpPr>
          <p:spPr bwMode="auto">
            <a:xfrm>
              <a:off x="4294" y="2228"/>
              <a:ext cx="448"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fontAlgn="base">
                <a:lnSpc>
                  <a:spcPct val="100000"/>
                </a:lnSpc>
                <a:spcBef>
                  <a:spcPct val="50000"/>
                </a:spcBef>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160KB</a:t>
              </a:r>
            </a:p>
          </p:txBody>
        </p:sp>
        <p:sp>
          <p:nvSpPr>
            <p:cNvPr id="156" name="Text Box 30">
              <a:extLst>
                <a:ext uri="{FF2B5EF4-FFF2-40B4-BE49-F238E27FC236}">
                  <a16:creationId xmlns:a16="http://schemas.microsoft.com/office/drawing/2014/main" id="{56B2C362-08FE-CCE9-4D5A-A4C022AC8633}"/>
                </a:ext>
              </a:extLst>
            </p:cNvPr>
            <p:cNvSpPr txBox="1">
              <a:spLocks noChangeArrowheads="1"/>
            </p:cNvSpPr>
            <p:nvPr/>
          </p:nvSpPr>
          <p:spPr bwMode="auto">
            <a:xfrm>
              <a:off x="4285" y="2654"/>
              <a:ext cx="458" cy="1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fontAlgn="base">
                <a:lnSpc>
                  <a:spcPct val="100000"/>
                </a:lnSpc>
                <a:spcBef>
                  <a:spcPct val="50000"/>
                </a:spcBef>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210KB</a:t>
              </a:r>
            </a:p>
          </p:txBody>
        </p:sp>
        <p:sp>
          <p:nvSpPr>
            <p:cNvPr id="157" name="Text Box 31">
              <a:extLst>
                <a:ext uri="{FF2B5EF4-FFF2-40B4-BE49-F238E27FC236}">
                  <a16:creationId xmlns:a16="http://schemas.microsoft.com/office/drawing/2014/main" id="{A7836111-7FF9-19C7-2293-34474D8F2AC0}"/>
                </a:ext>
              </a:extLst>
            </p:cNvPr>
            <p:cNvSpPr txBox="1">
              <a:spLocks noChangeArrowheads="1"/>
            </p:cNvSpPr>
            <p:nvPr/>
          </p:nvSpPr>
          <p:spPr bwMode="auto">
            <a:xfrm>
              <a:off x="4185" y="3028"/>
              <a:ext cx="606"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fontAlgn="base">
                <a:lnSpc>
                  <a:spcPct val="100000"/>
                </a:lnSpc>
                <a:spcBef>
                  <a:spcPct val="50000"/>
                </a:spcBef>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256KB</a:t>
              </a:r>
              <a:r>
                <a:rPr kumimoji="1" lang="en-US" altLang="zh-CN" sz="1400" b="1">
                  <a:solidFill>
                    <a:srgbClr val="000000"/>
                  </a:solidFill>
                  <a:latin typeface="宋体" panose="02010600030101010101" pitchFamily="2" charset="-122"/>
                  <a:ea typeface="宋体" panose="02010600030101010101" pitchFamily="2" charset="-122"/>
                </a:rPr>
                <a:t>-</a:t>
              </a:r>
              <a:r>
                <a:rPr kumimoji="1" lang="en-US" altLang="zh-CN" sz="1400" b="1">
                  <a:solidFill>
                    <a:srgbClr val="000000"/>
                  </a:solidFill>
                  <a:latin typeface="Times New Roman" panose="02020603050405020304" pitchFamily="18" charset="0"/>
                  <a:ea typeface="宋体" panose="02010600030101010101" pitchFamily="2" charset="-122"/>
                </a:rPr>
                <a:t>1</a:t>
              </a:r>
            </a:p>
          </p:txBody>
        </p:sp>
        <p:sp>
          <p:nvSpPr>
            <p:cNvPr id="158" name="Text Box 101">
              <a:extLst>
                <a:ext uri="{FF2B5EF4-FFF2-40B4-BE49-F238E27FC236}">
                  <a16:creationId xmlns:a16="http://schemas.microsoft.com/office/drawing/2014/main" id="{9645480D-AA7F-8CAD-D96D-169084DFE42A}"/>
                </a:ext>
              </a:extLst>
            </p:cNvPr>
            <p:cNvSpPr txBox="1">
              <a:spLocks noChangeArrowheads="1"/>
            </p:cNvSpPr>
            <p:nvPr/>
          </p:nvSpPr>
          <p:spPr bwMode="auto">
            <a:xfrm>
              <a:off x="4911" y="3188"/>
              <a:ext cx="369"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fontAlgn="base">
                <a:lnSpc>
                  <a:spcPct val="100000"/>
                </a:lnSpc>
                <a:spcBef>
                  <a:spcPct val="50000"/>
                </a:spcBef>
                <a:spcAft>
                  <a:spcPct val="0"/>
                </a:spcAft>
                <a:buClrTx/>
                <a:buSzTx/>
                <a:buFontTx/>
                <a:buNone/>
              </a:pPr>
              <a:r>
                <a:rPr kumimoji="1" lang="zh-CN" altLang="en-US" sz="1400" b="1">
                  <a:solidFill>
                    <a:srgbClr val="000000"/>
                  </a:solidFill>
                  <a:latin typeface="Times New Roman" panose="02020603050405020304" pitchFamily="18" charset="0"/>
                  <a:ea typeface="宋体" panose="02010600030101010101" pitchFamily="2" charset="-122"/>
                </a:rPr>
                <a:t>主存</a:t>
              </a:r>
            </a:p>
          </p:txBody>
        </p:sp>
      </p:grpSp>
      <p:grpSp>
        <p:nvGrpSpPr>
          <p:cNvPr id="159" name="Group 112">
            <a:extLst>
              <a:ext uri="{FF2B5EF4-FFF2-40B4-BE49-F238E27FC236}">
                <a16:creationId xmlns:a16="http://schemas.microsoft.com/office/drawing/2014/main" id="{65C8AAE4-0FD8-24A6-BF18-87B0934C3D5B}"/>
              </a:ext>
            </a:extLst>
          </p:cNvPr>
          <p:cNvGrpSpPr>
            <a:grpSpLocks/>
          </p:cNvGrpSpPr>
          <p:nvPr/>
        </p:nvGrpSpPr>
        <p:grpSpPr bwMode="auto">
          <a:xfrm>
            <a:off x="1646613" y="1712473"/>
            <a:ext cx="6076950" cy="1392237"/>
            <a:chOff x="238" y="3042"/>
            <a:chExt cx="3828" cy="877"/>
          </a:xfrm>
        </p:grpSpPr>
        <p:sp>
          <p:nvSpPr>
            <p:cNvPr id="160" name="Text Box 113">
              <a:extLst>
                <a:ext uri="{FF2B5EF4-FFF2-40B4-BE49-F238E27FC236}">
                  <a16:creationId xmlns:a16="http://schemas.microsoft.com/office/drawing/2014/main" id="{C1CD032F-4705-D823-B46B-975706884648}"/>
                </a:ext>
              </a:extLst>
            </p:cNvPr>
            <p:cNvSpPr txBox="1">
              <a:spLocks noChangeArrowheads="1"/>
            </p:cNvSpPr>
            <p:nvPr/>
          </p:nvSpPr>
          <p:spPr bwMode="auto">
            <a:xfrm>
              <a:off x="1527" y="3783"/>
              <a:ext cx="1864"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Bef>
                  <a:spcPct val="0"/>
                </a:spcBef>
                <a:spcAft>
                  <a:spcPct val="0"/>
                </a:spcAft>
                <a:buClrTx/>
                <a:buSzTx/>
                <a:buFontTx/>
                <a:buNone/>
              </a:pPr>
              <a:r>
                <a:rPr kumimoji="1" lang="en-US" altLang="zh-CN" sz="1600">
                  <a:solidFill>
                    <a:srgbClr val="000000"/>
                  </a:solidFill>
                  <a:latin typeface="Times New Roman" panose="02020603050405020304" pitchFamily="18" charset="0"/>
                  <a:ea typeface="宋体" panose="02010600030101010101" pitchFamily="2" charset="-122"/>
                </a:rPr>
                <a:t>(c) </a:t>
              </a:r>
              <a:r>
                <a:rPr kumimoji="1" lang="zh-CN" altLang="en-US" sz="1600">
                  <a:solidFill>
                    <a:srgbClr val="000000"/>
                  </a:solidFill>
                  <a:latin typeface="Times New Roman" panose="02020603050405020304" pitchFamily="18" charset="0"/>
                  <a:ea typeface="宋体" panose="02010600030101010101" pitchFamily="2" charset="-122"/>
                </a:rPr>
                <a:t>最坏适应算法的空闲区队列</a:t>
              </a:r>
            </a:p>
          </p:txBody>
        </p:sp>
        <p:sp>
          <p:nvSpPr>
            <p:cNvPr id="161" name="Text Box 114">
              <a:extLst>
                <a:ext uri="{FF2B5EF4-FFF2-40B4-BE49-F238E27FC236}">
                  <a16:creationId xmlns:a16="http://schemas.microsoft.com/office/drawing/2014/main" id="{6D2BF08C-C9C4-5645-BC91-E3B899A769D5}"/>
                </a:ext>
              </a:extLst>
            </p:cNvPr>
            <p:cNvSpPr txBox="1">
              <a:spLocks noChangeArrowheads="1"/>
            </p:cNvSpPr>
            <p:nvPr/>
          </p:nvSpPr>
          <p:spPr bwMode="auto">
            <a:xfrm>
              <a:off x="238" y="3042"/>
              <a:ext cx="497" cy="161"/>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Bef>
                  <a:spcPct val="0"/>
                </a:spcBef>
                <a:spcAft>
                  <a:spcPct val="0"/>
                </a:spcAft>
                <a:buClrTx/>
                <a:buSzTx/>
                <a:buFontTx/>
                <a:buNone/>
              </a:pPr>
              <a:endParaRPr kumimoji="1" lang="en-US" altLang="zh-CN" sz="1400" b="1">
                <a:solidFill>
                  <a:srgbClr val="000000"/>
                </a:solidFill>
                <a:latin typeface="Times New Roman" panose="02020603050405020304" pitchFamily="18" charset="0"/>
                <a:ea typeface="宋体" panose="02010600030101010101" pitchFamily="2" charset="-122"/>
              </a:endParaRPr>
            </a:p>
            <a:p>
              <a:pPr algn="just" fontAlgn="base">
                <a:lnSpc>
                  <a:spcPct val="80000"/>
                </a:lnSpc>
                <a:spcBef>
                  <a:spcPct val="0"/>
                </a:spcBef>
                <a:spcAft>
                  <a:spcPct val="0"/>
                </a:spcAft>
                <a:buClrTx/>
                <a:buSzTx/>
                <a:buFontTx/>
                <a:buNone/>
              </a:pPr>
              <a:endParaRPr kumimoji="1" lang="en-US" altLang="zh-CN" sz="1400" b="1">
                <a:solidFill>
                  <a:srgbClr val="000000"/>
                </a:solidFill>
                <a:latin typeface="Times New Roman" panose="02020603050405020304" pitchFamily="18" charset="0"/>
                <a:ea typeface="宋体" panose="02010600030101010101" pitchFamily="2" charset="-122"/>
              </a:endParaRPr>
            </a:p>
          </p:txBody>
        </p:sp>
        <p:sp>
          <p:nvSpPr>
            <p:cNvPr id="162" name="Text Box 115">
              <a:extLst>
                <a:ext uri="{FF2B5EF4-FFF2-40B4-BE49-F238E27FC236}">
                  <a16:creationId xmlns:a16="http://schemas.microsoft.com/office/drawing/2014/main" id="{BD7F3AAB-43CA-EFDC-586E-2541FA7BC1C5}"/>
                </a:ext>
              </a:extLst>
            </p:cNvPr>
            <p:cNvSpPr txBox="1">
              <a:spLocks noChangeArrowheads="1"/>
            </p:cNvSpPr>
            <p:nvPr/>
          </p:nvSpPr>
          <p:spPr bwMode="auto">
            <a:xfrm>
              <a:off x="300" y="3042"/>
              <a:ext cx="461"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Bef>
                  <a:spcPct val="0"/>
                </a:spcBef>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210KB</a:t>
              </a:r>
            </a:p>
          </p:txBody>
        </p:sp>
        <p:sp>
          <p:nvSpPr>
            <p:cNvPr id="163" name="Line 116">
              <a:extLst>
                <a:ext uri="{FF2B5EF4-FFF2-40B4-BE49-F238E27FC236}">
                  <a16:creationId xmlns:a16="http://schemas.microsoft.com/office/drawing/2014/main" id="{DAEA6286-9DC8-541D-F7C8-CC442101BDA5}"/>
                </a:ext>
              </a:extLst>
            </p:cNvPr>
            <p:cNvSpPr>
              <a:spLocks noChangeShapeType="1"/>
            </p:cNvSpPr>
            <p:nvPr/>
          </p:nvSpPr>
          <p:spPr bwMode="auto">
            <a:xfrm>
              <a:off x="735" y="3106"/>
              <a:ext cx="420"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grpSp>
          <p:nvGrpSpPr>
            <p:cNvPr id="164" name="Group 117">
              <a:extLst>
                <a:ext uri="{FF2B5EF4-FFF2-40B4-BE49-F238E27FC236}">
                  <a16:creationId xmlns:a16="http://schemas.microsoft.com/office/drawing/2014/main" id="{F6B375C5-F4FF-106A-01B0-E13A86080B29}"/>
                </a:ext>
              </a:extLst>
            </p:cNvPr>
            <p:cNvGrpSpPr>
              <a:grpSpLocks/>
            </p:cNvGrpSpPr>
            <p:nvPr/>
          </p:nvGrpSpPr>
          <p:grpSpPr bwMode="auto">
            <a:xfrm>
              <a:off x="1155" y="3106"/>
              <a:ext cx="803" cy="612"/>
              <a:chOff x="1173" y="1223"/>
              <a:chExt cx="803" cy="612"/>
            </a:xfrm>
          </p:grpSpPr>
          <p:sp>
            <p:nvSpPr>
              <p:cNvPr id="185" name="Text Box 118">
                <a:extLst>
                  <a:ext uri="{FF2B5EF4-FFF2-40B4-BE49-F238E27FC236}">
                    <a16:creationId xmlns:a16="http://schemas.microsoft.com/office/drawing/2014/main" id="{3A5BB8FA-C6EA-A2CE-B1D7-06F765728CFD}"/>
                  </a:ext>
                </a:extLst>
              </p:cNvPr>
              <p:cNvSpPr txBox="1">
                <a:spLocks noChangeArrowheads="1"/>
              </p:cNvSpPr>
              <p:nvPr/>
            </p:nvSpPr>
            <p:spPr bwMode="auto">
              <a:xfrm>
                <a:off x="1173" y="1223"/>
                <a:ext cx="497" cy="612"/>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46KB</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20KB</a:t>
                </a:r>
              </a:p>
            </p:txBody>
          </p:sp>
          <p:sp>
            <p:nvSpPr>
              <p:cNvPr id="186" name="Line 119">
                <a:extLst>
                  <a:ext uri="{FF2B5EF4-FFF2-40B4-BE49-F238E27FC236}">
                    <a16:creationId xmlns:a16="http://schemas.microsoft.com/office/drawing/2014/main" id="{E511C913-0DE6-C8CA-3DCB-44DB0D27D190}"/>
                  </a:ext>
                </a:extLst>
              </p:cNvPr>
              <p:cNvSpPr>
                <a:spLocks noChangeShapeType="1"/>
              </p:cNvSpPr>
              <p:nvPr/>
            </p:nvSpPr>
            <p:spPr bwMode="auto">
              <a:xfrm>
                <a:off x="1173" y="1370"/>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87" name="Line 120">
                <a:extLst>
                  <a:ext uri="{FF2B5EF4-FFF2-40B4-BE49-F238E27FC236}">
                    <a16:creationId xmlns:a16="http://schemas.microsoft.com/office/drawing/2014/main" id="{BF53E4BC-0449-AA0D-FB9B-736383322A84}"/>
                  </a:ext>
                </a:extLst>
              </p:cNvPr>
              <p:cNvSpPr>
                <a:spLocks noChangeShapeType="1"/>
              </p:cNvSpPr>
              <p:nvPr/>
            </p:nvSpPr>
            <p:spPr bwMode="auto">
              <a:xfrm>
                <a:off x="1173" y="1517"/>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88" name="Line 121">
                <a:extLst>
                  <a:ext uri="{FF2B5EF4-FFF2-40B4-BE49-F238E27FC236}">
                    <a16:creationId xmlns:a16="http://schemas.microsoft.com/office/drawing/2014/main" id="{D867F0E0-A5FC-370D-6EE0-8E09BD53CB13}"/>
                  </a:ext>
                </a:extLst>
              </p:cNvPr>
              <p:cNvSpPr>
                <a:spLocks noChangeShapeType="1"/>
              </p:cNvSpPr>
              <p:nvPr/>
            </p:nvSpPr>
            <p:spPr bwMode="auto">
              <a:xfrm>
                <a:off x="1173" y="1673"/>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89" name="Line 122">
                <a:extLst>
                  <a:ext uri="{FF2B5EF4-FFF2-40B4-BE49-F238E27FC236}">
                    <a16:creationId xmlns:a16="http://schemas.microsoft.com/office/drawing/2014/main" id="{2E699B90-6DE6-2E0F-BD88-F17A40FE8F17}"/>
                  </a:ext>
                </a:extLst>
              </p:cNvPr>
              <p:cNvSpPr>
                <a:spLocks noChangeShapeType="1"/>
              </p:cNvSpPr>
              <p:nvPr/>
            </p:nvSpPr>
            <p:spPr bwMode="auto">
              <a:xfrm flipV="1">
                <a:off x="1747" y="1223"/>
                <a:ext cx="0" cy="34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90" name="Line 123">
                <a:extLst>
                  <a:ext uri="{FF2B5EF4-FFF2-40B4-BE49-F238E27FC236}">
                    <a16:creationId xmlns:a16="http://schemas.microsoft.com/office/drawing/2014/main" id="{68967ACB-A3DF-1BD0-C7A6-6A8477085175}"/>
                  </a:ext>
                </a:extLst>
              </p:cNvPr>
              <p:cNvSpPr>
                <a:spLocks noChangeShapeType="1"/>
              </p:cNvSpPr>
              <p:nvPr/>
            </p:nvSpPr>
            <p:spPr bwMode="auto">
              <a:xfrm>
                <a:off x="1747" y="1223"/>
                <a:ext cx="229"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91" name="Line 124">
                <a:extLst>
                  <a:ext uri="{FF2B5EF4-FFF2-40B4-BE49-F238E27FC236}">
                    <a16:creationId xmlns:a16="http://schemas.microsoft.com/office/drawing/2014/main" id="{F4ECD4C9-F24F-3CE7-1A95-528687DB8236}"/>
                  </a:ext>
                </a:extLst>
              </p:cNvPr>
              <p:cNvSpPr>
                <a:spLocks noChangeShapeType="1"/>
              </p:cNvSpPr>
              <p:nvPr/>
            </p:nvSpPr>
            <p:spPr bwMode="auto">
              <a:xfrm>
                <a:off x="1632" y="1572"/>
                <a:ext cx="11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grpSp>
        <p:grpSp>
          <p:nvGrpSpPr>
            <p:cNvPr id="165" name="Group 125">
              <a:extLst>
                <a:ext uri="{FF2B5EF4-FFF2-40B4-BE49-F238E27FC236}">
                  <a16:creationId xmlns:a16="http://schemas.microsoft.com/office/drawing/2014/main" id="{4B71FD86-AA20-3458-410C-49C1384C21F4}"/>
                </a:ext>
              </a:extLst>
            </p:cNvPr>
            <p:cNvGrpSpPr>
              <a:grpSpLocks/>
            </p:cNvGrpSpPr>
            <p:nvPr/>
          </p:nvGrpSpPr>
          <p:grpSpPr bwMode="auto">
            <a:xfrm>
              <a:off x="1959" y="3106"/>
              <a:ext cx="803" cy="612"/>
              <a:chOff x="1173" y="1223"/>
              <a:chExt cx="803" cy="612"/>
            </a:xfrm>
          </p:grpSpPr>
          <p:sp>
            <p:nvSpPr>
              <p:cNvPr id="178" name="Text Box 126">
                <a:extLst>
                  <a:ext uri="{FF2B5EF4-FFF2-40B4-BE49-F238E27FC236}">
                    <a16:creationId xmlns:a16="http://schemas.microsoft.com/office/drawing/2014/main" id="{26100E14-679F-6BB7-C83C-92ED0AB5441B}"/>
                  </a:ext>
                </a:extLst>
              </p:cNvPr>
              <p:cNvSpPr txBox="1">
                <a:spLocks noChangeArrowheads="1"/>
              </p:cNvSpPr>
              <p:nvPr/>
            </p:nvSpPr>
            <p:spPr bwMode="auto">
              <a:xfrm>
                <a:off x="1173" y="1223"/>
                <a:ext cx="497" cy="612"/>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30KB</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100KB</a:t>
                </a:r>
              </a:p>
            </p:txBody>
          </p:sp>
          <p:sp>
            <p:nvSpPr>
              <p:cNvPr id="179" name="Line 127">
                <a:extLst>
                  <a:ext uri="{FF2B5EF4-FFF2-40B4-BE49-F238E27FC236}">
                    <a16:creationId xmlns:a16="http://schemas.microsoft.com/office/drawing/2014/main" id="{05068C8F-8416-35DC-3A8E-5F52139AF816}"/>
                  </a:ext>
                </a:extLst>
              </p:cNvPr>
              <p:cNvSpPr>
                <a:spLocks noChangeShapeType="1"/>
              </p:cNvSpPr>
              <p:nvPr/>
            </p:nvSpPr>
            <p:spPr bwMode="auto">
              <a:xfrm>
                <a:off x="1173" y="1370"/>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80" name="Line 128">
                <a:extLst>
                  <a:ext uri="{FF2B5EF4-FFF2-40B4-BE49-F238E27FC236}">
                    <a16:creationId xmlns:a16="http://schemas.microsoft.com/office/drawing/2014/main" id="{54C9BB16-BA8E-E21B-BA5E-A193A8C537F9}"/>
                  </a:ext>
                </a:extLst>
              </p:cNvPr>
              <p:cNvSpPr>
                <a:spLocks noChangeShapeType="1"/>
              </p:cNvSpPr>
              <p:nvPr/>
            </p:nvSpPr>
            <p:spPr bwMode="auto">
              <a:xfrm>
                <a:off x="1173" y="1517"/>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81" name="Line 129">
                <a:extLst>
                  <a:ext uri="{FF2B5EF4-FFF2-40B4-BE49-F238E27FC236}">
                    <a16:creationId xmlns:a16="http://schemas.microsoft.com/office/drawing/2014/main" id="{6F20694F-6E2E-7255-BD91-210EBCD3501E}"/>
                  </a:ext>
                </a:extLst>
              </p:cNvPr>
              <p:cNvSpPr>
                <a:spLocks noChangeShapeType="1"/>
              </p:cNvSpPr>
              <p:nvPr/>
            </p:nvSpPr>
            <p:spPr bwMode="auto">
              <a:xfrm>
                <a:off x="1173" y="1673"/>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82" name="Line 130">
                <a:extLst>
                  <a:ext uri="{FF2B5EF4-FFF2-40B4-BE49-F238E27FC236}">
                    <a16:creationId xmlns:a16="http://schemas.microsoft.com/office/drawing/2014/main" id="{EEA0C332-C438-A91F-792A-43C6D691B324}"/>
                  </a:ext>
                </a:extLst>
              </p:cNvPr>
              <p:cNvSpPr>
                <a:spLocks noChangeShapeType="1"/>
              </p:cNvSpPr>
              <p:nvPr/>
            </p:nvSpPr>
            <p:spPr bwMode="auto">
              <a:xfrm flipV="1">
                <a:off x="1747" y="1223"/>
                <a:ext cx="0" cy="34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83" name="Line 131">
                <a:extLst>
                  <a:ext uri="{FF2B5EF4-FFF2-40B4-BE49-F238E27FC236}">
                    <a16:creationId xmlns:a16="http://schemas.microsoft.com/office/drawing/2014/main" id="{A40A31FF-B523-7807-7EFF-5CD3C3A5405C}"/>
                  </a:ext>
                </a:extLst>
              </p:cNvPr>
              <p:cNvSpPr>
                <a:spLocks noChangeShapeType="1"/>
              </p:cNvSpPr>
              <p:nvPr/>
            </p:nvSpPr>
            <p:spPr bwMode="auto">
              <a:xfrm>
                <a:off x="1747" y="1223"/>
                <a:ext cx="229"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84" name="Line 132">
                <a:extLst>
                  <a:ext uri="{FF2B5EF4-FFF2-40B4-BE49-F238E27FC236}">
                    <a16:creationId xmlns:a16="http://schemas.microsoft.com/office/drawing/2014/main" id="{F7F2A7BE-5F01-FAD8-3285-85774290FD96}"/>
                  </a:ext>
                </a:extLst>
              </p:cNvPr>
              <p:cNvSpPr>
                <a:spLocks noChangeShapeType="1"/>
              </p:cNvSpPr>
              <p:nvPr/>
            </p:nvSpPr>
            <p:spPr bwMode="auto">
              <a:xfrm>
                <a:off x="1632" y="1572"/>
                <a:ext cx="11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grpSp>
        <p:grpSp>
          <p:nvGrpSpPr>
            <p:cNvPr id="166" name="Group 133">
              <a:extLst>
                <a:ext uri="{FF2B5EF4-FFF2-40B4-BE49-F238E27FC236}">
                  <a16:creationId xmlns:a16="http://schemas.microsoft.com/office/drawing/2014/main" id="{C975C46C-EA4E-EEC0-2906-F1C38AF60768}"/>
                </a:ext>
              </a:extLst>
            </p:cNvPr>
            <p:cNvGrpSpPr>
              <a:grpSpLocks/>
            </p:cNvGrpSpPr>
            <p:nvPr/>
          </p:nvGrpSpPr>
          <p:grpSpPr bwMode="auto">
            <a:xfrm>
              <a:off x="2764" y="3106"/>
              <a:ext cx="803" cy="612"/>
              <a:chOff x="1173" y="1223"/>
              <a:chExt cx="803" cy="612"/>
            </a:xfrm>
          </p:grpSpPr>
          <p:sp>
            <p:nvSpPr>
              <p:cNvPr id="171" name="Text Box 134">
                <a:extLst>
                  <a:ext uri="{FF2B5EF4-FFF2-40B4-BE49-F238E27FC236}">
                    <a16:creationId xmlns:a16="http://schemas.microsoft.com/office/drawing/2014/main" id="{84E5DD27-E8BE-4E0D-F6B2-CCCDBC5CA31C}"/>
                  </a:ext>
                </a:extLst>
              </p:cNvPr>
              <p:cNvSpPr txBox="1">
                <a:spLocks noChangeArrowheads="1"/>
              </p:cNvSpPr>
              <p:nvPr/>
            </p:nvSpPr>
            <p:spPr bwMode="auto">
              <a:xfrm>
                <a:off x="1173" y="1223"/>
                <a:ext cx="497" cy="612"/>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20KB</a:t>
                </a:r>
              </a:p>
              <a:p>
                <a:pPr algn="just" fontAlgn="base">
                  <a:lnSpc>
                    <a:spcPct val="80000"/>
                  </a:lnSpc>
                  <a:spcAft>
                    <a:spcPct val="0"/>
                  </a:spcAft>
                  <a:buClrTx/>
                  <a:buSzTx/>
                  <a:buFontTx/>
                  <a:buNone/>
                </a:pPr>
                <a:r>
                  <a:rPr kumimoji="1" lang="en-US" altLang="zh-CN" sz="1400" b="1">
                    <a:solidFill>
                      <a:srgbClr val="000000"/>
                    </a:solidFill>
                    <a:latin typeface="Times New Roman" panose="02020603050405020304" pitchFamily="18" charset="0"/>
                    <a:ea typeface="宋体" panose="02010600030101010101" pitchFamily="2" charset="-122"/>
                  </a:rPr>
                  <a:t> 160KB</a:t>
                </a:r>
              </a:p>
            </p:txBody>
          </p:sp>
          <p:sp>
            <p:nvSpPr>
              <p:cNvPr id="172" name="Line 135">
                <a:extLst>
                  <a:ext uri="{FF2B5EF4-FFF2-40B4-BE49-F238E27FC236}">
                    <a16:creationId xmlns:a16="http://schemas.microsoft.com/office/drawing/2014/main" id="{75587E58-DB4F-2DB5-23CD-371936956B89}"/>
                  </a:ext>
                </a:extLst>
              </p:cNvPr>
              <p:cNvSpPr>
                <a:spLocks noChangeShapeType="1"/>
              </p:cNvSpPr>
              <p:nvPr/>
            </p:nvSpPr>
            <p:spPr bwMode="auto">
              <a:xfrm>
                <a:off x="1173" y="1370"/>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73" name="Line 136">
                <a:extLst>
                  <a:ext uri="{FF2B5EF4-FFF2-40B4-BE49-F238E27FC236}">
                    <a16:creationId xmlns:a16="http://schemas.microsoft.com/office/drawing/2014/main" id="{C3FB4301-A0CB-B020-7657-7E1E6E9FE8CC}"/>
                  </a:ext>
                </a:extLst>
              </p:cNvPr>
              <p:cNvSpPr>
                <a:spLocks noChangeShapeType="1"/>
              </p:cNvSpPr>
              <p:nvPr/>
            </p:nvSpPr>
            <p:spPr bwMode="auto">
              <a:xfrm>
                <a:off x="1173" y="1517"/>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74" name="Line 137">
                <a:extLst>
                  <a:ext uri="{FF2B5EF4-FFF2-40B4-BE49-F238E27FC236}">
                    <a16:creationId xmlns:a16="http://schemas.microsoft.com/office/drawing/2014/main" id="{BD97A0BB-77DC-E8E3-CB39-68F0671CD974}"/>
                  </a:ext>
                </a:extLst>
              </p:cNvPr>
              <p:cNvSpPr>
                <a:spLocks noChangeShapeType="1"/>
              </p:cNvSpPr>
              <p:nvPr/>
            </p:nvSpPr>
            <p:spPr bwMode="auto">
              <a:xfrm>
                <a:off x="1173" y="1673"/>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75" name="Line 138">
                <a:extLst>
                  <a:ext uri="{FF2B5EF4-FFF2-40B4-BE49-F238E27FC236}">
                    <a16:creationId xmlns:a16="http://schemas.microsoft.com/office/drawing/2014/main" id="{B7617D4B-38B9-0774-5A49-588587C88C65}"/>
                  </a:ext>
                </a:extLst>
              </p:cNvPr>
              <p:cNvSpPr>
                <a:spLocks noChangeShapeType="1"/>
              </p:cNvSpPr>
              <p:nvPr/>
            </p:nvSpPr>
            <p:spPr bwMode="auto">
              <a:xfrm flipV="1">
                <a:off x="1747" y="1223"/>
                <a:ext cx="0" cy="34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76" name="Line 139">
                <a:extLst>
                  <a:ext uri="{FF2B5EF4-FFF2-40B4-BE49-F238E27FC236}">
                    <a16:creationId xmlns:a16="http://schemas.microsoft.com/office/drawing/2014/main" id="{D8C165CF-0CF6-CB5B-94E6-AC1E2076D95E}"/>
                  </a:ext>
                </a:extLst>
              </p:cNvPr>
              <p:cNvSpPr>
                <a:spLocks noChangeShapeType="1"/>
              </p:cNvSpPr>
              <p:nvPr/>
            </p:nvSpPr>
            <p:spPr bwMode="auto">
              <a:xfrm>
                <a:off x="1747" y="1223"/>
                <a:ext cx="229"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77" name="Line 140">
                <a:extLst>
                  <a:ext uri="{FF2B5EF4-FFF2-40B4-BE49-F238E27FC236}">
                    <a16:creationId xmlns:a16="http://schemas.microsoft.com/office/drawing/2014/main" id="{8322A3B6-215C-B96F-816E-DF752E54D6EB}"/>
                  </a:ext>
                </a:extLst>
              </p:cNvPr>
              <p:cNvSpPr>
                <a:spLocks noChangeShapeType="1"/>
              </p:cNvSpPr>
              <p:nvPr/>
            </p:nvSpPr>
            <p:spPr bwMode="auto">
              <a:xfrm>
                <a:off x="1632" y="1572"/>
                <a:ext cx="11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grpSp>
        <p:sp>
          <p:nvSpPr>
            <p:cNvPr id="167" name="Text Box 141">
              <a:extLst>
                <a:ext uri="{FF2B5EF4-FFF2-40B4-BE49-F238E27FC236}">
                  <a16:creationId xmlns:a16="http://schemas.microsoft.com/office/drawing/2014/main" id="{B4A151F1-F541-7914-A939-EAE01A8EA9B6}"/>
                </a:ext>
              </a:extLst>
            </p:cNvPr>
            <p:cNvSpPr txBox="1">
              <a:spLocks noChangeArrowheads="1"/>
            </p:cNvSpPr>
            <p:nvPr/>
          </p:nvSpPr>
          <p:spPr bwMode="auto">
            <a:xfrm>
              <a:off x="3569" y="3105"/>
              <a:ext cx="497" cy="612"/>
            </a:xfrm>
            <a:prstGeom prst="rect">
              <a:avLst/>
            </a:prstGeom>
            <a:solidFill>
              <a:srgbClr val="FFFFCC"/>
            </a:solidFill>
            <a:ln w="9525">
              <a:solidFill>
                <a:srgbClr val="000000"/>
              </a:solidFill>
              <a:miter lim="800000"/>
              <a:headEnd/>
              <a:tailEnd/>
            </a:ln>
          </p:spPr>
          <p:txBody>
            <a:bodyPr/>
            <a:lstStyle/>
            <a:p>
              <a:pPr algn="just" fontAlgn="base">
                <a:lnSpc>
                  <a:spcPct val="80000"/>
                </a:lnSpc>
                <a:spcBef>
                  <a:spcPct val="30000"/>
                </a:spcBef>
                <a:spcAft>
                  <a:spcPct val="0"/>
                </a:spcAft>
                <a:defRPr/>
              </a:pPr>
              <a:r>
                <a:rPr kumimoji="1" lang="en-US" altLang="zh-CN" sz="1400" b="1">
                  <a:solidFill>
                    <a:srgbClr val="000000"/>
                  </a:solidFill>
                  <a:latin typeface="Times New Roman" panose="02020603050405020304" pitchFamily="18" charset="0"/>
                  <a:ea typeface="宋体" panose="02010600030101010101" pitchFamily="2" charset="-122"/>
                </a:rPr>
                <a:t>     0</a:t>
              </a:r>
            </a:p>
            <a:p>
              <a:pPr algn="just" fontAlgn="base">
                <a:lnSpc>
                  <a:spcPct val="80000"/>
                </a:lnSpc>
                <a:spcBef>
                  <a:spcPct val="30000"/>
                </a:spcBef>
                <a:spcAft>
                  <a:spcPct val="0"/>
                </a:spcAft>
                <a:defRPr/>
              </a:pPr>
              <a:r>
                <a:rPr kumimoji="1" lang="en-US" altLang="zh-CN" sz="1400" b="1">
                  <a:solidFill>
                    <a:srgbClr val="000000"/>
                  </a:solidFill>
                  <a:latin typeface="Times New Roman" panose="02020603050405020304" pitchFamily="18" charset="0"/>
                  <a:ea typeface="宋体" panose="02010600030101010101" pitchFamily="2" charset="-122"/>
                </a:rPr>
                <a:t>  5KB</a:t>
              </a:r>
            </a:p>
            <a:p>
              <a:pPr algn="just" fontAlgn="base">
                <a:lnSpc>
                  <a:spcPct val="80000"/>
                </a:lnSpc>
                <a:spcBef>
                  <a:spcPct val="30000"/>
                </a:spcBef>
                <a:spcAft>
                  <a:spcPct val="0"/>
                </a:spcAft>
                <a:defRPr/>
              </a:pPr>
              <a:r>
                <a:rPr kumimoji="1" lang="en-US" altLang="zh-CN" sz="1400" b="1">
                  <a:solidFill>
                    <a:srgbClr val="000000"/>
                  </a:solidFill>
                  <a:latin typeface="Times New Roman" panose="02020603050405020304" pitchFamily="18" charset="0"/>
                  <a:ea typeface="宋体" panose="02010600030101010101" pitchFamily="2" charset="-122"/>
                </a:rPr>
                <a:t>    </a:t>
              </a:r>
              <a:r>
                <a:rPr kumimoji="1" lang="en-US" altLang="zh-CN" sz="1400" b="1">
                  <a:solidFill>
                    <a:srgbClr val="000000"/>
                  </a:solidFill>
                  <a:latin typeface="Arial" panose="020B0604020202020204" pitchFamily="34" charset="0"/>
                  <a:ea typeface="宋体" panose="02010600030101010101" pitchFamily="2" charset="-122"/>
                  <a:sym typeface="Symbol" panose="05050102010706020507" pitchFamily="18" charset="2"/>
                </a:rPr>
                <a:t></a:t>
              </a:r>
              <a:r>
                <a:rPr kumimoji="1" lang="en-US" altLang="zh-CN" sz="1400" b="1">
                  <a:solidFill>
                    <a:srgbClr val="4138FA"/>
                  </a:solidFill>
                  <a:effectLst>
                    <a:outerShdw blurRad="38100" dist="38100" dir="2700000" algn="tl">
                      <a:srgbClr val="000000"/>
                    </a:outerShdw>
                  </a:effectLst>
                  <a:latin typeface="Arial" panose="020B0604020202020204" pitchFamily="34" charset="0"/>
                  <a:ea typeface="宋体" panose="02010600030101010101" pitchFamily="2" charset="-122"/>
                </a:rPr>
                <a:t> </a:t>
              </a:r>
              <a:endParaRPr kumimoji="1" lang="en-US" altLang="zh-CN" sz="1400" b="1">
                <a:solidFill>
                  <a:srgbClr val="000000"/>
                </a:solidFill>
                <a:latin typeface="Times New Roman" panose="02020603050405020304" pitchFamily="18" charset="0"/>
                <a:ea typeface="宋体" panose="02010600030101010101" pitchFamily="2" charset="-122"/>
              </a:endParaRPr>
            </a:p>
          </p:txBody>
        </p:sp>
        <p:sp>
          <p:nvSpPr>
            <p:cNvPr id="168" name="Line 142">
              <a:extLst>
                <a:ext uri="{FF2B5EF4-FFF2-40B4-BE49-F238E27FC236}">
                  <a16:creationId xmlns:a16="http://schemas.microsoft.com/office/drawing/2014/main" id="{F5F9FE41-B6C7-3B2B-6D46-712BCA1B9349}"/>
                </a:ext>
              </a:extLst>
            </p:cNvPr>
            <p:cNvSpPr>
              <a:spLocks noChangeShapeType="1"/>
            </p:cNvSpPr>
            <p:nvPr/>
          </p:nvSpPr>
          <p:spPr bwMode="auto">
            <a:xfrm>
              <a:off x="3569" y="3252"/>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69" name="Line 143">
              <a:extLst>
                <a:ext uri="{FF2B5EF4-FFF2-40B4-BE49-F238E27FC236}">
                  <a16:creationId xmlns:a16="http://schemas.microsoft.com/office/drawing/2014/main" id="{B8DC2C39-4D4D-6EE1-207D-1361271B69A6}"/>
                </a:ext>
              </a:extLst>
            </p:cNvPr>
            <p:cNvSpPr>
              <a:spLocks noChangeShapeType="1"/>
            </p:cNvSpPr>
            <p:nvPr/>
          </p:nvSpPr>
          <p:spPr bwMode="auto">
            <a:xfrm>
              <a:off x="3569" y="3399"/>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70" name="Line 144">
              <a:extLst>
                <a:ext uri="{FF2B5EF4-FFF2-40B4-BE49-F238E27FC236}">
                  <a16:creationId xmlns:a16="http://schemas.microsoft.com/office/drawing/2014/main" id="{529EEE67-93C7-46CA-05EA-899422AB8F8C}"/>
                </a:ext>
              </a:extLst>
            </p:cNvPr>
            <p:cNvSpPr>
              <a:spLocks noChangeShapeType="1"/>
            </p:cNvSpPr>
            <p:nvPr/>
          </p:nvSpPr>
          <p:spPr bwMode="auto">
            <a:xfrm>
              <a:off x="3569" y="3555"/>
              <a:ext cx="49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grpSp>
      <p:sp>
        <p:nvSpPr>
          <p:cNvPr id="192" name="Text Box 145">
            <a:extLst>
              <a:ext uri="{FF2B5EF4-FFF2-40B4-BE49-F238E27FC236}">
                <a16:creationId xmlns:a16="http://schemas.microsoft.com/office/drawing/2014/main" id="{52B7F76A-7BA4-3C3D-338D-F6D04796ECC4}"/>
              </a:ext>
            </a:extLst>
          </p:cNvPr>
          <p:cNvSpPr txBox="1">
            <a:spLocks noChangeArrowheads="1"/>
          </p:cNvSpPr>
          <p:nvPr/>
        </p:nvSpPr>
        <p:spPr bwMode="auto">
          <a:xfrm>
            <a:off x="8363325" y="5324035"/>
            <a:ext cx="1649413"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fontAlgn="base">
              <a:lnSpc>
                <a:spcPct val="100000"/>
              </a:lnSpc>
              <a:spcAft>
                <a:spcPct val="0"/>
              </a:spcAft>
              <a:buClrTx/>
              <a:buSzTx/>
              <a:buFontTx/>
              <a:buNone/>
            </a:pPr>
            <a:r>
              <a:rPr kumimoji="1" lang="zh-CN" altLang="en-US" sz="1600">
                <a:solidFill>
                  <a:srgbClr val="000000"/>
                </a:solidFill>
                <a:latin typeface="Times New Roman" panose="02020603050405020304" pitchFamily="18" charset="0"/>
                <a:ea typeface="宋体" panose="02010600030101010101" pitchFamily="2" charset="-122"/>
              </a:rPr>
              <a:t>主存分布示意图</a:t>
            </a:r>
          </a:p>
        </p:txBody>
      </p:sp>
    </p:spTree>
    <p:extLst>
      <p:ext uri="{BB962C8B-B14F-4D97-AF65-F5344CB8AC3E}">
        <p14:creationId xmlns:p14="http://schemas.microsoft.com/office/powerpoint/2010/main" val="19642458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分区存储管理</a:t>
            </a:r>
          </a:p>
        </p:txBody>
      </p:sp>
      <p:sp>
        <p:nvSpPr>
          <p:cNvPr id="3" name="Rectangle 3">
            <a:extLst>
              <a:ext uri="{FF2B5EF4-FFF2-40B4-BE49-F238E27FC236}">
                <a16:creationId xmlns:a16="http://schemas.microsoft.com/office/drawing/2014/main" id="{AA41BC9C-6C2A-B0EB-A029-77F5BBB259C6}"/>
              </a:ext>
            </a:extLst>
          </p:cNvPr>
          <p:cNvSpPr>
            <a:spLocks noChangeArrowheads="1"/>
          </p:cNvSpPr>
          <p:nvPr/>
        </p:nvSpPr>
        <p:spPr bwMode="auto">
          <a:xfrm>
            <a:off x="487822" y="830079"/>
            <a:ext cx="7052345" cy="2336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4.  </a:t>
            </a:r>
            <a:r>
              <a:rPr lang="zh-CN" altLang="en-US" sz="2800" b="1" dirty="0">
                <a:solidFill>
                  <a:srgbClr val="335F90"/>
                </a:solidFill>
                <a:latin typeface="Times New Roman" panose="02020603050405020304" pitchFamily="18" charset="0"/>
              </a:rPr>
              <a:t>碎片问题及拼接技术</a:t>
            </a:r>
          </a:p>
          <a:p>
            <a:pPr marL="0" indent="0" algn="just">
              <a:lnSpc>
                <a:spcPct val="150000"/>
              </a:lnSpc>
              <a:spcBef>
                <a:spcPct val="20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什么是碎片问题</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800" b="0" dirty="0">
                <a:solidFill>
                  <a:schemeClr val="tx1"/>
                </a:solidFill>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在已分配区之间存在着的一些没有被充分利用的空闲区。</a:t>
            </a:r>
            <a:endParaRPr lang="zh-CN" altLang="en-US" sz="2000" b="0" dirty="0">
              <a:solidFill>
                <a:schemeClr val="tx1"/>
              </a:solidFill>
              <a:effectLst/>
              <a:latin typeface="Times New Roman" panose="02020603050405020304" pitchFamily="18" charset="0"/>
            </a:endParaRPr>
          </a:p>
        </p:txBody>
      </p:sp>
      <p:sp>
        <p:nvSpPr>
          <p:cNvPr id="4" name="Text Box 5">
            <a:extLst>
              <a:ext uri="{FF2B5EF4-FFF2-40B4-BE49-F238E27FC236}">
                <a16:creationId xmlns:a16="http://schemas.microsoft.com/office/drawing/2014/main" id="{BD332F52-580C-B941-9362-8217635BC7E6}"/>
              </a:ext>
            </a:extLst>
          </p:cNvPr>
          <p:cNvSpPr txBox="1">
            <a:spLocks noChangeArrowheads="1"/>
          </p:cNvSpPr>
          <p:nvPr/>
        </p:nvSpPr>
        <p:spPr bwMode="auto">
          <a:xfrm>
            <a:off x="1565613" y="3189654"/>
            <a:ext cx="31067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2400" dirty="0">
                <a:solidFill>
                  <a:srgbClr val="CC3300"/>
                </a:solidFill>
                <a:latin typeface="Times New Roman" panose="02020603050405020304" pitchFamily="18" charset="0"/>
              </a:rPr>
              <a:t>如何解决碎片问题？</a:t>
            </a:r>
            <a:endParaRPr kumimoji="1" lang="zh-CN" altLang="en-US" sz="2400" dirty="0">
              <a:solidFill>
                <a:schemeClr val="tx1"/>
              </a:solidFill>
              <a:latin typeface="Times New Roman" panose="02020603050405020304" pitchFamily="18" charset="0"/>
            </a:endParaRPr>
          </a:p>
        </p:txBody>
      </p:sp>
      <p:sp>
        <p:nvSpPr>
          <p:cNvPr id="5" name="Rectangle 6">
            <a:extLst>
              <a:ext uri="{FF2B5EF4-FFF2-40B4-BE49-F238E27FC236}">
                <a16:creationId xmlns:a16="http://schemas.microsoft.com/office/drawing/2014/main" id="{04FFFCBD-B1A5-5DB5-7FCB-782CD37C93BA}"/>
              </a:ext>
            </a:extLst>
          </p:cNvPr>
          <p:cNvSpPr>
            <a:spLocks noChangeArrowheads="1"/>
          </p:cNvSpPr>
          <p:nvPr/>
        </p:nvSpPr>
        <p:spPr bwMode="auto">
          <a:xfrm>
            <a:off x="1076540" y="3771678"/>
            <a:ext cx="6214146" cy="2243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什么是拼接技术</a:t>
            </a:r>
          </a:p>
          <a:p>
            <a:pPr marL="0" eaLnBrk="1" hangingPunct="1">
              <a:lnSpc>
                <a:spcPct val="130000"/>
              </a:lnSpc>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a:t>
            </a:r>
            <a:r>
              <a:rPr lang="zh-CN" altLang="en-US" sz="2000" b="0" dirty="0" smtClean="0">
                <a:solidFill>
                  <a:schemeClr val="tx1"/>
                </a:solidFill>
                <a:effectLst/>
                <a:latin typeface="Times New Roman" panose="02020603050405020304" pitchFamily="18" charset="0"/>
              </a:rPr>
              <a:t>        </a:t>
            </a:r>
            <a:r>
              <a:rPr lang="zh-CN" altLang="en-US" sz="2400" b="0" dirty="0" smtClean="0">
                <a:solidFill>
                  <a:schemeClr val="tx1"/>
                </a:solidFill>
                <a:effectLst/>
                <a:latin typeface="Times New Roman" panose="02020603050405020304" pitchFamily="18" charset="0"/>
              </a:rPr>
              <a:t>所谓</a:t>
            </a:r>
            <a:r>
              <a:rPr lang="zh-CN" altLang="en-US" sz="2400" b="0" dirty="0">
                <a:solidFill>
                  <a:schemeClr val="tx1"/>
                </a:solidFill>
                <a:effectLst/>
                <a:latin typeface="Times New Roman" panose="02020603050405020304" pitchFamily="18" charset="0"/>
              </a:rPr>
              <a:t>拼接技术是指移动存储器中某些</a:t>
            </a:r>
            <a:r>
              <a:rPr lang="zh-CN" altLang="en-US" sz="2400" b="0" dirty="0" smtClean="0">
                <a:solidFill>
                  <a:schemeClr val="tx1"/>
                </a:solidFill>
                <a:effectLst/>
                <a:latin typeface="Times New Roman" panose="02020603050405020304" pitchFamily="18" charset="0"/>
              </a:rPr>
              <a:t>已分配</a:t>
            </a:r>
            <a:r>
              <a:rPr lang="zh-CN" altLang="en-US" sz="2400" b="0" dirty="0">
                <a:solidFill>
                  <a:schemeClr val="tx1"/>
                </a:solidFill>
                <a:effectLst/>
                <a:latin typeface="Times New Roman" panose="02020603050405020304" pitchFamily="18" charset="0"/>
              </a:rPr>
              <a:t>区中的信息，使本来分散的空闲区连成一个大的空闲区。        </a:t>
            </a:r>
          </a:p>
        </p:txBody>
      </p:sp>
      <p:grpSp>
        <p:nvGrpSpPr>
          <p:cNvPr id="6" name="Group 60">
            <a:extLst>
              <a:ext uri="{FF2B5EF4-FFF2-40B4-BE49-F238E27FC236}">
                <a16:creationId xmlns:a16="http://schemas.microsoft.com/office/drawing/2014/main" id="{A4082B5B-AAE3-DFBE-707D-E2410910CAAE}"/>
              </a:ext>
            </a:extLst>
          </p:cNvPr>
          <p:cNvGrpSpPr>
            <a:grpSpLocks/>
          </p:cNvGrpSpPr>
          <p:nvPr/>
        </p:nvGrpSpPr>
        <p:grpSpPr bwMode="auto">
          <a:xfrm>
            <a:off x="7605011" y="1660098"/>
            <a:ext cx="1936750" cy="3644900"/>
            <a:chOff x="2787" y="1704"/>
            <a:chExt cx="1220" cy="2296"/>
          </a:xfrm>
        </p:grpSpPr>
        <p:sp>
          <p:nvSpPr>
            <p:cNvPr id="7" name="Text Box 25">
              <a:extLst>
                <a:ext uri="{FF2B5EF4-FFF2-40B4-BE49-F238E27FC236}">
                  <a16:creationId xmlns:a16="http://schemas.microsoft.com/office/drawing/2014/main" id="{4CD7E170-6FD0-D15E-7D30-D84AC755BDA6}"/>
                </a:ext>
              </a:extLst>
            </p:cNvPr>
            <p:cNvSpPr txBox="1">
              <a:spLocks noChangeArrowheads="1"/>
            </p:cNvSpPr>
            <p:nvPr/>
          </p:nvSpPr>
          <p:spPr bwMode="auto">
            <a:xfrm>
              <a:off x="2930" y="1946"/>
              <a:ext cx="49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20KB</a:t>
              </a:r>
            </a:p>
          </p:txBody>
        </p:sp>
        <p:sp>
          <p:nvSpPr>
            <p:cNvPr id="8" name="Text Box 26">
              <a:extLst>
                <a:ext uri="{FF2B5EF4-FFF2-40B4-BE49-F238E27FC236}">
                  <a16:creationId xmlns:a16="http://schemas.microsoft.com/office/drawing/2014/main" id="{1ED02772-55FD-838D-C82C-1B47DD4D3815}"/>
                </a:ext>
              </a:extLst>
            </p:cNvPr>
            <p:cNvSpPr txBox="1">
              <a:spLocks noChangeArrowheads="1"/>
            </p:cNvSpPr>
            <p:nvPr/>
          </p:nvSpPr>
          <p:spPr bwMode="auto">
            <a:xfrm>
              <a:off x="3331" y="1806"/>
              <a:ext cx="669" cy="1667"/>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20000"/>
                </a:spcBef>
                <a:buClrTx/>
                <a:buSzTx/>
                <a:buFontTx/>
                <a:buNone/>
              </a:pPr>
              <a:r>
                <a:rPr kumimoji="1" lang="en-US" altLang="zh-CN" sz="1600" b="1">
                  <a:solidFill>
                    <a:schemeClr val="tx1"/>
                  </a:solidFill>
                  <a:latin typeface="Times New Roman" panose="02020603050405020304" pitchFamily="18" charset="0"/>
                </a:rPr>
                <a:t>       </a:t>
              </a:r>
            </a:p>
            <a:p>
              <a:pPr algn="just" eaLnBrk="1" hangingPunct="1">
                <a:lnSpc>
                  <a:spcPct val="100000"/>
                </a:lnSpc>
                <a:spcBef>
                  <a:spcPct val="20000"/>
                </a:spcBef>
                <a:buClrTx/>
                <a:buSzTx/>
                <a:buFontTx/>
                <a:buNone/>
              </a:pPr>
              <a:r>
                <a:rPr kumimoji="1" lang="en-US" altLang="zh-CN" sz="1600" b="1">
                  <a:solidFill>
                    <a:schemeClr val="tx1"/>
                  </a:solidFill>
                  <a:latin typeface="Times New Roman" panose="02020603050405020304" pitchFamily="18" charset="0"/>
                </a:rPr>
                <a:t>  </a:t>
              </a:r>
            </a:p>
          </p:txBody>
        </p:sp>
        <p:sp>
          <p:nvSpPr>
            <p:cNvPr id="9" name="Rectangle 27" descr="浅色上对角线">
              <a:extLst>
                <a:ext uri="{FF2B5EF4-FFF2-40B4-BE49-F238E27FC236}">
                  <a16:creationId xmlns:a16="http://schemas.microsoft.com/office/drawing/2014/main" id="{7FB1EDF9-A7C3-99F7-4E9A-090DA9F85322}"/>
                </a:ext>
              </a:extLst>
            </p:cNvPr>
            <p:cNvSpPr>
              <a:spLocks noChangeArrowheads="1"/>
            </p:cNvSpPr>
            <p:nvPr/>
          </p:nvSpPr>
          <p:spPr bwMode="auto">
            <a:xfrm>
              <a:off x="3330" y="2761"/>
              <a:ext cx="666" cy="170"/>
            </a:xfrm>
            <a:prstGeom prst="rect">
              <a:avLst/>
            </a:prstGeom>
            <a:pattFill prst="ltUpDiag">
              <a:fgClr>
                <a:srgbClr val="000000"/>
              </a:fgClr>
              <a:bgClr>
                <a:srgbClr val="FFFFFF"/>
              </a:bgClr>
            </a:patt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10" name="Line 28">
              <a:extLst>
                <a:ext uri="{FF2B5EF4-FFF2-40B4-BE49-F238E27FC236}">
                  <a16:creationId xmlns:a16="http://schemas.microsoft.com/office/drawing/2014/main" id="{36A97126-3E36-5D6F-696D-D3DA7F1FA396}"/>
                </a:ext>
              </a:extLst>
            </p:cNvPr>
            <p:cNvSpPr>
              <a:spLocks noChangeShapeType="1"/>
            </p:cNvSpPr>
            <p:nvPr/>
          </p:nvSpPr>
          <p:spPr bwMode="auto">
            <a:xfrm>
              <a:off x="3330" y="2065"/>
              <a:ext cx="66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1" name="Line 29">
              <a:extLst>
                <a:ext uri="{FF2B5EF4-FFF2-40B4-BE49-F238E27FC236}">
                  <a16:creationId xmlns:a16="http://schemas.microsoft.com/office/drawing/2014/main" id="{3611EBA9-E0F9-70DF-274F-9EC5EC12C76A}"/>
                </a:ext>
              </a:extLst>
            </p:cNvPr>
            <p:cNvSpPr>
              <a:spLocks noChangeShapeType="1"/>
            </p:cNvSpPr>
            <p:nvPr/>
          </p:nvSpPr>
          <p:spPr bwMode="auto">
            <a:xfrm>
              <a:off x="3328" y="2310"/>
              <a:ext cx="66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2" name="Line 30">
              <a:extLst>
                <a:ext uri="{FF2B5EF4-FFF2-40B4-BE49-F238E27FC236}">
                  <a16:creationId xmlns:a16="http://schemas.microsoft.com/office/drawing/2014/main" id="{754D464B-7264-C955-0835-C12183FF4986}"/>
                </a:ext>
              </a:extLst>
            </p:cNvPr>
            <p:cNvSpPr>
              <a:spLocks noChangeShapeType="1"/>
            </p:cNvSpPr>
            <p:nvPr/>
          </p:nvSpPr>
          <p:spPr bwMode="auto">
            <a:xfrm>
              <a:off x="3338" y="2761"/>
              <a:ext cx="66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3" name="Line 31">
              <a:extLst>
                <a:ext uri="{FF2B5EF4-FFF2-40B4-BE49-F238E27FC236}">
                  <a16:creationId xmlns:a16="http://schemas.microsoft.com/office/drawing/2014/main" id="{B352B808-3BD3-E81A-AF53-9845079D3908}"/>
                </a:ext>
              </a:extLst>
            </p:cNvPr>
            <p:cNvSpPr>
              <a:spLocks noChangeShapeType="1"/>
            </p:cNvSpPr>
            <p:nvPr/>
          </p:nvSpPr>
          <p:spPr bwMode="auto">
            <a:xfrm>
              <a:off x="3338" y="3253"/>
              <a:ext cx="669"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4" name="Text Box 32">
              <a:extLst>
                <a:ext uri="{FF2B5EF4-FFF2-40B4-BE49-F238E27FC236}">
                  <a16:creationId xmlns:a16="http://schemas.microsoft.com/office/drawing/2014/main" id="{D33C8D5C-C6BE-725F-4286-095770694F56}"/>
                </a:ext>
              </a:extLst>
            </p:cNvPr>
            <p:cNvSpPr txBox="1">
              <a:spLocks noChangeArrowheads="1"/>
            </p:cNvSpPr>
            <p:nvPr/>
          </p:nvSpPr>
          <p:spPr bwMode="auto">
            <a:xfrm>
              <a:off x="2930" y="2184"/>
              <a:ext cx="509"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54KB</a:t>
              </a:r>
            </a:p>
          </p:txBody>
        </p:sp>
        <p:sp>
          <p:nvSpPr>
            <p:cNvPr id="15" name="Text Box 33">
              <a:extLst>
                <a:ext uri="{FF2B5EF4-FFF2-40B4-BE49-F238E27FC236}">
                  <a16:creationId xmlns:a16="http://schemas.microsoft.com/office/drawing/2014/main" id="{F4331179-D42E-1042-D205-FD3DCAFE06EE}"/>
                </a:ext>
              </a:extLst>
            </p:cNvPr>
            <p:cNvSpPr txBox="1">
              <a:spLocks noChangeArrowheads="1"/>
            </p:cNvSpPr>
            <p:nvPr/>
          </p:nvSpPr>
          <p:spPr bwMode="auto">
            <a:xfrm>
              <a:off x="2929" y="2357"/>
              <a:ext cx="52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58KB</a:t>
              </a:r>
            </a:p>
          </p:txBody>
        </p:sp>
        <p:sp>
          <p:nvSpPr>
            <p:cNvPr id="16" name="Text Box 34">
              <a:extLst>
                <a:ext uri="{FF2B5EF4-FFF2-40B4-BE49-F238E27FC236}">
                  <a16:creationId xmlns:a16="http://schemas.microsoft.com/office/drawing/2014/main" id="{703D554E-91E7-95A8-FAAF-71275439B0A8}"/>
                </a:ext>
              </a:extLst>
            </p:cNvPr>
            <p:cNvSpPr txBox="1">
              <a:spLocks noChangeArrowheads="1"/>
            </p:cNvSpPr>
            <p:nvPr/>
          </p:nvSpPr>
          <p:spPr bwMode="auto">
            <a:xfrm>
              <a:off x="2885" y="2636"/>
              <a:ext cx="523"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135KB</a:t>
              </a:r>
            </a:p>
          </p:txBody>
        </p:sp>
        <p:sp>
          <p:nvSpPr>
            <p:cNvPr id="17" name="Text Box 35">
              <a:extLst>
                <a:ext uri="{FF2B5EF4-FFF2-40B4-BE49-F238E27FC236}">
                  <a16:creationId xmlns:a16="http://schemas.microsoft.com/office/drawing/2014/main" id="{811D58E6-A7D1-ED0E-A7F9-DD4EE17E6324}"/>
                </a:ext>
              </a:extLst>
            </p:cNvPr>
            <p:cNvSpPr txBox="1">
              <a:spLocks noChangeArrowheads="1"/>
            </p:cNvSpPr>
            <p:nvPr/>
          </p:nvSpPr>
          <p:spPr bwMode="auto">
            <a:xfrm>
              <a:off x="2897" y="3127"/>
              <a:ext cx="516"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254KB</a:t>
              </a:r>
            </a:p>
          </p:txBody>
        </p:sp>
        <p:sp>
          <p:nvSpPr>
            <p:cNvPr id="18" name="Text Box 36">
              <a:extLst>
                <a:ext uri="{FF2B5EF4-FFF2-40B4-BE49-F238E27FC236}">
                  <a16:creationId xmlns:a16="http://schemas.microsoft.com/office/drawing/2014/main" id="{E9E0D39B-3FE9-C42E-6738-AD1E5004BA5F}"/>
                </a:ext>
              </a:extLst>
            </p:cNvPr>
            <p:cNvSpPr txBox="1">
              <a:spLocks noChangeArrowheads="1"/>
            </p:cNvSpPr>
            <p:nvPr/>
          </p:nvSpPr>
          <p:spPr bwMode="auto">
            <a:xfrm>
              <a:off x="2787" y="3431"/>
              <a:ext cx="65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256KB</a:t>
              </a:r>
              <a:r>
                <a:rPr kumimoji="1" lang="en-US" altLang="zh-CN" sz="1600" b="1">
                  <a:solidFill>
                    <a:schemeClr val="tx1"/>
                  </a:solidFill>
                  <a:latin typeface="Times New Roman" panose="02020603050405020304" pitchFamily="18" charset="0"/>
                  <a:sym typeface="Symbol" panose="05050102010706020507" pitchFamily="18" charset="2"/>
                </a:rPr>
                <a:t>1</a:t>
              </a:r>
              <a:endParaRPr kumimoji="1" lang="en-US" altLang="zh-CN" sz="1600" b="1">
                <a:solidFill>
                  <a:schemeClr val="tx1"/>
                </a:solidFill>
                <a:latin typeface="Times New Roman" panose="02020603050405020304" pitchFamily="18" charset="0"/>
              </a:endParaRPr>
            </a:p>
          </p:txBody>
        </p:sp>
        <p:sp>
          <p:nvSpPr>
            <p:cNvPr id="19" name="Text Box 37">
              <a:extLst>
                <a:ext uri="{FF2B5EF4-FFF2-40B4-BE49-F238E27FC236}">
                  <a16:creationId xmlns:a16="http://schemas.microsoft.com/office/drawing/2014/main" id="{22FE3C9E-1B15-3DD1-5EF3-A83BC10EBB13}"/>
                </a:ext>
              </a:extLst>
            </p:cNvPr>
            <p:cNvSpPr txBox="1">
              <a:spLocks noChangeArrowheads="1"/>
            </p:cNvSpPr>
            <p:nvPr/>
          </p:nvSpPr>
          <p:spPr bwMode="auto">
            <a:xfrm>
              <a:off x="3486" y="3541"/>
              <a:ext cx="382"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主存</a:t>
              </a:r>
            </a:p>
          </p:txBody>
        </p:sp>
        <p:sp>
          <p:nvSpPr>
            <p:cNvPr id="20" name="Rectangle 38" descr="浅色上对角线">
              <a:extLst>
                <a:ext uri="{FF2B5EF4-FFF2-40B4-BE49-F238E27FC236}">
                  <a16:creationId xmlns:a16="http://schemas.microsoft.com/office/drawing/2014/main" id="{3BA2B015-8093-ACF0-AA3C-1B9B91EC6153}"/>
                </a:ext>
              </a:extLst>
            </p:cNvPr>
            <p:cNvSpPr>
              <a:spLocks noChangeArrowheads="1"/>
            </p:cNvSpPr>
            <p:nvPr/>
          </p:nvSpPr>
          <p:spPr bwMode="auto">
            <a:xfrm>
              <a:off x="3329" y="2310"/>
              <a:ext cx="669" cy="155"/>
            </a:xfrm>
            <a:prstGeom prst="rect">
              <a:avLst/>
            </a:prstGeom>
            <a:pattFill prst="ltUpDiag">
              <a:fgClr>
                <a:srgbClr val="000000"/>
              </a:fgClr>
              <a:bgClr>
                <a:srgbClr val="FFFFFF"/>
              </a:bgClr>
            </a:patt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21" name="Text Box 39">
              <a:extLst>
                <a:ext uri="{FF2B5EF4-FFF2-40B4-BE49-F238E27FC236}">
                  <a16:creationId xmlns:a16="http://schemas.microsoft.com/office/drawing/2014/main" id="{9E28EAB5-7219-F7C0-9DF0-C8B79155B7D8}"/>
                </a:ext>
              </a:extLst>
            </p:cNvPr>
            <p:cNvSpPr txBox="1">
              <a:spLocks noChangeArrowheads="1"/>
            </p:cNvSpPr>
            <p:nvPr/>
          </p:nvSpPr>
          <p:spPr bwMode="auto">
            <a:xfrm>
              <a:off x="2896" y="2816"/>
              <a:ext cx="543"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138KB</a:t>
              </a:r>
            </a:p>
          </p:txBody>
        </p:sp>
        <p:sp>
          <p:nvSpPr>
            <p:cNvPr id="22" name="Rectangle 40" descr="浅色上对角线">
              <a:extLst>
                <a:ext uri="{FF2B5EF4-FFF2-40B4-BE49-F238E27FC236}">
                  <a16:creationId xmlns:a16="http://schemas.microsoft.com/office/drawing/2014/main" id="{3CE31C22-4C80-2E16-BB18-A62FA537C569}"/>
                </a:ext>
              </a:extLst>
            </p:cNvPr>
            <p:cNvSpPr>
              <a:spLocks noChangeArrowheads="1"/>
            </p:cNvSpPr>
            <p:nvPr/>
          </p:nvSpPr>
          <p:spPr bwMode="auto">
            <a:xfrm>
              <a:off x="3330" y="3254"/>
              <a:ext cx="666" cy="220"/>
            </a:xfrm>
            <a:prstGeom prst="rect">
              <a:avLst/>
            </a:prstGeom>
            <a:pattFill prst="ltUpDiag">
              <a:fgClr>
                <a:srgbClr val="000000"/>
              </a:fgClr>
              <a:bgClr>
                <a:srgbClr val="FFFFFF"/>
              </a:bgClr>
            </a:patt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23" name="Text Box 41">
              <a:extLst>
                <a:ext uri="{FF2B5EF4-FFF2-40B4-BE49-F238E27FC236}">
                  <a16:creationId xmlns:a16="http://schemas.microsoft.com/office/drawing/2014/main" id="{BF6C0393-E389-A89D-B791-0FB595D9C82F}"/>
                </a:ext>
              </a:extLst>
            </p:cNvPr>
            <p:cNvSpPr txBox="1">
              <a:spLocks noChangeArrowheads="1"/>
            </p:cNvSpPr>
            <p:nvPr/>
          </p:nvSpPr>
          <p:spPr bwMode="auto">
            <a:xfrm>
              <a:off x="3471" y="2481"/>
              <a:ext cx="442"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2</a:t>
              </a:r>
            </a:p>
          </p:txBody>
        </p:sp>
        <p:sp>
          <p:nvSpPr>
            <p:cNvPr id="24" name="Text Box 44">
              <a:extLst>
                <a:ext uri="{FF2B5EF4-FFF2-40B4-BE49-F238E27FC236}">
                  <a16:creationId xmlns:a16="http://schemas.microsoft.com/office/drawing/2014/main" id="{F31061CA-A021-C205-CBEF-A8CB8704218F}"/>
                </a:ext>
              </a:extLst>
            </p:cNvPr>
            <p:cNvSpPr txBox="1">
              <a:spLocks noChangeArrowheads="1"/>
            </p:cNvSpPr>
            <p:nvPr/>
          </p:nvSpPr>
          <p:spPr bwMode="auto">
            <a:xfrm>
              <a:off x="3085" y="1704"/>
              <a:ext cx="279"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0</a:t>
              </a:r>
            </a:p>
          </p:txBody>
        </p:sp>
        <p:sp>
          <p:nvSpPr>
            <p:cNvPr id="25" name="Text Box 49">
              <a:extLst>
                <a:ext uri="{FF2B5EF4-FFF2-40B4-BE49-F238E27FC236}">
                  <a16:creationId xmlns:a16="http://schemas.microsoft.com/office/drawing/2014/main" id="{828B75BB-689C-BA01-1523-E4F752307CF5}"/>
                </a:ext>
              </a:extLst>
            </p:cNvPr>
            <p:cNvSpPr txBox="1">
              <a:spLocks noChangeArrowheads="1"/>
            </p:cNvSpPr>
            <p:nvPr/>
          </p:nvSpPr>
          <p:spPr bwMode="auto">
            <a:xfrm>
              <a:off x="3515" y="1850"/>
              <a:ext cx="279"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60000"/>
                </a:lnSpc>
                <a:spcBef>
                  <a:spcPct val="0"/>
                </a:spcBef>
                <a:buClrTx/>
                <a:buSzTx/>
                <a:buFontTx/>
                <a:buNone/>
              </a:pPr>
              <a:r>
                <a:rPr kumimoji="1" lang="en-US" altLang="zh-CN" sz="2000" b="1">
                  <a:solidFill>
                    <a:schemeClr val="tx1"/>
                  </a:solidFill>
                  <a:latin typeface="Times New Roman" panose="02020603050405020304" pitchFamily="18" charset="0"/>
                </a:rPr>
                <a:t>os</a:t>
              </a:r>
            </a:p>
          </p:txBody>
        </p:sp>
        <p:sp>
          <p:nvSpPr>
            <p:cNvPr id="26" name="Text Box 50">
              <a:extLst>
                <a:ext uri="{FF2B5EF4-FFF2-40B4-BE49-F238E27FC236}">
                  <a16:creationId xmlns:a16="http://schemas.microsoft.com/office/drawing/2014/main" id="{53A4E053-6320-7D46-44F8-851F6B235870}"/>
                </a:ext>
              </a:extLst>
            </p:cNvPr>
            <p:cNvSpPr txBox="1">
              <a:spLocks noChangeArrowheads="1"/>
            </p:cNvSpPr>
            <p:nvPr/>
          </p:nvSpPr>
          <p:spPr bwMode="auto">
            <a:xfrm>
              <a:off x="3470" y="2966"/>
              <a:ext cx="442"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3</a:t>
              </a:r>
            </a:p>
          </p:txBody>
        </p:sp>
        <p:sp>
          <p:nvSpPr>
            <p:cNvPr id="27" name="Text Box 51">
              <a:extLst>
                <a:ext uri="{FF2B5EF4-FFF2-40B4-BE49-F238E27FC236}">
                  <a16:creationId xmlns:a16="http://schemas.microsoft.com/office/drawing/2014/main" id="{B8CB3695-8F4E-31ED-D0D1-1848900C0D57}"/>
                </a:ext>
              </a:extLst>
            </p:cNvPr>
            <p:cNvSpPr txBox="1">
              <a:spLocks noChangeArrowheads="1"/>
            </p:cNvSpPr>
            <p:nvPr/>
          </p:nvSpPr>
          <p:spPr bwMode="auto">
            <a:xfrm>
              <a:off x="3471" y="2078"/>
              <a:ext cx="442"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zh-CN" altLang="en-US" sz="1400" b="1" baseline="-25000">
                  <a:solidFill>
                    <a:schemeClr val="tx1"/>
                  </a:solidFill>
                  <a:latin typeface="Times New Roman" panose="02020603050405020304" pitchFamily="18" charset="0"/>
                </a:rPr>
                <a:t>１</a:t>
              </a:r>
            </a:p>
          </p:txBody>
        </p:sp>
        <p:sp>
          <p:nvSpPr>
            <p:cNvPr id="28" name="Text Box 58">
              <a:extLst>
                <a:ext uri="{FF2B5EF4-FFF2-40B4-BE49-F238E27FC236}">
                  <a16:creationId xmlns:a16="http://schemas.microsoft.com/office/drawing/2014/main" id="{3B31D659-6EC7-0910-9560-CD834B79ED20}"/>
                </a:ext>
              </a:extLst>
            </p:cNvPr>
            <p:cNvSpPr txBox="1">
              <a:spLocks noChangeArrowheads="1"/>
            </p:cNvSpPr>
            <p:nvPr/>
          </p:nvSpPr>
          <p:spPr bwMode="auto">
            <a:xfrm>
              <a:off x="3450" y="3779"/>
              <a:ext cx="53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拼接前</a:t>
              </a:r>
            </a:p>
          </p:txBody>
        </p:sp>
      </p:grpSp>
      <p:grpSp>
        <p:nvGrpSpPr>
          <p:cNvPr id="29" name="Group 61">
            <a:extLst>
              <a:ext uri="{FF2B5EF4-FFF2-40B4-BE49-F238E27FC236}">
                <a16:creationId xmlns:a16="http://schemas.microsoft.com/office/drawing/2014/main" id="{2FAC0EE1-3E72-F4D1-E83E-B19D3578510A}"/>
              </a:ext>
            </a:extLst>
          </p:cNvPr>
          <p:cNvGrpSpPr>
            <a:grpSpLocks/>
          </p:cNvGrpSpPr>
          <p:nvPr/>
        </p:nvGrpSpPr>
        <p:grpSpPr bwMode="auto">
          <a:xfrm>
            <a:off x="9844974" y="1660098"/>
            <a:ext cx="1868487" cy="3630613"/>
            <a:chOff x="4243" y="1704"/>
            <a:chExt cx="1177" cy="2287"/>
          </a:xfrm>
        </p:grpSpPr>
        <p:sp>
          <p:nvSpPr>
            <p:cNvPr id="30" name="Text Box 9">
              <a:extLst>
                <a:ext uri="{FF2B5EF4-FFF2-40B4-BE49-F238E27FC236}">
                  <a16:creationId xmlns:a16="http://schemas.microsoft.com/office/drawing/2014/main" id="{37AE8050-88A5-38CB-6911-FB49E6F7FEAC}"/>
                </a:ext>
              </a:extLst>
            </p:cNvPr>
            <p:cNvSpPr txBox="1">
              <a:spLocks noChangeArrowheads="1"/>
            </p:cNvSpPr>
            <p:nvPr/>
          </p:nvSpPr>
          <p:spPr bwMode="auto">
            <a:xfrm>
              <a:off x="4356" y="1935"/>
              <a:ext cx="483"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20KB</a:t>
              </a:r>
            </a:p>
          </p:txBody>
        </p:sp>
        <p:sp>
          <p:nvSpPr>
            <p:cNvPr id="31" name="Text Box 10">
              <a:extLst>
                <a:ext uri="{FF2B5EF4-FFF2-40B4-BE49-F238E27FC236}">
                  <a16:creationId xmlns:a16="http://schemas.microsoft.com/office/drawing/2014/main" id="{F94C5FA5-DF5B-2730-82B2-C9DC3BFE532C}"/>
                </a:ext>
              </a:extLst>
            </p:cNvPr>
            <p:cNvSpPr txBox="1">
              <a:spLocks noChangeArrowheads="1"/>
            </p:cNvSpPr>
            <p:nvPr/>
          </p:nvSpPr>
          <p:spPr bwMode="auto">
            <a:xfrm>
              <a:off x="4513" y="1704"/>
              <a:ext cx="280"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0</a:t>
              </a:r>
            </a:p>
          </p:txBody>
        </p:sp>
        <p:sp>
          <p:nvSpPr>
            <p:cNvPr id="32" name="Text Box 11">
              <a:extLst>
                <a:ext uri="{FF2B5EF4-FFF2-40B4-BE49-F238E27FC236}">
                  <a16:creationId xmlns:a16="http://schemas.microsoft.com/office/drawing/2014/main" id="{2319E11C-670E-937C-79A4-DA8574545065}"/>
                </a:ext>
              </a:extLst>
            </p:cNvPr>
            <p:cNvSpPr txBox="1">
              <a:spLocks noChangeArrowheads="1"/>
            </p:cNvSpPr>
            <p:nvPr/>
          </p:nvSpPr>
          <p:spPr bwMode="auto">
            <a:xfrm>
              <a:off x="4746" y="1798"/>
              <a:ext cx="668" cy="1670"/>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20000"/>
                </a:spcBef>
                <a:buClrTx/>
                <a:buSzTx/>
                <a:buFontTx/>
                <a:buNone/>
              </a:pPr>
              <a:r>
                <a:rPr kumimoji="1" lang="en-US" altLang="zh-CN" sz="1600" b="1">
                  <a:solidFill>
                    <a:schemeClr val="tx1"/>
                  </a:solidFill>
                  <a:latin typeface="Times New Roman" panose="02020603050405020304" pitchFamily="18" charset="0"/>
                </a:rPr>
                <a:t>       </a:t>
              </a:r>
            </a:p>
            <a:p>
              <a:pPr algn="just" eaLnBrk="1" hangingPunct="1">
                <a:lnSpc>
                  <a:spcPct val="100000"/>
                </a:lnSpc>
                <a:spcBef>
                  <a:spcPct val="20000"/>
                </a:spcBef>
                <a:buClrTx/>
                <a:buSzTx/>
                <a:buFontTx/>
                <a:buNone/>
              </a:pPr>
              <a:r>
                <a:rPr kumimoji="1" lang="en-US" altLang="zh-CN" sz="1600" b="1">
                  <a:solidFill>
                    <a:schemeClr val="tx1"/>
                  </a:solidFill>
                  <a:latin typeface="Times New Roman" panose="02020603050405020304" pitchFamily="18" charset="0"/>
                </a:rPr>
                <a:t>  </a:t>
              </a:r>
            </a:p>
            <a:p>
              <a:pPr algn="just" eaLnBrk="1" hangingPunct="1">
                <a:lnSpc>
                  <a:spcPct val="120000"/>
                </a:lnSpc>
                <a:spcBef>
                  <a:spcPct val="20000"/>
                </a:spcBef>
                <a:buClrTx/>
                <a:buSzTx/>
                <a:buFontTx/>
                <a:buNone/>
              </a:pPr>
              <a:r>
                <a:rPr kumimoji="1" lang="en-US" altLang="zh-CN" sz="1600" b="1">
                  <a:solidFill>
                    <a:schemeClr val="tx1"/>
                  </a:solidFill>
                  <a:latin typeface="Times New Roman" panose="02020603050405020304" pitchFamily="18" charset="0"/>
                </a:rPr>
                <a:t>  </a:t>
              </a:r>
            </a:p>
            <a:p>
              <a:pPr algn="just" eaLnBrk="1" hangingPunct="1">
                <a:lnSpc>
                  <a:spcPct val="120000"/>
                </a:lnSpc>
                <a:spcBef>
                  <a:spcPct val="2000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30000"/>
                </a:lnSpc>
                <a:spcBef>
                  <a:spcPct val="40000"/>
                </a:spcBef>
                <a:buClrTx/>
                <a:buSzTx/>
                <a:buFontTx/>
                <a:buNone/>
              </a:pPr>
              <a:r>
                <a:rPr kumimoji="1" lang="en-US" altLang="zh-CN" sz="1600" b="1">
                  <a:solidFill>
                    <a:schemeClr val="tx1"/>
                  </a:solidFill>
                  <a:latin typeface="Times New Roman" panose="02020603050405020304" pitchFamily="18" charset="0"/>
                </a:rPr>
                <a:t>  </a:t>
              </a:r>
            </a:p>
            <a:p>
              <a:pPr algn="just" eaLnBrk="1" hangingPunct="1">
                <a:lnSpc>
                  <a:spcPct val="130000"/>
                </a:lnSpc>
                <a:spcBef>
                  <a:spcPct val="40000"/>
                </a:spcBef>
                <a:buClrTx/>
                <a:buSzTx/>
                <a:buFontTx/>
                <a:buNone/>
              </a:pPr>
              <a:r>
                <a:rPr kumimoji="1" lang="en-US" altLang="zh-CN" sz="1600" b="1">
                  <a:solidFill>
                    <a:schemeClr val="tx1"/>
                  </a:solidFill>
                  <a:latin typeface="Times New Roman" panose="02020603050405020304" pitchFamily="18" charset="0"/>
                </a:rPr>
                <a:t>  </a:t>
              </a:r>
            </a:p>
            <a:p>
              <a:pPr algn="just" eaLnBrk="1" hangingPunct="1">
                <a:lnSpc>
                  <a:spcPct val="100000"/>
                </a:lnSpc>
                <a:spcBef>
                  <a:spcPct val="20000"/>
                </a:spcBef>
                <a:buClrTx/>
                <a:buSzTx/>
                <a:buFontTx/>
                <a:buNone/>
              </a:pPr>
              <a:r>
                <a:rPr kumimoji="1" lang="en-US" altLang="zh-CN" sz="1600" b="1">
                  <a:solidFill>
                    <a:schemeClr val="tx1"/>
                  </a:solidFill>
                  <a:latin typeface="Times New Roman" panose="02020603050405020304" pitchFamily="18" charset="0"/>
                </a:rPr>
                <a:t>   </a:t>
              </a:r>
            </a:p>
            <a:p>
              <a:pPr algn="just" eaLnBrk="1" hangingPunct="1">
                <a:lnSpc>
                  <a:spcPct val="100000"/>
                </a:lnSpc>
                <a:spcBef>
                  <a:spcPct val="20000"/>
                </a:spcBef>
                <a:buClrTx/>
                <a:buSzTx/>
                <a:buFontTx/>
                <a:buNone/>
              </a:pPr>
              <a:r>
                <a:rPr kumimoji="1" lang="en-US" altLang="zh-CN" sz="1600" b="1">
                  <a:solidFill>
                    <a:schemeClr val="tx1"/>
                  </a:solidFill>
                  <a:latin typeface="Times New Roman" panose="02020603050405020304" pitchFamily="18" charset="0"/>
                </a:rPr>
                <a:t>  </a:t>
              </a:r>
            </a:p>
          </p:txBody>
        </p:sp>
        <p:sp>
          <p:nvSpPr>
            <p:cNvPr id="33" name="Rectangle 12" descr="浅色上对角线">
              <a:extLst>
                <a:ext uri="{FF2B5EF4-FFF2-40B4-BE49-F238E27FC236}">
                  <a16:creationId xmlns:a16="http://schemas.microsoft.com/office/drawing/2014/main" id="{1B374B95-8734-CD2B-5FBC-A92CC4D3AD0C}"/>
                </a:ext>
              </a:extLst>
            </p:cNvPr>
            <p:cNvSpPr>
              <a:spLocks noChangeArrowheads="1"/>
            </p:cNvSpPr>
            <p:nvPr/>
          </p:nvSpPr>
          <p:spPr bwMode="auto">
            <a:xfrm>
              <a:off x="4748" y="3041"/>
              <a:ext cx="666" cy="427"/>
            </a:xfrm>
            <a:prstGeom prst="rect">
              <a:avLst/>
            </a:prstGeom>
            <a:pattFill prst="ltUpDiag">
              <a:fgClr>
                <a:srgbClr val="000000"/>
              </a:fgClr>
              <a:bgClr>
                <a:srgbClr val="FFFFFF"/>
              </a:bgClr>
            </a:patt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34" name="Line 13">
              <a:extLst>
                <a:ext uri="{FF2B5EF4-FFF2-40B4-BE49-F238E27FC236}">
                  <a16:creationId xmlns:a16="http://schemas.microsoft.com/office/drawing/2014/main" id="{33422AF0-58AA-3B36-2C64-4177CF979493}"/>
                </a:ext>
              </a:extLst>
            </p:cNvPr>
            <p:cNvSpPr>
              <a:spLocks noChangeShapeType="1"/>
            </p:cNvSpPr>
            <p:nvPr/>
          </p:nvSpPr>
          <p:spPr bwMode="auto">
            <a:xfrm>
              <a:off x="4746" y="2044"/>
              <a:ext cx="67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5" name="Line 14">
              <a:extLst>
                <a:ext uri="{FF2B5EF4-FFF2-40B4-BE49-F238E27FC236}">
                  <a16:creationId xmlns:a16="http://schemas.microsoft.com/office/drawing/2014/main" id="{839B3DDB-96F8-CC84-9452-071753AC3A99}"/>
                </a:ext>
              </a:extLst>
            </p:cNvPr>
            <p:cNvSpPr>
              <a:spLocks noChangeShapeType="1"/>
            </p:cNvSpPr>
            <p:nvPr/>
          </p:nvSpPr>
          <p:spPr bwMode="auto">
            <a:xfrm>
              <a:off x="4742" y="2316"/>
              <a:ext cx="67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6" name="Line 15">
              <a:extLst>
                <a:ext uri="{FF2B5EF4-FFF2-40B4-BE49-F238E27FC236}">
                  <a16:creationId xmlns:a16="http://schemas.microsoft.com/office/drawing/2014/main" id="{B0C675D1-7A3C-EA2A-3171-AF788B9E061B}"/>
                </a:ext>
              </a:extLst>
            </p:cNvPr>
            <p:cNvSpPr>
              <a:spLocks noChangeShapeType="1"/>
            </p:cNvSpPr>
            <p:nvPr/>
          </p:nvSpPr>
          <p:spPr bwMode="auto">
            <a:xfrm>
              <a:off x="4742" y="2624"/>
              <a:ext cx="67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7" name="Text Box 16">
              <a:extLst>
                <a:ext uri="{FF2B5EF4-FFF2-40B4-BE49-F238E27FC236}">
                  <a16:creationId xmlns:a16="http://schemas.microsoft.com/office/drawing/2014/main" id="{8C03BE81-323C-99CC-7BBA-D5310B34DE27}"/>
                </a:ext>
              </a:extLst>
            </p:cNvPr>
            <p:cNvSpPr txBox="1">
              <a:spLocks noChangeArrowheads="1"/>
            </p:cNvSpPr>
            <p:nvPr/>
          </p:nvSpPr>
          <p:spPr bwMode="auto">
            <a:xfrm>
              <a:off x="4356" y="2208"/>
              <a:ext cx="465"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54KB</a:t>
              </a:r>
            </a:p>
          </p:txBody>
        </p:sp>
        <p:sp>
          <p:nvSpPr>
            <p:cNvPr id="38" name="Text Box 17">
              <a:extLst>
                <a:ext uri="{FF2B5EF4-FFF2-40B4-BE49-F238E27FC236}">
                  <a16:creationId xmlns:a16="http://schemas.microsoft.com/office/drawing/2014/main" id="{736229B8-8303-29E0-8C8A-A375F9082A0B}"/>
                </a:ext>
              </a:extLst>
            </p:cNvPr>
            <p:cNvSpPr txBox="1">
              <a:spLocks noChangeArrowheads="1"/>
            </p:cNvSpPr>
            <p:nvPr/>
          </p:nvSpPr>
          <p:spPr bwMode="auto">
            <a:xfrm>
              <a:off x="4301" y="2511"/>
              <a:ext cx="52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131KB</a:t>
              </a:r>
            </a:p>
          </p:txBody>
        </p:sp>
        <p:sp>
          <p:nvSpPr>
            <p:cNvPr id="39" name="Text Box 18">
              <a:extLst>
                <a:ext uri="{FF2B5EF4-FFF2-40B4-BE49-F238E27FC236}">
                  <a16:creationId xmlns:a16="http://schemas.microsoft.com/office/drawing/2014/main" id="{48AFBA95-8707-D34C-A244-39C2431A72D5}"/>
                </a:ext>
              </a:extLst>
            </p:cNvPr>
            <p:cNvSpPr txBox="1">
              <a:spLocks noChangeArrowheads="1"/>
            </p:cNvSpPr>
            <p:nvPr/>
          </p:nvSpPr>
          <p:spPr bwMode="auto">
            <a:xfrm>
              <a:off x="4299" y="2934"/>
              <a:ext cx="524"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247KB</a:t>
              </a:r>
            </a:p>
          </p:txBody>
        </p:sp>
        <p:sp>
          <p:nvSpPr>
            <p:cNvPr id="40" name="Text Box 19">
              <a:extLst>
                <a:ext uri="{FF2B5EF4-FFF2-40B4-BE49-F238E27FC236}">
                  <a16:creationId xmlns:a16="http://schemas.microsoft.com/office/drawing/2014/main" id="{EB46FC61-2EDB-73B9-8F1B-63FE39F01D5B}"/>
                </a:ext>
              </a:extLst>
            </p:cNvPr>
            <p:cNvSpPr txBox="1">
              <a:spLocks noChangeArrowheads="1"/>
            </p:cNvSpPr>
            <p:nvPr/>
          </p:nvSpPr>
          <p:spPr bwMode="auto">
            <a:xfrm>
              <a:off x="4243" y="3435"/>
              <a:ext cx="658"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256KB</a:t>
              </a:r>
              <a:r>
                <a:rPr kumimoji="1" lang="en-US" altLang="zh-CN" sz="1600" b="1">
                  <a:solidFill>
                    <a:schemeClr val="tx1"/>
                  </a:solidFill>
                  <a:latin typeface="Times New Roman" panose="02020603050405020304" pitchFamily="18" charset="0"/>
                  <a:sym typeface="Symbol" panose="05050102010706020507" pitchFamily="18" charset="2"/>
                </a:rPr>
                <a:t>1</a:t>
              </a:r>
              <a:endParaRPr kumimoji="1" lang="en-US" altLang="zh-CN" sz="1600" b="1">
                <a:solidFill>
                  <a:schemeClr val="tx1"/>
                </a:solidFill>
                <a:latin typeface="Times New Roman" panose="02020603050405020304" pitchFamily="18" charset="0"/>
              </a:endParaRPr>
            </a:p>
          </p:txBody>
        </p:sp>
        <p:sp>
          <p:nvSpPr>
            <p:cNvPr id="41" name="Text Box 20">
              <a:extLst>
                <a:ext uri="{FF2B5EF4-FFF2-40B4-BE49-F238E27FC236}">
                  <a16:creationId xmlns:a16="http://schemas.microsoft.com/office/drawing/2014/main" id="{115A06B3-4F27-964E-C52E-C07C86B0E283}"/>
                </a:ext>
              </a:extLst>
            </p:cNvPr>
            <p:cNvSpPr txBox="1">
              <a:spLocks noChangeArrowheads="1"/>
            </p:cNvSpPr>
            <p:nvPr/>
          </p:nvSpPr>
          <p:spPr bwMode="auto">
            <a:xfrm>
              <a:off x="4891" y="3551"/>
              <a:ext cx="383"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主存</a:t>
              </a:r>
            </a:p>
          </p:txBody>
        </p:sp>
        <p:sp>
          <p:nvSpPr>
            <p:cNvPr id="42" name="Text Box 48">
              <a:extLst>
                <a:ext uri="{FF2B5EF4-FFF2-40B4-BE49-F238E27FC236}">
                  <a16:creationId xmlns:a16="http://schemas.microsoft.com/office/drawing/2014/main" id="{4D5098FD-177C-83CF-38E3-633DEE183267}"/>
                </a:ext>
              </a:extLst>
            </p:cNvPr>
            <p:cNvSpPr txBox="1">
              <a:spLocks noChangeArrowheads="1"/>
            </p:cNvSpPr>
            <p:nvPr/>
          </p:nvSpPr>
          <p:spPr bwMode="auto">
            <a:xfrm>
              <a:off x="4932" y="1840"/>
              <a:ext cx="279"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60000"/>
                </a:lnSpc>
                <a:spcBef>
                  <a:spcPct val="0"/>
                </a:spcBef>
                <a:buClrTx/>
                <a:buSzTx/>
                <a:buFontTx/>
                <a:buNone/>
              </a:pPr>
              <a:r>
                <a:rPr kumimoji="1" lang="en-US" altLang="zh-CN" sz="2000" b="1">
                  <a:solidFill>
                    <a:schemeClr val="tx1"/>
                  </a:solidFill>
                  <a:latin typeface="Times New Roman" panose="02020603050405020304" pitchFamily="18" charset="0"/>
                </a:rPr>
                <a:t>os</a:t>
              </a:r>
            </a:p>
          </p:txBody>
        </p:sp>
        <p:sp>
          <p:nvSpPr>
            <p:cNvPr id="43" name="Text Box 53">
              <a:extLst>
                <a:ext uri="{FF2B5EF4-FFF2-40B4-BE49-F238E27FC236}">
                  <a16:creationId xmlns:a16="http://schemas.microsoft.com/office/drawing/2014/main" id="{FDCDC60F-37F2-34A1-1D4F-DB53529C3C5B}"/>
                </a:ext>
              </a:extLst>
            </p:cNvPr>
            <p:cNvSpPr txBox="1">
              <a:spLocks noChangeArrowheads="1"/>
            </p:cNvSpPr>
            <p:nvPr/>
          </p:nvSpPr>
          <p:spPr bwMode="auto">
            <a:xfrm>
              <a:off x="4887" y="2069"/>
              <a:ext cx="442"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zh-CN" altLang="en-US" sz="1400" b="1" baseline="-25000">
                  <a:solidFill>
                    <a:schemeClr val="tx1"/>
                  </a:solidFill>
                  <a:latin typeface="Times New Roman" panose="02020603050405020304" pitchFamily="18" charset="0"/>
                </a:rPr>
                <a:t>１</a:t>
              </a:r>
            </a:p>
          </p:txBody>
        </p:sp>
        <p:sp>
          <p:nvSpPr>
            <p:cNvPr id="44" name="Text Box 54">
              <a:extLst>
                <a:ext uri="{FF2B5EF4-FFF2-40B4-BE49-F238E27FC236}">
                  <a16:creationId xmlns:a16="http://schemas.microsoft.com/office/drawing/2014/main" id="{4F1DB2E3-2F1E-7480-59CC-C1D8969FF6A4}"/>
                </a:ext>
              </a:extLst>
            </p:cNvPr>
            <p:cNvSpPr txBox="1">
              <a:spLocks noChangeArrowheads="1"/>
            </p:cNvSpPr>
            <p:nvPr/>
          </p:nvSpPr>
          <p:spPr bwMode="auto">
            <a:xfrm>
              <a:off x="4897" y="2353"/>
              <a:ext cx="442"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2</a:t>
              </a:r>
            </a:p>
          </p:txBody>
        </p:sp>
        <p:sp>
          <p:nvSpPr>
            <p:cNvPr id="45" name="Text Box 55">
              <a:extLst>
                <a:ext uri="{FF2B5EF4-FFF2-40B4-BE49-F238E27FC236}">
                  <a16:creationId xmlns:a16="http://schemas.microsoft.com/office/drawing/2014/main" id="{6A2417D8-F3F0-213C-3378-29F253A862D4}"/>
                </a:ext>
              </a:extLst>
            </p:cNvPr>
            <p:cNvSpPr txBox="1">
              <a:spLocks noChangeArrowheads="1"/>
            </p:cNvSpPr>
            <p:nvPr/>
          </p:nvSpPr>
          <p:spPr bwMode="auto">
            <a:xfrm>
              <a:off x="4914" y="2710"/>
              <a:ext cx="442"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400" b="1">
                  <a:solidFill>
                    <a:schemeClr val="tx1"/>
                  </a:solidFill>
                  <a:latin typeface="Times New Roman" panose="02020603050405020304" pitchFamily="18" charset="0"/>
                </a:rPr>
                <a:t>程序</a:t>
              </a:r>
              <a:r>
                <a:rPr kumimoji="1" lang="en-US" altLang="zh-CN" sz="1400" b="1" baseline="-25000">
                  <a:solidFill>
                    <a:schemeClr val="tx1"/>
                  </a:solidFill>
                  <a:latin typeface="Times New Roman" panose="02020603050405020304" pitchFamily="18" charset="0"/>
                </a:rPr>
                <a:t>3</a:t>
              </a:r>
            </a:p>
          </p:txBody>
        </p:sp>
        <p:sp>
          <p:nvSpPr>
            <p:cNvPr id="46" name="Text Box 59">
              <a:extLst>
                <a:ext uri="{FF2B5EF4-FFF2-40B4-BE49-F238E27FC236}">
                  <a16:creationId xmlns:a16="http://schemas.microsoft.com/office/drawing/2014/main" id="{1922AED2-F27A-DF73-633D-6BA6EB75B2C5}"/>
                </a:ext>
              </a:extLst>
            </p:cNvPr>
            <p:cNvSpPr txBox="1">
              <a:spLocks noChangeArrowheads="1"/>
            </p:cNvSpPr>
            <p:nvPr/>
          </p:nvSpPr>
          <p:spPr bwMode="auto">
            <a:xfrm>
              <a:off x="4830" y="3770"/>
              <a:ext cx="53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拼接后</a:t>
              </a:r>
            </a:p>
          </p:txBody>
        </p:sp>
      </p:grpSp>
      <p:sp>
        <p:nvSpPr>
          <p:cNvPr id="47" name="Text Box 62">
            <a:extLst>
              <a:ext uri="{FF2B5EF4-FFF2-40B4-BE49-F238E27FC236}">
                <a16:creationId xmlns:a16="http://schemas.microsoft.com/office/drawing/2014/main" id="{0E4328B8-81ED-F552-1B60-BB6A42C9CAD8}"/>
              </a:ext>
            </a:extLst>
          </p:cNvPr>
          <p:cNvSpPr txBox="1">
            <a:spLocks noChangeArrowheads="1"/>
          </p:cNvSpPr>
          <p:nvPr/>
        </p:nvSpPr>
        <p:spPr bwMode="auto">
          <a:xfrm>
            <a:off x="8890886" y="5279830"/>
            <a:ext cx="2490787"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dirty="0">
                <a:solidFill>
                  <a:schemeClr val="tx1"/>
                </a:solidFill>
                <a:latin typeface="Times New Roman" panose="02020603050405020304" pitchFamily="18" charset="0"/>
              </a:rPr>
              <a:t>分区分配中的存储区拼接</a:t>
            </a:r>
          </a:p>
        </p:txBody>
      </p:sp>
    </p:spTree>
    <p:extLst>
      <p:ext uri="{BB962C8B-B14F-4D97-AF65-F5344CB8AC3E}">
        <p14:creationId xmlns:p14="http://schemas.microsoft.com/office/powerpoint/2010/main" val="24253401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分区存储管理</a:t>
            </a:r>
          </a:p>
        </p:txBody>
      </p:sp>
      <p:sp>
        <p:nvSpPr>
          <p:cNvPr id="3" name="内容占位符 1">
            <a:extLst>
              <a:ext uri="{FF2B5EF4-FFF2-40B4-BE49-F238E27FC236}">
                <a16:creationId xmlns:a16="http://schemas.microsoft.com/office/drawing/2014/main" id="{3F703F90-D895-90EC-E502-BF88B8B7078E}"/>
              </a:ext>
            </a:extLst>
          </p:cNvPr>
          <p:cNvSpPr txBox="1">
            <a:spLocks/>
          </p:cNvSpPr>
          <p:nvPr/>
        </p:nvSpPr>
        <p:spPr>
          <a:xfrm>
            <a:off x="584538" y="1164187"/>
            <a:ext cx="10722370" cy="4638736"/>
          </a:xfrm>
          <a:prstGeom prst="rect">
            <a:avLst/>
          </a:prstGeom>
        </p:spPr>
        <p:txBody>
          <a:bodyPr>
            <a:normAutofit/>
          </a:bodyPr>
          <a:lstStyle>
            <a:lvl1pPr algn="l" defTabSz="914400" rtl="0" eaLnBrk="1" latinLnBrk="0" hangingPunct="1">
              <a:lnSpc>
                <a:spcPct val="90000"/>
              </a:lnSpc>
              <a:spcBef>
                <a:spcPct val="0"/>
              </a:spcBef>
              <a:buNone/>
              <a:defRPr sz="2800" b="1" kern="1200">
                <a:solidFill>
                  <a:srgbClr val="2E4E7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stStyle>
          <a:p>
            <a:pPr>
              <a:lnSpc>
                <a:spcPct val="120000"/>
              </a:lnSpc>
              <a:spcBef>
                <a:spcPct val="30000"/>
              </a:spcBef>
              <a:buClr>
                <a:schemeClr val="tx2"/>
              </a:buClr>
              <a:buSzPct val="95000"/>
              <a:buFont typeface="Wingdings" panose="05000000000000000000" pitchFamily="2" charset="2"/>
              <a:buNone/>
              <a:defRPr/>
            </a:pPr>
            <a:r>
              <a:rPr lang="en-US" altLang="zh-CN" dirty="0">
                <a:solidFill>
                  <a:srgbClr val="335F90"/>
                </a:solidFill>
                <a:effectLst>
                  <a:outerShdw blurRad="38100" dist="38100" dir="2700000" algn="tl">
                    <a:srgbClr val="C0C0C0"/>
                  </a:outerShdw>
                </a:effectLst>
                <a:latin typeface="Times New Roman" panose="02020603050405020304" pitchFamily="18" charset="0"/>
                <a:ea typeface="+mn-ea"/>
                <a:cs typeface="+mn-cs"/>
              </a:rPr>
              <a:t>5.  </a:t>
            </a:r>
            <a:r>
              <a:rPr lang="zh-CN" altLang="en-US" dirty="0">
                <a:solidFill>
                  <a:srgbClr val="335F90"/>
                </a:solidFill>
                <a:effectLst>
                  <a:outerShdw blurRad="38100" dist="38100" dir="2700000" algn="tl">
                    <a:srgbClr val="C0C0C0"/>
                  </a:outerShdw>
                </a:effectLst>
                <a:latin typeface="Times New Roman" panose="02020603050405020304" pitchFamily="18" charset="0"/>
                <a:ea typeface="+mn-ea"/>
                <a:cs typeface="+mn-cs"/>
              </a:rPr>
              <a:t>采用分区存储管理的</a:t>
            </a:r>
            <a:r>
              <a:rPr lang="en-US" altLang="zh-CN" dirty="0">
                <a:solidFill>
                  <a:srgbClr val="335F90"/>
                </a:solidFill>
                <a:effectLst>
                  <a:outerShdw blurRad="38100" dist="38100" dir="2700000" algn="tl">
                    <a:srgbClr val="C0C0C0"/>
                  </a:outerShdw>
                </a:effectLst>
                <a:latin typeface="Times New Roman" panose="02020603050405020304" pitchFamily="18" charset="0"/>
                <a:ea typeface="+mn-ea"/>
                <a:cs typeface="+mn-cs"/>
              </a:rPr>
              <a:t>OS</a:t>
            </a:r>
            <a:r>
              <a:rPr lang="zh-CN" altLang="en-US" dirty="0">
                <a:solidFill>
                  <a:srgbClr val="335F90"/>
                </a:solidFill>
                <a:effectLst>
                  <a:outerShdw blurRad="38100" dist="38100" dir="2700000" algn="tl">
                    <a:srgbClr val="C0C0C0"/>
                  </a:outerShdw>
                </a:effectLst>
                <a:latin typeface="Times New Roman" panose="02020603050405020304" pitchFamily="18" charset="0"/>
                <a:ea typeface="+mn-ea"/>
                <a:cs typeface="+mn-cs"/>
              </a:rPr>
              <a:t>如何存储空闲区链表（自由主存队列）？</a:t>
            </a:r>
          </a:p>
          <a:p>
            <a:pPr algn="just">
              <a:lnSpc>
                <a:spcPct val="150000"/>
              </a:lnSpc>
              <a:spcBef>
                <a:spcPct val="20000"/>
              </a:spcBef>
              <a:buClr>
                <a:srgbClr val="FFC000"/>
              </a:buClr>
              <a:defRPr/>
            </a:pPr>
            <a:r>
              <a:rPr lang="zh-CN" altLang="en-US" sz="2600" dirty="0">
                <a:solidFill>
                  <a:prstClr val="black"/>
                </a:solidFill>
                <a:effectLst/>
                <a:cs typeface="+mn-cs"/>
              </a:rPr>
              <a:t>（</a:t>
            </a:r>
            <a:r>
              <a:rPr lang="en-US" altLang="zh-CN" sz="2600" dirty="0">
                <a:solidFill>
                  <a:prstClr val="black"/>
                </a:solidFill>
                <a:effectLst/>
                <a:cs typeface="+mn-cs"/>
              </a:rPr>
              <a:t>1</a:t>
            </a:r>
            <a:r>
              <a:rPr lang="zh-CN" altLang="en-US" sz="2600" dirty="0">
                <a:solidFill>
                  <a:prstClr val="black"/>
                </a:solidFill>
                <a:effectLst/>
                <a:cs typeface="+mn-cs"/>
              </a:rPr>
              <a:t>）集中存储</a:t>
            </a:r>
            <a:endParaRPr lang="en-US" altLang="zh-CN" sz="2600" dirty="0">
              <a:solidFill>
                <a:prstClr val="black"/>
              </a:solidFill>
              <a:effectLst/>
              <a:cs typeface="+mn-cs"/>
            </a:endParaRPr>
          </a:p>
          <a:p>
            <a:pPr marL="0" lvl="1">
              <a:lnSpc>
                <a:spcPct val="120000"/>
              </a:lnSpc>
              <a:spcBef>
                <a:spcPct val="20000"/>
              </a:spcBef>
              <a:buFont typeface="Wingdings" panose="05000000000000000000" pitchFamily="2" charset="2"/>
              <a:buNone/>
              <a:defRPr/>
            </a:pPr>
            <a:r>
              <a:rPr lang="en-US" altLang="zh-CN" kern="0" dirty="0">
                <a:solidFill>
                  <a:srgbClr val="A50021"/>
                </a:solidFill>
                <a:latin typeface="Times New Roman" panose="02020603050405020304" pitchFamily="18" charset="0"/>
                <a:ea typeface="宋体" panose="02010600030101010101" pitchFamily="2" charset="-122"/>
              </a:rPr>
              <a:t>	</a:t>
            </a:r>
            <a:r>
              <a:rPr lang="zh-CN" altLang="en-US" sz="2400" dirty="0">
                <a:solidFill>
                  <a:prstClr val="black"/>
                </a:solidFill>
                <a:latin typeface="微软雅黑" panose="020B0503020204020204" pitchFamily="34" charset="-122"/>
                <a:ea typeface="微软雅黑" panose="020B0503020204020204" pitchFamily="34" charset="-122"/>
              </a:rPr>
              <a:t>在</a:t>
            </a:r>
            <a:r>
              <a:rPr lang="en-US" altLang="zh-CN" sz="2400" dirty="0">
                <a:solidFill>
                  <a:prstClr val="black"/>
                </a:solidFill>
                <a:latin typeface="微软雅黑" panose="020B0503020204020204" pitchFamily="34" charset="-122"/>
                <a:ea typeface="微软雅黑" panose="020B0503020204020204" pitchFamily="34" charset="-122"/>
              </a:rPr>
              <a:t>OS</a:t>
            </a:r>
            <a:r>
              <a:rPr lang="zh-CN" altLang="en-US" sz="2400" dirty="0">
                <a:solidFill>
                  <a:prstClr val="black"/>
                </a:solidFill>
                <a:latin typeface="微软雅黑" panose="020B0503020204020204" pitchFamily="34" charset="-122"/>
                <a:ea typeface="微软雅黑" panose="020B0503020204020204" pitchFamily="34" charset="-122"/>
              </a:rPr>
              <a:t>空间中开辟一块专有的空间来存储所有</a:t>
            </a:r>
            <a:r>
              <a:rPr lang="en-US" altLang="zh-CN" sz="2400" dirty="0">
                <a:solidFill>
                  <a:prstClr val="black"/>
                </a:solidFill>
                <a:latin typeface="微软雅黑" panose="020B0503020204020204" pitchFamily="34" charset="-122"/>
                <a:ea typeface="微软雅黑" panose="020B0503020204020204" pitchFamily="34" charset="-122"/>
              </a:rPr>
              <a:t>PD</a:t>
            </a:r>
            <a:r>
              <a:rPr lang="zh-CN" altLang="en-US" sz="2400" dirty="0">
                <a:solidFill>
                  <a:prstClr val="black"/>
                </a:solidFill>
                <a:latin typeface="微软雅黑" panose="020B0503020204020204" pitchFamily="34" charset="-122"/>
                <a:ea typeface="微软雅黑" panose="020B0503020204020204" pitchFamily="34" charset="-122"/>
              </a:rPr>
              <a:t>结构。</a:t>
            </a:r>
            <a:endParaRPr lang="en-US" altLang="zh-CN" sz="2400" dirty="0">
              <a:solidFill>
                <a:prstClr val="black"/>
              </a:solidFill>
              <a:latin typeface="微软雅黑" panose="020B0503020204020204" pitchFamily="34" charset="-122"/>
              <a:ea typeface="微软雅黑" panose="020B0503020204020204" pitchFamily="34" charset="-122"/>
            </a:endParaRPr>
          </a:p>
          <a:p>
            <a:pPr marL="0" lvl="1">
              <a:lnSpc>
                <a:spcPct val="120000"/>
              </a:lnSpc>
              <a:spcBef>
                <a:spcPct val="20000"/>
              </a:spcBef>
              <a:buFont typeface="Wingdings" panose="05000000000000000000" pitchFamily="2" charset="2"/>
              <a:buNone/>
              <a:defRPr/>
            </a:pPr>
            <a:r>
              <a:rPr lang="en-US" altLang="zh-CN" sz="2400" dirty="0">
                <a:solidFill>
                  <a:prstClr val="black"/>
                </a:solidFill>
                <a:latin typeface="微软雅黑" panose="020B0503020204020204" pitchFamily="34" charset="-122"/>
                <a:ea typeface="微软雅黑" panose="020B0503020204020204" pitchFamily="34" charset="-122"/>
              </a:rPr>
              <a:t>	</a:t>
            </a:r>
            <a:r>
              <a:rPr lang="zh-CN" altLang="en-US" sz="2400" dirty="0">
                <a:solidFill>
                  <a:prstClr val="black"/>
                </a:solidFill>
                <a:latin typeface="微软雅黑" panose="020B0503020204020204" pitchFamily="34" charset="-122"/>
                <a:ea typeface="微软雅黑" panose="020B0503020204020204" pitchFamily="34" charset="-122"/>
              </a:rPr>
              <a:t>优缺点？</a:t>
            </a:r>
            <a:endParaRPr lang="en-US" altLang="zh-CN" sz="2400" dirty="0">
              <a:solidFill>
                <a:prstClr val="black"/>
              </a:solidFill>
              <a:latin typeface="微软雅黑" panose="020B0503020204020204" pitchFamily="34" charset="-122"/>
              <a:ea typeface="微软雅黑" panose="020B0503020204020204" pitchFamily="34" charset="-122"/>
            </a:endParaRPr>
          </a:p>
          <a:p>
            <a:pPr algn="just">
              <a:lnSpc>
                <a:spcPct val="150000"/>
              </a:lnSpc>
              <a:spcBef>
                <a:spcPct val="20000"/>
              </a:spcBef>
              <a:buClr>
                <a:srgbClr val="FFC000"/>
              </a:buClr>
              <a:defRPr/>
            </a:pPr>
            <a:r>
              <a:rPr lang="zh-CN" altLang="en-US" sz="2600" dirty="0">
                <a:solidFill>
                  <a:prstClr val="black"/>
                </a:solidFill>
                <a:effectLst/>
                <a:cs typeface="+mn-cs"/>
              </a:rPr>
              <a:t>（</a:t>
            </a:r>
            <a:r>
              <a:rPr lang="en-US" altLang="zh-CN" sz="2600" dirty="0">
                <a:solidFill>
                  <a:prstClr val="black"/>
                </a:solidFill>
                <a:effectLst/>
                <a:cs typeface="+mn-cs"/>
              </a:rPr>
              <a:t>2</a:t>
            </a:r>
            <a:r>
              <a:rPr lang="zh-CN" altLang="en-US" sz="2600" dirty="0">
                <a:solidFill>
                  <a:prstClr val="black"/>
                </a:solidFill>
                <a:effectLst/>
                <a:cs typeface="+mn-cs"/>
              </a:rPr>
              <a:t>）分散存储</a:t>
            </a:r>
            <a:endParaRPr lang="en-US" altLang="zh-CN" sz="2600" dirty="0">
              <a:solidFill>
                <a:prstClr val="black"/>
              </a:solidFill>
              <a:effectLst/>
              <a:cs typeface="+mn-cs"/>
            </a:endParaRPr>
          </a:p>
          <a:p>
            <a:pPr marL="0" lvl="1">
              <a:lnSpc>
                <a:spcPct val="120000"/>
              </a:lnSpc>
              <a:spcBef>
                <a:spcPct val="20000"/>
              </a:spcBef>
              <a:buFont typeface="Wingdings" panose="05000000000000000000" pitchFamily="2" charset="2"/>
              <a:buNone/>
              <a:defRPr/>
            </a:pPr>
            <a:r>
              <a:rPr lang="en-US" altLang="zh-CN" kern="0" dirty="0">
                <a:solidFill>
                  <a:srgbClr val="A50021"/>
                </a:solidFill>
                <a:latin typeface="Times New Roman" panose="02020603050405020304" pitchFamily="18" charset="0"/>
                <a:ea typeface="宋体" panose="02010600030101010101" pitchFamily="2" charset="-122"/>
              </a:rPr>
              <a:t>	</a:t>
            </a:r>
            <a:r>
              <a:rPr lang="zh-CN" altLang="en-US" sz="2400" dirty="0">
                <a:solidFill>
                  <a:prstClr val="black"/>
                </a:solidFill>
                <a:latin typeface="微软雅黑" panose="020B0503020204020204" pitchFamily="34" charset="-122"/>
                <a:ea typeface="微软雅黑" panose="020B0503020204020204" pitchFamily="34" charset="-122"/>
              </a:rPr>
              <a:t>将</a:t>
            </a:r>
            <a:r>
              <a:rPr lang="en-US" altLang="zh-CN" sz="2400" dirty="0">
                <a:solidFill>
                  <a:prstClr val="black"/>
                </a:solidFill>
                <a:latin typeface="微软雅黑" panose="020B0503020204020204" pitchFamily="34" charset="-122"/>
                <a:ea typeface="微软雅黑" panose="020B0503020204020204" pitchFamily="34" charset="-122"/>
              </a:rPr>
              <a:t>PD</a:t>
            </a:r>
            <a:r>
              <a:rPr lang="zh-CN" altLang="en-US" sz="2400" dirty="0">
                <a:solidFill>
                  <a:prstClr val="black"/>
                </a:solidFill>
                <a:latin typeface="微软雅黑" panose="020B0503020204020204" pitchFamily="34" charset="-122"/>
                <a:ea typeface="微软雅黑" panose="020B0503020204020204" pitchFamily="34" charset="-122"/>
              </a:rPr>
              <a:t>分散存储到它们所对应的存储区域。</a:t>
            </a:r>
            <a:endParaRPr lang="en-US" altLang="zh-CN" sz="2400" dirty="0">
              <a:solidFill>
                <a:prstClr val="black"/>
              </a:solidFill>
              <a:latin typeface="微软雅黑" panose="020B0503020204020204" pitchFamily="34" charset="-122"/>
              <a:ea typeface="微软雅黑" panose="020B0503020204020204" pitchFamily="34" charset="-122"/>
            </a:endParaRPr>
          </a:p>
          <a:p>
            <a:pPr marL="0" lvl="1">
              <a:lnSpc>
                <a:spcPct val="120000"/>
              </a:lnSpc>
              <a:spcBef>
                <a:spcPct val="20000"/>
              </a:spcBef>
              <a:buFont typeface="Wingdings" panose="05000000000000000000" pitchFamily="2" charset="2"/>
              <a:buNone/>
              <a:defRPr/>
            </a:pPr>
            <a:r>
              <a:rPr lang="en-US" altLang="zh-CN" sz="2400" dirty="0">
                <a:solidFill>
                  <a:prstClr val="black"/>
                </a:solidFill>
                <a:latin typeface="微软雅黑" panose="020B0503020204020204" pitchFamily="34" charset="-122"/>
                <a:ea typeface="微软雅黑" panose="020B0503020204020204" pitchFamily="34" charset="-122"/>
              </a:rPr>
              <a:t>	</a:t>
            </a:r>
            <a:r>
              <a:rPr lang="zh-CN" altLang="en-US" sz="2400" dirty="0">
                <a:solidFill>
                  <a:prstClr val="black"/>
                </a:solidFill>
                <a:latin typeface="微软雅黑" panose="020B0503020204020204" pitchFamily="34" charset="-122"/>
                <a:ea typeface="微软雅黑" panose="020B0503020204020204" pitchFamily="34" charset="-122"/>
              </a:rPr>
              <a:t>如何实现？</a:t>
            </a:r>
            <a:endParaRPr lang="en-US" altLang="zh-CN" sz="2400" dirty="0">
              <a:solidFill>
                <a:prstClr val="black"/>
              </a:solidFill>
              <a:latin typeface="微软雅黑" panose="020B0503020204020204" pitchFamily="34" charset="-122"/>
              <a:ea typeface="微软雅黑" panose="020B0503020204020204" pitchFamily="34" charset="-122"/>
            </a:endParaRPr>
          </a:p>
          <a:p>
            <a:pPr marL="0" lvl="1">
              <a:lnSpc>
                <a:spcPct val="120000"/>
              </a:lnSpc>
              <a:spcBef>
                <a:spcPct val="20000"/>
              </a:spcBef>
              <a:buFont typeface="Wingdings" panose="05000000000000000000" pitchFamily="2" charset="2"/>
              <a:buNone/>
              <a:defRPr/>
            </a:pPr>
            <a:r>
              <a:rPr lang="en-US" altLang="zh-CN" sz="2400" dirty="0">
                <a:solidFill>
                  <a:prstClr val="black"/>
                </a:solidFill>
                <a:latin typeface="微软雅黑" panose="020B0503020204020204" pitchFamily="34" charset="-122"/>
                <a:ea typeface="微软雅黑" panose="020B0503020204020204" pitchFamily="34" charset="-122"/>
              </a:rPr>
              <a:t>	</a:t>
            </a:r>
            <a:r>
              <a:rPr lang="zh-CN" altLang="en-US" sz="2400" dirty="0">
                <a:solidFill>
                  <a:prstClr val="black"/>
                </a:solidFill>
                <a:latin typeface="微软雅黑" panose="020B0503020204020204" pitchFamily="34" charset="-122"/>
                <a:ea typeface="微软雅黑" panose="020B0503020204020204" pitchFamily="34" charset="-122"/>
              </a:rPr>
              <a:t>优缺点？</a:t>
            </a:r>
          </a:p>
        </p:txBody>
      </p:sp>
    </p:spTree>
    <p:extLst>
      <p:ext uri="{BB962C8B-B14F-4D97-AF65-F5344CB8AC3E}">
        <p14:creationId xmlns:p14="http://schemas.microsoft.com/office/powerpoint/2010/main" val="2674995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主要内容</a:t>
            </a:r>
          </a:p>
        </p:txBody>
      </p:sp>
      <p:sp>
        <p:nvSpPr>
          <p:cNvPr id="6" name="Rectangle 2">
            <a:extLst>
              <a:ext uri="{FF2B5EF4-FFF2-40B4-BE49-F238E27FC236}">
                <a16:creationId xmlns:a16="http://schemas.microsoft.com/office/drawing/2014/main" id="{A66BAB28-7D6A-CA66-AB1F-BC1F188782BA}"/>
              </a:ext>
            </a:extLst>
          </p:cNvPr>
          <p:cNvSpPr>
            <a:spLocks noChangeArrowheads="1"/>
          </p:cNvSpPr>
          <p:nvPr/>
        </p:nvSpPr>
        <p:spPr bwMode="auto">
          <a:xfrm>
            <a:off x="834448" y="1088116"/>
            <a:ext cx="7129462" cy="429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chemeClr val="tx1"/>
                </a:solidFill>
                <a:latin typeface="微软雅黑" panose="020B0503020204020204" pitchFamily="34" charset="-122"/>
                <a:ea typeface="微软雅黑" panose="020B0503020204020204" pitchFamily="34" charset="-122"/>
              </a:rPr>
              <a:t>主存管理概述</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chemeClr val="tx1"/>
                </a:solidFill>
                <a:latin typeface="微软雅黑" panose="020B0503020204020204" pitchFamily="34" charset="-122"/>
                <a:ea typeface="微软雅黑" panose="020B0503020204020204" pitchFamily="34" charset="-122"/>
              </a:rPr>
              <a:t>主存管理的功能</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chemeClr val="tx1"/>
                </a:solidFill>
                <a:latin typeface="微软雅黑" panose="020B0503020204020204" pitchFamily="34" charset="-122"/>
                <a:ea typeface="微软雅黑" panose="020B0503020204020204" pitchFamily="34" charset="-122"/>
              </a:rPr>
              <a:t>分区存储管理</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rgbClr val="FF0000"/>
                </a:solidFill>
                <a:latin typeface="微软雅黑" panose="020B0503020204020204" pitchFamily="34" charset="-122"/>
                <a:ea typeface="微软雅黑" panose="020B0503020204020204" pitchFamily="34" charset="-122"/>
              </a:rPr>
              <a:t>页式存储管理</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chemeClr val="tx1"/>
                </a:solidFill>
                <a:latin typeface="微软雅黑" panose="020B0503020204020204" pitchFamily="34" charset="-122"/>
                <a:ea typeface="微软雅黑" panose="020B0503020204020204" pitchFamily="34" charset="-122"/>
              </a:rPr>
              <a:t>段式及段页式存储管理</a:t>
            </a:r>
          </a:p>
        </p:txBody>
      </p:sp>
    </p:spTree>
    <p:extLst>
      <p:ext uri="{BB962C8B-B14F-4D97-AF65-F5344CB8AC3E}">
        <p14:creationId xmlns:p14="http://schemas.microsoft.com/office/powerpoint/2010/main" val="25911337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3">
            <a:extLst>
              <a:ext uri="{FF2B5EF4-FFF2-40B4-BE49-F238E27FC236}">
                <a16:creationId xmlns:a16="http://schemas.microsoft.com/office/drawing/2014/main" id="{7EB37806-E003-485F-04AB-D3C53E3D1B8C}"/>
              </a:ext>
            </a:extLst>
          </p:cNvPr>
          <p:cNvSpPr>
            <a:spLocks noChangeArrowheads="1"/>
          </p:cNvSpPr>
          <p:nvPr/>
        </p:nvSpPr>
        <p:spPr bwMode="auto">
          <a:xfrm>
            <a:off x="487822" y="830079"/>
            <a:ext cx="6207248" cy="4570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1.  </a:t>
            </a:r>
            <a:r>
              <a:rPr lang="zh-CN" altLang="en-US" sz="2800" b="1" dirty="0">
                <a:solidFill>
                  <a:srgbClr val="335F90"/>
                </a:solidFill>
                <a:latin typeface="Times New Roman" panose="02020603050405020304" pitchFamily="18" charset="0"/>
              </a:rPr>
              <a:t>页式系统的基本概念</a:t>
            </a:r>
          </a:p>
          <a:p>
            <a:pPr marL="0" indent="0" algn="just">
              <a:lnSpc>
                <a:spcPct val="150000"/>
              </a:lnSpc>
              <a:spcBef>
                <a:spcPct val="20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smtClean="0">
                <a:solidFill>
                  <a:prstClr val="black"/>
                </a:solidFill>
                <a:effectLst/>
                <a:latin typeface="微软雅黑" panose="020B0503020204020204" pitchFamily="34" charset="-122"/>
                <a:ea typeface="微软雅黑" panose="020B0503020204020204" pitchFamily="34" charset="-122"/>
              </a:rPr>
              <a:t>页面</a:t>
            </a:r>
            <a:r>
              <a:rPr lang="zh-CN" altLang="en-US" sz="2600" dirty="0" smtClean="0">
                <a:solidFill>
                  <a:prstClr val="black"/>
                </a:solidFill>
                <a:effectLst/>
                <a:latin typeface="微软雅黑" panose="020B0503020204020204" pitchFamily="34" charset="-122"/>
                <a:ea typeface="微软雅黑" panose="020B0503020204020204" pitchFamily="34" charset="-122"/>
              </a:rPr>
              <a:t>（</a:t>
            </a:r>
            <a:r>
              <a:rPr lang="en-US" altLang="zh-CN" sz="2600" dirty="0" smtClean="0">
                <a:solidFill>
                  <a:prstClr val="black"/>
                </a:solidFill>
                <a:effectLst/>
                <a:latin typeface="微软雅黑" panose="020B0503020204020204" pitchFamily="34" charset="-122"/>
                <a:ea typeface="微软雅黑" panose="020B0503020204020204" pitchFamily="34" charset="-122"/>
              </a:rPr>
              <a:t>virtual page</a:t>
            </a:r>
            <a:r>
              <a:rPr lang="zh-CN" altLang="en-US" sz="2600" dirty="0" smtClean="0">
                <a:solidFill>
                  <a:prstClr val="black"/>
                </a:solidFill>
                <a:effectLst/>
                <a:latin typeface="微软雅黑" panose="020B0503020204020204" pitchFamily="34" charset="-122"/>
                <a:ea typeface="微软雅黑" panose="020B0503020204020204" pitchFamily="34" charset="-122"/>
              </a:rPr>
              <a:t>）</a:t>
            </a:r>
            <a:endParaRPr lang="zh-CN" altLang="en-US" sz="2600" dirty="0">
              <a:solidFill>
                <a:prstClr val="black"/>
              </a:solidFill>
              <a:effectLst/>
              <a:latin typeface="微软雅黑" panose="020B0503020204020204" pitchFamily="34" charset="-122"/>
              <a:ea typeface="微软雅黑" panose="020B0503020204020204" pitchFamily="34" charset="-122"/>
            </a:endParaRPr>
          </a:p>
          <a:p>
            <a:pPr eaLnBrk="1" hangingPunct="1">
              <a:lnSpc>
                <a:spcPct val="120000"/>
              </a:lnSpc>
              <a:spcBef>
                <a:spcPct val="20000"/>
              </a:spcBef>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程序的地址空间被</a:t>
            </a:r>
            <a:r>
              <a:rPr lang="zh-CN" altLang="en-US" sz="2400" b="0" dirty="0" smtClean="0">
                <a:solidFill>
                  <a:schemeClr val="tx1"/>
                </a:solidFill>
                <a:effectLst/>
                <a:latin typeface="Times New Roman" panose="02020603050405020304" pitchFamily="18" charset="0"/>
              </a:rPr>
              <a:t>等分成</a:t>
            </a:r>
            <a:r>
              <a:rPr lang="zh-CN" altLang="en-US" sz="2400" b="0" dirty="0">
                <a:solidFill>
                  <a:schemeClr val="tx1"/>
                </a:solidFill>
                <a:effectLst/>
                <a:latin typeface="Times New Roman" panose="02020603050405020304" pitchFamily="18" charset="0"/>
              </a:rPr>
              <a:t>大小相等的片，称为</a:t>
            </a:r>
            <a:r>
              <a:rPr lang="zh-CN" altLang="en-US" sz="2400" b="0" dirty="0" smtClean="0">
                <a:solidFill>
                  <a:schemeClr val="tx1"/>
                </a:solidFill>
                <a:effectLst/>
                <a:latin typeface="Times New Roman" panose="02020603050405020304" pitchFamily="18" charset="0"/>
              </a:rPr>
              <a:t>页面</a:t>
            </a:r>
            <a:r>
              <a:rPr lang="zh-CN" altLang="en-US" sz="2400" b="0" dirty="0">
                <a:solidFill>
                  <a:schemeClr val="tx1"/>
                </a:solidFill>
                <a:effectLst/>
                <a:latin typeface="Times New Roman" panose="02020603050405020304" pitchFamily="18" charset="0"/>
              </a:rPr>
              <a:t>，又称为</a:t>
            </a:r>
            <a:r>
              <a:rPr lang="zh-CN" altLang="en-US" sz="2400" b="1" dirty="0">
                <a:solidFill>
                  <a:schemeClr val="tx1"/>
                </a:solidFill>
                <a:effectLst/>
                <a:latin typeface="Times New Roman" panose="02020603050405020304" pitchFamily="18" charset="0"/>
              </a:rPr>
              <a:t>虚页</a:t>
            </a:r>
            <a:r>
              <a:rPr lang="zh-CN" altLang="en-US" sz="2400" b="0" dirty="0">
                <a:solidFill>
                  <a:schemeClr val="tx1"/>
                </a:solidFill>
                <a:effectLst/>
                <a:latin typeface="Times New Roman" panose="02020603050405020304" pitchFamily="18" charset="0"/>
              </a:rPr>
              <a:t>。</a:t>
            </a:r>
          </a:p>
          <a:p>
            <a:pPr marL="0" indent="0" algn="just">
              <a:lnSpc>
                <a:spcPct val="150000"/>
              </a:lnSpc>
              <a:spcBef>
                <a:spcPct val="20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主存</a:t>
            </a:r>
            <a:r>
              <a:rPr lang="zh-CN" altLang="en-US" sz="2600" b="1" dirty="0" smtClean="0">
                <a:solidFill>
                  <a:prstClr val="black"/>
                </a:solidFill>
                <a:effectLst/>
                <a:latin typeface="微软雅黑" panose="020B0503020204020204" pitchFamily="34" charset="-122"/>
                <a:ea typeface="微软雅黑" panose="020B0503020204020204" pitchFamily="34" charset="-122"/>
              </a:rPr>
              <a:t>块</a:t>
            </a:r>
            <a:r>
              <a:rPr lang="zh-CN" altLang="en-US" sz="2600" dirty="0" smtClean="0">
                <a:solidFill>
                  <a:prstClr val="black"/>
                </a:solidFill>
                <a:effectLst/>
                <a:latin typeface="微软雅黑" panose="020B0503020204020204" pitchFamily="34" charset="-122"/>
                <a:ea typeface="微软雅黑" panose="020B0503020204020204" pitchFamily="34" charset="-122"/>
              </a:rPr>
              <a:t>（</a:t>
            </a:r>
            <a:r>
              <a:rPr lang="en-US" altLang="zh-CN" sz="2600" dirty="0" smtClean="0">
                <a:solidFill>
                  <a:prstClr val="black"/>
                </a:solidFill>
                <a:effectLst/>
                <a:latin typeface="微软雅黑" panose="020B0503020204020204" pitchFamily="34" charset="-122"/>
                <a:ea typeface="微软雅黑" panose="020B0503020204020204" pitchFamily="34" charset="-122"/>
              </a:rPr>
              <a:t>physical page</a:t>
            </a:r>
            <a:r>
              <a:rPr lang="zh-CN" altLang="en-US" sz="2600" dirty="0" smtClean="0">
                <a:solidFill>
                  <a:prstClr val="black"/>
                </a:solidFill>
                <a:effectLst/>
                <a:latin typeface="微软雅黑" panose="020B0503020204020204" pitchFamily="34" charset="-122"/>
                <a:ea typeface="微软雅黑" panose="020B0503020204020204" pitchFamily="34" charset="-122"/>
              </a:rPr>
              <a:t>）</a:t>
            </a:r>
            <a:endParaRPr lang="zh-CN" altLang="en-US" sz="2600" dirty="0">
              <a:solidFill>
                <a:prstClr val="black"/>
              </a:solidFill>
              <a:effectLst/>
              <a:latin typeface="微软雅黑" panose="020B0503020204020204" pitchFamily="34" charset="-122"/>
              <a:ea typeface="微软雅黑" panose="020B0503020204020204" pitchFamily="34" charset="-122"/>
            </a:endParaRPr>
          </a:p>
          <a:p>
            <a:pPr marL="533400" lvl="1" indent="-533400">
              <a:lnSpc>
                <a:spcPct val="120000"/>
              </a:lnSpc>
              <a:spcBef>
                <a:spcPct val="20000"/>
              </a:spcBef>
              <a:buClr>
                <a:schemeClr val="tx2"/>
              </a:buClr>
              <a:buSzPct val="95000"/>
              <a:buNone/>
              <a:defRPr/>
            </a:pPr>
            <a:r>
              <a:rPr lang="zh-CN" altLang="en-US" sz="2400" dirty="0">
                <a:solidFill>
                  <a:schemeClr val="tx1"/>
                </a:solidFill>
                <a:effectLst/>
                <a:latin typeface="Times New Roman" panose="02020603050405020304" pitchFamily="18" charset="0"/>
              </a:rPr>
              <a:t>      主存被等分成大小相等的片，称为主存块，又称为</a:t>
            </a:r>
            <a:r>
              <a:rPr lang="zh-CN" altLang="en-US" sz="2400" b="1" dirty="0">
                <a:solidFill>
                  <a:schemeClr val="tx1"/>
                </a:solidFill>
                <a:effectLst/>
                <a:latin typeface="Times New Roman" panose="02020603050405020304" pitchFamily="18" charset="0"/>
              </a:rPr>
              <a:t>实页</a:t>
            </a:r>
            <a:r>
              <a:rPr lang="zh-CN" altLang="en-US" sz="2400" dirty="0">
                <a:solidFill>
                  <a:schemeClr val="tx1"/>
                </a:solidFill>
                <a:effectLst/>
                <a:latin typeface="Times New Roman" panose="02020603050405020304" pitchFamily="18" charset="0"/>
              </a:rPr>
              <a:t>。</a:t>
            </a:r>
          </a:p>
          <a:p>
            <a:pPr marL="0" indent="0" algn="just">
              <a:lnSpc>
                <a:spcPct val="150000"/>
              </a:lnSpc>
              <a:spcBef>
                <a:spcPct val="20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(3) </a:t>
            </a:r>
            <a:r>
              <a:rPr lang="zh-CN" altLang="en-US" sz="2600" b="1" dirty="0">
                <a:solidFill>
                  <a:prstClr val="black"/>
                </a:solidFill>
                <a:effectLst/>
                <a:latin typeface="微软雅黑" panose="020B0503020204020204" pitchFamily="34" charset="-122"/>
                <a:ea typeface="微软雅黑" panose="020B0503020204020204" pitchFamily="34" charset="-122"/>
              </a:rPr>
              <a:t>页面与主存块的关系</a:t>
            </a:r>
          </a:p>
        </p:txBody>
      </p:sp>
      <p:grpSp>
        <p:nvGrpSpPr>
          <p:cNvPr id="4" name="Group 46">
            <a:extLst>
              <a:ext uri="{FF2B5EF4-FFF2-40B4-BE49-F238E27FC236}">
                <a16:creationId xmlns:a16="http://schemas.microsoft.com/office/drawing/2014/main" id="{52438653-FC60-E995-FDFC-10D059007837}"/>
              </a:ext>
            </a:extLst>
          </p:cNvPr>
          <p:cNvGrpSpPr>
            <a:grpSpLocks/>
          </p:cNvGrpSpPr>
          <p:nvPr/>
        </p:nvGrpSpPr>
        <p:grpSpPr bwMode="auto">
          <a:xfrm>
            <a:off x="6968119" y="1412392"/>
            <a:ext cx="4244975" cy="3968750"/>
            <a:chOff x="2928" y="581"/>
            <a:chExt cx="2674" cy="2500"/>
          </a:xfrm>
        </p:grpSpPr>
        <p:sp>
          <p:nvSpPr>
            <p:cNvPr id="5" name="Rectangle 12">
              <a:extLst>
                <a:ext uri="{FF2B5EF4-FFF2-40B4-BE49-F238E27FC236}">
                  <a16:creationId xmlns:a16="http://schemas.microsoft.com/office/drawing/2014/main" id="{C40EE613-3C1E-DF22-4DD4-0F64B55BCF63}"/>
                </a:ext>
              </a:extLst>
            </p:cNvPr>
            <p:cNvSpPr>
              <a:spLocks noChangeArrowheads="1"/>
            </p:cNvSpPr>
            <p:nvPr/>
          </p:nvSpPr>
          <p:spPr bwMode="auto">
            <a:xfrm>
              <a:off x="3256" y="1035"/>
              <a:ext cx="702" cy="65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6" name="Rectangle 13">
              <a:extLst>
                <a:ext uri="{FF2B5EF4-FFF2-40B4-BE49-F238E27FC236}">
                  <a16:creationId xmlns:a16="http://schemas.microsoft.com/office/drawing/2014/main" id="{C24290DD-63E2-0885-59CE-E0ADA155706C}"/>
                </a:ext>
              </a:extLst>
            </p:cNvPr>
            <p:cNvSpPr>
              <a:spLocks noChangeArrowheads="1"/>
            </p:cNvSpPr>
            <p:nvPr/>
          </p:nvSpPr>
          <p:spPr bwMode="auto">
            <a:xfrm>
              <a:off x="4821" y="709"/>
              <a:ext cx="781" cy="209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7" name="Text Box 14">
              <a:extLst>
                <a:ext uri="{FF2B5EF4-FFF2-40B4-BE49-F238E27FC236}">
                  <a16:creationId xmlns:a16="http://schemas.microsoft.com/office/drawing/2014/main" id="{C81111AD-2312-56B2-354C-40E372E030C1}"/>
                </a:ext>
              </a:extLst>
            </p:cNvPr>
            <p:cNvSpPr txBox="1">
              <a:spLocks noChangeArrowheads="1"/>
            </p:cNvSpPr>
            <p:nvPr/>
          </p:nvSpPr>
          <p:spPr bwMode="auto">
            <a:xfrm>
              <a:off x="4664" y="581"/>
              <a:ext cx="16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0</a:t>
              </a:r>
            </a:p>
          </p:txBody>
        </p:sp>
        <p:sp>
          <p:nvSpPr>
            <p:cNvPr id="8" name="Text Box 15">
              <a:extLst>
                <a:ext uri="{FF2B5EF4-FFF2-40B4-BE49-F238E27FC236}">
                  <a16:creationId xmlns:a16="http://schemas.microsoft.com/office/drawing/2014/main" id="{983CDDF4-D78D-06CD-D510-0F2E4DE96551}"/>
                </a:ext>
              </a:extLst>
            </p:cNvPr>
            <p:cNvSpPr txBox="1">
              <a:spLocks noChangeArrowheads="1"/>
            </p:cNvSpPr>
            <p:nvPr/>
          </p:nvSpPr>
          <p:spPr bwMode="auto">
            <a:xfrm>
              <a:off x="4483" y="781"/>
              <a:ext cx="36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2KB</a:t>
              </a:r>
            </a:p>
          </p:txBody>
        </p:sp>
        <p:sp>
          <p:nvSpPr>
            <p:cNvPr id="9" name="Line 16">
              <a:extLst>
                <a:ext uri="{FF2B5EF4-FFF2-40B4-BE49-F238E27FC236}">
                  <a16:creationId xmlns:a16="http://schemas.microsoft.com/office/drawing/2014/main" id="{A0D20CD3-763D-AD52-A5C3-2FD94B15D934}"/>
                </a:ext>
              </a:extLst>
            </p:cNvPr>
            <p:cNvSpPr>
              <a:spLocks noChangeShapeType="1"/>
            </p:cNvSpPr>
            <p:nvPr/>
          </p:nvSpPr>
          <p:spPr bwMode="auto">
            <a:xfrm>
              <a:off x="4821" y="895"/>
              <a:ext cx="781"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0" name="Line 17">
              <a:extLst>
                <a:ext uri="{FF2B5EF4-FFF2-40B4-BE49-F238E27FC236}">
                  <a16:creationId xmlns:a16="http://schemas.microsoft.com/office/drawing/2014/main" id="{1C1F44F8-1567-7B64-02C7-61103D40285C}"/>
                </a:ext>
              </a:extLst>
            </p:cNvPr>
            <p:cNvSpPr>
              <a:spLocks noChangeShapeType="1"/>
            </p:cNvSpPr>
            <p:nvPr/>
          </p:nvSpPr>
          <p:spPr bwMode="auto">
            <a:xfrm>
              <a:off x="4821" y="1081"/>
              <a:ext cx="781"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1" name="Line 18">
              <a:extLst>
                <a:ext uri="{FF2B5EF4-FFF2-40B4-BE49-F238E27FC236}">
                  <a16:creationId xmlns:a16="http://schemas.microsoft.com/office/drawing/2014/main" id="{36279835-0E21-F146-1462-B816C2BFF611}"/>
                </a:ext>
              </a:extLst>
            </p:cNvPr>
            <p:cNvSpPr>
              <a:spLocks noChangeShapeType="1"/>
            </p:cNvSpPr>
            <p:nvPr/>
          </p:nvSpPr>
          <p:spPr bwMode="auto">
            <a:xfrm>
              <a:off x="4821" y="1686"/>
              <a:ext cx="781"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2" name="Text Box 19">
              <a:extLst>
                <a:ext uri="{FF2B5EF4-FFF2-40B4-BE49-F238E27FC236}">
                  <a16:creationId xmlns:a16="http://schemas.microsoft.com/office/drawing/2014/main" id="{E578FD4F-6B39-077E-F149-7AA3123AF4F7}"/>
                </a:ext>
              </a:extLst>
            </p:cNvPr>
            <p:cNvSpPr txBox="1">
              <a:spLocks noChangeArrowheads="1"/>
            </p:cNvSpPr>
            <p:nvPr/>
          </p:nvSpPr>
          <p:spPr bwMode="auto">
            <a:xfrm>
              <a:off x="4501" y="1002"/>
              <a:ext cx="432"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4KB</a:t>
              </a:r>
            </a:p>
          </p:txBody>
        </p:sp>
        <p:sp>
          <p:nvSpPr>
            <p:cNvPr id="13" name="Text Box 20">
              <a:extLst>
                <a:ext uri="{FF2B5EF4-FFF2-40B4-BE49-F238E27FC236}">
                  <a16:creationId xmlns:a16="http://schemas.microsoft.com/office/drawing/2014/main" id="{AA4DFF6E-2AB5-C1C0-3C35-3B7085193537}"/>
                </a:ext>
              </a:extLst>
            </p:cNvPr>
            <p:cNvSpPr txBox="1">
              <a:spLocks noChangeArrowheads="1"/>
            </p:cNvSpPr>
            <p:nvPr/>
          </p:nvSpPr>
          <p:spPr bwMode="auto">
            <a:xfrm>
              <a:off x="4374" y="2495"/>
              <a:ext cx="535"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254KB</a:t>
              </a:r>
            </a:p>
          </p:txBody>
        </p:sp>
        <p:sp>
          <p:nvSpPr>
            <p:cNvPr id="14" name="Text Box 21">
              <a:extLst>
                <a:ext uri="{FF2B5EF4-FFF2-40B4-BE49-F238E27FC236}">
                  <a16:creationId xmlns:a16="http://schemas.microsoft.com/office/drawing/2014/main" id="{3B60DC49-493A-ADFD-6EEA-0488DEA72524}"/>
                </a:ext>
              </a:extLst>
            </p:cNvPr>
            <p:cNvSpPr txBox="1">
              <a:spLocks noChangeArrowheads="1"/>
            </p:cNvSpPr>
            <p:nvPr/>
          </p:nvSpPr>
          <p:spPr bwMode="auto">
            <a:xfrm>
              <a:off x="4241" y="2732"/>
              <a:ext cx="65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256KB</a:t>
              </a:r>
              <a:r>
                <a:rPr kumimoji="1" lang="en-US" altLang="zh-CN" sz="1600" b="1">
                  <a:solidFill>
                    <a:schemeClr val="tx1"/>
                  </a:solidFill>
                  <a:latin typeface="Times New Roman" panose="02020603050405020304" pitchFamily="18" charset="0"/>
                  <a:sym typeface="Symbol" panose="05050102010706020507" pitchFamily="18" charset="2"/>
                </a:rPr>
                <a:t>1</a:t>
              </a:r>
              <a:endParaRPr kumimoji="1" lang="en-US" altLang="zh-CN" sz="1600" b="1">
                <a:solidFill>
                  <a:schemeClr val="tx1"/>
                </a:solidFill>
                <a:latin typeface="Times New Roman" panose="02020603050405020304" pitchFamily="18" charset="0"/>
              </a:endParaRPr>
            </a:p>
          </p:txBody>
        </p:sp>
        <p:sp>
          <p:nvSpPr>
            <p:cNvPr id="15" name="Line 22">
              <a:extLst>
                <a:ext uri="{FF2B5EF4-FFF2-40B4-BE49-F238E27FC236}">
                  <a16:creationId xmlns:a16="http://schemas.microsoft.com/office/drawing/2014/main" id="{A43F5A9F-920D-FC0B-0C4B-DAEBF3A4AAF8}"/>
                </a:ext>
              </a:extLst>
            </p:cNvPr>
            <p:cNvSpPr>
              <a:spLocks noChangeShapeType="1"/>
            </p:cNvSpPr>
            <p:nvPr/>
          </p:nvSpPr>
          <p:spPr bwMode="auto">
            <a:xfrm>
              <a:off x="3256" y="1221"/>
              <a:ext cx="70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6" name="Line 23">
              <a:extLst>
                <a:ext uri="{FF2B5EF4-FFF2-40B4-BE49-F238E27FC236}">
                  <a16:creationId xmlns:a16="http://schemas.microsoft.com/office/drawing/2014/main" id="{3243A20C-8B31-AEB6-DE39-901279D3C205}"/>
                </a:ext>
              </a:extLst>
            </p:cNvPr>
            <p:cNvSpPr>
              <a:spLocks noChangeShapeType="1"/>
            </p:cNvSpPr>
            <p:nvPr/>
          </p:nvSpPr>
          <p:spPr bwMode="auto">
            <a:xfrm>
              <a:off x="3256" y="1408"/>
              <a:ext cx="70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7" name="Line 24">
              <a:extLst>
                <a:ext uri="{FF2B5EF4-FFF2-40B4-BE49-F238E27FC236}">
                  <a16:creationId xmlns:a16="http://schemas.microsoft.com/office/drawing/2014/main" id="{5B17266E-45A5-7296-C1D2-BA353F02AD02}"/>
                </a:ext>
              </a:extLst>
            </p:cNvPr>
            <p:cNvSpPr>
              <a:spLocks noChangeShapeType="1"/>
            </p:cNvSpPr>
            <p:nvPr/>
          </p:nvSpPr>
          <p:spPr bwMode="auto">
            <a:xfrm>
              <a:off x="3256" y="1593"/>
              <a:ext cx="70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8" name="Text Box 25">
              <a:extLst>
                <a:ext uri="{FF2B5EF4-FFF2-40B4-BE49-F238E27FC236}">
                  <a16:creationId xmlns:a16="http://schemas.microsoft.com/office/drawing/2014/main" id="{4395F173-002C-8365-5DF4-B345B776D020}"/>
                </a:ext>
              </a:extLst>
            </p:cNvPr>
            <p:cNvSpPr txBox="1">
              <a:spLocks noChangeArrowheads="1"/>
            </p:cNvSpPr>
            <p:nvPr/>
          </p:nvSpPr>
          <p:spPr bwMode="auto">
            <a:xfrm>
              <a:off x="3100" y="906"/>
              <a:ext cx="166"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0</a:t>
              </a:r>
            </a:p>
          </p:txBody>
        </p:sp>
        <p:sp>
          <p:nvSpPr>
            <p:cNvPr id="19" name="Text Box 26">
              <a:extLst>
                <a:ext uri="{FF2B5EF4-FFF2-40B4-BE49-F238E27FC236}">
                  <a16:creationId xmlns:a16="http://schemas.microsoft.com/office/drawing/2014/main" id="{4482CD26-8067-F228-FD98-035B84403A20}"/>
                </a:ext>
              </a:extLst>
            </p:cNvPr>
            <p:cNvSpPr txBox="1">
              <a:spLocks noChangeArrowheads="1"/>
            </p:cNvSpPr>
            <p:nvPr/>
          </p:nvSpPr>
          <p:spPr bwMode="auto">
            <a:xfrm>
              <a:off x="2928" y="1096"/>
              <a:ext cx="434"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2KB</a:t>
              </a:r>
            </a:p>
          </p:txBody>
        </p:sp>
        <p:sp>
          <p:nvSpPr>
            <p:cNvPr id="20" name="Text Box 27">
              <a:extLst>
                <a:ext uri="{FF2B5EF4-FFF2-40B4-BE49-F238E27FC236}">
                  <a16:creationId xmlns:a16="http://schemas.microsoft.com/office/drawing/2014/main" id="{2336F904-B4BA-CA60-A405-134F5F02C7F5}"/>
                </a:ext>
              </a:extLst>
            </p:cNvPr>
            <p:cNvSpPr txBox="1">
              <a:spLocks noChangeArrowheads="1"/>
            </p:cNvSpPr>
            <p:nvPr/>
          </p:nvSpPr>
          <p:spPr bwMode="auto">
            <a:xfrm>
              <a:off x="2928" y="1282"/>
              <a:ext cx="470"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4KB</a:t>
              </a:r>
            </a:p>
          </p:txBody>
        </p:sp>
        <p:sp>
          <p:nvSpPr>
            <p:cNvPr id="21" name="Text Box 28">
              <a:extLst>
                <a:ext uri="{FF2B5EF4-FFF2-40B4-BE49-F238E27FC236}">
                  <a16:creationId xmlns:a16="http://schemas.microsoft.com/office/drawing/2014/main" id="{6067F40C-48A4-4C24-A3C4-A9F027D407A3}"/>
                </a:ext>
              </a:extLst>
            </p:cNvPr>
            <p:cNvSpPr txBox="1">
              <a:spLocks noChangeArrowheads="1"/>
            </p:cNvSpPr>
            <p:nvPr/>
          </p:nvSpPr>
          <p:spPr bwMode="auto">
            <a:xfrm>
              <a:off x="2937" y="1465"/>
              <a:ext cx="471"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6KB</a:t>
              </a:r>
            </a:p>
          </p:txBody>
        </p:sp>
        <p:sp>
          <p:nvSpPr>
            <p:cNvPr id="22" name="Text Box 29">
              <a:extLst>
                <a:ext uri="{FF2B5EF4-FFF2-40B4-BE49-F238E27FC236}">
                  <a16:creationId xmlns:a16="http://schemas.microsoft.com/office/drawing/2014/main" id="{5D175287-676A-B45F-2916-E4FCF5C436D7}"/>
                </a:ext>
              </a:extLst>
            </p:cNvPr>
            <p:cNvSpPr txBox="1">
              <a:spLocks noChangeArrowheads="1"/>
            </p:cNvSpPr>
            <p:nvPr/>
          </p:nvSpPr>
          <p:spPr bwMode="auto">
            <a:xfrm>
              <a:off x="3927" y="988"/>
              <a:ext cx="31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dirty="0">
                  <a:solidFill>
                    <a:schemeClr val="tx1"/>
                  </a:solidFill>
                  <a:latin typeface="Times New Roman" panose="02020603050405020304" pitchFamily="18" charset="0"/>
                </a:rPr>
                <a:t>0</a:t>
              </a:r>
              <a:r>
                <a:rPr kumimoji="1" lang="zh-CN" altLang="en-US" sz="1600" b="1" dirty="0">
                  <a:solidFill>
                    <a:schemeClr val="tx1"/>
                  </a:solidFill>
                  <a:latin typeface="Times New Roman" panose="02020603050405020304" pitchFamily="18" charset="0"/>
                </a:rPr>
                <a:t>页</a:t>
              </a:r>
            </a:p>
          </p:txBody>
        </p:sp>
        <p:sp>
          <p:nvSpPr>
            <p:cNvPr id="23" name="Text Box 30">
              <a:extLst>
                <a:ext uri="{FF2B5EF4-FFF2-40B4-BE49-F238E27FC236}">
                  <a16:creationId xmlns:a16="http://schemas.microsoft.com/office/drawing/2014/main" id="{E15ACF3E-3868-2839-F526-6056D96BCA4F}"/>
                </a:ext>
              </a:extLst>
            </p:cNvPr>
            <p:cNvSpPr txBox="1">
              <a:spLocks noChangeArrowheads="1"/>
            </p:cNvSpPr>
            <p:nvPr/>
          </p:nvSpPr>
          <p:spPr bwMode="auto">
            <a:xfrm>
              <a:off x="3927" y="1193"/>
              <a:ext cx="31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a:t>
              </a:r>
              <a:r>
                <a:rPr kumimoji="1" lang="zh-CN" altLang="en-US" sz="1600" b="1">
                  <a:solidFill>
                    <a:schemeClr val="tx1"/>
                  </a:solidFill>
                  <a:latin typeface="Times New Roman" panose="02020603050405020304" pitchFamily="18" charset="0"/>
                </a:rPr>
                <a:t>页</a:t>
              </a:r>
            </a:p>
          </p:txBody>
        </p:sp>
        <p:sp>
          <p:nvSpPr>
            <p:cNvPr id="24" name="Text Box 31">
              <a:extLst>
                <a:ext uri="{FF2B5EF4-FFF2-40B4-BE49-F238E27FC236}">
                  <a16:creationId xmlns:a16="http://schemas.microsoft.com/office/drawing/2014/main" id="{D6393E2F-B50D-6D7D-75FE-A9FC2FFC0CB4}"/>
                </a:ext>
              </a:extLst>
            </p:cNvPr>
            <p:cNvSpPr txBox="1">
              <a:spLocks noChangeArrowheads="1"/>
            </p:cNvSpPr>
            <p:nvPr/>
          </p:nvSpPr>
          <p:spPr bwMode="auto">
            <a:xfrm>
              <a:off x="3927" y="1408"/>
              <a:ext cx="313"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a:t>
              </a:r>
              <a:r>
                <a:rPr kumimoji="1" lang="zh-CN" altLang="en-US" sz="1600" b="1">
                  <a:solidFill>
                    <a:schemeClr val="tx1"/>
                  </a:solidFill>
                  <a:latin typeface="Times New Roman" panose="02020603050405020304" pitchFamily="18" charset="0"/>
                </a:rPr>
                <a:t>页</a:t>
              </a:r>
            </a:p>
          </p:txBody>
        </p:sp>
        <p:sp>
          <p:nvSpPr>
            <p:cNvPr id="25" name="Text Box 32">
              <a:extLst>
                <a:ext uri="{FF2B5EF4-FFF2-40B4-BE49-F238E27FC236}">
                  <a16:creationId xmlns:a16="http://schemas.microsoft.com/office/drawing/2014/main" id="{CC42E907-BD31-BA1E-5726-AA281145BBD6}"/>
                </a:ext>
              </a:extLst>
            </p:cNvPr>
            <p:cNvSpPr txBox="1">
              <a:spLocks noChangeArrowheads="1"/>
            </p:cNvSpPr>
            <p:nvPr/>
          </p:nvSpPr>
          <p:spPr bwMode="auto">
            <a:xfrm>
              <a:off x="3927" y="1593"/>
              <a:ext cx="313"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3</a:t>
              </a:r>
              <a:r>
                <a:rPr kumimoji="1" lang="zh-CN" altLang="en-US" sz="1600" b="1">
                  <a:solidFill>
                    <a:schemeClr val="tx1"/>
                  </a:solidFill>
                  <a:latin typeface="Times New Roman" panose="02020603050405020304" pitchFamily="18" charset="0"/>
                </a:rPr>
                <a:t>页</a:t>
              </a:r>
            </a:p>
          </p:txBody>
        </p:sp>
        <p:sp>
          <p:nvSpPr>
            <p:cNvPr id="26" name="Text Box 33">
              <a:extLst>
                <a:ext uri="{FF2B5EF4-FFF2-40B4-BE49-F238E27FC236}">
                  <a16:creationId xmlns:a16="http://schemas.microsoft.com/office/drawing/2014/main" id="{A6F7E8FD-99BB-553C-60AA-5501E8F90659}"/>
                </a:ext>
              </a:extLst>
            </p:cNvPr>
            <p:cNvSpPr txBox="1">
              <a:spLocks noChangeArrowheads="1"/>
            </p:cNvSpPr>
            <p:nvPr/>
          </p:nvSpPr>
          <p:spPr bwMode="auto">
            <a:xfrm>
              <a:off x="5072" y="2869"/>
              <a:ext cx="44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主存</a:t>
              </a:r>
            </a:p>
          </p:txBody>
        </p:sp>
        <p:sp>
          <p:nvSpPr>
            <p:cNvPr id="27" name="Text Box 34">
              <a:extLst>
                <a:ext uri="{FF2B5EF4-FFF2-40B4-BE49-F238E27FC236}">
                  <a16:creationId xmlns:a16="http://schemas.microsoft.com/office/drawing/2014/main" id="{81BD6138-F646-3970-FD90-7BB48660C79C}"/>
                </a:ext>
              </a:extLst>
            </p:cNvPr>
            <p:cNvSpPr txBox="1">
              <a:spLocks noChangeArrowheads="1"/>
            </p:cNvSpPr>
            <p:nvPr/>
          </p:nvSpPr>
          <p:spPr bwMode="auto">
            <a:xfrm>
              <a:off x="3161" y="1750"/>
              <a:ext cx="97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程序地址空间</a:t>
              </a:r>
            </a:p>
          </p:txBody>
        </p:sp>
        <p:sp>
          <p:nvSpPr>
            <p:cNvPr id="28" name="Line 35">
              <a:extLst>
                <a:ext uri="{FF2B5EF4-FFF2-40B4-BE49-F238E27FC236}">
                  <a16:creationId xmlns:a16="http://schemas.microsoft.com/office/drawing/2014/main" id="{2EF87896-B9B7-0408-1A00-247BC0A7E953}"/>
                </a:ext>
              </a:extLst>
            </p:cNvPr>
            <p:cNvSpPr>
              <a:spLocks noChangeShapeType="1"/>
            </p:cNvSpPr>
            <p:nvPr/>
          </p:nvSpPr>
          <p:spPr bwMode="auto">
            <a:xfrm>
              <a:off x="4821" y="2430"/>
              <a:ext cx="781"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9" name="Line 36">
              <a:extLst>
                <a:ext uri="{FF2B5EF4-FFF2-40B4-BE49-F238E27FC236}">
                  <a16:creationId xmlns:a16="http://schemas.microsoft.com/office/drawing/2014/main" id="{F37409A4-307A-6690-A260-AB0B38D5DBDF}"/>
                </a:ext>
              </a:extLst>
            </p:cNvPr>
            <p:cNvSpPr>
              <a:spLocks noChangeShapeType="1"/>
            </p:cNvSpPr>
            <p:nvPr/>
          </p:nvSpPr>
          <p:spPr bwMode="auto">
            <a:xfrm>
              <a:off x="4821" y="1872"/>
              <a:ext cx="781"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0" name="Line 37">
              <a:extLst>
                <a:ext uri="{FF2B5EF4-FFF2-40B4-BE49-F238E27FC236}">
                  <a16:creationId xmlns:a16="http://schemas.microsoft.com/office/drawing/2014/main" id="{7C6E9715-7366-5174-1AEC-F7A54A2EEC56}"/>
                </a:ext>
              </a:extLst>
            </p:cNvPr>
            <p:cNvSpPr>
              <a:spLocks noChangeShapeType="1"/>
            </p:cNvSpPr>
            <p:nvPr/>
          </p:nvSpPr>
          <p:spPr bwMode="auto">
            <a:xfrm>
              <a:off x="4821" y="1500"/>
              <a:ext cx="781"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1" name="Line 38">
              <a:extLst>
                <a:ext uri="{FF2B5EF4-FFF2-40B4-BE49-F238E27FC236}">
                  <a16:creationId xmlns:a16="http://schemas.microsoft.com/office/drawing/2014/main" id="{7416043D-F4F9-C6EC-7645-664F2F11A415}"/>
                </a:ext>
              </a:extLst>
            </p:cNvPr>
            <p:cNvSpPr>
              <a:spLocks noChangeShapeType="1"/>
            </p:cNvSpPr>
            <p:nvPr/>
          </p:nvSpPr>
          <p:spPr bwMode="auto">
            <a:xfrm flipV="1">
              <a:off x="4227" y="988"/>
              <a:ext cx="594" cy="117"/>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2" name="Line 39">
              <a:extLst>
                <a:ext uri="{FF2B5EF4-FFF2-40B4-BE49-F238E27FC236}">
                  <a16:creationId xmlns:a16="http://schemas.microsoft.com/office/drawing/2014/main" id="{94983291-D74A-C8DB-4DF7-EB43EF92DCAD}"/>
                </a:ext>
              </a:extLst>
            </p:cNvPr>
            <p:cNvSpPr>
              <a:spLocks noChangeShapeType="1"/>
            </p:cNvSpPr>
            <p:nvPr/>
          </p:nvSpPr>
          <p:spPr bwMode="auto">
            <a:xfrm>
              <a:off x="4255" y="1380"/>
              <a:ext cx="566" cy="213"/>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3" name="Line 40">
              <a:extLst>
                <a:ext uri="{FF2B5EF4-FFF2-40B4-BE49-F238E27FC236}">
                  <a16:creationId xmlns:a16="http://schemas.microsoft.com/office/drawing/2014/main" id="{E397EF89-80A1-9F4E-49DA-7E6844B298D5}"/>
                </a:ext>
              </a:extLst>
            </p:cNvPr>
            <p:cNvSpPr>
              <a:spLocks noChangeShapeType="1"/>
            </p:cNvSpPr>
            <p:nvPr/>
          </p:nvSpPr>
          <p:spPr bwMode="auto">
            <a:xfrm>
              <a:off x="4821" y="2617"/>
              <a:ext cx="781"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4" name="Line 41">
              <a:extLst>
                <a:ext uri="{FF2B5EF4-FFF2-40B4-BE49-F238E27FC236}">
                  <a16:creationId xmlns:a16="http://schemas.microsoft.com/office/drawing/2014/main" id="{3AC73780-4288-B53D-FBFA-112316264E58}"/>
                </a:ext>
              </a:extLst>
            </p:cNvPr>
            <p:cNvSpPr>
              <a:spLocks noChangeShapeType="1"/>
            </p:cNvSpPr>
            <p:nvPr/>
          </p:nvSpPr>
          <p:spPr bwMode="auto">
            <a:xfrm>
              <a:off x="4242" y="1547"/>
              <a:ext cx="579" cy="233"/>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5" name="Line 42">
              <a:extLst>
                <a:ext uri="{FF2B5EF4-FFF2-40B4-BE49-F238E27FC236}">
                  <a16:creationId xmlns:a16="http://schemas.microsoft.com/office/drawing/2014/main" id="{DD0C0E4A-4E46-D2A1-F0CA-166B5C09B60F}"/>
                </a:ext>
              </a:extLst>
            </p:cNvPr>
            <p:cNvSpPr>
              <a:spLocks noChangeShapeType="1"/>
            </p:cNvSpPr>
            <p:nvPr/>
          </p:nvSpPr>
          <p:spPr bwMode="auto">
            <a:xfrm>
              <a:off x="4242" y="1745"/>
              <a:ext cx="579" cy="779"/>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36" name="Text Box 47">
            <a:extLst>
              <a:ext uri="{FF2B5EF4-FFF2-40B4-BE49-F238E27FC236}">
                <a16:creationId xmlns:a16="http://schemas.microsoft.com/office/drawing/2014/main" id="{6BFC89A6-A42E-D447-194C-47CEA7FB23E2}"/>
              </a:ext>
            </a:extLst>
          </p:cNvPr>
          <p:cNvSpPr txBox="1">
            <a:spLocks noChangeArrowheads="1"/>
          </p:cNvSpPr>
          <p:nvPr/>
        </p:nvSpPr>
        <p:spPr bwMode="auto">
          <a:xfrm>
            <a:off x="8147632" y="5627204"/>
            <a:ext cx="2230437"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a:solidFill>
                  <a:schemeClr val="tx1"/>
                </a:solidFill>
                <a:latin typeface="Times New Roman" panose="02020603050405020304" pitchFamily="18" charset="0"/>
              </a:rPr>
              <a:t>等分主存和虚地址空间</a:t>
            </a:r>
          </a:p>
        </p:txBody>
      </p:sp>
    </p:spTree>
    <p:extLst>
      <p:ext uri="{BB962C8B-B14F-4D97-AF65-F5344CB8AC3E}">
        <p14:creationId xmlns:p14="http://schemas.microsoft.com/office/powerpoint/2010/main" val="31708837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3">
            <a:extLst>
              <a:ext uri="{FF2B5EF4-FFF2-40B4-BE49-F238E27FC236}">
                <a16:creationId xmlns:a16="http://schemas.microsoft.com/office/drawing/2014/main" id="{21E3FF7A-A646-BB34-E8D6-C0F3D53B5ECA}"/>
              </a:ext>
            </a:extLst>
          </p:cNvPr>
          <p:cNvSpPr>
            <a:spLocks noChangeArrowheads="1"/>
          </p:cNvSpPr>
          <p:nvPr/>
        </p:nvSpPr>
        <p:spPr bwMode="auto">
          <a:xfrm>
            <a:off x="487822" y="1129018"/>
            <a:ext cx="10968555" cy="3721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  (4) </a:t>
            </a:r>
            <a:r>
              <a:rPr lang="zh-CN" altLang="en-US" sz="2600" b="1" dirty="0" smtClean="0">
                <a:solidFill>
                  <a:prstClr val="black"/>
                </a:solidFill>
                <a:effectLst/>
                <a:latin typeface="微软雅黑" panose="020B0503020204020204" pitchFamily="34" charset="-122"/>
                <a:ea typeface="微软雅黑" panose="020B0503020204020204" pitchFamily="34" charset="-122"/>
              </a:rPr>
              <a:t>页表</a:t>
            </a:r>
            <a:r>
              <a:rPr lang="zh-CN" altLang="en-US" sz="2600" dirty="0" smtClean="0">
                <a:solidFill>
                  <a:prstClr val="black"/>
                </a:solidFill>
                <a:effectLst/>
                <a:latin typeface="微软雅黑" panose="020B0503020204020204" pitchFamily="34" charset="-122"/>
                <a:ea typeface="微软雅黑" panose="020B0503020204020204" pitchFamily="34" charset="-122"/>
              </a:rPr>
              <a:t>（</a:t>
            </a:r>
            <a:r>
              <a:rPr lang="en-US" altLang="zh-CN" sz="2600" dirty="0" smtClean="0">
                <a:solidFill>
                  <a:prstClr val="black"/>
                </a:solidFill>
                <a:effectLst/>
                <a:latin typeface="微软雅黑" panose="020B0503020204020204" pitchFamily="34" charset="-122"/>
                <a:ea typeface="微软雅黑" panose="020B0503020204020204" pitchFamily="34" charset="-122"/>
              </a:rPr>
              <a:t>page table</a:t>
            </a:r>
            <a:r>
              <a:rPr lang="zh-CN" altLang="en-US" sz="2600" dirty="0" smtClean="0">
                <a:solidFill>
                  <a:prstClr val="black"/>
                </a:solidFill>
                <a:effectLst/>
                <a:latin typeface="微软雅黑" panose="020B0503020204020204" pitchFamily="34" charset="-122"/>
                <a:ea typeface="微软雅黑" panose="020B0503020204020204" pitchFamily="34" charset="-122"/>
              </a:rPr>
              <a:t>）</a:t>
            </a:r>
            <a:endParaRPr lang="zh-CN" altLang="en-US" sz="2600" dirty="0">
              <a:solidFill>
                <a:prstClr val="black"/>
              </a:solidFill>
              <a:effectLst/>
              <a:latin typeface="微软雅黑" panose="020B0503020204020204" pitchFamily="34" charset="-122"/>
              <a:ea typeface="微软雅黑" panose="020B0503020204020204" pitchFamily="34" charset="-122"/>
            </a:endParaRP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   ①</a:t>
            </a:r>
            <a:r>
              <a:rPr lang="zh-CN" altLang="en-US" sz="2400" dirty="0">
                <a:solidFill>
                  <a:srgbClr val="000099"/>
                </a:solidFill>
                <a:effectLst/>
                <a:latin typeface="宋体" panose="02010600030101010101" pitchFamily="2" charset="-122"/>
              </a:rPr>
              <a:t> </a:t>
            </a:r>
            <a:r>
              <a:rPr lang="zh-CN" altLang="en-US" sz="2400" dirty="0">
                <a:solidFill>
                  <a:srgbClr val="000099"/>
                </a:solidFill>
                <a:effectLst/>
                <a:latin typeface="Times New Roman" panose="02020603050405020304" pitchFamily="18" charset="0"/>
              </a:rPr>
              <a:t>什么是页表</a:t>
            </a:r>
          </a:p>
          <a:p>
            <a:pPr lvl="1"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为了实现从地址空间到物理主存的映象，系统建立的</a:t>
            </a:r>
            <a:r>
              <a:rPr lang="zh-CN" altLang="en-US" sz="2400" b="0" dirty="0" smtClean="0">
                <a:solidFill>
                  <a:schemeClr val="tx1"/>
                </a:solidFill>
                <a:effectLst/>
                <a:latin typeface="Times New Roman" panose="02020603050405020304" pitchFamily="18" charset="0"/>
              </a:rPr>
              <a:t>记录</a:t>
            </a:r>
            <a:r>
              <a:rPr lang="zh-CN" altLang="en-US" sz="2400" b="0" dirty="0">
                <a:solidFill>
                  <a:schemeClr val="tx1"/>
                </a:solidFill>
                <a:effectLst/>
                <a:latin typeface="Times New Roman" panose="02020603050405020304" pitchFamily="18" charset="0"/>
              </a:rPr>
              <a:t>页与内存块之间对应关系的地址变换的机构称为</a:t>
            </a:r>
            <a:r>
              <a:rPr lang="zh-CN" altLang="en-US" sz="2400" b="0" dirty="0" smtClean="0">
                <a:solidFill>
                  <a:schemeClr val="tx1"/>
                </a:solidFill>
                <a:effectLst/>
                <a:latin typeface="Times New Roman" panose="02020603050405020304" pitchFamily="18" charset="0"/>
              </a:rPr>
              <a:t>页面映像</a:t>
            </a:r>
            <a:r>
              <a:rPr lang="zh-CN" altLang="en-US" sz="2400" b="0" dirty="0">
                <a:solidFill>
                  <a:schemeClr val="tx1"/>
                </a:solidFill>
                <a:effectLst/>
                <a:latin typeface="Times New Roman" panose="02020603050405020304" pitchFamily="18" charset="0"/>
              </a:rPr>
              <a:t>表，简称页表。</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  </a:t>
            </a:r>
            <a:r>
              <a:rPr lang="zh-CN" altLang="en-US" sz="2400" dirty="0">
                <a:solidFill>
                  <a:srgbClr val="000099"/>
                </a:solidFill>
                <a:effectLst/>
                <a:latin typeface="宋体" panose="02010600030101010101" pitchFamily="2" charset="-122"/>
              </a:rPr>
              <a:t>② </a:t>
            </a:r>
            <a:r>
              <a:rPr lang="zh-CN" altLang="en-US" sz="2400" dirty="0">
                <a:solidFill>
                  <a:srgbClr val="000099"/>
                </a:solidFill>
                <a:effectLst/>
                <a:latin typeface="Times New Roman" panose="02020603050405020304" pitchFamily="18" charset="0"/>
              </a:rPr>
              <a:t>页表的组成</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         </a:t>
            </a:r>
            <a:r>
              <a:rPr lang="en-US" altLang="zh-CN" sz="2400" b="0" dirty="0">
                <a:solidFill>
                  <a:schemeClr val="tx1"/>
                </a:solidFill>
                <a:effectLst/>
                <a:latin typeface="Times New Roman" panose="02020603050405020304" pitchFamily="18" charset="0"/>
              </a:rPr>
              <a:t>ⅰ </a:t>
            </a:r>
            <a:r>
              <a:rPr lang="zh-CN" altLang="en-US" sz="2400" b="0" dirty="0">
                <a:solidFill>
                  <a:schemeClr val="tx1"/>
                </a:solidFill>
                <a:effectLst/>
                <a:latin typeface="Times New Roman" panose="02020603050405020304" pitchFamily="18" charset="0"/>
              </a:rPr>
              <a:t>高速缓冲存储器 ： 地址变换速度快，但成本较高</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a:t>
            </a:r>
            <a:r>
              <a:rPr lang="en-US" altLang="zh-CN" sz="2400" b="0" dirty="0">
                <a:solidFill>
                  <a:schemeClr val="tx1"/>
                </a:solidFill>
                <a:effectLst/>
                <a:latin typeface="Times New Roman" panose="02020603050405020304" pitchFamily="18" charset="0"/>
              </a:rPr>
              <a:t>ⅱ </a:t>
            </a:r>
            <a:r>
              <a:rPr lang="zh-CN" altLang="en-US" sz="2400" b="0" dirty="0">
                <a:solidFill>
                  <a:schemeClr val="tx1"/>
                </a:solidFill>
                <a:effectLst/>
                <a:latin typeface="Times New Roman" panose="02020603050405020304" pitchFamily="18" charset="0"/>
              </a:rPr>
              <a:t>主存区域 ：地址变换速度比硬件慢，成本较低</a:t>
            </a:r>
          </a:p>
        </p:txBody>
      </p:sp>
    </p:spTree>
    <p:extLst>
      <p:ext uri="{BB962C8B-B14F-4D97-AF65-F5344CB8AC3E}">
        <p14:creationId xmlns:p14="http://schemas.microsoft.com/office/powerpoint/2010/main" val="42609905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3">
            <a:extLst>
              <a:ext uri="{FF2B5EF4-FFF2-40B4-BE49-F238E27FC236}">
                <a16:creationId xmlns:a16="http://schemas.microsoft.com/office/drawing/2014/main" id="{F06B5CB9-3930-E50D-5EF6-31AD395FCAA9}"/>
              </a:ext>
            </a:extLst>
          </p:cNvPr>
          <p:cNvSpPr>
            <a:spLocks noChangeArrowheads="1"/>
          </p:cNvSpPr>
          <p:nvPr/>
        </p:nvSpPr>
        <p:spPr bwMode="auto">
          <a:xfrm>
            <a:off x="487822" y="830079"/>
            <a:ext cx="8375650"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ct val="20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(5) </a:t>
            </a:r>
            <a:r>
              <a:rPr lang="zh-CN" altLang="en-US" sz="2600" b="1" dirty="0">
                <a:solidFill>
                  <a:prstClr val="black"/>
                </a:solidFill>
                <a:effectLst/>
                <a:latin typeface="微软雅黑" panose="020B0503020204020204" pitchFamily="34" charset="-122"/>
                <a:ea typeface="微软雅黑" panose="020B0503020204020204" pitchFamily="34" charset="-122"/>
              </a:rPr>
              <a:t>分页映像存储的例子</a:t>
            </a:r>
          </a:p>
        </p:txBody>
      </p:sp>
      <p:grpSp>
        <p:nvGrpSpPr>
          <p:cNvPr id="4" name="Group 84">
            <a:extLst>
              <a:ext uri="{FF2B5EF4-FFF2-40B4-BE49-F238E27FC236}">
                <a16:creationId xmlns:a16="http://schemas.microsoft.com/office/drawing/2014/main" id="{A2F93597-6C44-F14A-B8B9-0CD303EE24E7}"/>
              </a:ext>
            </a:extLst>
          </p:cNvPr>
          <p:cNvGrpSpPr>
            <a:grpSpLocks/>
          </p:cNvGrpSpPr>
          <p:nvPr/>
        </p:nvGrpSpPr>
        <p:grpSpPr bwMode="auto">
          <a:xfrm>
            <a:off x="2079142" y="1664431"/>
            <a:ext cx="7700962" cy="4057650"/>
            <a:chOff x="537" y="900"/>
            <a:chExt cx="4851" cy="2556"/>
          </a:xfrm>
        </p:grpSpPr>
        <p:sp>
          <p:nvSpPr>
            <p:cNvPr id="5" name="Rectangle 6">
              <a:extLst>
                <a:ext uri="{FF2B5EF4-FFF2-40B4-BE49-F238E27FC236}">
                  <a16:creationId xmlns:a16="http://schemas.microsoft.com/office/drawing/2014/main" id="{5CC4A134-D32E-2F38-426F-E11D1B89E3E6}"/>
                </a:ext>
              </a:extLst>
            </p:cNvPr>
            <p:cNvSpPr>
              <a:spLocks noChangeArrowheads="1"/>
            </p:cNvSpPr>
            <p:nvPr/>
          </p:nvSpPr>
          <p:spPr bwMode="auto">
            <a:xfrm>
              <a:off x="988" y="1868"/>
              <a:ext cx="793" cy="52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6" name="Rectangle 7">
              <a:extLst>
                <a:ext uri="{FF2B5EF4-FFF2-40B4-BE49-F238E27FC236}">
                  <a16:creationId xmlns:a16="http://schemas.microsoft.com/office/drawing/2014/main" id="{EBB9742D-08AE-BF2F-0365-DC4B9D2EC989}"/>
                </a:ext>
              </a:extLst>
            </p:cNvPr>
            <p:cNvSpPr>
              <a:spLocks noChangeArrowheads="1"/>
            </p:cNvSpPr>
            <p:nvPr/>
          </p:nvSpPr>
          <p:spPr bwMode="auto">
            <a:xfrm>
              <a:off x="3937" y="1000"/>
              <a:ext cx="884" cy="214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7" name="Text Box 8">
              <a:extLst>
                <a:ext uri="{FF2B5EF4-FFF2-40B4-BE49-F238E27FC236}">
                  <a16:creationId xmlns:a16="http://schemas.microsoft.com/office/drawing/2014/main" id="{11C5759E-53E4-8A2D-1599-CF7A6E510651}"/>
                </a:ext>
              </a:extLst>
            </p:cNvPr>
            <p:cNvSpPr txBox="1">
              <a:spLocks noChangeArrowheads="1"/>
            </p:cNvSpPr>
            <p:nvPr/>
          </p:nvSpPr>
          <p:spPr bwMode="auto">
            <a:xfrm>
              <a:off x="4865" y="914"/>
              <a:ext cx="188"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0</a:t>
              </a:r>
            </a:p>
          </p:txBody>
        </p:sp>
        <p:sp>
          <p:nvSpPr>
            <p:cNvPr id="8" name="Text Box 9">
              <a:extLst>
                <a:ext uri="{FF2B5EF4-FFF2-40B4-BE49-F238E27FC236}">
                  <a16:creationId xmlns:a16="http://schemas.microsoft.com/office/drawing/2014/main" id="{3D6BC3DE-07C8-2D83-ACB5-534A6E5DBD44}"/>
                </a:ext>
              </a:extLst>
            </p:cNvPr>
            <p:cNvSpPr txBox="1">
              <a:spLocks noChangeArrowheads="1"/>
            </p:cNvSpPr>
            <p:nvPr/>
          </p:nvSpPr>
          <p:spPr bwMode="auto">
            <a:xfrm>
              <a:off x="4821" y="1102"/>
              <a:ext cx="463"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1KB</a:t>
              </a:r>
            </a:p>
          </p:txBody>
        </p:sp>
        <p:sp>
          <p:nvSpPr>
            <p:cNvPr id="9" name="Line 10">
              <a:extLst>
                <a:ext uri="{FF2B5EF4-FFF2-40B4-BE49-F238E27FC236}">
                  <a16:creationId xmlns:a16="http://schemas.microsoft.com/office/drawing/2014/main" id="{5C371D00-5EE8-2D57-D6CF-666A446FC162}"/>
                </a:ext>
              </a:extLst>
            </p:cNvPr>
            <p:cNvSpPr>
              <a:spLocks noChangeShapeType="1"/>
            </p:cNvSpPr>
            <p:nvPr/>
          </p:nvSpPr>
          <p:spPr bwMode="auto">
            <a:xfrm>
              <a:off x="3937" y="1215"/>
              <a:ext cx="88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0" name="Line 11">
              <a:extLst>
                <a:ext uri="{FF2B5EF4-FFF2-40B4-BE49-F238E27FC236}">
                  <a16:creationId xmlns:a16="http://schemas.microsoft.com/office/drawing/2014/main" id="{8BBCD2EF-81C3-C914-EA1C-064C9F8E535F}"/>
                </a:ext>
              </a:extLst>
            </p:cNvPr>
            <p:cNvSpPr>
              <a:spLocks noChangeShapeType="1"/>
            </p:cNvSpPr>
            <p:nvPr/>
          </p:nvSpPr>
          <p:spPr bwMode="auto">
            <a:xfrm>
              <a:off x="3937" y="1430"/>
              <a:ext cx="88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1" name="Line 12">
              <a:extLst>
                <a:ext uri="{FF2B5EF4-FFF2-40B4-BE49-F238E27FC236}">
                  <a16:creationId xmlns:a16="http://schemas.microsoft.com/office/drawing/2014/main" id="{8F6ED0FE-B65A-D44F-56E1-D94498E44A49}"/>
                </a:ext>
              </a:extLst>
            </p:cNvPr>
            <p:cNvSpPr>
              <a:spLocks noChangeShapeType="1"/>
            </p:cNvSpPr>
            <p:nvPr/>
          </p:nvSpPr>
          <p:spPr bwMode="auto">
            <a:xfrm>
              <a:off x="3937" y="2075"/>
              <a:ext cx="88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2" name="Line 13">
              <a:extLst>
                <a:ext uri="{FF2B5EF4-FFF2-40B4-BE49-F238E27FC236}">
                  <a16:creationId xmlns:a16="http://schemas.microsoft.com/office/drawing/2014/main" id="{4A19E9EA-8514-07F7-0C9E-6DEB78092560}"/>
                </a:ext>
              </a:extLst>
            </p:cNvPr>
            <p:cNvSpPr>
              <a:spLocks noChangeShapeType="1"/>
            </p:cNvSpPr>
            <p:nvPr/>
          </p:nvSpPr>
          <p:spPr bwMode="auto">
            <a:xfrm>
              <a:off x="988" y="2040"/>
              <a:ext cx="79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3" name="Line 14">
              <a:extLst>
                <a:ext uri="{FF2B5EF4-FFF2-40B4-BE49-F238E27FC236}">
                  <a16:creationId xmlns:a16="http://schemas.microsoft.com/office/drawing/2014/main" id="{0534B0CF-D654-121D-ADA1-5B28163F826E}"/>
                </a:ext>
              </a:extLst>
            </p:cNvPr>
            <p:cNvSpPr>
              <a:spLocks noChangeShapeType="1"/>
            </p:cNvSpPr>
            <p:nvPr/>
          </p:nvSpPr>
          <p:spPr bwMode="auto">
            <a:xfrm>
              <a:off x="988" y="2212"/>
              <a:ext cx="79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4" name="Text Box 15">
              <a:extLst>
                <a:ext uri="{FF2B5EF4-FFF2-40B4-BE49-F238E27FC236}">
                  <a16:creationId xmlns:a16="http://schemas.microsoft.com/office/drawing/2014/main" id="{DF41760D-11E0-E7D0-7C96-B9D548D361E0}"/>
                </a:ext>
              </a:extLst>
            </p:cNvPr>
            <p:cNvSpPr txBox="1">
              <a:spLocks noChangeArrowheads="1"/>
            </p:cNvSpPr>
            <p:nvPr/>
          </p:nvSpPr>
          <p:spPr bwMode="auto">
            <a:xfrm>
              <a:off x="811" y="1749"/>
              <a:ext cx="188"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0</a:t>
              </a:r>
            </a:p>
          </p:txBody>
        </p:sp>
        <p:sp>
          <p:nvSpPr>
            <p:cNvPr id="15" name="Text Box 16">
              <a:extLst>
                <a:ext uri="{FF2B5EF4-FFF2-40B4-BE49-F238E27FC236}">
                  <a16:creationId xmlns:a16="http://schemas.microsoft.com/office/drawing/2014/main" id="{7FBF2056-F492-C67F-D805-947092C362BC}"/>
                </a:ext>
              </a:extLst>
            </p:cNvPr>
            <p:cNvSpPr txBox="1">
              <a:spLocks noChangeArrowheads="1"/>
            </p:cNvSpPr>
            <p:nvPr/>
          </p:nvSpPr>
          <p:spPr bwMode="auto">
            <a:xfrm>
              <a:off x="661" y="1936"/>
              <a:ext cx="444"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1KB</a:t>
              </a:r>
            </a:p>
          </p:txBody>
        </p:sp>
        <p:sp>
          <p:nvSpPr>
            <p:cNvPr id="16" name="Text Box 17">
              <a:extLst>
                <a:ext uri="{FF2B5EF4-FFF2-40B4-BE49-F238E27FC236}">
                  <a16:creationId xmlns:a16="http://schemas.microsoft.com/office/drawing/2014/main" id="{7D3AA761-FC02-BA22-85BA-D678C834E38B}"/>
                </a:ext>
              </a:extLst>
            </p:cNvPr>
            <p:cNvSpPr txBox="1">
              <a:spLocks noChangeArrowheads="1"/>
            </p:cNvSpPr>
            <p:nvPr/>
          </p:nvSpPr>
          <p:spPr bwMode="auto">
            <a:xfrm>
              <a:off x="661" y="2099"/>
              <a:ext cx="445"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2KB</a:t>
              </a:r>
            </a:p>
          </p:txBody>
        </p:sp>
        <p:sp>
          <p:nvSpPr>
            <p:cNvPr id="17" name="Text Box 18">
              <a:extLst>
                <a:ext uri="{FF2B5EF4-FFF2-40B4-BE49-F238E27FC236}">
                  <a16:creationId xmlns:a16="http://schemas.microsoft.com/office/drawing/2014/main" id="{422FDDB1-E809-476C-CAAF-67A3910B1A2C}"/>
                </a:ext>
              </a:extLst>
            </p:cNvPr>
            <p:cNvSpPr txBox="1">
              <a:spLocks noChangeArrowheads="1"/>
            </p:cNvSpPr>
            <p:nvPr/>
          </p:nvSpPr>
          <p:spPr bwMode="auto">
            <a:xfrm>
              <a:off x="537" y="2298"/>
              <a:ext cx="56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3KB</a:t>
              </a:r>
              <a:r>
                <a:rPr kumimoji="1" lang="en-US" altLang="zh-CN" sz="1600" b="1">
                  <a:solidFill>
                    <a:schemeClr val="tx1"/>
                  </a:solidFill>
                  <a:latin typeface="Times New Roman" panose="02020603050405020304" pitchFamily="18" charset="0"/>
                  <a:sym typeface="Symbol" panose="05050102010706020507" pitchFamily="18" charset="2"/>
                </a:rPr>
                <a:t>1</a:t>
              </a:r>
              <a:endParaRPr kumimoji="1" lang="en-US" altLang="zh-CN" sz="1600" b="1">
                <a:solidFill>
                  <a:schemeClr val="tx1"/>
                </a:solidFill>
                <a:latin typeface="Times New Roman" panose="02020603050405020304" pitchFamily="18" charset="0"/>
              </a:endParaRPr>
            </a:p>
          </p:txBody>
        </p:sp>
        <p:sp>
          <p:nvSpPr>
            <p:cNvPr id="18" name="Text Box 19">
              <a:extLst>
                <a:ext uri="{FF2B5EF4-FFF2-40B4-BE49-F238E27FC236}">
                  <a16:creationId xmlns:a16="http://schemas.microsoft.com/office/drawing/2014/main" id="{310483FB-81BD-0475-1726-476D3711DB22}"/>
                </a:ext>
              </a:extLst>
            </p:cNvPr>
            <p:cNvSpPr txBox="1">
              <a:spLocks noChangeArrowheads="1"/>
            </p:cNvSpPr>
            <p:nvPr/>
          </p:nvSpPr>
          <p:spPr bwMode="auto">
            <a:xfrm>
              <a:off x="4230" y="3215"/>
              <a:ext cx="43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主存</a:t>
              </a:r>
            </a:p>
          </p:txBody>
        </p:sp>
        <p:sp>
          <p:nvSpPr>
            <p:cNvPr id="19" name="Text Box 20">
              <a:extLst>
                <a:ext uri="{FF2B5EF4-FFF2-40B4-BE49-F238E27FC236}">
                  <a16:creationId xmlns:a16="http://schemas.microsoft.com/office/drawing/2014/main" id="{20422C47-9C4C-74A2-A311-CAE7F2F500D1}"/>
                </a:ext>
              </a:extLst>
            </p:cNvPr>
            <p:cNvSpPr txBox="1">
              <a:spLocks noChangeArrowheads="1"/>
            </p:cNvSpPr>
            <p:nvPr/>
          </p:nvSpPr>
          <p:spPr bwMode="auto">
            <a:xfrm>
              <a:off x="917" y="2478"/>
              <a:ext cx="102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程序</a:t>
              </a:r>
              <a:r>
                <a:rPr kumimoji="1" lang="en-US" altLang="zh-CN" sz="1600" b="1" baseline="-25000">
                  <a:solidFill>
                    <a:schemeClr val="tx1"/>
                  </a:solidFill>
                  <a:latin typeface="Times New Roman" panose="02020603050405020304" pitchFamily="18" charset="0"/>
                </a:rPr>
                <a:t>2</a:t>
              </a:r>
              <a:r>
                <a:rPr kumimoji="1" lang="zh-CN" altLang="en-US" sz="1600" b="1">
                  <a:solidFill>
                    <a:schemeClr val="tx1"/>
                  </a:solidFill>
                  <a:latin typeface="Times New Roman" panose="02020603050405020304" pitchFamily="18" charset="0"/>
                </a:rPr>
                <a:t>地址空间</a:t>
              </a:r>
            </a:p>
          </p:txBody>
        </p:sp>
        <p:sp>
          <p:nvSpPr>
            <p:cNvPr id="20" name="Line 21">
              <a:extLst>
                <a:ext uri="{FF2B5EF4-FFF2-40B4-BE49-F238E27FC236}">
                  <a16:creationId xmlns:a16="http://schemas.microsoft.com/office/drawing/2014/main" id="{4FF69642-DD16-6F99-9F9C-8B14BA30546D}"/>
                </a:ext>
              </a:extLst>
            </p:cNvPr>
            <p:cNvSpPr>
              <a:spLocks noChangeShapeType="1"/>
            </p:cNvSpPr>
            <p:nvPr/>
          </p:nvSpPr>
          <p:spPr bwMode="auto">
            <a:xfrm>
              <a:off x="3937" y="2719"/>
              <a:ext cx="88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1" name="Line 22">
              <a:extLst>
                <a:ext uri="{FF2B5EF4-FFF2-40B4-BE49-F238E27FC236}">
                  <a16:creationId xmlns:a16="http://schemas.microsoft.com/office/drawing/2014/main" id="{B7A1C42E-7F3F-6F85-34CE-EE1711D3B55A}"/>
                </a:ext>
              </a:extLst>
            </p:cNvPr>
            <p:cNvSpPr>
              <a:spLocks noChangeShapeType="1"/>
            </p:cNvSpPr>
            <p:nvPr/>
          </p:nvSpPr>
          <p:spPr bwMode="auto">
            <a:xfrm>
              <a:off x="3937" y="2289"/>
              <a:ext cx="88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2" name="Line 23">
              <a:extLst>
                <a:ext uri="{FF2B5EF4-FFF2-40B4-BE49-F238E27FC236}">
                  <a16:creationId xmlns:a16="http://schemas.microsoft.com/office/drawing/2014/main" id="{93B4F5F9-8B95-D33A-598F-BA4BA81FC5A3}"/>
                </a:ext>
              </a:extLst>
            </p:cNvPr>
            <p:cNvSpPr>
              <a:spLocks noChangeShapeType="1"/>
            </p:cNvSpPr>
            <p:nvPr/>
          </p:nvSpPr>
          <p:spPr bwMode="auto">
            <a:xfrm>
              <a:off x="3937" y="1860"/>
              <a:ext cx="88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3" name="Line 24">
              <a:extLst>
                <a:ext uri="{FF2B5EF4-FFF2-40B4-BE49-F238E27FC236}">
                  <a16:creationId xmlns:a16="http://schemas.microsoft.com/office/drawing/2014/main" id="{4B8D6E8A-E6FA-2FA5-C398-7E5EB6A67229}"/>
                </a:ext>
              </a:extLst>
            </p:cNvPr>
            <p:cNvSpPr>
              <a:spLocks noChangeShapeType="1"/>
            </p:cNvSpPr>
            <p:nvPr/>
          </p:nvSpPr>
          <p:spPr bwMode="auto">
            <a:xfrm>
              <a:off x="3937" y="2934"/>
              <a:ext cx="88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4" name="Line 25">
              <a:extLst>
                <a:ext uri="{FF2B5EF4-FFF2-40B4-BE49-F238E27FC236}">
                  <a16:creationId xmlns:a16="http://schemas.microsoft.com/office/drawing/2014/main" id="{B222ED62-8354-B030-EC6A-213A8D9077C2}"/>
                </a:ext>
              </a:extLst>
            </p:cNvPr>
            <p:cNvSpPr>
              <a:spLocks noChangeShapeType="1"/>
            </p:cNvSpPr>
            <p:nvPr/>
          </p:nvSpPr>
          <p:spPr bwMode="auto">
            <a:xfrm>
              <a:off x="3937" y="1645"/>
              <a:ext cx="88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5" name="Line 26">
              <a:extLst>
                <a:ext uri="{FF2B5EF4-FFF2-40B4-BE49-F238E27FC236}">
                  <a16:creationId xmlns:a16="http://schemas.microsoft.com/office/drawing/2014/main" id="{C9C427FD-DC78-9670-F1E7-C0CA889FDB00}"/>
                </a:ext>
              </a:extLst>
            </p:cNvPr>
            <p:cNvSpPr>
              <a:spLocks noChangeShapeType="1"/>
            </p:cNvSpPr>
            <p:nvPr/>
          </p:nvSpPr>
          <p:spPr bwMode="auto">
            <a:xfrm>
              <a:off x="3937" y="2504"/>
              <a:ext cx="88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6" name="Text Box 27">
              <a:extLst>
                <a:ext uri="{FF2B5EF4-FFF2-40B4-BE49-F238E27FC236}">
                  <a16:creationId xmlns:a16="http://schemas.microsoft.com/office/drawing/2014/main" id="{68F43898-D1FD-B9E3-B0D3-051601BD456E}"/>
                </a:ext>
              </a:extLst>
            </p:cNvPr>
            <p:cNvSpPr txBox="1">
              <a:spLocks noChangeArrowheads="1"/>
            </p:cNvSpPr>
            <p:nvPr/>
          </p:nvSpPr>
          <p:spPr bwMode="auto">
            <a:xfrm>
              <a:off x="4812" y="1326"/>
              <a:ext cx="435"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2KB</a:t>
              </a:r>
            </a:p>
          </p:txBody>
        </p:sp>
        <p:sp>
          <p:nvSpPr>
            <p:cNvPr id="27" name="Text Box 28">
              <a:extLst>
                <a:ext uri="{FF2B5EF4-FFF2-40B4-BE49-F238E27FC236}">
                  <a16:creationId xmlns:a16="http://schemas.microsoft.com/office/drawing/2014/main" id="{12EDAADE-157E-4AB4-1874-00118089661C}"/>
                </a:ext>
              </a:extLst>
            </p:cNvPr>
            <p:cNvSpPr txBox="1">
              <a:spLocks noChangeArrowheads="1"/>
            </p:cNvSpPr>
            <p:nvPr/>
          </p:nvSpPr>
          <p:spPr bwMode="auto">
            <a:xfrm>
              <a:off x="4821" y="1532"/>
              <a:ext cx="445"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3KB</a:t>
              </a:r>
            </a:p>
          </p:txBody>
        </p:sp>
        <p:sp>
          <p:nvSpPr>
            <p:cNvPr id="28" name="Text Box 29">
              <a:extLst>
                <a:ext uri="{FF2B5EF4-FFF2-40B4-BE49-F238E27FC236}">
                  <a16:creationId xmlns:a16="http://schemas.microsoft.com/office/drawing/2014/main" id="{88866C1D-0F97-616E-9BB7-5F3A690EEE47}"/>
                </a:ext>
              </a:extLst>
            </p:cNvPr>
            <p:cNvSpPr txBox="1">
              <a:spLocks noChangeArrowheads="1"/>
            </p:cNvSpPr>
            <p:nvPr/>
          </p:nvSpPr>
          <p:spPr bwMode="auto">
            <a:xfrm>
              <a:off x="4821" y="1756"/>
              <a:ext cx="42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4KB</a:t>
              </a:r>
            </a:p>
          </p:txBody>
        </p:sp>
        <p:sp>
          <p:nvSpPr>
            <p:cNvPr id="29" name="Text Box 30">
              <a:extLst>
                <a:ext uri="{FF2B5EF4-FFF2-40B4-BE49-F238E27FC236}">
                  <a16:creationId xmlns:a16="http://schemas.microsoft.com/office/drawing/2014/main" id="{C5318B17-26D3-0284-D45E-970D660B966F}"/>
                </a:ext>
              </a:extLst>
            </p:cNvPr>
            <p:cNvSpPr txBox="1">
              <a:spLocks noChangeArrowheads="1"/>
            </p:cNvSpPr>
            <p:nvPr/>
          </p:nvSpPr>
          <p:spPr bwMode="auto">
            <a:xfrm>
              <a:off x="4830" y="1971"/>
              <a:ext cx="40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5KB</a:t>
              </a:r>
            </a:p>
          </p:txBody>
        </p:sp>
        <p:sp>
          <p:nvSpPr>
            <p:cNvPr id="30" name="Text Box 31">
              <a:extLst>
                <a:ext uri="{FF2B5EF4-FFF2-40B4-BE49-F238E27FC236}">
                  <a16:creationId xmlns:a16="http://schemas.microsoft.com/office/drawing/2014/main" id="{8141B7CD-8A91-FEA0-C3EE-5AA430AAA349}"/>
                </a:ext>
              </a:extLst>
            </p:cNvPr>
            <p:cNvSpPr txBox="1">
              <a:spLocks noChangeArrowheads="1"/>
            </p:cNvSpPr>
            <p:nvPr/>
          </p:nvSpPr>
          <p:spPr bwMode="auto">
            <a:xfrm>
              <a:off x="4830" y="2195"/>
              <a:ext cx="399"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6KB</a:t>
              </a:r>
            </a:p>
          </p:txBody>
        </p:sp>
        <p:sp>
          <p:nvSpPr>
            <p:cNvPr id="31" name="Text Box 32">
              <a:extLst>
                <a:ext uri="{FF2B5EF4-FFF2-40B4-BE49-F238E27FC236}">
                  <a16:creationId xmlns:a16="http://schemas.microsoft.com/office/drawing/2014/main" id="{89BECF19-CAA1-C257-CD3C-BBC07F5982E2}"/>
                </a:ext>
              </a:extLst>
            </p:cNvPr>
            <p:cNvSpPr txBox="1">
              <a:spLocks noChangeArrowheads="1"/>
            </p:cNvSpPr>
            <p:nvPr/>
          </p:nvSpPr>
          <p:spPr bwMode="auto">
            <a:xfrm>
              <a:off x="4830" y="2400"/>
              <a:ext cx="381"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7KB</a:t>
              </a:r>
            </a:p>
          </p:txBody>
        </p:sp>
        <p:sp>
          <p:nvSpPr>
            <p:cNvPr id="32" name="Text Box 33">
              <a:extLst>
                <a:ext uri="{FF2B5EF4-FFF2-40B4-BE49-F238E27FC236}">
                  <a16:creationId xmlns:a16="http://schemas.microsoft.com/office/drawing/2014/main" id="{936F2776-A4DE-2854-578B-6733B0C3FEF0}"/>
                </a:ext>
              </a:extLst>
            </p:cNvPr>
            <p:cNvSpPr txBox="1">
              <a:spLocks noChangeArrowheads="1"/>
            </p:cNvSpPr>
            <p:nvPr/>
          </p:nvSpPr>
          <p:spPr bwMode="auto">
            <a:xfrm>
              <a:off x="4830" y="2615"/>
              <a:ext cx="381"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8KB</a:t>
              </a:r>
            </a:p>
          </p:txBody>
        </p:sp>
        <p:sp>
          <p:nvSpPr>
            <p:cNvPr id="33" name="Text Box 34">
              <a:extLst>
                <a:ext uri="{FF2B5EF4-FFF2-40B4-BE49-F238E27FC236}">
                  <a16:creationId xmlns:a16="http://schemas.microsoft.com/office/drawing/2014/main" id="{B85AE495-5D88-17EB-FEB3-FC514B2B14C3}"/>
                </a:ext>
              </a:extLst>
            </p:cNvPr>
            <p:cNvSpPr txBox="1">
              <a:spLocks noChangeArrowheads="1"/>
            </p:cNvSpPr>
            <p:nvPr/>
          </p:nvSpPr>
          <p:spPr bwMode="auto">
            <a:xfrm>
              <a:off x="4830" y="2830"/>
              <a:ext cx="381"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9KB</a:t>
              </a:r>
            </a:p>
          </p:txBody>
        </p:sp>
        <p:sp>
          <p:nvSpPr>
            <p:cNvPr id="34" name="Text Box 35">
              <a:extLst>
                <a:ext uri="{FF2B5EF4-FFF2-40B4-BE49-F238E27FC236}">
                  <a16:creationId xmlns:a16="http://schemas.microsoft.com/office/drawing/2014/main" id="{3386E063-3A3E-1F17-00F3-B6876C0D6D22}"/>
                </a:ext>
              </a:extLst>
            </p:cNvPr>
            <p:cNvSpPr txBox="1">
              <a:spLocks noChangeArrowheads="1"/>
            </p:cNvSpPr>
            <p:nvPr/>
          </p:nvSpPr>
          <p:spPr bwMode="auto">
            <a:xfrm>
              <a:off x="4821" y="3063"/>
              <a:ext cx="56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10KB</a:t>
              </a:r>
              <a:r>
                <a:rPr kumimoji="1" lang="en-US" altLang="zh-CN" sz="1600" b="1">
                  <a:solidFill>
                    <a:schemeClr val="tx1"/>
                  </a:solidFill>
                  <a:latin typeface="Times New Roman" panose="02020603050405020304" pitchFamily="18" charset="0"/>
                  <a:sym typeface="Symbol" panose="05050102010706020507" pitchFamily="18" charset="2"/>
                </a:rPr>
                <a:t>1</a:t>
              </a:r>
              <a:endParaRPr kumimoji="1" lang="en-US" altLang="zh-CN" sz="1600" b="1">
                <a:solidFill>
                  <a:schemeClr val="tx1"/>
                </a:solidFill>
                <a:latin typeface="Times New Roman" panose="02020603050405020304" pitchFamily="18" charset="0"/>
              </a:endParaRPr>
            </a:p>
          </p:txBody>
        </p:sp>
        <p:sp>
          <p:nvSpPr>
            <p:cNvPr id="35" name="Rectangle 36">
              <a:extLst>
                <a:ext uri="{FF2B5EF4-FFF2-40B4-BE49-F238E27FC236}">
                  <a16:creationId xmlns:a16="http://schemas.microsoft.com/office/drawing/2014/main" id="{CA2C0591-DC85-9959-84F1-38A208C71E6C}"/>
                </a:ext>
              </a:extLst>
            </p:cNvPr>
            <p:cNvSpPr>
              <a:spLocks noChangeArrowheads="1"/>
            </p:cNvSpPr>
            <p:nvPr/>
          </p:nvSpPr>
          <p:spPr bwMode="auto">
            <a:xfrm>
              <a:off x="988" y="1059"/>
              <a:ext cx="793" cy="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36" name="Line 37">
              <a:extLst>
                <a:ext uri="{FF2B5EF4-FFF2-40B4-BE49-F238E27FC236}">
                  <a16:creationId xmlns:a16="http://schemas.microsoft.com/office/drawing/2014/main" id="{8C1D07E5-EC9A-4892-B896-96875013F999}"/>
                </a:ext>
              </a:extLst>
            </p:cNvPr>
            <p:cNvSpPr>
              <a:spLocks noChangeShapeType="1"/>
            </p:cNvSpPr>
            <p:nvPr/>
          </p:nvSpPr>
          <p:spPr bwMode="auto">
            <a:xfrm>
              <a:off x="988" y="1253"/>
              <a:ext cx="79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7" name="Text Box 38">
              <a:extLst>
                <a:ext uri="{FF2B5EF4-FFF2-40B4-BE49-F238E27FC236}">
                  <a16:creationId xmlns:a16="http://schemas.microsoft.com/office/drawing/2014/main" id="{C6D753F1-76B3-F60A-2CCD-00656E4D9E36}"/>
                </a:ext>
              </a:extLst>
            </p:cNvPr>
            <p:cNvSpPr txBox="1">
              <a:spLocks noChangeArrowheads="1"/>
            </p:cNvSpPr>
            <p:nvPr/>
          </p:nvSpPr>
          <p:spPr bwMode="auto">
            <a:xfrm>
              <a:off x="826" y="933"/>
              <a:ext cx="188"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0</a:t>
              </a:r>
            </a:p>
          </p:txBody>
        </p:sp>
        <p:sp>
          <p:nvSpPr>
            <p:cNvPr id="38" name="Text Box 39">
              <a:extLst>
                <a:ext uri="{FF2B5EF4-FFF2-40B4-BE49-F238E27FC236}">
                  <a16:creationId xmlns:a16="http://schemas.microsoft.com/office/drawing/2014/main" id="{7D04BF10-8919-E2B2-93AB-58DD13286690}"/>
                </a:ext>
              </a:extLst>
            </p:cNvPr>
            <p:cNvSpPr txBox="1">
              <a:spLocks noChangeArrowheads="1"/>
            </p:cNvSpPr>
            <p:nvPr/>
          </p:nvSpPr>
          <p:spPr bwMode="auto">
            <a:xfrm>
              <a:off x="661" y="1147"/>
              <a:ext cx="426"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1KB</a:t>
              </a:r>
            </a:p>
          </p:txBody>
        </p:sp>
        <p:sp>
          <p:nvSpPr>
            <p:cNvPr id="39" name="Text Box 40">
              <a:extLst>
                <a:ext uri="{FF2B5EF4-FFF2-40B4-BE49-F238E27FC236}">
                  <a16:creationId xmlns:a16="http://schemas.microsoft.com/office/drawing/2014/main" id="{1045D8B0-6DB1-4DB2-EBB6-DA291A0C5849}"/>
                </a:ext>
              </a:extLst>
            </p:cNvPr>
            <p:cNvSpPr txBox="1">
              <a:spLocks noChangeArrowheads="1"/>
            </p:cNvSpPr>
            <p:nvPr/>
          </p:nvSpPr>
          <p:spPr bwMode="auto">
            <a:xfrm>
              <a:off x="537" y="1351"/>
              <a:ext cx="559"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2KB</a:t>
              </a:r>
              <a:r>
                <a:rPr kumimoji="1" lang="en-US" altLang="zh-CN" sz="1600" b="1">
                  <a:solidFill>
                    <a:schemeClr val="tx1"/>
                  </a:solidFill>
                  <a:latin typeface="Times New Roman" panose="02020603050405020304" pitchFamily="18" charset="0"/>
                  <a:sym typeface="Symbol" panose="05050102010706020507" pitchFamily="18" charset="2"/>
                </a:rPr>
                <a:t>1</a:t>
              </a:r>
              <a:endParaRPr kumimoji="1" lang="en-US" altLang="zh-CN" sz="1600" b="1">
                <a:solidFill>
                  <a:schemeClr val="tx1"/>
                </a:solidFill>
                <a:latin typeface="Times New Roman" panose="02020603050405020304" pitchFamily="18" charset="0"/>
              </a:endParaRPr>
            </a:p>
          </p:txBody>
        </p:sp>
        <p:sp>
          <p:nvSpPr>
            <p:cNvPr id="40" name="Text Box 41">
              <a:extLst>
                <a:ext uri="{FF2B5EF4-FFF2-40B4-BE49-F238E27FC236}">
                  <a16:creationId xmlns:a16="http://schemas.microsoft.com/office/drawing/2014/main" id="{93AA88CD-5C1C-FD05-ED2B-E9FFA0497452}"/>
                </a:ext>
              </a:extLst>
            </p:cNvPr>
            <p:cNvSpPr txBox="1">
              <a:spLocks noChangeArrowheads="1"/>
            </p:cNvSpPr>
            <p:nvPr/>
          </p:nvSpPr>
          <p:spPr bwMode="auto">
            <a:xfrm>
              <a:off x="926" y="1489"/>
              <a:ext cx="96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程序</a:t>
              </a:r>
              <a:r>
                <a:rPr kumimoji="1" lang="en-US" altLang="zh-CN" sz="1600" b="1" baseline="-25000">
                  <a:solidFill>
                    <a:schemeClr val="tx1"/>
                  </a:solidFill>
                  <a:latin typeface="Times New Roman" panose="02020603050405020304" pitchFamily="18" charset="0"/>
                </a:rPr>
                <a:t>1</a:t>
              </a:r>
              <a:r>
                <a:rPr kumimoji="1" lang="zh-CN" altLang="en-US" sz="1600" b="1">
                  <a:solidFill>
                    <a:schemeClr val="tx1"/>
                  </a:solidFill>
                  <a:latin typeface="Times New Roman" panose="02020603050405020304" pitchFamily="18" charset="0"/>
                </a:rPr>
                <a:t>地址空间</a:t>
              </a:r>
            </a:p>
          </p:txBody>
        </p:sp>
        <p:sp>
          <p:nvSpPr>
            <p:cNvPr id="41" name="Rectangle 42">
              <a:extLst>
                <a:ext uri="{FF2B5EF4-FFF2-40B4-BE49-F238E27FC236}">
                  <a16:creationId xmlns:a16="http://schemas.microsoft.com/office/drawing/2014/main" id="{DF38C655-B167-62B6-1FF9-B04FB8204011}"/>
                </a:ext>
              </a:extLst>
            </p:cNvPr>
            <p:cNvSpPr>
              <a:spLocks noChangeArrowheads="1"/>
            </p:cNvSpPr>
            <p:nvPr/>
          </p:nvSpPr>
          <p:spPr bwMode="auto">
            <a:xfrm>
              <a:off x="988" y="2899"/>
              <a:ext cx="793" cy="21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42" name="Text Box 43">
              <a:extLst>
                <a:ext uri="{FF2B5EF4-FFF2-40B4-BE49-F238E27FC236}">
                  <a16:creationId xmlns:a16="http://schemas.microsoft.com/office/drawing/2014/main" id="{06D6D81E-94D9-47E5-7555-63397EAA32BC}"/>
                </a:ext>
              </a:extLst>
            </p:cNvPr>
            <p:cNvSpPr txBox="1">
              <a:spLocks noChangeArrowheads="1"/>
            </p:cNvSpPr>
            <p:nvPr/>
          </p:nvSpPr>
          <p:spPr bwMode="auto">
            <a:xfrm>
              <a:off x="811" y="2781"/>
              <a:ext cx="188"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0</a:t>
              </a:r>
            </a:p>
          </p:txBody>
        </p:sp>
        <p:sp>
          <p:nvSpPr>
            <p:cNvPr id="43" name="Text Box 44">
              <a:extLst>
                <a:ext uri="{FF2B5EF4-FFF2-40B4-BE49-F238E27FC236}">
                  <a16:creationId xmlns:a16="http://schemas.microsoft.com/office/drawing/2014/main" id="{70FE24EF-883D-AE98-D15B-E08BC90EFA56}"/>
                </a:ext>
              </a:extLst>
            </p:cNvPr>
            <p:cNvSpPr txBox="1">
              <a:spLocks noChangeArrowheads="1"/>
            </p:cNvSpPr>
            <p:nvPr/>
          </p:nvSpPr>
          <p:spPr bwMode="auto">
            <a:xfrm>
              <a:off x="546" y="3028"/>
              <a:ext cx="559"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1KB</a:t>
              </a:r>
              <a:r>
                <a:rPr kumimoji="1" lang="en-US" altLang="zh-CN" sz="1600" b="1">
                  <a:solidFill>
                    <a:schemeClr val="tx1"/>
                  </a:solidFill>
                  <a:latin typeface="Times New Roman" panose="02020603050405020304" pitchFamily="18" charset="0"/>
                  <a:sym typeface="Symbol" panose="05050102010706020507" pitchFamily="18" charset="2"/>
                </a:rPr>
                <a:t>1</a:t>
              </a:r>
              <a:endParaRPr kumimoji="1" lang="en-US" altLang="zh-CN" sz="1600" b="1">
                <a:solidFill>
                  <a:schemeClr val="tx1"/>
                </a:solidFill>
                <a:latin typeface="Times New Roman" panose="02020603050405020304" pitchFamily="18" charset="0"/>
              </a:endParaRPr>
            </a:p>
          </p:txBody>
        </p:sp>
        <p:sp>
          <p:nvSpPr>
            <p:cNvPr id="44" name="Text Box 45">
              <a:extLst>
                <a:ext uri="{FF2B5EF4-FFF2-40B4-BE49-F238E27FC236}">
                  <a16:creationId xmlns:a16="http://schemas.microsoft.com/office/drawing/2014/main" id="{C85B33B0-EA35-DC3F-EF22-8FC869B34ADD}"/>
                </a:ext>
              </a:extLst>
            </p:cNvPr>
            <p:cNvSpPr txBox="1">
              <a:spLocks noChangeArrowheads="1"/>
            </p:cNvSpPr>
            <p:nvPr/>
          </p:nvSpPr>
          <p:spPr bwMode="auto">
            <a:xfrm>
              <a:off x="881" y="3218"/>
              <a:ext cx="97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程序</a:t>
              </a:r>
              <a:r>
                <a:rPr kumimoji="1" lang="en-US" altLang="zh-CN" sz="1600" b="1" baseline="-25000">
                  <a:solidFill>
                    <a:schemeClr val="tx1"/>
                  </a:solidFill>
                  <a:latin typeface="Times New Roman" panose="02020603050405020304" pitchFamily="18" charset="0"/>
                </a:rPr>
                <a:t>3</a:t>
              </a:r>
              <a:r>
                <a:rPr kumimoji="1" lang="zh-CN" altLang="en-US" sz="1600" b="1">
                  <a:solidFill>
                    <a:schemeClr val="tx1"/>
                  </a:solidFill>
                  <a:latin typeface="Times New Roman" panose="02020603050405020304" pitchFamily="18" charset="0"/>
                </a:rPr>
                <a:t>地址空间</a:t>
              </a:r>
            </a:p>
          </p:txBody>
        </p:sp>
        <p:sp>
          <p:nvSpPr>
            <p:cNvPr id="45" name="Rectangle 46">
              <a:extLst>
                <a:ext uri="{FF2B5EF4-FFF2-40B4-BE49-F238E27FC236}">
                  <a16:creationId xmlns:a16="http://schemas.microsoft.com/office/drawing/2014/main" id="{A37FFF0A-372F-E7FF-1416-0E1C5AE65A81}"/>
                </a:ext>
              </a:extLst>
            </p:cNvPr>
            <p:cNvSpPr>
              <a:spLocks noChangeArrowheads="1"/>
            </p:cNvSpPr>
            <p:nvPr/>
          </p:nvSpPr>
          <p:spPr bwMode="auto">
            <a:xfrm>
              <a:off x="2125" y="1094"/>
              <a:ext cx="793" cy="34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46" name="Line 47">
              <a:extLst>
                <a:ext uri="{FF2B5EF4-FFF2-40B4-BE49-F238E27FC236}">
                  <a16:creationId xmlns:a16="http://schemas.microsoft.com/office/drawing/2014/main" id="{340C8220-19F8-2EB8-CDB1-6E9DCB85C34C}"/>
                </a:ext>
              </a:extLst>
            </p:cNvPr>
            <p:cNvSpPr>
              <a:spLocks noChangeShapeType="1"/>
            </p:cNvSpPr>
            <p:nvPr/>
          </p:nvSpPr>
          <p:spPr bwMode="auto">
            <a:xfrm>
              <a:off x="2125" y="1266"/>
              <a:ext cx="79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7" name="Line 48">
              <a:extLst>
                <a:ext uri="{FF2B5EF4-FFF2-40B4-BE49-F238E27FC236}">
                  <a16:creationId xmlns:a16="http://schemas.microsoft.com/office/drawing/2014/main" id="{002B7E7F-8F3D-0599-4B53-A529E43C4A1B}"/>
                </a:ext>
              </a:extLst>
            </p:cNvPr>
            <p:cNvSpPr>
              <a:spLocks noChangeShapeType="1"/>
            </p:cNvSpPr>
            <p:nvPr/>
          </p:nvSpPr>
          <p:spPr bwMode="auto">
            <a:xfrm>
              <a:off x="2478" y="1094"/>
              <a:ext cx="0" cy="34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8" name="Text Box 49">
              <a:extLst>
                <a:ext uri="{FF2B5EF4-FFF2-40B4-BE49-F238E27FC236}">
                  <a16:creationId xmlns:a16="http://schemas.microsoft.com/office/drawing/2014/main" id="{7444825E-EF5B-9B62-1895-32FFA84FA3E2}"/>
                </a:ext>
              </a:extLst>
            </p:cNvPr>
            <p:cNvSpPr txBox="1">
              <a:spLocks noChangeArrowheads="1"/>
            </p:cNvSpPr>
            <p:nvPr/>
          </p:nvSpPr>
          <p:spPr bwMode="auto">
            <a:xfrm>
              <a:off x="2213" y="1094"/>
              <a:ext cx="188"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0</a:t>
              </a:r>
            </a:p>
          </p:txBody>
        </p:sp>
        <p:sp>
          <p:nvSpPr>
            <p:cNvPr id="49" name="Text Box 50">
              <a:extLst>
                <a:ext uri="{FF2B5EF4-FFF2-40B4-BE49-F238E27FC236}">
                  <a16:creationId xmlns:a16="http://schemas.microsoft.com/office/drawing/2014/main" id="{34B602DC-A2FA-40E7-49A5-12753E90A723}"/>
                </a:ext>
              </a:extLst>
            </p:cNvPr>
            <p:cNvSpPr txBox="1">
              <a:spLocks noChangeArrowheads="1"/>
            </p:cNvSpPr>
            <p:nvPr/>
          </p:nvSpPr>
          <p:spPr bwMode="auto">
            <a:xfrm>
              <a:off x="2655" y="1094"/>
              <a:ext cx="188"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5</a:t>
              </a:r>
            </a:p>
          </p:txBody>
        </p:sp>
        <p:sp>
          <p:nvSpPr>
            <p:cNvPr id="50" name="Text Box 51">
              <a:extLst>
                <a:ext uri="{FF2B5EF4-FFF2-40B4-BE49-F238E27FC236}">
                  <a16:creationId xmlns:a16="http://schemas.microsoft.com/office/drawing/2014/main" id="{BFAB2264-B2B8-71B5-8F9F-DBC6C8B7F86D}"/>
                </a:ext>
              </a:extLst>
            </p:cNvPr>
            <p:cNvSpPr txBox="1">
              <a:spLocks noChangeArrowheads="1"/>
            </p:cNvSpPr>
            <p:nvPr/>
          </p:nvSpPr>
          <p:spPr bwMode="auto">
            <a:xfrm>
              <a:off x="2213" y="1266"/>
              <a:ext cx="188"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a:t>
              </a:r>
            </a:p>
          </p:txBody>
        </p:sp>
        <p:sp>
          <p:nvSpPr>
            <p:cNvPr id="51" name="Text Box 52">
              <a:extLst>
                <a:ext uri="{FF2B5EF4-FFF2-40B4-BE49-F238E27FC236}">
                  <a16:creationId xmlns:a16="http://schemas.microsoft.com/office/drawing/2014/main" id="{71193554-D352-D851-AA07-47453C42056A}"/>
                </a:ext>
              </a:extLst>
            </p:cNvPr>
            <p:cNvSpPr txBox="1">
              <a:spLocks noChangeArrowheads="1"/>
            </p:cNvSpPr>
            <p:nvPr/>
          </p:nvSpPr>
          <p:spPr bwMode="auto">
            <a:xfrm>
              <a:off x="2644" y="1266"/>
              <a:ext cx="188"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6</a:t>
              </a:r>
            </a:p>
          </p:txBody>
        </p:sp>
        <p:sp>
          <p:nvSpPr>
            <p:cNvPr id="52" name="Text Box 53">
              <a:extLst>
                <a:ext uri="{FF2B5EF4-FFF2-40B4-BE49-F238E27FC236}">
                  <a16:creationId xmlns:a16="http://schemas.microsoft.com/office/drawing/2014/main" id="{D43886A6-7408-07DA-1585-161EDEBE5155}"/>
                </a:ext>
              </a:extLst>
            </p:cNvPr>
            <p:cNvSpPr txBox="1">
              <a:spLocks noChangeArrowheads="1"/>
            </p:cNvSpPr>
            <p:nvPr/>
          </p:nvSpPr>
          <p:spPr bwMode="auto">
            <a:xfrm>
              <a:off x="2152" y="900"/>
              <a:ext cx="398"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页号</a:t>
              </a:r>
            </a:p>
          </p:txBody>
        </p:sp>
        <p:sp>
          <p:nvSpPr>
            <p:cNvPr id="53" name="Text Box 54">
              <a:extLst>
                <a:ext uri="{FF2B5EF4-FFF2-40B4-BE49-F238E27FC236}">
                  <a16:creationId xmlns:a16="http://schemas.microsoft.com/office/drawing/2014/main" id="{BB3247A1-53BA-0475-3C9E-25F6909741D3}"/>
                </a:ext>
              </a:extLst>
            </p:cNvPr>
            <p:cNvSpPr txBox="1">
              <a:spLocks noChangeArrowheads="1"/>
            </p:cNvSpPr>
            <p:nvPr/>
          </p:nvSpPr>
          <p:spPr bwMode="auto">
            <a:xfrm>
              <a:off x="2532" y="911"/>
              <a:ext cx="397"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块号</a:t>
              </a:r>
            </a:p>
          </p:txBody>
        </p:sp>
        <p:sp>
          <p:nvSpPr>
            <p:cNvPr id="54" name="Rectangle 55">
              <a:extLst>
                <a:ext uri="{FF2B5EF4-FFF2-40B4-BE49-F238E27FC236}">
                  <a16:creationId xmlns:a16="http://schemas.microsoft.com/office/drawing/2014/main" id="{508599BD-C783-39EB-0EDA-836A6B7C2C45}"/>
                </a:ext>
              </a:extLst>
            </p:cNvPr>
            <p:cNvSpPr>
              <a:spLocks noChangeArrowheads="1"/>
            </p:cNvSpPr>
            <p:nvPr/>
          </p:nvSpPr>
          <p:spPr bwMode="auto">
            <a:xfrm>
              <a:off x="2136" y="1860"/>
              <a:ext cx="793" cy="55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55" name="Line 56">
              <a:extLst>
                <a:ext uri="{FF2B5EF4-FFF2-40B4-BE49-F238E27FC236}">
                  <a16:creationId xmlns:a16="http://schemas.microsoft.com/office/drawing/2014/main" id="{FB9B6544-A4C2-52D1-283E-06463AC4F51E}"/>
                </a:ext>
              </a:extLst>
            </p:cNvPr>
            <p:cNvSpPr>
              <a:spLocks noChangeShapeType="1"/>
            </p:cNvSpPr>
            <p:nvPr/>
          </p:nvSpPr>
          <p:spPr bwMode="auto">
            <a:xfrm>
              <a:off x="2136" y="2032"/>
              <a:ext cx="79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6" name="Text Box 57">
              <a:extLst>
                <a:ext uri="{FF2B5EF4-FFF2-40B4-BE49-F238E27FC236}">
                  <a16:creationId xmlns:a16="http://schemas.microsoft.com/office/drawing/2014/main" id="{CD0CF896-9E0D-2D6E-0F48-47E97F70728F}"/>
                </a:ext>
              </a:extLst>
            </p:cNvPr>
            <p:cNvSpPr txBox="1">
              <a:spLocks noChangeArrowheads="1"/>
            </p:cNvSpPr>
            <p:nvPr/>
          </p:nvSpPr>
          <p:spPr bwMode="auto">
            <a:xfrm>
              <a:off x="2224" y="1860"/>
              <a:ext cx="188"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0</a:t>
              </a:r>
            </a:p>
          </p:txBody>
        </p:sp>
        <p:sp>
          <p:nvSpPr>
            <p:cNvPr id="57" name="Text Box 58">
              <a:extLst>
                <a:ext uri="{FF2B5EF4-FFF2-40B4-BE49-F238E27FC236}">
                  <a16:creationId xmlns:a16="http://schemas.microsoft.com/office/drawing/2014/main" id="{6080AE91-9E90-9B04-730D-BAE6ED858B76}"/>
                </a:ext>
              </a:extLst>
            </p:cNvPr>
            <p:cNvSpPr txBox="1">
              <a:spLocks noChangeArrowheads="1"/>
            </p:cNvSpPr>
            <p:nvPr/>
          </p:nvSpPr>
          <p:spPr bwMode="auto">
            <a:xfrm>
              <a:off x="2666" y="1860"/>
              <a:ext cx="188"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a:t>
              </a:r>
            </a:p>
          </p:txBody>
        </p:sp>
        <p:sp>
          <p:nvSpPr>
            <p:cNvPr id="58" name="Text Box 59">
              <a:extLst>
                <a:ext uri="{FF2B5EF4-FFF2-40B4-BE49-F238E27FC236}">
                  <a16:creationId xmlns:a16="http://schemas.microsoft.com/office/drawing/2014/main" id="{F293BCA5-44C9-6371-C48D-4E862E859546}"/>
                </a:ext>
              </a:extLst>
            </p:cNvPr>
            <p:cNvSpPr txBox="1">
              <a:spLocks noChangeArrowheads="1"/>
            </p:cNvSpPr>
            <p:nvPr/>
          </p:nvSpPr>
          <p:spPr bwMode="auto">
            <a:xfrm>
              <a:off x="2224" y="2032"/>
              <a:ext cx="188"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a:t>
              </a:r>
            </a:p>
          </p:txBody>
        </p:sp>
        <p:sp>
          <p:nvSpPr>
            <p:cNvPr id="59" name="Text Box 60">
              <a:extLst>
                <a:ext uri="{FF2B5EF4-FFF2-40B4-BE49-F238E27FC236}">
                  <a16:creationId xmlns:a16="http://schemas.microsoft.com/office/drawing/2014/main" id="{AA2EF2DA-BDC4-B44D-8C13-E5AFB43F591D}"/>
                </a:ext>
              </a:extLst>
            </p:cNvPr>
            <p:cNvSpPr txBox="1">
              <a:spLocks noChangeArrowheads="1"/>
            </p:cNvSpPr>
            <p:nvPr/>
          </p:nvSpPr>
          <p:spPr bwMode="auto">
            <a:xfrm>
              <a:off x="2655" y="2032"/>
              <a:ext cx="188"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4</a:t>
              </a:r>
            </a:p>
          </p:txBody>
        </p:sp>
        <p:sp>
          <p:nvSpPr>
            <p:cNvPr id="60" name="Rectangle 61">
              <a:extLst>
                <a:ext uri="{FF2B5EF4-FFF2-40B4-BE49-F238E27FC236}">
                  <a16:creationId xmlns:a16="http://schemas.microsoft.com/office/drawing/2014/main" id="{B216931C-E4B0-B39C-0CC8-9214410496A3}"/>
                </a:ext>
              </a:extLst>
            </p:cNvPr>
            <p:cNvSpPr>
              <a:spLocks noChangeArrowheads="1"/>
            </p:cNvSpPr>
            <p:nvPr/>
          </p:nvSpPr>
          <p:spPr bwMode="auto">
            <a:xfrm>
              <a:off x="2125" y="2934"/>
              <a:ext cx="793" cy="21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61" name="Text Box 62">
              <a:extLst>
                <a:ext uri="{FF2B5EF4-FFF2-40B4-BE49-F238E27FC236}">
                  <a16:creationId xmlns:a16="http://schemas.microsoft.com/office/drawing/2014/main" id="{633DD9ED-0A82-2B62-7D31-90B431D1D4E5}"/>
                </a:ext>
              </a:extLst>
            </p:cNvPr>
            <p:cNvSpPr txBox="1">
              <a:spLocks noChangeArrowheads="1"/>
            </p:cNvSpPr>
            <p:nvPr/>
          </p:nvSpPr>
          <p:spPr bwMode="auto">
            <a:xfrm>
              <a:off x="2213" y="2934"/>
              <a:ext cx="188"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0</a:t>
              </a:r>
            </a:p>
          </p:txBody>
        </p:sp>
        <p:sp>
          <p:nvSpPr>
            <p:cNvPr id="62" name="Text Box 63">
              <a:extLst>
                <a:ext uri="{FF2B5EF4-FFF2-40B4-BE49-F238E27FC236}">
                  <a16:creationId xmlns:a16="http://schemas.microsoft.com/office/drawing/2014/main" id="{6EFF2189-F5D7-D558-D370-171A09FA02B0}"/>
                </a:ext>
              </a:extLst>
            </p:cNvPr>
            <p:cNvSpPr txBox="1">
              <a:spLocks noChangeArrowheads="1"/>
            </p:cNvSpPr>
            <p:nvPr/>
          </p:nvSpPr>
          <p:spPr bwMode="auto">
            <a:xfrm>
              <a:off x="2655" y="2934"/>
              <a:ext cx="188"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8</a:t>
              </a:r>
            </a:p>
          </p:txBody>
        </p:sp>
        <p:sp>
          <p:nvSpPr>
            <p:cNvPr id="63" name="Line 64">
              <a:extLst>
                <a:ext uri="{FF2B5EF4-FFF2-40B4-BE49-F238E27FC236}">
                  <a16:creationId xmlns:a16="http://schemas.microsoft.com/office/drawing/2014/main" id="{D775DA8A-3944-8DB9-C96B-F6004F8613A7}"/>
                </a:ext>
              </a:extLst>
            </p:cNvPr>
            <p:cNvSpPr>
              <a:spLocks noChangeShapeType="1"/>
            </p:cNvSpPr>
            <p:nvPr/>
          </p:nvSpPr>
          <p:spPr bwMode="auto">
            <a:xfrm>
              <a:off x="2125" y="2246"/>
              <a:ext cx="79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4" name="Line 65">
              <a:extLst>
                <a:ext uri="{FF2B5EF4-FFF2-40B4-BE49-F238E27FC236}">
                  <a16:creationId xmlns:a16="http://schemas.microsoft.com/office/drawing/2014/main" id="{4D7FEFDC-B057-3988-5511-5C38AB3E8999}"/>
                </a:ext>
              </a:extLst>
            </p:cNvPr>
            <p:cNvSpPr>
              <a:spLocks noChangeShapeType="1"/>
            </p:cNvSpPr>
            <p:nvPr/>
          </p:nvSpPr>
          <p:spPr bwMode="auto">
            <a:xfrm>
              <a:off x="2478" y="1860"/>
              <a:ext cx="0" cy="55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5" name="Text Box 66">
              <a:extLst>
                <a:ext uri="{FF2B5EF4-FFF2-40B4-BE49-F238E27FC236}">
                  <a16:creationId xmlns:a16="http://schemas.microsoft.com/office/drawing/2014/main" id="{939413C2-FE48-D535-AC76-A70F83809E6E}"/>
                </a:ext>
              </a:extLst>
            </p:cNvPr>
            <p:cNvSpPr txBox="1">
              <a:spLocks noChangeArrowheads="1"/>
            </p:cNvSpPr>
            <p:nvPr/>
          </p:nvSpPr>
          <p:spPr bwMode="auto">
            <a:xfrm>
              <a:off x="2213" y="2246"/>
              <a:ext cx="188"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a:t>
              </a:r>
            </a:p>
          </p:txBody>
        </p:sp>
        <p:sp>
          <p:nvSpPr>
            <p:cNvPr id="66" name="Text Box 67">
              <a:extLst>
                <a:ext uri="{FF2B5EF4-FFF2-40B4-BE49-F238E27FC236}">
                  <a16:creationId xmlns:a16="http://schemas.microsoft.com/office/drawing/2014/main" id="{08EB7EBF-E266-D1FE-D3C8-8576744641C3}"/>
                </a:ext>
              </a:extLst>
            </p:cNvPr>
            <p:cNvSpPr txBox="1">
              <a:spLocks noChangeArrowheads="1"/>
            </p:cNvSpPr>
            <p:nvPr/>
          </p:nvSpPr>
          <p:spPr bwMode="auto">
            <a:xfrm>
              <a:off x="2644" y="2246"/>
              <a:ext cx="188"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7</a:t>
              </a:r>
            </a:p>
          </p:txBody>
        </p:sp>
        <p:sp>
          <p:nvSpPr>
            <p:cNvPr id="67" name="Line 68">
              <a:extLst>
                <a:ext uri="{FF2B5EF4-FFF2-40B4-BE49-F238E27FC236}">
                  <a16:creationId xmlns:a16="http://schemas.microsoft.com/office/drawing/2014/main" id="{DD48BFAA-7855-21E1-CA64-C977C19C01EA}"/>
                </a:ext>
              </a:extLst>
            </p:cNvPr>
            <p:cNvSpPr>
              <a:spLocks noChangeShapeType="1"/>
            </p:cNvSpPr>
            <p:nvPr/>
          </p:nvSpPr>
          <p:spPr bwMode="auto">
            <a:xfrm>
              <a:off x="2478" y="2934"/>
              <a:ext cx="0" cy="21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8" name="Text Box 69">
              <a:extLst>
                <a:ext uri="{FF2B5EF4-FFF2-40B4-BE49-F238E27FC236}">
                  <a16:creationId xmlns:a16="http://schemas.microsoft.com/office/drawing/2014/main" id="{0AB26761-E4E8-6289-61C1-05020D60A6C6}"/>
                </a:ext>
              </a:extLst>
            </p:cNvPr>
            <p:cNvSpPr txBox="1">
              <a:spLocks noChangeArrowheads="1"/>
            </p:cNvSpPr>
            <p:nvPr/>
          </p:nvSpPr>
          <p:spPr bwMode="auto">
            <a:xfrm>
              <a:off x="2196" y="1489"/>
              <a:ext cx="74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程序</a:t>
              </a:r>
              <a:r>
                <a:rPr kumimoji="1" lang="en-US" altLang="zh-CN" sz="1600" b="1" baseline="-25000">
                  <a:solidFill>
                    <a:schemeClr val="tx1"/>
                  </a:solidFill>
                  <a:latin typeface="Times New Roman" panose="02020603050405020304" pitchFamily="18" charset="0"/>
                </a:rPr>
                <a:t>1</a:t>
              </a:r>
              <a:r>
                <a:rPr kumimoji="1" lang="zh-CN" altLang="en-US" sz="1600" b="1">
                  <a:solidFill>
                    <a:schemeClr val="tx1"/>
                  </a:solidFill>
                  <a:latin typeface="Times New Roman" panose="02020603050405020304" pitchFamily="18" charset="0"/>
                </a:rPr>
                <a:t>页表</a:t>
              </a:r>
            </a:p>
          </p:txBody>
        </p:sp>
        <p:sp>
          <p:nvSpPr>
            <p:cNvPr id="69" name="Text Box 70">
              <a:extLst>
                <a:ext uri="{FF2B5EF4-FFF2-40B4-BE49-F238E27FC236}">
                  <a16:creationId xmlns:a16="http://schemas.microsoft.com/office/drawing/2014/main" id="{9DACC6C5-1D58-F53A-4F26-31162C9A372B}"/>
                </a:ext>
              </a:extLst>
            </p:cNvPr>
            <p:cNvSpPr txBox="1">
              <a:spLocks noChangeArrowheads="1"/>
            </p:cNvSpPr>
            <p:nvPr/>
          </p:nvSpPr>
          <p:spPr bwMode="auto">
            <a:xfrm>
              <a:off x="2214" y="2479"/>
              <a:ext cx="751"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程序</a:t>
              </a:r>
              <a:r>
                <a:rPr kumimoji="1" lang="en-US" altLang="zh-CN" sz="1600" b="1" baseline="-25000">
                  <a:solidFill>
                    <a:schemeClr val="tx1"/>
                  </a:solidFill>
                  <a:latin typeface="Times New Roman" panose="02020603050405020304" pitchFamily="18" charset="0"/>
                </a:rPr>
                <a:t>2</a:t>
              </a:r>
              <a:r>
                <a:rPr kumimoji="1" lang="zh-CN" altLang="en-US" sz="1600" b="1">
                  <a:solidFill>
                    <a:schemeClr val="tx1"/>
                  </a:solidFill>
                  <a:latin typeface="Times New Roman" panose="02020603050405020304" pitchFamily="18" charset="0"/>
                </a:rPr>
                <a:t>页表</a:t>
              </a:r>
            </a:p>
          </p:txBody>
        </p:sp>
        <p:sp>
          <p:nvSpPr>
            <p:cNvPr id="70" name="Text Box 71">
              <a:extLst>
                <a:ext uri="{FF2B5EF4-FFF2-40B4-BE49-F238E27FC236}">
                  <a16:creationId xmlns:a16="http://schemas.microsoft.com/office/drawing/2014/main" id="{4CF7B9FD-A0E4-0B43-ACDE-BD2BC253FB3D}"/>
                </a:ext>
              </a:extLst>
            </p:cNvPr>
            <p:cNvSpPr txBox="1">
              <a:spLocks noChangeArrowheads="1"/>
            </p:cNvSpPr>
            <p:nvPr/>
          </p:nvSpPr>
          <p:spPr bwMode="auto">
            <a:xfrm>
              <a:off x="2214" y="3244"/>
              <a:ext cx="73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程序</a:t>
              </a:r>
              <a:r>
                <a:rPr kumimoji="1" lang="en-US" altLang="zh-CN" sz="1600" b="1" baseline="-25000">
                  <a:solidFill>
                    <a:schemeClr val="tx1"/>
                  </a:solidFill>
                  <a:latin typeface="Times New Roman" panose="02020603050405020304" pitchFamily="18" charset="0"/>
                </a:rPr>
                <a:t>3</a:t>
              </a:r>
              <a:r>
                <a:rPr kumimoji="1" lang="zh-CN" altLang="en-US" sz="1600" b="1">
                  <a:solidFill>
                    <a:schemeClr val="tx1"/>
                  </a:solidFill>
                  <a:latin typeface="Times New Roman" panose="02020603050405020304" pitchFamily="18" charset="0"/>
                </a:rPr>
                <a:t>页表</a:t>
              </a:r>
            </a:p>
          </p:txBody>
        </p:sp>
        <p:sp>
          <p:nvSpPr>
            <p:cNvPr id="71" name="Text Box 72">
              <a:extLst>
                <a:ext uri="{FF2B5EF4-FFF2-40B4-BE49-F238E27FC236}">
                  <a16:creationId xmlns:a16="http://schemas.microsoft.com/office/drawing/2014/main" id="{EB63D4E2-A0B6-C9B7-527F-235131E0A9BB}"/>
                </a:ext>
              </a:extLst>
            </p:cNvPr>
            <p:cNvSpPr txBox="1">
              <a:spLocks noChangeArrowheads="1"/>
            </p:cNvSpPr>
            <p:nvPr/>
          </p:nvSpPr>
          <p:spPr bwMode="auto">
            <a:xfrm>
              <a:off x="4246" y="1000"/>
              <a:ext cx="354"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80000"/>
                </a:lnSpc>
                <a:spcBef>
                  <a:spcPct val="0"/>
                </a:spcBef>
                <a:buClrTx/>
                <a:buSzTx/>
                <a:buFontTx/>
                <a:buNone/>
              </a:pPr>
              <a:r>
                <a:rPr kumimoji="1" lang="en-US" altLang="zh-CN" sz="2000" b="1">
                  <a:solidFill>
                    <a:schemeClr val="tx1"/>
                  </a:solidFill>
                  <a:latin typeface="Times New Roman" panose="02020603050405020304" pitchFamily="18" charset="0"/>
                </a:rPr>
                <a:t>os</a:t>
              </a:r>
            </a:p>
          </p:txBody>
        </p:sp>
        <p:sp>
          <p:nvSpPr>
            <p:cNvPr id="72" name="Text Box 73">
              <a:extLst>
                <a:ext uri="{FF2B5EF4-FFF2-40B4-BE49-F238E27FC236}">
                  <a16:creationId xmlns:a16="http://schemas.microsoft.com/office/drawing/2014/main" id="{19A4A07E-68F7-90E8-3F2C-AFEE82C9B6FE}"/>
                </a:ext>
              </a:extLst>
            </p:cNvPr>
            <p:cNvSpPr txBox="1">
              <a:spLocks noChangeArrowheads="1"/>
            </p:cNvSpPr>
            <p:nvPr/>
          </p:nvSpPr>
          <p:spPr bwMode="auto">
            <a:xfrm>
              <a:off x="4246" y="1215"/>
              <a:ext cx="354"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80000"/>
                </a:lnSpc>
                <a:spcBef>
                  <a:spcPct val="0"/>
                </a:spcBef>
                <a:buClrTx/>
                <a:buSzTx/>
                <a:buFontTx/>
                <a:buNone/>
              </a:pPr>
              <a:r>
                <a:rPr kumimoji="1" lang="en-US" altLang="zh-CN" sz="2000" b="1">
                  <a:solidFill>
                    <a:schemeClr val="tx1"/>
                  </a:solidFill>
                  <a:latin typeface="Times New Roman" panose="02020603050405020304" pitchFamily="18" charset="0"/>
                </a:rPr>
                <a:t>os</a:t>
              </a:r>
            </a:p>
          </p:txBody>
        </p:sp>
        <p:sp>
          <p:nvSpPr>
            <p:cNvPr id="73" name="Line 74">
              <a:extLst>
                <a:ext uri="{FF2B5EF4-FFF2-40B4-BE49-F238E27FC236}">
                  <a16:creationId xmlns:a16="http://schemas.microsoft.com/office/drawing/2014/main" id="{73AC902F-3573-EA13-5BFC-48F0E5F962D7}"/>
                </a:ext>
              </a:extLst>
            </p:cNvPr>
            <p:cNvSpPr>
              <a:spLocks noChangeShapeType="1"/>
            </p:cNvSpPr>
            <p:nvPr/>
          </p:nvSpPr>
          <p:spPr bwMode="auto">
            <a:xfrm>
              <a:off x="2920" y="1172"/>
              <a:ext cx="1017" cy="989"/>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74" name="Line 75">
              <a:extLst>
                <a:ext uri="{FF2B5EF4-FFF2-40B4-BE49-F238E27FC236}">
                  <a16:creationId xmlns:a16="http://schemas.microsoft.com/office/drawing/2014/main" id="{A289A880-32F7-D060-2C12-43E6553ED78E}"/>
                </a:ext>
              </a:extLst>
            </p:cNvPr>
            <p:cNvSpPr>
              <a:spLocks noChangeShapeType="1"/>
            </p:cNvSpPr>
            <p:nvPr/>
          </p:nvSpPr>
          <p:spPr bwMode="auto">
            <a:xfrm>
              <a:off x="2920" y="1387"/>
              <a:ext cx="1017" cy="988"/>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75" name="Line 76">
              <a:extLst>
                <a:ext uri="{FF2B5EF4-FFF2-40B4-BE49-F238E27FC236}">
                  <a16:creationId xmlns:a16="http://schemas.microsoft.com/office/drawing/2014/main" id="{4A4A61BC-16AC-C673-EC13-06D6177E0B02}"/>
                </a:ext>
              </a:extLst>
            </p:cNvPr>
            <p:cNvSpPr>
              <a:spLocks noChangeShapeType="1"/>
            </p:cNvSpPr>
            <p:nvPr/>
          </p:nvSpPr>
          <p:spPr bwMode="auto">
            <a:xfrm flipV="1">
              <a:off x="2920" y="1473"/>
              <a:ext cx="1017" cy="473"/>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76" name="Line 77">
              <a:extLst>
                <a:ext uri="{FF2B5EF4-FFF2-40B4-BE49-F238E27FC236}">
                  <a16:creationId xmlns:a16="http://schemas.microsoft.com/office/drawing/2014/main" id="{E29E3A99-CF9D-697E-E550-B93D26424439}"/>
                </a:ext>
              </a:extLst>
            </p:cNvPr>
            <p:cNvSpPr>
              <a:spLocks noChangeShapeType="1"/>
            </p:cNvSpPr>
            <p:nvPr/>
          </p:nvSpPr>
          <p:spPr bwMode="auto">
            <a:xfrm flipV="1">
              <a:off x="2920" y="1903"/>
              <a:ext cx="1017" cy="215"/>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77" name="Line 78">
              <a:extLst>
                <a:ext uri="{FF2B5EF4-FFF2-40B4-BE49-F238E27FC236}">
                  <a16:creationId xmlns:a16="http://schemas.microsoft.com/office/drawing/2014/main" id="{AD5992B8-2612-D0AB-8773-1D1876AF8F6E}"/>
                </a:ext>
              </a:extLst>
            </p:cNvPr>
            <p:cNvSpPr>
              <a:spLocks noChangeShapeType="1"/>
            </p:cNvSpPr>
            <p:nvPr/>
          </p:nvSpPr>
          <p:spPr bwMode="auto">
            <a:xfrm>
              <a:off x="2920" y="2289"/>
              <a:ext cx="1017" cy="301"/>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78" name="Line 79">
              <a:extLst>
                <a:ext uri="{FF2B5EF4-FFF2-40B4-BE49-F238E27FC236}">
                  <a16:creationId xmlns:a16="http://schemas.microsoft.com/office/drawing/2014/main" id="{471574A1-9D70-4873-684A-71EBF62FBAE5}"/>
                </a:ext>
              </a:extLst>
            </p:cNvPr>
            <p:cNvSpPr>
              <a:spLocks noChangeShapeType="1"/>
            </p:cNvSpPr>
            <p:nvPr/>
          </p:nvSpPr>
          <p:spPr bwMode="auto">
            <a:xfrm flipV="1">
              <a:off x="2920" y="2805"/>
              <a:ext cx="1017" cy="258"/>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79" name="Text Box 85">
            <a:extLst>
              <a:ext uri="{FF2B5EF4-FFF2-40B4-BE49-F238E27FC236}">
                <a16:creationId xmlns:a16="http://schemas.microsoft.com/office/drawing/2014/main" id="{87545B35-B2C2-6D21-C1E3-0CE02C141E4A}"/>
              </a:ext>
            </a:extLst>
          </p:cNvPr>
          <p:cNvSpPr txBox="1">
            <a:spLocks noChangeArrowheads="1"/>
          </p:cNvSpPr>
          <p:nvPr/>
        </p:nvSpPr>
        <p:spPr bwMode="auto">
          <a:xfrm>
            <a:off x="5068404" y="6093556"/>
            <a:ext cx="1635125"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a:solidFill>
                  <a:schemeClr val="tx1"/>
                </a:solidFill>
                <a:latin typeface="Times New Roman" panose="02020603050405020304" pitchFamily="18" charset="0"/>
              </a:rPr>
              <a:t>分页映像存储</a:t>
            </a:r>
          </a:p>
        </p:txBody>
      </p:sp>
    </p:spTree>
    <p:extLst>
      <p:ext uri="{BB962C8B-B14F-4D97-AF65-F5344CB8AC3E}">
        <p14:creationId xmlns:p14="http://schemas.microsoft.com/office/powerpoint/2010/main" val="20434840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3">
            <a:extLst>
              <a:ext uri="{FF2B5EF4-FFF2-40B4-BE49-F238E27FC236}">
                <a16:creationId xmlns:a16="http://schemas.microsoft.com/office/drawing/2014/main" id="{D430BAA7-401E-13BE-1779-C0C7C0AEF2D8}"/>
              </a:ext>
            </a:extLst>
          </p:cNvPr>
          <p:cNvSpPr>
            <a:spLocks noChangeArrowheads="1"/>
          </p:cNvSpPr>
          <p:nvPr/>
        </p:nvSpPr>
        <p:spPr bwMode="auto">
          <a:xfrm>
            <a:off x="487822" y="830079"/>
            <a:ext cx="10722370" cy="3535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2.  </a:t>
            </a:r>
            <a:r>
              <a:rPr lang="zh-CN" altLang="en-US" sz="2800" b="1" dirty="0">
                <a:solidFill>
                  <a:srgbClr val="335F90"/>
                </a:solidFill>
                <a:latin typeface="Times New Roman" panose="02020603050405020304" pitchFamily="18" charset="0"/>
              </a:rPr>
              <a:t>页式地址变换</a:t>
            </a:r>
          </a:p>
          <a:p>
            <a:pPr marL="0" indent="0" algn="just">
              <a:lnSpc>
                <a:spcPct val="150000"/>
              </a:lnSpc>
              <a:spcBef>
                <a:spcPct val="20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页表</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记录页与块之间对应关系的</a:t>
            </a:r>
            <a:r>
              <a:rPr lang="zh-CN" altLang="en-US" sz="2400" b="1" dirty="0">
                <a:solidFill>
                  <a:schemeClr val="tx1"/>
                </a:solidFill>
                <a:effectLst/>
                <a:latin typeface="Times New Roman" panose="02020603050405020304" pitchFamily="18" charset="0"/>
              </a:rPr>
              <a:t>地址变换的机构。</a:t>
            </a:r>
          </a:p>
          <a:p>
            <a:pPr marL="0" indent="0" algn="just">
              <a:lnSpc>
                <a:spcPct val="150000"/>
              </a:lnSpc>
              <a:spcBef>
                <a:spcPct val="20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虚地址结构</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当</a:t>
            </a:r>
            <a:r>
              <a:rPr lang="en-US" altLang="zh-CN" sz="2400" b="0" dirty="0">
                <a:solidFill>
                  <a:schemeClr val="tx1"/>
                </a:solidFill>
                <a:effectLst/>
                <a:latin typeface="Times New Roman" panose="02020603050405020304" pitchFamily="18" charset="0"/>
              </a:rPr>
              <a:t>CPU</a:t>
            </a:r>
            <a:r>
              <a:rPr lang="zh-CN" altLang="en-US" sz="2400" b="0" dirty="0">
                <a:solidFill>
                  <a:schemeClr val="tx1"/>
                </a:solidFill>
                <a:effectLst/>
                <a:latin typeface="Times New Roman" panose="02020603050405020304" pitchFamily="18" charset="0"/>
              </a:rPr>
              <a:t>给出的虚地址长度为</a:t>
            </a:r>
            <a:r>
              <a:rPr lang="en-US" altLang="zh-CN" sz="2400" b="0" dirty="0">
                <a:solidFill>
                  <a:schemeClr val="tx1"/>
                </a:solidFill>
                <a:effectLst/>
                <a:latin typeface="Times New Roman" panose="02020603050405020304" pitchFamily="18" charset="0"/>
              </a:rPr>
              <a:t>16</a:t>
            </a:r>
            <a:r>
              <a:rPr lang="zh-CN" altLang="en-US" sz="2400" b="0" dirty="0">
                <a:solidFill>
                  <a:schemeClr val="tx1"/>
                </a:solidFill>
                <a:effectLst/>
                <a:latin typeface="Times New Roman" panose="02020603050405020304" pitchFamily="18" charset="0"/>
              </a:rPr>
              <a:t>位，页面大小为</a:t>
            </a:r>
            <a:r>
              <a:rPr lang="en-US" altLang="zh-CN" sz="2400" b="0" dirty="0">
                <a:solidFill>
                  <a:schemeClr val="tx1"/>
                </a:solidFill>
                <a:effectLst/>
                <a:latin typeface="Times New Roman" panose="02020603050405020304" pitchFamily="18" charset="0"/>
              </a:rPr>
              <a:t>1KB</a:t>
            </a:r>
            <a:r>
              <a:rPr lang="zh-CN" altLang="en-US" sz="2400" b="0" dirty="0">
                <a:solidFill>
                  <a:schemeClr val="tx1"/>
                </a:solidFill>
                <a:effectLst/>
                <a:latin typeface="Times New Roman" panose="02020603050405020304" pitchFamily="18" charset="0"/>
              </a:rPr>
              <a:t>时，</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在分页系统中地址结构的格式如下：</a:t>
            </a:r>
          </a:p>
        </p:txBody>
      </p:sp>
      <p:grpSp>
        <p:nvGrpSpPr>
          <p:cNvPr id="4" name="Group 37">
            <a:extLst>
              <a:ext uri="{FF2B5EF4-FFF2-40B4-BE49-F238E27FC236}">
                <a16:creationId xmlns:a16="http://schemas.microsoft.com/office/drawing/2014/main" id="{40E48B49-2B22-E70D-D449-6D5EDA77CD66}"/>
              </a:ext>
            </a:extLst>
          </p:cNvPr>
          <p:cNvGrpSpPr>
            <a:grpSpLocks/>
          </p:cNvGrpSpPr>
          <p:nvPr/>
        </p:nvGrpSpPr>
        <p:grpSpPr bwMode="auto">
          <a:xfrm>
            <a:off x="1573672" y="4498791"/>
            <a:ext cx="3281363" cy="1112838"/>
            <a:chOff x="1488" y="2736"/>
            <a:chExt cx="2112" cy="865"/>
          </a:xfrm>
        </p:grpSpPr>
        <p:grpSp>
          <p:nvGrpSpPr>
            <p:cNvPr id="5" name="Group 38">
              <a:extLst>
                <a:ext uri="{FF2B5EF4-FFF2-40B4-BE49-F238E27FC236}">
                  <a16:creationId xmlns:a16="http://schemas.microsoft.com/office/drawing/2014/main" id="{D9626DB1-1B6A-58D1-C3C0-467CFA4F7207}"/>
                </a:ext>
              </a:extLst>
            </p:cNvPr>
            <p:cNvGrpSpPr>
              <a:grpSpLocks/>
            </p:cNvGrpSpPr>
            <p:nvPr/>
          </p:nvGrpSpPr>
          <p:grpSpPr bwMode="auto">
            <a:xfrm>
              <a:off x="1536" y="3004"/>
              <a:ext cx="1968" cy="336"/>
              <a:chOff x="1865" y="9457"/>
              <a:chExt cx="3360" cy="480"/>
            </a:xfrm>
          </p:grpSpPr>
          <p:sp>
            <p:nvSpPr>
              <p:cNvPr id="9" name="Text Box 39">
                <a:extLst>
                  <a:ext uri="{FF2B5EF4-FFF2-40B4-BE49-F238E27FC236}">
                    <a16:creationId xmlns:a16="http://schemas.microsoft.com/office/drawing/2014/main" id="{D2751644-FA40-75FA-CFC3-752743F1A94B}"/>
                  </a:ext>
                </a:extLst>
              </p:cNvPr>
              <p:cNvSpPr txBox="1">
                <a:spLocks noChangeArrowheads="1"/>
              </p:cNvSpPr>
              <p:nvPr/>
            </p:nvSpPr>
            <p:spPr bwMode="auto">
              <a:xfrm>
                <a:off x="1865" y="9457"/>
                <a:ext cx="3360" cy="48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p                          w</a:t>
                </a:r>
              </a:p>
            </p:txBody>
          </p:sp>
          <p:sp>
            <p:nvSpPr>
              <p:cNvPr id="10" name="Line 40">
                <a:extLst>
                  <a:ext uri="{FF2B5EF4-FFF2-40B4-BE49-F238E27FC236}">
                    <a16:creationId xmlns:a16="http://schemas.microsoft.com/office/drawing/2014/main" id="{7998BD11-E17A-BC3E-8039-4FC0510E0F3E}"/>
                  </a:ext>
                </a:extLst>
              </p:cNvPr>
              <p:cNvSpPr>
                <a:spLocks noChangeShapeType="1"/>
              </p:cNvSpPr>
              <p:nvPr/>
            </p:nvSpPr>
            <p:spPr bwMode="auto">
              <a:xfrm>
                <a:off x="3200" y="9457"/>
                <a:ext cx="0" cy="4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6" name="Text Box 41">
              <a:extLst>
                <a:ext uri="{FF2B5EF4-FFF2-40B4-BE49-F238E27FC236}">
                  <a16:creationId xmlns:a16="http://schemas.microsoft.com/office/drawing/2014/main" id="{7C3955EA-71DA-A4D3-791B-CFC93EE38013}"/>
                </a:ext>
              </a:extLst>
            </p:cNvPr>
            <p:cNvSpPr txBox="1">
              <a:spLocks noChangeArrowheads="1"/>
            </p:cNvSpPr>
            <p:nvPr/>
          </p:nvSpPr>
          <p:spPr bwMode="auto">
            <a:xfrm>
              <a:off x="1488" y="3339"/>
              <a:ext cx="2112" cy="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15               10   9                              0</a:t>
              </a:r>
            </a:p>
          </p:txBody>
        </p:sp>
        <p:sp>
          <p:nvSpPr>
            <p:cNvPr id="7" name="Text Box 42">
              <a:extLst>
                <a:ext uri="{FF2B5EF4-FFF2-40B4-BE49-F238E27FC236}">
                  <a16:creationId xmlns:a16="http://schemas.microsoft.com/office/drawing/2014/main" id="{AD6216E8-7FA8-30B8-00B7-22D1FE66A17B}"/>
                </a:ext>
              </a:extLst>
            </p:cNvPr>
            <p:cNvSpPr txBox="1">
              <a:spLocks noChangeArrowheads="1"/>
            </p:cNvSpPr>
            <p:nvPr/>
          </p:nvSpPr>
          <p:spPr bwMode="auto">
            <a:xfrm>
              <a:off x="1680" y="2736"/>
              <a:ext cx="528" cy="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页号</a:t>
              </a:r>
              <a:r>
                <a:rPr kumimoji="1" lang="en-US" altLang="zh-CN" sz="1600" b="1">
                  <a:solidFill>
                    <a:schemeClr val="tx1"/>
                  </a:solidFill>
                  <a:latin typeface="Times New Roman" panose="02020603050405020304" pitchFamily="18" charset="0"/>
                </a:rPr>
                <a:t>P</a:t>
              </a:r>
            </a:p>
          </p:txBody>
        </p:sp>
        <p:sp>
          <p:nvSpPr>
            <p:cNvPr id="8" name="Text Box 43">
              <a:extLst>
                <a:ext uri="{FF2B5EF4-FFF2-40B4-BE49-F238E27FC236}">
                  <a16:creationId xmlns:a16="http://schemas.microsoft.com/office/drawing/2014/main" id="{2181FB6B-48DD-BCDD-CBA4-24509A32140F}"/>
                </a:ext>
              </a:extLst>
            </p:cNvPr>
            <p:cNvSpPr txBox="1">
              <a:spLocks noChangeArrowheads="1"/>
            </p:cNvSpPr>
            <p:nvPr/>
          </p:nvSpPr>
          <p:spPr bwMode="auto">
            <a:xfrm>
              <a:off x="2545" y="2736"/>
              <a:ext cx="863" cy="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页内位移</a:t>
              </a:r>
              <a:r>
                <a:rPr kumimoji="1" lang="en-US" altLang="zh-CN" sz="1600" b="1">
                  <a:solidFill>
                    <a:schemeClr val="tx1"/>
                  </a:solidFill>
                  <a:latin typeface="Times New Roman" panose="02020603050405020304" pitchFamily="18" charset="0"/>
                </a:rPr>
                <a:t>W</a:t>
              </a:r>
            </a:p>
          </p:txBody>
        </p:sp>
      </p:grpSp>
      <p:grpSp>
        <p:nvGrpSpPr>
          <p:cNvPr id="11" name="Group 54">
            <a:extLst>
              <a:ext uri="{FF2B5EF4-FFF2-40B4-BE49-F238E27FC236}">
                <a16:creationId xmlns:a16="http://schemas.microsoft.com/office/drawing/2014/main" id="{76E884FA-835C-D09B-4B40-23FECA4AA7AC}"/>
              </a:ext>
            </a:extLst>
          </p:cNvPr>
          <p:cNvGrpSpPr>
            <a:grpSpLocks/>
          </p:cNvGrpSpPr>
          <p:nvPr/>
        </p:nvGrpSpPr>
        <p:grpSpPr bwMode="auto">
          <a:xfrm>
            <a:off x="5898022" y="4149541"/>
            <a:ext cx="2171700" cy="2309813"/>
            <a:chOff x="3894" y="2065"/>
            <a:chExt cx="1204" cy="1327"/>
          </a:xfrm>
        </p:grpSpPr>
        <p:sp>
          <p:nvSpPr>
            <p:cNvPr id="12" name="Text Box 45">
              <a:extLst>
                <a:ext uri="{FF2B5EF4-FFF2-40B4-BE49-F238E27FC236}">
                  <a16:creationId xmlns:a16="http://schemas.microsoft.com/office/drawing/2014/main" id="{4F02ECA2-F7A9-2DDF-992E-6545B7B2D9B3}"/>
                </a:ext>
              </a:extLst>
            </p:cNvPr>
            <p:cNvSpPr txBox="1">
              <a:spLocks noChangeArrowheads="1"/>
            </p:cNvSpPr>
            <p:nvPr/>
          </p:nvSpPr>
          <p:spPr bwMode="auto">
            <a:xfrm>
              <a:off x="4320" y="2192"/>
              <a:ext cx="612" cy="93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mov  r</a:t>
              </a:r>
              <a:r>
                <a:rPr kumimoji="1" lang="en-US" altLang="zh-CN" sz="1600" b="1" baseline="-25000">
                  <a:solidFill>
                    <a:schemeClr val="tx1"/>
                  </a:solidFill>
                  <a:latin typeface="Times New Roman" panose="02020603050405020304" pitchFamily="18" charset="0"/>
                </a:rPr>
                <a:t>1 </a:t>
              </a:r>
              <a:r>
                <a:rPr kumimoji="1" lang="en-US" altLang="zh-CN" sz="1600" b="1">
                  <a:solidFill>
                    <a:schemeClr val="tx1"/>
                  </a:solidFill>
                  <a:latin typeface="Times New Roman" panose="02020603050405020304" pitchFamily="18" charset="0"/>
                </a:rPr>
                <a:t>,</a:t>
              </a: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[2500]</a:t>
              </a: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123</a:t>
              </a:r>
            </a:p>
          </p:txBody>
        </p:sp>
        <p:sp>
          <p:nvSpPr>
            <p:cNvPr id="13" name="Line 46">
              <a:extLst>
                <a:ext uri="{FF2B5EF4-FFF2-40B4-BE49-F238E27FC236}">
                  <a16:creationId xmlns:a16="http://schemas.microsoft.com/office/drawing/2014/main" id="{87B844B8-D745-1105-64FD-174897BD712F}"/>
                </a:ext>
              </a:extLst>
            </p:cNvPr>
            <p:cNvSpPr>
              <a:spLocks noChangeShapeType="1"/>
            </p:cNvSpPr>
            <p:nvPr/>
          </p:nvSpPr>
          <p:spPr bwMode="auto">
            <a:xfrm>
              <a:off x="4309" y="2531"/>
              <a:ext cx="62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4" name="Line 47">
              <a:extLst>
                <a:ext uri="{FF2B5EF4-FFF2-40B4-BE49-F238E27FC236}">
                  <a16:creationId xmlns:a16="http://schemas.microsoft.com/office/drawing/2014/main" id="{6B858C1F-8DC3-447E-58A4-D60BF95075D4}"/>
                </a:ext>
              </a:extLst>
            </p:cNvPr>
            <p:cNvSpPr>
              <a:spLocks noChangeShapeType="1"/>
            </p:cNvSpPr>
            <p:nvPr/>
          </p:nvSpPr>
          <p:spPr bwMode="auto">
            <a:xfrm>
              <a:off x="4309" y="2828"/>
              <a:ext cx="62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5" name="Text Box 48">
              <a:extLst>
                <a:ext uri="{FF2B5EF4-FFF2-40B4-BE49-F238E27FC236}">
                  <a16:creationId xmlns:a16="http://schemas.microsoft.com/office/drawing/2014/main" id="{F3A37656-59DE-993A-4163-DA597B52B5FB}"/>
                </a:ext>
              </a:extLst>
            </p:cNvPr>
            <p:cNvSpPr txBox="1">
              <a:spLocks noChangeArrowheads="1"/>
            </p:cNvSpPr>
            <p:nvPr/>
          </p:nvSpPr>
          <p:spPr bwMode="auto">
            <a:xfrm>
              <a:off x="4133" y="2065"/>
              <a:ext cx="176"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0</a:t>
              </a:r>
            </a:p>
          </p:txBody>
        </p:sp>
        <p:sp>
          <p:nvSpPr>
            <p:cNvPr id="16" name="Text Box 49">
              <a:extLst>
                <a:ext uri="{FF2B5EF4-FFF2-40B4-BE49-F238E27FC236}">
                  <a16:creationId xmlns:a16="http://schemas.microsoft.com/office/drawing/2014/main" id="{36531F71-80BA-307D-0C24-3A14C7F33138}"/>
                </a:ext>
              </a:extLst>
            </p:cNvPr>
            <p:cNvSpPr txBox="1">
              <a:spLocks noChangeArrowheads="1"/>
            </p:cNvSpPr>
            <p:nvPr/>
          </p:nvSpPr>
          <p:spPr bwMode="auto">
            <a:xfrm>
              <a:off x="4019" y="2406"/>
              <a:ext cx="387"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1KB</a:t>
              </a:r>
            </a:p>
          </p:txBody>
        </p:sp>
        <p:sp>
          <p:nvSpPr>
            <p:cNvPr id="17" name="Text Box 50">
              <a:extLst>
                <a:ext uri="{FF2B5EF4-FFF2-40B4-BE49-F238E27FC236}">
                  <a16:creationId xmlns:a16="http://schemas.microsoft.com/office/drawing/2014/main" id="{C3979066-C19E-A0AA-4318-E614C7289E5B}"/>
                </a:ext>
              </a:extLst>
            </p:cNvPr>
            <p:cNvSpPr txBox="1">
              <a:spLocks noChangeArrowheads="1"/>
            </p:cNvSpPr>
            <p:nvPr/>
          </p:nvSpPr>
          <p:spPr bwMode="auto">
            <a:xfrm>
              <a:off x="4019" y="2710"/>
              <a:ext cx="387"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2KB</a:t>
              </a:r>
            </a:p>
          </p:txBody>
        </p:sp>
        <p:sp>
          <p:nvSpPr>
            <p:cNvPr id="18" name="Text Box 51">
              <a:extLst>
                <a:ext uri="{FF2B5EF4-FFF2-40B4-BE49-F238E27FC236}">
                  <a16:creationId xmlns:a16="http://schemas.microsoft.com/office/drawing/2014/main" id="{BE02D63F-6363-4406-8115-DADE13425980}"/>
                </a:ext>
              </a:extLst>
            </p:cNvPr>
            <p:cNvSpPr txBox="1">
              <a:spLocks noChangeArrowheads="1"/>
            </p:cNvSpPr>
            <p:nvPr/>
          </p:nvSpPr>
          <p:spPr bwMode="auto">
            <a:xfrm>
              <a:off x="3894" y="3040"/>
              <a:ext cx="457"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3KB</a:t>
              </a:r>
              <a:r>
                <a:rPr kumimoji="1" lang="en-US" altLang="zh-CN" sz="1600" b="1">
                  <a:solidFill>
                    <a:schemeClr val="tx1"/>
                  </a:solidFill>
                  <a:latin typeface="Times New Roman" panose="02020603050405020304" pitchFamily="18" charset="0"/>
                  <a:sym typeface="Symbol" panose="05050102010706020507" pitchFamily="18" charset="2"/>
                </a:rPr>
                <a:t>1</a:t>
              </a:r>
              <a:endParaRPr kumimoji="1" lang="en-US" altLang="zh-CN" sz="1600" b="1">
                <a:solidFill>
                  <a:schemeClr val="tx1"/>
                </a:solidFill>
                <a:latin typeface="Times New Roman" panose="02020603050405020304" pitchFamily="18" charset="0"/>
              </a:endParaRPr>
            </a:p>
          </p:txBody>
        </p:sp>
        <p:sp>
          <p:nvSpPr>
            <p:cNvPr id="19" name="Text Box 52">
              <a:extLst>
                <a:ext uri="{FF2B5EF4-FFF2-40B4-BE49-F238E27FC236}">
                  <a16:creationId xmlns:a16="http://schemas.microsoft.com/office/drawing/2014/main" id="{209DA183-E119-70F4-FCC8-DBF03E1C9882}"/>
                </a:ext>
              </a:extLst>
            </p:cNvPr>
            <p:cNvSpPr txBox="1">
              <a:spLocks noChangeArrowheads="1"/>
            </p:cNvSpPr>
            <p:nvPr/>
          </p:nvSpPr>
          <p:spPr bwMode="auto">
            <a:xfrm>
              <a:off x="4221" y="3199"/>
              <a:ext cx="877"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dirty="0">
                  <a:solidFill>
                    <a:schemeClr val="tx1"/>
                  </a:solidFill>
                  <a:latin typeface="Times New Roman" panose="02020603050405020304" pitchFamily="18" charset="0"/>
                </a:rPr>
                <a:t>程序</a:t>
              </a:r>
              <a:r>
                <a:rPr kumimoji="1" lang="en-US" altLang="zh-CN" sz="1600" baseline="-25000" dirty="0">
                  <a:solidFill>
                    <a:schemeClr val="tx1"/>
                  </a:solidFill>
                  <a:latin typeface="Times New Roman" panose="02020603050405020304" pitchFamily="18" charset="0"/>
                </a:rPr>
                <a:t>2</a:t>
              </a:r>
              <a:r>
                <a:rPr kumimoji="1" lang="zh-CN" altLang="en-US" sz="1600" dirty="0">
                  <a:solidFill>
                    <a:schemeClr val="tx1"/>
                  </a:solidFill>
                  <a:latin typeface="Times New Roman" panose="02020603050405020304" pitchFamily="18" charset="0"/>
                </a:rPr>
                <a:t>地址空间</a:t>
              </a:r>
            </a:p>
          </p:txBody>
        </p:sp>
      </p:grpSp>
      <p:sp>
        <p:nvSpPr>
          <p:cNvPr id="20" name="Text Box 55">
            <a:extLst>
              <a:ext uri="{FF2B5EF4-FFF2-40B4-BE49-F238E27FC236}">
                <a16:creationId xmlns:a16="http://schemas.microsoft.com/office/drawing/2014/main" id="{DEC1EEF0-8A4F-E2C2-D5F1-86717E10BD0C}"/>
              </a:ext>
            </a:extLst>
          </p:cNvPr>
          <p:cNvSpPr txBox="1">
            <a:spLocks noChangeArrowheads="1"/>
          </p:cNvSpPr>
          <p:nvPr/>
        </p:nvSpPr>
        <p:spPr bwMode="auto">
          <a:xfrm>
            <a:off x="2521410" y="5898966"/>
            <a:ext cx="1314450"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a:solidFill>
                  <a:schemeClr val="tx1"/>
                </a:solidFill>
                <a:latin typeface="Times New Roman" panose="02020603050405020304" pitchFamily="18" charset="0"/>
              </a:rPr>
              <a:t>虚地址结构</a:t>
            </a:r>
          </a:p>
        </p:txBody>
      </p:sp>
    </p:spTree>
    <p:extLst>
      <p:ext uri="{BB962C8B-B14F-4D97-AF65-F5344CB8AC3E}">
        <p14:creationId xmlns:p14="http://schemas.microsoft.com/office/powerpoint/2010/main" val="158698849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3">
            <a:extLst>
              <a:ext uri="{FF2B5EF4-FFF2-40B4-BE49-F238E27FC236}">
                <a16:creationId xmlns:a16="http://schemas.microsoft.com/office/drawing/2014/main" id="{7D572B99-19DD-261A-33CE-ABAE77178D86}"/>
              </a:ext>
            </a:extLst>
          </p:cNvPr>
          <p:cNvSpPr>
            <a:spLocks noChangeArrowheads="1"/>
          </p:cNvSpPr>
          <p:nvPr/>
        </p:nvSpPr>
        <p:spPr bwMode="auto">
          <a:xfrm>
            <a:off x="487821" y="830079"/>
            <a:ext cx="9198619" cy="2243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(3) </a:t>
            </a:r>
            <a:r>
              <a:rPr lang="zh-CN" altLang="en-US" sz="2600" b="1" dirty="0">
                <a:solidFill>
                  <a:prstClr val="black"/>
                </a:solidFill>
                <a:effectLst/>
                <a:latin typeface="微软雅黑" panose="020B0503020204020204" pitchFamily="34" charset="-122"/>
                <a:ea typeface="微软雅黑" panose="020B0503020204020204" pitchFamily="34" charset="-122"/>
              </a:rPr>
              <a:t>页式地址变换</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①</a:t>
            </a:r>
            <a:r>
              <a:rPr lang="zh-CN" altLang="en-US" sz="2400" dirty="0">
                <a:solidFill>
                  <a:srgbClr val="000099"/>
                </a:solidFill>
                <a:effectLst/>
                <a:latin typeface="宋体" panose="02010600030101010101" pitchFamily="2" charset="-122"/>
              </a:rPr>
              <a:t> </a:t>
            </a:r>
            <a:r>
              <a:rPr lang="zh-CN" altLang="en-US" sz="2400" dirty="0">
                <a:solidFill>
                  <a:srgbClr val="000099"/>
                </a:solidFill>
                <a:effectLst/>
                <a:latin typeface="Times New Roman" panose="02020603050405020304" pitchFamily="18" charset="0"/>
              </a:rPr>
              <a:t>页式地址</a:t>
            </a:r>
            <a:r>
              <a:rPr lang="zh-CN" altLang="en-US" sz="2400" dirty="0" smtClean="0">
                <a:solidFill>
                  <a:srgbClr val="000099"/>
                </a:solidFill>
                <a:effectLst/>
                <a:latin typeface="Times New Roman" panose="02020603050405020304" pitchFamily="18" charset="0"/>
              </a:rPr>
              <a:t>变换过程</a:t>
            </a:r>
            <a:endParaRPr lang="zh-CN" altLang="en-US" sz="2400" dirty="0">
              <a:solidFill>
                <a:srgbClr val="000099"/>
              </a:solidFill>
              <a:effectLst/>
              <a:latin typeface="Times New Roman" panose="02020603050405020304" pitchFamily="18" charset="0"/>
            </a:endParaRP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程序</a:t>
            </a:r>
            <a:r>
              <a:rPr lang="en-US" altLang="zh-CN" sz="2400" b="0" dirty="0">
                <a:solidFill>
                  <a:schemeClr val="tx1"/>
                </a:solidFill>
                <a:effectLst/>
                <a:latin typeface="Times New Roman" panose="02020603050405020304" pitchFamily="18" charset="0"/>
              </a:rPr>
              <a:t>2</a:t>
            </a:r>
            <a:r>
              <a:rPr lang="zh-CN" altLang="en-US" sz="2400" b="0" dirty="0">
                <a:solidFill>
                  <a:schemeClr val="tx1"/>
                </a:solidFill>
                <a:effectLst/>
                <a:latin typeface="Times New Roman" panose="02020603050405020304" pitchFamily="18" charset="0"/>
              </a:rPr>
              <a:t>地址空间中，设</a:t>
            </a:r>
            <a:r>
              <a:rPr lang="en-US" altLang="zh-CN" sz="2400" b="0" dirty="0">
                <a:solidFill>
                  <a:schemeClr val="tx1"/>
                </a:solidFill>
                <a:effectLst/>
                <a:latin typeface="Times New Roman" panose="02020603050405020304" pitchFamily="18" charset="0"/>
              </a:rPr>
              <a:t>100</a:t>
            </a:r>
            <a:r>
              <a:rPr lang="zh-CN" altLang="en-US" sz="2400" b="0" dirty="0">
                <a:solidFill>
                  <a:schemeClr val="tx1"/>
                </a:solidFill>
                <a:effectLst/>
                <a:latin typeface="Times New Roman" panose="02020603050405020304" pitchFamily="18" charset="0"/>
              </a:rPr>
              <a:t>号单元处有如下指令：    </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a:t>
            </a:r>
            <a:r>
              <a:rPr lang="en-US" altLang="zh-CN" sz="2400" b="0" dirty="0">
                <a:solidFill>
                  <a:schemeClr val="tx1"/>
                </a:solidFill>
                <a:effectLst/>
                <a:latin typeface="Times New Roman" panose="02020603050405020304" pitchFamily="18" charset="0"/>
              </a:rPr>
              <a:t>mov  r1,[2500]</a:t>
            </a:r>
            <a:r>
              <a:rPr lang="zh-CN" altLang="en-US" sz="2400" b="0" dirty="0">
                <a:solidFill>
                  <a:schemeClr val="tx1"/>
                </a:solidFill>
                <a:effectLst/>
                <a:latin typeface="Times New Roman" panose="02020603050405020304" pitchFamily="18" charset="0"/>
              </a:rPr>
              <a:t>。当这条指令执行时，如何进行正确的地址变换。</a:t>
            </a:r>
          </a:p>
        </p:txBody>
      </p:sp>
      <p:sp>
        <p:nvSpPr>
          <p:cNvPr id="4" name="Rectangle 21">
            <a:extLst>
              <a:ext uri="{FF2B5EF4-FFF2-40B4-BE49-F238E27FC236}">
                <a16:creationId xmlns:a16="http://schemas.microsoft.com/office/drawing/2014/main" id="{DB59634D-BB8A-3574-D2EE-C4A8A3D81AE0}"/>
              </a:ext>
            </a:extLst>
          </p:cNvPr>
          <p:cNvSpPr>
            <a:spLocks noChangeArrowheads="1"/>
          </p:cNvSpPr>
          <p:nvPr/>
        </p:nvSpPr>
        <p:spPr bwMode="auto">
          <a:xfrm>
            <a:off x="3816350" y="3818018"/>
            <a:ext cx="8375650" cy="1551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800100" lvl="3" indent="-228600">
              <a:lnSpc>
                <a:spcPct val="150000"/>
              </a:lnSpc>
              <a:spcBef>
                <a:spcPts val="500"/>
              </a:spcBef>
              <a:buClr>
                <a:srgbClr val="FFC000"/>
              </a:buClr>
              <a:buFont typeface="Wingdings" panose="05000000000000000000" pitchFamily="2" charset="2"/>
              <a:buChar char="u"/>
              <a:defRPr/>
            </a:pPr>
            <a:r>
              <a:rPr lang="en-US" altLang="zh-CN" dirty="0">
                <a:solidFill>
                  <a:prstClr val="black"/>
                </a:solidFill>
                <a:latin typeface="微软雅黑" panose="020B0503020204020204" pitchFamily="34" charset="-122"/>
                <a:ea typeface="微软雅黑" panose="020B0503020204020204" pitchFamily="34" charset="-122"/>
              </a:rPr>
              <a:t>2500                          →  2×1024   +   452 </a:t>
            </a:r>
          </a:p>
          <a:p>
            <a:pPr marL="800100" lvl="3" indent="-228600">
              <a:lnSpc>
                <a:spcPct val="150000"/>
              </a:lnSpc>
              <a:spcBef>
                <a:spcPts val="500"/>
              </a:spcBef>
              <a:buClr>
                <a:srgbClr val="FFC000"/>
              </a:buClr>
              <a:buFont typeface="Wingdings" panose="05000000000000000000" pitchFamily="2" charset="2"/>
              <a:buChar char="u"/>
              <a:defRPr/>
            </a:pPr>
            <a:r>
              <a:rPr lang="en-US" altLang="zh-CN" dirty="0">
                <a:solidFill>
                  <a:prstClr val="black"/>
                </a:solidFill>
                <a:latin typeface="微软雅黑" panose="020B0503020204020204" pitchFamily="34" charset="-122"/>
                <a:ea typeface="微软雅黑" panose="020B0503020204020204" pitchFamily="34" charset="-122"/>
              </a:rPr>
              <a:t>                                           p=2          w=452</a:t>
            </a:r>
          </a:p>
          <a:p>
            <a:pPr marL="800100" lvl="3" indent="-228600">
              <a:lnSpc>
                <a:spcPct val="150000"/>
              </a:lnSpc>
              <a:spcBef>
                <a:spcPts val="500"/>
              </a:spcBef>
              <a:buClr>
                <a:srgbClr val="FFC000"/>
              </a:buClr>
              <a:buFont typeface="Wingdings" panose="05000000000000000000" pitchFamily="2" charset="2"/>
              <a:buChar char="u"/>
              <a:defRPr/>
            </a:pPr>
            <a:r>
              <a:rPr lang="en-US" altLang="zh-CN" dirty="0">
                <a:solidFill>
                  <a:prstClr val="black"/>
                </a:solidFill>
                <a:latin typeface="微软雅黑" panose="020B0503020204020204" pitchFamily="34" charset="-122"/>
                <a:ea typeface="微软雅黑" panose="020B0503020204020204" pitchFamily="34" charset="-122"/>
              </a:rPr>
              <a:t>0000100111000100        000010     0111000100</a:t>
            </a:r>
          </a:p>
        </p:txBody>
      </p:sp>
      <p:grpSp>
        <p:nvGrpSpPr>
          <p:cNvPr id="5" name="Group 31">
            <a:extLst>
              <a:ext uri="{FF2B5EF4-FFF2-40B4-BE49-F238E27FC236}">
                <a16:creationId xmlns:a16="http://schemas.microsoft.com/office/drawing/2014/main" id="{5D8928E0-8098-C712-6E23-9E82B3DDE97F}"/>
              </a:ext>
            </a:extLst>
          </p:cNvPr>
          <p:cNvGrpSpPr>
            <a:grpSpLocks/>
          </p:cNvGrpSpPr>
          <p:nvPr/>
        </p:nvGrpSpPr>
        <p:grpSpPr bwMode="auto">
          <a:xfrm>
            <a:off x="1774825" y="3551318"/>
            <a:ext cx="2171700" cy="2309813"/>
            <a:chOff x="3894" y="2065"/>
            <a:chExt cx="1204" cy="1327"/>
          </a:xfrm>
        </p:grpSpPr>
        <p:sp>
          <p:nvSpPr>
            <p:cNvPr id="6" name="Text Box 32">
              <a:extLst>
                <a:ext uri="{FF2B5EF4-FFF2-40B4-BE49-F238E27FC236}">
                  <a16:creationId xmlns:a16="http://schemas.microsoft.com/office/drawing/2014/main" id="{6B615A11-673D-8713-C5C4-3FC29A04AD87}"/>
                </a:ext>
              </a:extLst>
            </p:cNvPr>
            <p:cNvSpPr txBox="1">
              <a:spLocks noChangeArrowheads="1"/>
            </p:cNvSpPr>
            <p:nvPr/>
          </p:nvSpPr>
          <p:spPr bwMode="auto">
            <a:xfrm>
              <a:off x="4320" y="2192"/>
              <a:ext cx="612" cy="93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mov  r</a:t>
              </a:r>
              <a:r>
                <a:rPr kumimoji="1" lang="en-US" altLang="zh-CN" sz="1600" b="1" baseline="-25000">
                  <a:solidFill>
                    <a:schemeClr val="tx1"/>
                  </a:solidFill>
                  <a:latin typeface="Times New Roman" panose="02020603050405020304" pitchFamily="18" charset="0"/>
                </a:rPr>
                <a:t>1 </a:t>
              </a:r>
              <a:r>
                <a:rPr kumimoji="1" lang="en-US" altLang="zh-CN" sz="1600" b="1">
                  <a:solidFill>
                    <a:schemeClr val="tx1"/>
                  </a:solidFill>
                  <a:latin typeface="Times New Roman" panose="02020603050405020304" pitchFamily="18" charset="0"/>
                </a:rPr>
                <a:t>,</a:t>
              </a: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[2500]</a:t>
              </a: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123</a:t>
              </a:r>
            </a:p>
          </p:txBody>
        </p:sp>
        <p:sp>
          <p:nvSpPr>
            <p:cNvPr id="7" name="Line 33">
              <a:extLst>
                <a:ext uri="{FF2B5EF4-FFF2-40B4-BE49-F238E27FC236}">
                  <a16:creationId xmlns:a16="http://schemas.microsoft.com/office/drawing/2014/main" id="{4F042326-4E04-127F-D521-165615398D8A}"/>
                </a:ext>
              </a:extLst>
            </p:cNvPr>
            <p:cNvSpPr>
              <a:spLocks noChangeShapeType="1"/>
            </p:cNvSpPr>
            <p:nvPr/>
          </p:nvSpPr>
          <p:spPr bwMode="auto">
            <a:xfrm>
              <a:off x="4309" y="2531"/>
              <a:ext cx="62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8" name="Line 34">
              <a:extLst>
                <a:ext uri="{FF2B5EF4-FFF2-40B4-BE49-F238E27FC236}">
                  <a16:creationId xmlns:a16="http://schemas.microsoft.com/office/drawing/2014/main" id="{9BC311B9-EAF9-D4A8-2234-B64FE53EDB0C}"/>
                </a:ext>
              </a:extLst>
            </p:cNvPr>
            <p:cNvSpPr>
              <a:spLocks noChangeShapeType="1"/>
            </p:cNvSpPr>
            <p:nvPr/>
          </p:nvSpPr>
          <p:spPr bwMode="auto">
            <a:xfrm>
              <a:off x="4309" y="2828"/>
              <a:ext cx="62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9" name="Text Box 35">
              <a:extLst>
                <a:ext uri="{FF2B5EF4-FFF2-40B4-BE49-F238E27FC236}">
                  <a16:creationId xmlns:a16="http://schemas.microsoft.com/office/drawing/2014/main" id="{E1F248E7-4C5A-B8F6-1A7B-73071D2F97BB}"/>
                </a:ext>
              </a:extLst>
            </p:cNvPr>
            <p:cNvSpPr txBox="1">
              <a:spLocks noChangeArrowheads="1"/>
            </p:cNvSpPr>
            <p:nvPr/>
          </p:nvSpPr>
          <p:spPr bwMode="auto">
            <a:xfrm>
              <a:off x="4133" y="2065"/>
              <a:ext cx="176" cy="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0</a:t>
              </a:r>
            </a:p>
          </p:txBody>
        </p:sp>
        <p:sp>
          <p:nvSpPr>
            <p:cNvPr id="10" name="Text Box 36">
              <a:extLst>
                <a:ext uri="{FF2B5EF4-FFF2-40B4-BE49-F238E27FC236}">
                  <a16:creationId xmlns:a16="http://schemas.microsoft.com/office/drawing/2014/main" id="{136CCDC1-A1D2-B4E9-40E4-46BA7FE3677B}"/>
                </a:ext>
              </a:extLst>
            </p:cNvPr>
            <p:cNvSpPr txBox="1">
              <a:spLocks noChangeArrowheads="1"/>
            </p:cNvSpPr>
            <p:nvPr/>
          </p:nvSpPr>
          <p:spPr bwMode="auto">
            <a:xfrm>
              <a:off x="4019" y="2406"/>
              <a:ext cx="387"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1KB</a:t>
              </a:r>
            </a:p>
          </p:txBody>
        </p:sp>
        <p:sp>
          <p:nvSpPr>
            <p:cNvPr id="11" name="Text Box 37">
              <a:extLst>
                <a:ext uri="{FF2B5EF4-FFF2-40B4-BE49-F238E27FC236}">
                  <a16:creationId xmlns:a16="http://schemas.microsoft.com/office/drawing/2014/main" id="{903166F4-1ECC-7F9C-9FA4-316E0278FF24}"/>
                </a:ext>
              </a:extLst>
            </p:cNvPr>
            <p:cNvSpPr txBox="1">
              <a:spLocks noChangeArrowheads="1"/>
            </p:cNvSpPr>
            <p:nvPr/>
          </p:nvSpPr>
          <p:spPr bwMode="auto">
            <a:xfrm>
              <a:off x="4019" y="2710"/>
              <a:ext cx="387"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2KB</a:t>
              </a:r>
            </a:p>
          </p:txBody>
        </p:sp>
        <p:sp>
          <p:nvSpPr>
            <p:cNvPr id="12" name="Text Box 38">
              <a:extLst>
                <a:ext uri="{FF2B5EF4-FFF2-40B4-BE49-F238E27FC236}">
                  <a16:creationId xmlns:a16="http://schemas.microsoft.com/office/drawing/2014/main" id="{C4CD775A-5BAC-41B9-B802-2FB992CE5EB0}"/>
                </a:ext>
              </a:extLst>
            </p:cNvPr>
            <p:cNvSpPr txBox="1">
              <a:spLocks noChangeArrowheads="1"/>
            </p:cNvSpPr>
            <p:nvPr/>
          </p:nvSpPr>
          <p:spPr bwMode="auto">
            <a:xfrm>
              <a:off x="3894" y="3040"/>
              <a:ext cx="457"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3KB</a:t>
              </a:r>
              <a:r>
                <a:rPr kumimoji="1" lang="en-US" altLang="zh-CN" sz="1600" b="1">
                  <a:solidFill>
                    <a:schemeClr val="tx1"/>
                  </a:solidFill>
                  <a:latin typeface="Times New Roman" panose="02020603050405020304" pitchFamily="18" charset="0"/>
                  <a:sym typeface="Symbol" panose="05050102010706020507" pitchFamily="18" charset="2"/>
                </a:rPr>
                <a:t>1</a:t>
              </a:r>
              <a:endParaRPr kumimoji="1" lang="en-US" altLang="zh-CN" sz="1600" b="1">
                <a:solidFill>
                  <a:schemeClr val="tx1"/>
                </a:solidFill>
                <a:latin typeface="Times New Roman" panose="02020603050405020304" pitchFamily="18" charset="0"/>
              </a:endParaRPr>
            </a:p>
          </p:txBody>
        </p:sp>
        <p:sp>
          <p:nvSpPr>
            <p:cNvPr id="13" name="Text Box 39">
              <a:extLst>
                <a:ext uri="{FF2B5EF4-FFF2-40B4-BE49-F238E27FC236}">
                  <a16:creationId xmlns:a16="http://schemas.microsoft.com/office/drawing/2014/main" id="{95EA6DC8-B941-16DD-25B6-566D69136228}"/>
                </a:ext>
              </a:extLst>
            </p:cNvPr>
            <p:cNvSpPr txBox="1">
              <a:spLocks noChangeArrowheads="1"/>
            </p:cNvSpPr>
            <p:nvPr/>
          </p:nvSpPr>
          <p:spPr bwMode="auto">
            <a:xfrm>
              <a:off x="4221" y="3199"/>
              <a:ext cx="877"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dirty="0">
                  <a:solidFill>
                    <a:schemeClr val="tx1"/>
                  </a:solidFill>
                  <a:latin typeface="Times New Roman" panose="02020603050405020304" pitchFamily="18" charset="0"/>
                </a:rPr>
                <a:t>程序</a:t>
              </a:r>
              <a:r>
                <a:rPr kumimoji="1" lang="en-US" altLang="zh-CN" sz="1600" baseline="-25000" dirty="0">
                  <a:solidFill>
                    <a:schemeClr val="tx1"/>
                  </a:solidFill>
                  <a:latin typeface="Times New Roman" panose="02020603050405020304" pitchFamily="18" charset="0"/>
                </a:rPr>
                <a:t>2</a:t>
              </a:r>
              <a:r>
                <a:rPr kumimoji="1" lang="zh-CN" altLang="en-US" sz="1600" dirty="0">
                  <a:solidFill>
                    <a:schemeClr val="tx1"/>
                  </a:solidFill>
                  <a:latin typeface="Times New Roman" panose="02020603050405020304" pitchFamily="18" charset="0"/>
                </a:rPr>
                <a:t>地址空间</a:t>
              </a:r>
            </a:p>
          </p:txBody>
        </p:sp>
      </p:grpSp>
    </p:spTree>
    <p:extLst>
      <p:ext uri="{BB962C8B-B14F-4D97-AF65-F5344CB8AC3E}">
        <p14:creationId xmlns:p14="http://schemas.microsoft.com/office/powerpoint/2010/main" val="363090126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3">
            <a:extLst>
              <a:ext uri="{FF2B5EF4-FFF2-40B4-BE49-F238E27FC236}">
                <a16:creationId xmlns:a16="http://schemas.microsoft.com/office/drawing/2014/main" id="{DFB08D3D-FC39-17A6-3771-D3FCA0163300}"/>
              </a:ext>
            </a:extLst>
          </p:cNvPr>
          <p:cNvSpPr>
            <a:spLocks noChangeArrowheads="1"/>
          </p:cNvSpPr>
          <p:nvPr/>
        </p:nvSpPr>
        <p:spPr bwMode="auto">
          <a:xfrm>
            <a:off x="983122" y="830079"/>
            <a:ext cx="5008563"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buFont typeface="Wingdings" panose="05000000000000000000" pitchFamily="2" charset="2"/>
              <a:buNone/>
            </a:pPr>
            <a:r>
              <a:rPr lang="en-US" altLang="zh-CN" sz="2400">
                <a:solidFill>
                  <a:srgbClr val="000099"/>
                </a:solidFill>
                <a:latin typeface="宋体" panose="02010600030101010101" pitchFamily="2" charset="-122"/>
              </a:rPr>
              <a:t>② </a:t>
            </a:r>
            <a:r>
              <a:rPr lang="zh-CN" altLang="en-US" sz="2400">
                <a:solidFill>
                  <a:srgbClr val="000099"/>
                </a:solidFill>
                <a:latin typeface="Times New Roman" panose="02020603050405020304" pitchFamily="18" charset="0"/>
              </a:rPr>
              <a:t>页式地址变换过程</a:t>
            </a:r>
          </a:p>
        </p:txBody>
      </p:sp>
      <p:grpSp>
        <p:nvGrpSpPr>
          <p:cNvPr id="4" name="Group 114">
            <a:extLst>
              <a:ext uri="{FF2B5EF4-FFF2-40B4-BE49-F238E27FC236}">
                <a16:creationId xmlns:a16="http://schemas.microsoft.com/office/drawing/2014/main" id="{3E98F7A7-6161-FDCF-2E35-EF750F957A1B}"/>
              </a:ext>
            </a:extLst>
          </p:cNvPr>
          <p:cNvGrpSpPr>
            <a:grpSpLocks/>
          </p:cNvGrpSpPr>
          <p:nvPr/>
        </p:nvGrpSpPr>
        <p:grpSpPr bwMode="auto">
          <a:xfrm>
            <a:off x="3977941" y="2604904"/>
            <a:ext cx="1662112" cy="674688"/>
            <a:chOff x="1483" y="1606"/>
            <a:chExt cx="1047" cy="425"/>
          </a:xfrm>
        </p:grpSpPr>
        <p:sp>
          <p:nvSpPr>
            <p:cNvPr id="5" name="Text Box 24">
              <a:extLst>
                <a:ext uri="{FF2B5EF4-FFF2-40B4-BE49-F238E27FC236}">
                  <a16:creationId xmlns:a16="http://schemas.microsoft.com/office/drawing/2014/main" id="{FF69635E-FF5B-499C-B0A0-AFEDD8B60F67}"/>
                </a:ext>
              </a:extLst>
            </p:cNvPr>
            <p:cNvSpPr txBox="1">
              <a:spLocks noChangeArrowheads="1"/>
            </p:cNvSpPr>
            <p:nvPr/>
          </p:nvSpPr>
          <p:spPr bwMode="auto">
            <a:xfrm>
              <a:off x="1483" y="1606"/>
              <a:ext cx="1047"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页表始址寄存器</a:t>
              </a:r>
            </a:p>
          </p:txBody>
        </p:sp>
        <p:sp>
          <p:nvSpPr>
            <p:cNvPr id="6" name="Rectangle 25">
              <a:extLst>
                <a:ext uri="{FF2B5EF4-FFF2-40B4-BE49-F238E27FC236}">
                  <a16:creationId xmlns:a16="http://schemas.microsoft.com/office/drawing/2014/main" id="{B1E487DE-7FBD-98AF-FFAE-A4286D03F7D0}"/>
                </a:ext>
              </a:extLst>
            </p:cNvPr>
            <p:cNvSpPr>
              <a:spLocks noChangeArrowheads="1"/>
            </p:cNvSpPr>
            <p:nvPr/>
          </p:nvSpPr>
          <p:spPr bwMode="auto">
            <a:xfrm>
              <a:off x="1691" y="1844"/>
              <a:ext cx="677" cy="1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grpSp>
      <p:grpSp>
        <p:nvGrpSpPr>
          <p:cNvPr id="7" name="Group 109">
            <a:extLst>
              <a:ext uri="{FF2B5EF4-FFF2-40B4-BE49-F238E27FC236}">
                <a16:creationId xmlns:a16="http://schemas.microsoft.com/office/drawing/2014/main" id="{2C2A71B8-A86C-EE81-6724-A204CDE14C55}"/>
              </a:ext>
            </a:extLst>
          </p:cNvPr>
          <p:cNvGrpSpPr>
            <a:grpSpLocks/>
          </p:cNvGrpSpPr>
          <p:nvPr/>
        </p:nvGrpSpPr>
        <p:grpSpPr bwMode="auto">
          <a:xfrm>
            <a:off x="1814178" y="2146117"/>
            <a:ext cx="2060575" cy="2311400"/>
            <a:chOff x="120" y="1317"/>
            <a:chExt cx="1298" cy="1456"/>
          </a:xfrm>
        </p:grpSpPr>
        <p:sp>
          <p:nvSpPr>
            <p:cNvPr id="8" name="Text Box 28">
              <a:extLst>
                <a:ext uri="{FF2B5EF4-FFF2-40B4-BE49-F238E27FC236}">
                  <a16:creationId xmlns:a16="http://schemas.microsoft.com/office/drawing/2014/main" id="{A91A5F51-FBDC-A6BA-8FCC-DE18C1578FFD}"/>
                </a:ext>
              </a:extLst>
            </p:cNvPr>
            <p:cNvSpPr txBox="1">
              <a:spLocks noChangeArrowheads="1"/>
            </p:cNvSpPr>
            <p:nvPr/>
          </p:nvSpPr>
          <p:spPr bwMode="auto">
            <a:xfrm>
              <a:off x="573" y="1449"/>
              <a:ext cx="666" cy="96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mov  r</a:t>
              </a:r>
              <a:r>
                <a:rPr kumimoji="1" lang="en-US" altLang="zh-CN" sz="1600" b="1" baseline="-25000">
                  <a:solidFill>
                    <a:schemeClr val="tx1"/>
                  </a:solidFill>
                  <a:latin typeface="Times New Roman" panose="02020603050405020304" pitchFamily="18" charset="0"/>
                </a:rPr>
                <a:t>1 </a:t>
              </a:r>
              <a:r>
                <a:rPr kumimoji="1" lang="en-US" altLang="zh-CN" sz="1600" b="1">
                  <a:solidFill>
                    <a:schemeClr val="tx1"/>
                  </a:solidFill>
                  <a:latin typeface="Times New Roman" panose="02020603050405020304" pitchFamily="18" charset="0"/>
                </a:rPr>
                <a:t>,</a:t>
              </a: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[2500]</a:t>
              </a: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123</a:t>
              </a:r>
            </a:p>
          </p:txBody>
        </p:sp>
        <p:sp>
          <p:nvSpPr>
            <p:cNvPr id="9" name="Line 29">
              <a:extLst>
                <a:ext uri="{FF2B5EF4-FFF2-40B4-BE49-F238E27FC236}">
                  <a16:creationId xmlns:a16="http://schemas.microsoft.com/office/drawing/2014/main" id="{7C9B90BB-ED6D-40F0-F22D-8CA8E6399586}"/>
                </a:ext>
              </a:extLst>
            </p:cNvPr>
            <p:cNvSpPr>
              <a:spLocks noChangeShapeType="1"/>
            </p:cNvSpPr>
            <p:nvPr/>
          </p:nvSpPr>
          <p:spPr bwMode="auto">
            <a:xfrm>
              <a:off x="562" y="1800"/>
              <a:ext cx="67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0" name="Line 30">
              <a:extLst>
                <a:ext uri="{FF2B5EF4-FFF2-40B4-BE49-F238E27FC236}">
                  <a16:creationId xmlns:a16="http://schemas.microsoft.com/office/drawing/2014/main" id="{BE433555-D15C-5A5B-9BD8-A2361FC71F3F}"/>
                </a:ext>
              </a:extLst>
            </p:cNvPr>
            <p:cNvSpPr>
              <a:spLocks noChangeShapeType="1"/>
            </p:cNvSpPr>
            <p:nvPr/>
          </p:nvSpPr>
          <p:spPr bwMode="auto">
            <a:xfrm>
              <a:off x="562" y="2108"/>
              <a:ext cx="67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1" name="Text Box 31">
              <a:extLst>
                <a:ext uri="{FF2B5EF4-FFF2-40B4-BE49-F238E27FC236}">
                  <a16:creationId xmlns:a16="http://schemas.microsoft.com/office/drawing/2014/main" id="{1EF88A25-0C69-2CDD-16AF-C445CB65A133}"/>
                </a:ext>
              </a:extLst>
            </p:cNvPr>
            <p:cNvSpPr txBox="1">
              <a:spLocks noChangeArrowheads="1"/>
            </p:cNvSpPr>
            <p:nvPr/>
          </p:nvSpPr>
          <p:spPr bwMode="auto">
            <a:xfrm>
              <a:off x="370" y="1317"/>
              <a:ext cx="19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0</a:t>
              </a:r>
            </a:p>
          </p:txBody>
        </p:sp>
        <p:sp>
          <p:nvSpPr>
            <p:cNvPr id="12" name="Text Box 32">
              <a:extLst>
                <a:ext uri="{FF2B5EF4-FFF2-40B4-BE49-F238E27FC236}">
                  <a16:creationId xmlns:a16="http://schemas.microsoft.com/office/drawing/2014/main" id="{F2ABBF78-AF44-DADA-069B-BAE2F1559ECA}"/>
                </a:ext>
              </a:extLst>
            </p:cNvPr>
            <p:cNvSpPr txBox="1">
              <a:spLocks noChangeArrowheads="1"/>
            </p:cNvSpPr>
            <p:nvPr/>
          </p:nvSpPr>
          <p:spPr bwMode="auto">
            <a:xfrm>
              <a:off x="246" y="1680"/>
              <a:ext cx="43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1KB</a:t>
              </a:r>
            </a:p>
          </p:txBody>
        </p:sp>
        <p:sp>
          <p:nvSpPr>
            <p:cNvPr id="13" name="Text Box 33">
              <a:extLst>
                <a:ext uri="{FF2B5EF4-FFF2-40B4-BE49-F238E27FC236}">
                  <a16:creationId xmlns:a16="http://schemas.microsoft.com/office/drawing/2014/main" id="{1C220ED5-35ED-AEE0-A078-C640B78AFBCA}"/>
                </a:ext>
              </a:extLst>
            </p:cNvPr>
            <p:cNvSpPr txBox="1">
              <a:spLocks noChangeArrowheads="1"/>
            </p:cNvSpPr>
            <p:nvPr/>
          </p:nvSpPr>
          <p:spPr bwMode="auto">
            <a:xfrm>
              <a:off x="246" y="1976"/>
              <a:ext cx="42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2KB</a:t>
              </a:r>
            </a:p>
          </p:txBody>
        </p:sp>
        <p:sp>
          <p:nvSpPr>
            <p:cNvPr id="14" name="Text Box 34">
              <a:extLst>
                <a:ext uri="{FF2B5EF4-FFF2-40B4-BE49-F238E27FC236}">
                  <a16:creationId xmlns:a16="http://schemas.microsoft.com/office/drawing/2014/main" id="{D372E611-7EEE-C556-B677-CD4EFC3580A9}"/>
                </a:ext>
              </a:extLst>
            </p:cNvPr>
            <p:cNvSpPr txBox="1">
              <a:spLocks noChangeArrowheads="1"/>
            </p:cNvSpPr>
            <p:nvPr/>
          </p:nvSpPr>
          <p:spPr bwMode="auto">
            <a:xfrm>
              <a:off x="120" y="2317"/>
              <a:ext cx="507"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3KB</a:t>
              </a:r>
              <a:r>
                <a:rPr kumimoji="1" lang="en-US" altLang="zh-CN" sz="1600" b="1">
                  <a:solidFill>
                    <a:schemeClr val="tx1"/>
                  </a:solidFill>
                  <a:latin typeface="Times New Roman" panose="02020603050405020304" pitchFamily="18" charset="0"/>
                  <a:sym typeface="Symbol" panose="05050102010706020507" pitchFamily="18" charset="2"/>
                </a:rPr>
                <a:t>1</a:t>
              </a:r>
              <a:endParaRPr kumimoji="1" lang="en-US" altLang="zh-CN" sz="1600" b="1">
                <a:solidFill>
                  <a:schemeClr val="tx1"/>
                </a:solidFill>
                <a:latin typeface="Times New Roman" panose="02020603050405020304" pitchFamily="18" charset="0"/>
              </a:endParaRPr>
            </a:p>
          </p:txBody>
        </p:sp>
        <p:sp>
          <p:nvSpPr>
            <p:cNvPr id="15" name="Text Box 35">
              <a:extLst>
                <a:ext uri="{FF2B5EF4-FFF2-40B4-BE49-F238E27FC236}">
                  <a16:creationId xmlns:a16="http://schemas.microsoft.com/office/drawing/2014/main" id="{E8622237-0312-D372-53A0-4CE6FD66CAB6}"/>
                </a:ext>
              </a:extLst>
            </p:cNvPr>
            <p:cNvSpPr txBox="1">
              <a:spLocks noChangeArrowheads="1"/>
            </p:cNvSpPr>
            <p:nvPr/>
          </p:nvSpPr>
          <p:spPr bwMode="auto">
            <a:xfrm>
              <a:off x="444" y="2561"/>
              <a:ext cx="974"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程序</a:t>
              </a:r>
              <a:r>
                <a:rPr kumimoji="1" lang="en-US" altLang="zh-CN" sz="1600" b="1" baseline="-25000">
                  <a:solidFill>
                    <a:schemeClr val="tx1"/>
                  </a:solidFill>
                  <a:latin typeface="Times New Roman" panose="02020603050405020304" pitchFamily="18" charset="0"/>
                </a:rPr>
                <a:t>2</a:t>
              </a:r>
              <a:r>
                <a:rPr kumimoji="1" lang="zh-CN" altLang="en-US" sz="1600" b="1">
                  <a:solidFill>
                    <a:schemeClr val="tx1"/>
                  </a:solidFill>
                  <a:latin typeface="Times New Roman" panose="02020603050405020304" pitchFamily="18" charset="0"/>
                </a:rPr>
                <a:t>地址空间</a:t>
              </a:r>
            </a:p>
          </p:txBody>
        </p:sp>
      </p:grpSp>
      <p:grpSp>
        <p:nvGrpSpPr>
          <p:cNvPr id="16" name="Group 115">
            <a:extLst>
              <a:ext uri="{FF2B5EF4-FFF2-40B4-BE49-F238E27FC236}">
                <a16:creationId xmlns:a16="http://schemas.microsoft.com/office/drawing/2014/main" id="{EBFAB742-404B-4E01-50D3-1BAE5719C5CA}"/>
              </a:ext>
            </a:extLst>
          </p:cNvPr>
          <p:cNvGrpSpPr>
            <a:grpSpLocks/>
          </p:cNvGrpSpPr>
          <p:nvPr/>
        </p:nvGrpSpPr>
        <p:grpSpPr bwMode="auto">
          <a:xfrm>
            <a:off x="4093828" y="2495367"/>
            <a:ext cx="1719263" cy="1116012"/>
            <a:chOff x="1556" y="1537"/>
            <a:chExt cx="1083" cy="703"/>
          </a:xfrm>
        </p:grpSpPr>
        <p:sp>
          <p:nvSpPr>
            <p:cNvPr id="17" name="Line 41">
              <a:extLst>
                <a:ext uri="{FF2B5EF4-FFF2-40B4-BE49-F238E27FC236}">
                  <a16:creationId xmlns:a16="http://schemas.microsoft.com/office/drawing/2014/main" id="{666CC534-EDD2-39BE-ED0B-DB7482CF449F}"/>
                </a:ext>
              </a:extLst>
            </p:cNvPr>
            <p:cNvSpPr>
              <a:spLocks noChangeShapeType="1"/>
            </p:cNvSpPr>
            <p:nvPr/>
          </p:nvSpPr>
          <p:spPr bwMode="auto">
            <a:xfrm>
              <a:off x="2639" y="1537"/>
              <a:ext cx="0" cy="70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8" name="Line 42">
              <a:extLst>
                <a:ext uri="{FF2B5EF4-FFF2-40B4-BE49-F238E27FC236}">
                  <a16:creationId xmlns:a16="http://schemas.microsoft.com/office/drawing/2014/main" id="{C4E83BBC-9018-3D10-CDE4-701F9A2DE2D4}"/>
                </a:ext>
              </a:extLst>
            </p:cNvPr>
            <p:cNvSpPr>
              <a:spLocks noChangeShapeType="1"/>
            </p:cNvSpPr>
            <p:nvPr/>
          </p:nvSpPr>
          <p:spPr bwMode="auto">
            <a:xfrm flipH="1">
              <a:off x="1556" y="2240"/>
              <a:ext cx="1083" cy="0"/>
            </a:xfrm>
            <a:prstGeom prst="line">
              <a:avLst/>
            </a:prstGeom>
            <a:noFill/>
            <a:ln w="127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grpSp>
        <p:nvGrpSpPr>
          <p:cNvPr id="19" name="Group 116">
            <a:extLst>
              <a:ext uri="{FF2B5EF4-FFF2-40B4-BE49-F238E27FC236}">
                <a16:creationId xmlns:a16="http://schemas.microsoft.com/office/drawing/2014/main" id="{2943B68E-0770-BD09-F6E6-CDF41A3FDCC8}"/>
              </a:ext>
            </a:extLst>
          </p:cNvPr>
          <p:cNvGrpSpPr>
            <a:grpSpLocks/>
          </p:cNvGrpSpPr>
          <p:nvPr/>
        </p:nvGrpSpPr>
        <p:grpSpPr bwMode="auto">
          <a:xfrm>
            <a:off x="3735053" y="3122429"/>
            <a:ext cx="715963" cy="2582863"/>
            <a:chOff x="1330" y="1932"/>
            <a:chExt cx="451" cy="1627"/>
          </a:xfrm>
        </p:grpSpPr>
        <p:sp>
          <p:nvSpPr>
            <p:cNvPr id="20" name="Line 26">
              <a:extLst>
                <a:ext uri="{FF2B5EF4-FFF2-40B4-BE49-F238E27FC236}">
                  <a16:creationId xmlns:a16="http://schemas.microsoft.com/office/drawing/2014/main" id="{91AE3CAC-6457-7FFA-5024-D532B898A99B}"/>
                </a:ext>
              </a:extLst>
            </p:cNvPr>
            <p:cNvSpPr>
              <a:spLocks noChangeShapeType="1"/>
            </p:cNvSpPr>
            <p:nvPr/>
          </p:nvSpPr>
          <p:spPr bwMode="auto">
            <a:xfrm>
              <a:off x="1447" y="1932"/>
              <a:ext cx="271"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1" name="Oval 37">
              <a:extLst>
                <a:ext uri="{FF2B5EF4-FFF2-40B4-BE49-F238E27FC236}">
                  <a16:creationId xmlns:a16="http://schemas.microsoft.com/office/drawing/2014/main" id="{FA9B1278-99A6-33BE-CF29-49CFE1B13666}"/>
                </a:ext>
              </a:extLst>
            </p:cNvPr>
            <p:cNvSpPr>
              <a:spLocks noChangeArrowheads="1"/>
            </p:cNvSpPr>
            <p:nvPr/>
          </p:nvSpPr>
          <p:spPr bwMode="auto">
            <a:xfrm>
              <a:off x="1330" y="2152"/>
              <a:ext cx="226" cy="200"/>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22" name="Text Box 38">
              <a:extLst>
                <a:ext uri="{FF2B5EF4-FFF2-40B4-BE49-F238E27FC236}">
                  <a16:creationId xmlns:a16="http://schemas.microsoft.com/office/drawing/2014/main" id="{CBECD241-ECEC-96D7-D569-9AA91B40543A}"/>
                </a:ext>
              </a:extLst>
            </p:cNvPr>
            <p:cNvSpPr txBox="1">
              <a:spLocks noChangeArrowheads="1"/>
            </p:cNvSpPr>
            <p:nvPr/>
          </p:nvSpPr>
          <p:spPr bwMode="auto">
            <a:xfrm>
              <a:off x="1381" y="2152"/>
              <a:ext cx="175"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a:t>
              </a:r>
            </a:p>
          </p:txBody>
        </p:sp>
        <p:sp>
          <p:nvSpPr>
            <p:cNvPr id="23" name="Line 39">
              <a:extLst>
                <a:ext uri="{FF2B5EF4-FFF2-40B4-BE49-F238E27FC236}">
                  <a16:creationId xmlns:a16="http://schemas.microsoft.com/office/drawing/2014/main" id="{2CB28233-15BA-2252-099C-4388789CC023}"/>
                </a:ext>
              </a:extLst>
            </p:cNvPr>
            <p:cNvSpPr>
              <a:spLocks noChangeShapeType="1"/>
            </p:cNvSpPr>
            <p:nvPr/>
          </p:nvSpPr>
          <p:spPr bwMode="auto">
            <a:xfrm>
              <a:off x="1448" y="1932"/>
              <a:ext cx="0" cy="220"/>
            </a:xfrm>
            <a:prstGeom prst="line">
              <a:avLst/>
            </a:prstGeom>
            <a:noFill/>
            <a:ln w="127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4" name="Line 44">
              <a:extLst>
                <a:ext uri="{FF2B5EF4-FFF2-40B4-BE49-F238E27FC236}">
                  <a16:creationId xmlns:a16="http://schemas.microsoft.com/office/drawing/2014/main" id="{28BC8097-4709-4764-F06B-DB2752B0455D}"/>
                </a:ext>
              </a:extLst>
            </p:cNvPr>
            <p:cNvSpPr>
              <a:spLocks noChangeShapeType="1"/>
            </p:cNvSpPr>
            <p:nvPr/>
          </p:nvSpPr>
          <p:spPr bwMode="auto">
            <a:xfrm>
              <a:off x="1456" y="2363"/>
              <a:ext cx="0" cy="1187"/>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5" name="Line 45">
              <a:extLst>
                <a:ext uri="{FF2B5EF4-FFF2-40B4-BE49-F238E27FC236}">
                  <a16:creationId xmlns:a16="http://schemas.microsoft.com/office/drawing/2014/main" id="{0F81E0CC-62DB-A598-4315-661ABBBFE0D5}"/>
                </a:ext>
              </a:extLst>
            </p:cNvPr>
            <p:cNvSpPr>
              <a:spLocks noChangeShapeType="1"/>
            </p:cNvSpPr>
            <p:nvPr/>
          </p:nvSpPr>
          <p:spPr bwMode="auto">
            <a:xfrm>
              <a:off x="1465" y="3559"/>
              <a:ext cx="316" cy="0"/>
            </a:xfrm>
            <a:prstGeom prst="line">
              <a:avLst/>
            </a:prstGeom>
            <a:noFill/>
            <a:ln w="127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26" name="Line 49">
            <a:extLst>
              <a:ext uri="{FF2B5EF4-FFF2-40B4-BE49-F238E27FC236}">
                <a16:creationId xmlns:a16="http://schemas.microsoft.com/office/drawing/2014/main" id="{EFEE2183-EB32-2F00-F488-B5F4C29C056C}"/>
              </a:ext>
            </a:extLst>
          </p:cNvPr>
          <p:cNvSpPr>
            <a:spLocks noChangeShapeType="1"/>
          </p:cNvSpPr>
          <p:nvPr/>
        </p:nvSpPr>
        <p:spPr bwMode="auto">
          <a:xfrm>
            <a:off x="7892716" y="4240029"/>
            <a:ext cx="358775" cy="279400"/>
          </a:xfrm>
          <a:prstGeom prst="line">
            <a:avLst/>
          </a:prstGeom>
          <a:noFill/>
          <a:ln w="127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nvGrpSpPr>
          <p:cNvPr id="27" name="Group 120">
            <a:extLst>
              <a:ext uri="{FF2B5EF4-FFF2-40B4-BE49-F238E27FC236}">
                <a16:creationId xmlns:a16="http://schemas.microsoft.com/office/drawing/2014/main" id="{2465A8DD-F7D3-303E-A05C-914CD83D7EE7}"/>
              </a:ext>
            </a:extLst>
          </p:cNvPr>
          <p:cNvGrpSpPr>
            <a:grpSpLocks/>
          </p:cNvGrpSpPr>
          <p:nvPr/>
        </p:nvGrpSpPr>
        <p:grpSpPr bwMode="auto">
          <a:xfrm>
            <a:off x="4451016" y="4882967"/>
            <a:ext cx="1520825" cy="1503362"/>
            <a:chOff x="1781" y="3041"/>
            <a:chExt cx="958" cy="947"/>
          </a:xfrm>
        </p:grpSpPr>
        <p:sp>
          <p:nvSpPr>
            <p:cNvPr id="28" name="Line 47">
              <a:extLst>
                <a:ext uri="{FF2B5EF4-FFF2-40B4-BE49-F238E27FC236}">
                  <a16:creationId xmlns:a16="http://schemas.microsoft.com/office/drawing/2014/main" id="{5CBBA04C-A8B3-884F-FAB5-E373CFBC6D1E}"/>
                </a:ext>
              </a:extLst>
            </p:cNvPr>
            <p:cNvSpPr>
              <a:spLocks noChangeShapeType="1"/>
            </p:cNvSpPr>
            <p:nvPr/>
          </p:nvSpPr>
          <p:spPr bwMode="auto">
            <a:xfrm>
              <a:off x="2558" y="3638"/>
              <a:ext cx="181"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9" name="Line 48">
              <a:extLst>
                <a:ext uri="{FF2B5EF4-FFF2-40B4-BE49-F238E27FC236}">
                  <a16:creationId xmlns:a16="http://schemas.microsoft.com/office/drawing/2014/main" id="{53F0B5D2-426B-6F18-B080-B3D86C23F607}"/>
                </a:ext>
              </a:extLst>
            </p:cNvPr>
            <p:cNvSpPr>
              <a:spLocks noChangeShapeType="1"/>
            </p:cNvSpPr>
            <p:nvPr/>
          </p:nvSpPr>
          <p:spPr bwMode="auto">
            <a:xfrm flipV="1">
              <a:off x="2739" y="3041"/>
              <a:ext cx="0" cy="597"/>
            </a:xfrm>
            <a:prstGeom prst="line">
              <a:avLst/>
            </a:prstGeom>
            <a:noFill/>
            <a:ln w="127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0" name="Rectangle 51">
              <a:extLst>
                <a:ext uri="{FF2B5EF4-FFF2-40B4-BE49-F238E27FC236}">
                  <a16:creationId xmlns:a16="http://schemas.microsoft.com/office/drawing/2014/main" id="{ABD728B3-0790-7815-4B66-0985CCA76F92}"/>
                </a:ext>
              </a:extLst>
            </p:cNvPr>
            <p:cNvSpPr>
              <a:spLocks noChangeArrowheads="1"/>
            </p:cNvSpPr>
            <p:nvPr/>
          </p:nvSpPr>
          <p:spPr bwMode="auto">
            <a:xfrm>
              <a:off x="1781" y="3164"/>
              <a:ext cx="811" cy="57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31" name="Line 52">
              <a:extLst>
                <a:ext uri="{FF2B5EF4-FFF2-40B4-BE49-F238E27FC236}">
                  <a16:creationId xmlns:a16="http://schemas.microsoft.com/office/drawing/2014/main" id="{0F9FFEF0-347F-C677-E70D-EB2A7893E071}"/>
                </a:ext>
              </a:extLst>
            </p:cNvPr>
            <p:cNvSpPr>
              <a:spLocks noChangeShapeType="1"/>
            </p:cNvSpPr>
            <p:nvPr/>
          </p:nvSpPr>
          <p:spPr bwMode="auto">
            <a:xfrm>
              <a:off x="1792" y="3340"/>
              <a:ext cx="81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2" name="Text Box 53">
              <a:extLst>
                <a:ext uri="{FF2B5EF4-FFF2-40B4-BE49-F238E27FC236}">
                  <a16:creationId xmlns:a16="http://schemas.microsoft.com/office/drawing/2014/main" id="{D8259494-4043-AE41-CC23-0223A7326D51}"/>
                </a:ext>
              </a:extLst>
            </p:cNvPr>
            <p:cNvSpPr txBox="1">
              <a:spLocks noChangeArrowheads="1"/>
            </p:cNvSpPr>
            <p:nvPr/>
          </p:nvSpPr>
          <p:spPr bwMode="auto">
            <a:xfrm>
              <a:off x="1883" y="3164"/>
              <a:ext cx="19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0</a:t>
              </a:r>
            </a:p>
          </p:txBody>
        </p:sp>
        <p:sp>
          <p:nvSpPr>
            <p:cNvPr id="33" name="Text Box 54">
              <a:extLst>
                <a:ext uri="{FF2B5EF4-FFF2-40B4-BE49-F238E27FC236}">
                  <a16:creationId xmlns:a16="http://schemas.microsoft.com/office/drawing/2014/main" id="{2DCC4724-DA0E-8B08-8ADE-7D60ADF4DCD4}"/>
                </a:ext>
              </a:extLst>
            </p:cNvPr>
            <p:cNvSpPr txBox="1">
              <a:spLocks noChangeArrowheads="1"/>
            </p:cNvSpPr>
            <p:nvPr/>
          </p:nvSpPr>
          <p:spPr bwMode="auto">
            <a:xfrm>
              <a:off x="2335" y="3164"/>
              <a:ext cx="19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a:t>
              </a:r>
            </a:p>
          </p:txBody>
        </p:sp>
        <p:sp>
          <p:nvSpPr>
            <p:cNvPr id="34" name="Text Box 55">
              <a:extLst>
                <a:ext uri="{FF2B5EF4-FFF2-40B4-BE49-F238E27FC236}">
                  <a16:creationId xmlns:a16="http://schemas.microsoft.com/office/drawing/2014/main" id="{76CAB4D1-2C70-88CD-CED4-0C8810BB4132}"/>
                </a:ext>
              </a:extLst>
            </p:cNvPr>
            <p:cNvSpPr txBox="1">
              <a:spLocks noChangeArrowheads="1"/>
            </p:cNvSpPr>
            <p:nvPr/>
          </p:nvSpPr>
          <p:spPr bwMode="auto">
            <a:xfrm>
              <a:off x="1883" y="3340"/>
              <a:ext cx="19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a:t>
              </a:r>
            </a:p>
          </p:txBody>
        </p:sp>
        <p:sp>
          <p:nvSpPr>
            <p:cNvPr id="35" name="Text Box 56">
              <a:extLst>
                <a:ext uri="{FF2B5EF4-FFF2-40B4-BE49-F238E27FC236}">
                  <a16:creationId xmlns:a16="http://schemas.microsoft.com/office/drawing/2014/main" id="{9D00D3C0-B732-4663-66D9-590B447ABBDD}"/>
                </a:ext>
              </a:extLst>
            </p:cNvPr>
            <p:cNvSpPr txBox="1">
              <a:spLocks noChangeArrowheads="1"/>
            </p:cNvSpPr>
            <p:nvPr/>
          </p:nvSpPr>
          <p:spPr bwMode="auto">
            <a:xfrm>
              <a:off x="2323" y="3340"/>
              <a:ext cx="19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4</a:t>
              </a:r>
            </a:p>
          </p:txBody>
        </p:sp>
        <p:sp>
          <p:nvSpPr>
            <p:cNvPr id="36" name="Line 57">
              <a:extLst>
                <a:ext uri="{FF2B5EF4-FFF2-40B4-BE49-F238E27FC236}">
                  <a16:creationId xmlns:a16="http://schemas.microsoft.com/office/drawing/2014/main" id="{892E445B-3F40-413E-C155-49494C704222}"/>
                </a:ext>
              </a:extLst>
            </p:cNvPr>
            <p:cNvSpPr>
              <a:spLocks noChangeShapeType="1"/>
            </p:cNvSpPr>
            <p:nvPr/>
          </p:nvSpPr>
          <p:spPr bwMode="auto">
            <a:xfrm>
              <a:off x="1781" y="3560"/>
              <a:ext cx="81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7" name="Line 58">
              <a:extLst>
                <a:ext uri="{FF2B5EF4-FFF2-40B4-BE49-F238E27FC236}">
                  <a16:creationId xmlns:a16="http://schemas.microsoft.com/office/drawing/2014/main" id="{06914510-2BC3-24AA-88EE-601233D226BE}"/>
                </a:ext>
              </a:extLst>
            </p:cNvPr>
            <p:cNvSpPr>
              <a:spLocks noChangeShapeType="1"/>
            </p:cNvSpPr>
            <p:nvPr/>
          </p:nvSpPr>
          <p:spPr bwMode="auto">
            <a:xfrm>
              <a:off x="2143" y="3164"/>
              <a:ext cx="0" cy="57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8" name="Text Box 59">
              <a:extLst>
                <a:ext uri="{FF2B5EF4-FFF2-40B4-BE49-F238E27FC236}">
                  <a16:creationId xmlns:a16="http://schemas.microsoft.com/office/drawing/2014/main" id="{32AC1C5C-3C46-7A3D-BBDC-576DD750B036}"/>
                </a:ext>
              </a:extLst>
            </p:cNvPr>
            <p:cNvSpPr txBox="1">
              <a:spLocks noChangeArrowheads="1"/>
            </p:cNvSpPr>
            <p:nvPr/>
          </p:nvSpPr>
          <p:spPr bwMode="auto">
            <a:xfrm>
              <a:off x="1871" y="3560"/>
              <a:ext cx="193"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a:t>
              </a:r>
            </a:p>
          </p:txBody>
        </p:sp>
        <p:sp>
          <p:nvSpPr>
            <p:cNvPr id="39" name="Text Box 60">
              <a:extLst>
                <a:ext uri="{FF2B5EF4-FFF2-40B4-BE49-F238E27FC236}">
                  <a16:creationId xmlns:a16="http://schemas.microsoft.com/office/drawing/2014/main" id="{004FB122-1824-3BE4-0144-AE9E74A339FC}"/>
                </a:ext>
              </a:extLst>
            </p:cNvPr>
            <p:cNvSpPr txBox="1">
              <a:spLocks noChangeArrowheads="1"/>
            </p:cNvSpPr>
            <p:nvPr/>
          </p:nvSpPr>
          <p:spPr bwMode="auto">
            <a:xfrm>
              <a:off x="2312" y="3560"/>
              <a:ext cx="192"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7</a:t>
              </a:r>
            </a:p>
          </p:txBody>
        </p:sp>
        <p:sp>
          <p:nvSpPr>
            <p:cNvPr id="40" name="Text Box 61">
              <a:extLst>
                <a:ext uri="{FF2B5EF4-FFF2-40B4-BE49-F238E27FC236}">
                  <a16:creationId xmlns:a16="http://schemas.microsoft.com/office/drawing/2014/main" id="{3465B846-1A77-87FA-FAC9-AAB810AA7A28}"/>
                </a:ext>
              </a:extLst>
            </p:cNvPr>
            <p:cNvSpPr txBox="1">
              <a:spLocks noChangeArrowheads="1"/>
            </p:cNvSpPr>
            <p:nvPr/>
          </p:nvSpPr>
          <p:spPr bwMode="auto">
            <a:xfrm>
              <a:off x="1962" y="3779"/>
              <a:ext cx="40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页表</a:t>
              </a:r>
            </a:p>
          </p:txBody>
        </p:sp>
      </p:grpSp>
      <p:grpSp>
        <p:nvGrpSpPr>
          <p:cNvPr id="41" name="Group 113">
            <a:extLst>
              <a:ext uri="{FF2B5EF4-FFF2-40B4-BE49-F238E27FC236}">
                <a16:creationId xmlns:a16="http://schemas.microsoft.com/office/drawing/2014/main" id="{BB50C81C-67EC-51FE-E705-14DE6902998E}"/>
              </a:ext>
            </a:extLst>
          </p:cNvPr>
          <p:cNvGrpSpPr>
            <a:grpSpLocks/>
          </p:cNvGrpSpPr>
          <p:nvPr/>
        </p:nvGrpSpPr>
        <p:grpSpPr bwMode="auto">
          <a:xfrm>
            <a:off x="3877928" y="1307917"/>
            <a:ext cx="4227513" cy="1184275"/>
            <a:chOff x="1420" y="789"/>
            <a:chExt cx="2663" cy="746"/>
          </a:xfrm>
        </p:grpSpPr>
        <p:grpSp>
          <p:nvGrpSpPr>
            <p:cNvPr id="42" name="Group 111">
              <a:extLst>
                <a:ext uri="{FF2B5EF4-FFF2-40B4-BE49-F238E27FC236}">
                  <a16:creationId xmlns:a16="http://schemas.microsoft.com/office/drawing/2014/main" id="{46A74BE5-7148-BDE3-1799-92E363A7B09C}"/>
                </a:ext>
              </a:extLst>
            </p:cNvPr>
            <p:cNvGrpSpPr>
              <a:grpSpLocks/>
            </p:cNvGrpSpPr>
            <p:nvPr/>
          </p:nvGrpSpPr>
          <p:grpSpPr bwMode="auto">
            <a:xfrm>
              <a:off x="2096" y="789"/>
              <a:ext cx="1987" cy="746"/>
              <a:chOff x="2096" y="789"/>
              <a:chExt cx="1987" cy="746"/>
            </a:xfrm>
          </p:grpSpPr>
          <p:grpSp>
            <p:nvGrpSpPr>
              <p:cNvPr id="46" name="Group 63">
                <a:extLst>
                  <a:ext uri="{FF2B5EF4-FFF2-40B4-BE49-F238E27FC236}">
                    <a16:creationId xmlns:a16="http://schemas.microsoft.com/office/drawing/2014/main" id="{7ADFAC21-71E2-D673-6ABE-5B7E67FEABFF}"/>
                  </a:ext>
                </a:extLst>
              </p:cNvPr>
              <p:cNvGrpSpPr>
                <a:grpSpLocks/>
              </p:cNvGrpSpPr>
              <p:nvPr/>
            </p:nvGrpSpPr>
            <p:grpSpPr bwMode="auto">
              <a:xfrm>
                <a:off x="2097" y="1035"/>
                <a:ext cx="1852" cy="307"/>
                <a:chOff x="1865" y="9457"/>
                <a:chExt cx="3360" cy="480"/>
              </a:xfrm>
            </p:grpSpPr>
            <p:sp>
              <p:nvSpPr>
                <p:cNvPr id="50" name="Text Box 64">
                  <a:extLst>
                    <a:ext uri="{FF2B5EF4-FFF2-40B4-BE49-F238E27FC236}">
                      <a16:creationId xmlns:a16="http://schemas.microsoft.com/office/drawing/2014/main" id="{2A477193-F53C-0297-D6C3-984F07F56195}"/>
                    </a:ext>
                  </a:extLst>
                </p:cNvPr>
                <p:cNvSpPr txBox="1">
                  <a:spLocks noChangeArrowheads="1"/>
                </p:cNvSpPr>
                <p:nvPr/>
              </p:nvSpPr>
              <p:spPr bwMode="auto">
                <a:xfrm>
                  <a:off x="1865" y="9457"/>
                  <a:ext cx="3360" cy="48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20000"/>
                    </a:lnSpc>
                    <a:buClrTx/>
                    <a:buSzTx/>
                    <a:buFontTx/>
                    <a:buNone/>
                  </a:pPr>
                  <a:r>
                    <a:rPr kumimoji="1" lang="en-US" altLang="zh-CN" sz="1600" b="1">
                      <a:solidFill>
                        <a:schemeClr val="tx1"/>
                      </a:solidFill>
                      <a:latin typeface="Times New Roman" panose="02020603050405020304" pitchFamily="18" charset="0"/>
                    </a:rPr>
                    <a:t> 0 0 0 0 1 0    0 1 1 1 0 0 0 1 0 0</a:t>
                  </a:r>
                </a:p>
              </p:txBody>
            </p:sp>
            <p:sp>
              <p:nvSpPr>
                <p:cNvPr id="51" name="Line 65">
                  <a:extLst>
                    <a:ext uri="{FF2B5EF4-FFF2-40B4-BE49-F238E27FC236}">
                      <a16:creationId xmlns:a16="http://schemas.microsoft.com/office/drawing/2014/main" id="{7F488DC7-8A4B-9D1E-6768-55CB11CDD2FB}"/>
                    </a:ext>
                  </a:extLst>
                </p:cNvPr>
                <p:cNvSpPr>
                  <a:spLocks noChangeShapeType="1"/>
                </p:cNvSpPr>
                <p:nvPr/>
              </p:nvSpPr>
              <p:spPr bwMode="auto">
                <a:xfrm>
                  <a:off x="3200" y="9457"/>
                  <a:ext cx="0" cy="4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47" name="Text Box 66">
                <a:extLst>
                  <a:ext uri="{FF2B5EF4-FFF2-40B4-BE49-F238E27FC236}">
                    <a16:creationId xmlns:a16="http://schemas.microsoft.com/office/drawing/2014/main" id="{62B9BB67-F634-CA03-FD33-A91302E511A1}"/>
                  </a:ext>
                </a:extLst>
              </p:cNvPr>
              <p:cNvSpPr txBox="1">
                <a:spLocks noChangeArrowheads="1"/>
              </p:cNvSpPr>
              <p:nvPr/>
            </p:nvSpPr>
            <p:spPr bwMode="auto">
              <a:xfrm>
                <a:off x="2096" y="1343"/>
                <a:ext cx="1987"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400" b="1">
                    <a:solidFill>
                      <a:schemeClr val="tx1"/>
                    </a:solidFill>
                    <a:latin typeface="Times New Roman" panose="02020603050405020304" pitchFamily="18" charset="0"/>
                  </a:rPr>
                  <a:t>15               10    9                                0</a:t>
                </a:r>
              </a:p>
            </p:txBody>
          </p:sp>
          <p:sp>
            <p:nvSpPr>
              <p:cNvPr id="48" name="Text Box 67">
                <a:extLst>
                  <a:ext uri="{FF2B5EF4-FFF2-40B4-BE49-F238E27FC236}">
                    <a16:creationId xmlns:a16="http://schemas.microsoft.com/office/drawing/2014/main" id="{CB11416C-6728-1B4E-08FE-FC0657315FD8}"/>
                  </a:ext>
                </a:extLst>
              </p:cNvPr>
              <p:cNvSpPr txBox="1">
                <a:spLocks noChangeArrowheads="1"/>
              </p:cNvSpPr>
              <p:nvPr/>
            </p:nvSpPr>
            <p:spPr bwMode="auto">
              <a:xfrm>
                <a:off x="2233" y="789"/>
                <a:ext cx="497"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页号</a:t>
                </a:r>
                <a:r>
                  <a:rPr kumimoji="1" lang="en-US" altLang="zh-CN" sz="1600" b="1">
                    <a:solidFill>
                      <a:schemeClr val="tx1"/>
                    </a:solidFill>
                    <a:latin typeface="Times New Roman" panose="02020603050405020304" pitchFamily="18" charset="0"/>
                  </a:rPr>
                  <a:t>P</a:t>
                </a:r>
              </a:p>
            </p:txBody>
          </p:sp>
          <p:sp>
            <p:nvSpPr>
              <p:cNvPr id="49" name="Text Box 68">
                <a:extLst>
                  <a:ext uri="{FF2B5EF4-FFF2-40B4-BE49-F238E27FC236}">
                    <a16:creationId xmlns:a16="http://schemas.microsoft.com/office/drawing/2014/main" id="{507555B1-9A87-F9E5-665E-0CE1E644F7E1}"/>
                  </a:ext>
                </a:extLst>
              </p:cNvPr>
              <p:cNvSpPr txBox="1">
                <a:spLocks noChangeArrowheads="1"/>
              </p:cNvSpPr>
              <p:nvPr/>
            </p:nvSpPr>
            <p:spPr bwMode="auto">
              <a:xfrm>
                <a:off x="3046" y="789"/>
                <a:ext cx="81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页内位移</a:t>
                </a:r>
                <a:r>
                  <a:rPr kumimoji="1" lang="en-US" altLang="zh-CN" sz="1600" b="1">
                    <a:solidFill>
                      <a:schemeClr val="tx1"/>
                    </a:solidFill>
                    <a:latin typeface="Times New Roman" panose="02020603050405020304" pitchFamily="18" charset="0"/>
                  </a:rPr>
                  <a:t>W</a:t>
                </a:r>
              </a:p>
            </p:txBody>
          </p:sp>
        </p:grpSp>
        <p:grpSp>
          <p:nvGrpSpPr>
            <p:cNvPr id="43" name="Group 110">
              <a:extLst>
                <a:ext uri="{FF2B5EF4-FFF2-40B4-BE49-F238E27FC236}">
                  <a16:creationId xmlns:a16="http://schemas.microsoft.com/office/drawing/2014/main" id="{42D77251-686A-05A7-5EB2-8AA4DCE28E3B}"/>
                </a:ext>
              </a:extLst>
            </p:cNvPr>
            <p:cNvGrpSpPr>
              <a:grpSpLocks/>
            </p:cNvGrpSpPr>
            <p:nvPr/>
          </p:nvGrpSpPr>
          <p:grpSpPr bwMode="auto">
            <a:xfrm>
              <a:off x="1420" y="921"/>
              <a:ext cx="677" cy="264"/>
              <a:chOff x="1420" y="921"/>
              <a:chExt cx="677" cy="264"/>
            </a:xfrm>
          </p:grpSpPr>
          <p:sp>
            <p:nvSpPr>
              <p:cNvPr id="44" name="Line 69">
                <a:extLst>
                  <a:ext uri="{FF2B5EF4-FFF2-40B4-BE49-F238E27FC236}">
                    <a16:creationId xmlns:a16="http://schemas.microsoft.com/office/drawing/2014/main" id="{685A4907-BDE6-0FAA-72E6-CD12D8758BAA}"/>
                  </a:ext>
                </a:extLst>
              </p:cNvPr>
              <p:cNvSpPr>
                <a:spLocks noChangeShapeType="1"/>
              </p:cNvSpPr>
              <p:nvPr/>
            </p:nvSpPr>
            <p:spPr bwMode="auto">
              <a:xfrm>
                <a:off x="1420" y="1185"/>
                <a:ext cx="677" cy="0"/>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5" name="Text Box 70">
                <a:extLst>
                  <a:ext uri="{FF2B5EF4-FFF2-40B4-BE49-F238E27FC236}">
                    <a16:creationId xmlns:a16="http://schemas.microsoft.com/office/drawing/2014/main" id="{18E59585-EC9E-EA40-4A2F-0CA54B9ABB9D}"/>
                  </a:ext>
                </a:extLst>
              </p:cNvPr>
              <p:cNvSpPr txBox="1">
                <a:spLocks noChangeArrowheads="1"/>
              </p:cNvSpPr>
              <p:nvPr/>
            </p:nvSpPr>
            <p:spPr bwMode="auto">
              <a:xfrm>
                <a:off x="1555" y="921"/>
                <a:ext cx="457"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2500</a:t>
                </a:r>
              </a:p>
            </p:txBody>
          </p:sp>
        </p:grpSp>
      </p:grpSp>
      <p:grpSp>
        <p:nvGrpSpPr>
          <p:cNvPr id="52" name="Group 119">
            <a:extLst>
              <a:ext uri="{FF2B5EF4-FFF2-40B4-BE49-F238E27FC236}">
                <a16:creationId xmlns:a16="http://schemas.microsoft.com/office/drawing/2014/main" id="{A3615CC3-8B67-D987-2746-672B8E0744EB}"/>
              </a:ext>
            </a:extLst>
          </p:cNvPr>
          <p:cNvGrpSpPr>
            <a:grpSpLocks/>
          </p:cNvGrpSpPr>
          <p:nvPr/>
        </p:nvGrpSpPr>
        <p:grpSpPr bwMode="auto">
          <a:xfrm>
            <a:off x="8251491" y="1698442"/>
            <a:ext cx="2327275" cy="4051300"/>
            <a:chOff x="4175" y="1035"/>
            <a:chExt cx="1466" cy="2552"/>
          </a:xfrm>
        </p:grpSpPr>
        <p:sp>
          <p:nvSpPr>
            <p:cNvPr id="53" name="Rectangle 72">
              <a:extLst>
                <a:ext uri="{FF2B5EF4-FFF2-40B4-BE49-F238E27FC236}">
                  <a16:creationId xmlns:a16="http://schemas.microsoft.com/office/drawing/2014/main" id="{3A454201-E073-46F8-4CDE-0D983B3570A4}"/>
                </a:ext>
              </a:extLst>
            </p:cNvPr>
            <p:cNvSpPr>
              <a:spLocks noChangeArrowheads="1"/>
            </p:cNvSpPr>
            <p:nvPr/>
          </p:nvSpPr>
          <p:spPr bwMode="auto">
            <a:xfrm>
              <a:off x="4175" y="1141"/>
              <a:ext cx="903" cy="219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54" name="Text Box 73">
              <a:extLst>
                <a:ext uri="{FF2B5EF4-FFF2-40B4-BE49-F238E27FC236}">
                  <a16:creationId xmlns:a16="http://schemas.microsoft.com/office/drawing/2014/main" id="{17E35AA9-4600-AA7B-3FBE-282FEB9E2B19}"/>
                </a:ext>
              </a:extLst>
            </p:cNvPr>
            <p:cNvSpPr txBox="1">
              <a:spLocks noChangeArrowheads="1"/>
            </p:cNvSpPr>
            <p:nvPr/>
          </p:nvSpPr>
          <p:spPr bwMode="auto">
            <a:xfrm>
              <a:off x="5123" y="1035"/>
              <a:ext cx="192"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0</a:t>
              </a:r>
            </a:p>
          </p:txBody>
        </p:sp>
        <p:sp>
          <p:nvSpPr>
            <p:cNvPr id="55" name="Text Box 74">
              <a:extLst>
                <a:ext uri="{FF2B5EF4-FFF2-40B4-BE49-F238E27FC236}">
                  <a16:creationId xmlns:a16="http://schemas.microsoft.com/office/drawing/2014/main" id="{326BF9CE-7ED4-75C9-6F0E-DECE531FD7FA}"/>
                </a:ext>
              </a:extLst>
            </p:cNvPr>
            <p:cNvSpPr txBox="1">
              <a:spLocks noChangeArrowheads="1"/>
            </p:cNvSpPr>
            <p:nvPr/>
          </p:nvSpPr>
          <p:spPr bwMode="auto">
            <a:xfrm>
              <a:off x="5078" y="1255"/>
              <a:ext cx="398"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1KB</a:t>
              </a:r>
            </a:p>
          </p:txBody>
        </p:sp>
        <p:sp>
          <p:nvSpPr>
            <p:cNvPr id="56" name="Line 75">
              <a:extLst>
                <a:ext uri="{FF2B5EF4-FFF2-40B4-BE49-F238E27FC236}">
                  <a16:creationId xmlns:a16="http://schemas.microsoft.com/office/drawing/2014/main" id="{B6436BCE-3C16-EFC5-62B4-8213DA3C7F33}"/>
                </a:ext>
              </a:extLst>
            </p:cNvPr>
            <p:cNvSpPr>
              <a:spLocks noChangeShapeType="1"/>
            </p:cNvSpPr>
            <p:nvPr/>
          </p:nvSpPr>
          <p:spPr bwMode="auto">
            <a:xfrm>
              <a:off x="4175" y="1361"/>
              <a:ext cx="9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7" name="Line 76">
              <a:extLst>
                <a:ext uri="{FF2B5EF4-FFF2-40B4-BE49-F238E27FC236}">
                  <a16:creationId xmlns:a16="http://schemas.microsoft.com/office/drawing/2014/main" id="{9F13B6AC-AECF-F079-594D-57224E80630B}"/>
                </a:ext>
              </a:extLst>
            </p:cNvPr>
            <p:cNvSpPr>
              <a:spLocks noChangeShapeType="1"/>
            </p:cNvSpPr>
            <p:nvPr/>
          </p:nvSpPr>
          <p:spPr bwMode="auto">
            <a:xfrm>
              <a:off x="4175" y="1581"/>
              <a:ext cx="9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8" name="Line 77">
              <a:extLst>
                <a:ext uri="{FF2B5EF4-FFF2-40B4-BE49-F238E27FC236}">
                  <a16:creationId xmlns:a16="http://schemas.microsoft.com/office/drawing/2014/main" id="{274AEECF-1529-1CA6-F8D1-24F463CE6028}"/>
                </a:ext>
              </a:extLst>
            </p:cNvPr>
            <p:cNvSpPr>
              <a:spLocks noChangeShapeType="1"/>
            </p:cNvSpPr>
            <p:nvPr/>
          </p:nvSpPr>
          <p:spPr bwMode="auto">
            <a:xfrm>
              <a:off x="4175" y="2240"/>
              <a:ext cx="9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9" name="Text Box 78">
              <a:extLst>
                <a:ext uri="{FF2B5EF4-FFF2-40B4-BE49-F238E27FC236}">
                  <a16:creationId xmlns:a16="http://schemas.microsoft.com/office/drawing/2014/main" id="{7A770224-15A3-7F2E-4CCD-A255BBC5745B}"/>
                </a:ext>
              </a:extLst>
            </p:cNvPr>
            <p:cNvSpPr txBox="1">
              <a:spLocks noChangeArrowheads="1"/>
            </p:cNvSpPr>
            <p:nvPr/>
          </p:nvSpPr>
          <p:spPr bwMode="auto">
            <a:xfrm>
              <a:off x="4401" y="3374"/>
              <a:ext cx="542"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主存</a:t>
              </a:r>
            </a:p>
          </p:txBody>
        </p:sp>
        <p:sp>
          <p:nvSpPr>
            <p:cNvPr id="60" name="Line 79">
              <a:extLst>
                <a:ext uri="{FF2B5EF4-FFF2-40B4-BE49-F238E27FC236}">
                  <a16:creationId xmlns:a16="http://schemas.microsoft.com/office/drawing/2014/main" id="{86C48084-7FDD-A0AC-EE49-A95B80FA73DC}"/>
                </a:ext>
              </a:extLst>
            </p:cNvPr>
            <p:cNvSpPr>
              <a:spLocks noChangeShapeType="1"/>
            </p:cNvSpPr>
            <p:nvPr/>
          </p:nvSpPr>
          <p:spPr bwMode="auto">
            <a:xfrm>
              <a:off x="4175" y="2900"/>
              <a:ext cx="9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1" name="Line 80">
              <a:extLst>
                <a:ext uri="{FF2B5EF4-FFF2-40B4-BE49-F238E27FC236}">
                  <a16:creationId xmlns:a16="http://schemas.microsoft.com/office/drawing/2014/main" id="{5834348E-18CD-DE71-69B6-2150454C18FD}"/>
                </a:ext>
              </a:extLst>
            </p:cNvPr>
            <p:cNvSpPr>
              <a:spLocks noChangeShapeType="1"/>
            </p:cNvSpPr>
            <p:nvPr/>
          </p:nvSpPr>
          <p:spPr bwMode="auto">
            <a:xfrm>
              <a:off x="4175" y="2460"/>
              <a:ext cx="9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2" name="Line 81">
              <a:extLst>
                <a:ext uri="{FF2B5EF4-FFF2-40B4-BE49-F238E27FC236}">
                  <a16:creationId xmlns:a16="http://schemas.microsoft.com/office/drawing/2014/main" id="{75B2AEBC-D76F-3D45-461D-56F1FF522178}"/>
                </a:ext>
              </a:extLst>
            </p:cNvPr>
            <p:cNvSpPr>
              <a:spLocks noChangeShapeType="1"/>
            </p:cNvSpPr>
            <p:nvPr/>
          </p:nvSpPr>
          <p:spPr bwMode="auto">
            <a:xfrm>
              <a:off x="4175" y="2020"/>
              <a:ext cx="9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3" name="Line 82">
              <a:extLst>
                <a:ext uri="{FF2B5EF4-FFF2-40B4-BE49-F238E27FC236}">
                  <a16:creationId xmlns:a16="http://schemas.microsoft.com/office/drawing/2014/main" id="{56D1E86A-D160-9FDE-22B3-0C5397EEBF62}"/>
                </a:ext>
              </a:extLst>
            </p:cNvPr>
            <p:cNvSpPr>
              <a:spLocks noChangeShapeType="1"/>
            </p:cNvSpPr>
            <p:nvPr/>
          </p:nvSpPr>
          <p:spPr bwMode="auto">
            <a:xfrm>
              <a:off x="4175" y="3120"/>
              <a:ext cx="9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4" name="Line 83">
              <a:extLst>
                <a:ext uri="{FF2B5EF4-FFF2-40B4-BE49-F238E27FC236}">
                  <a16:creationId xmlns:a16="http://schemas.microsoft.com/office/drawing/2014/main" id="{6BF09FA4-CD2E-FFF9-FB4A-12C8E70219AF}"/>
                </a:ext>
              </a:extLst>
            </p:cNvPr>
            <p:cNvSpPr>
              <a:spLocks noChangeShapeType="1"/>
            </p:cNvSpPr>
            <p:nvPr/>
          </p:nvSpPr>
          <p:spPr bwMode="auto">
            <a:xfrm>
              <a:off x="4175" y="1845"/>
              <a:ext cx="9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5" name="Line 84">
              <a:extLst>
                <a:ext uri="{FF2B5EF4-FFF2-40B4-BE49-F238E27FC236}">
                  <a16:creationId xmlns:a16="http://schemas.microsoft.com/office/drawing/2014/main" id="{D3ED0A05-9444-E43C-2E3A-9FAA0C964C13}"/>
                </a:ext>
              </a:extLst>
            </p:cNvPr>
            <p:cNvSpPr>
              <a:spLocks noChangeShapeType="1"/>
            </p:cNvSpPr>
            <p:nvPr/>
          </p:nvSpPr>
          <p:spPr bwMode="auto">
            <a:xfrm>
              <a:off x="4175" y="2680"/>
              <a:ext cx="90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6" name="Text Box 85">
              <a:extLst>
                <a:ext uri="{FF2B5EF4-FFF2-40B4-BE49-F238E27FC236}">
                  <a16:creationId xmlns:a16="http://schemas.microsoft.com/office/drawing/2014/main" id="{CC235566-C10A-CA53-02BA-9C4F71DB1655}"/>
                </a:ext>
              </a:extLst>
            </p:cNvPr>
            <p:cNvSpPr txBox="1">
              <a:spLocks noChangeArrowheads="1"/>
            </p:cNvSpPr>
            <p:nvPr/>
          </p:nvSpPr>
          <p:spPr bwMode="auto">
            <a:xfrm>
              <a:off x="5078" y="1475"/>
              <a:ext cx="416"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2KB</a:t>
              </a:r>
            </a:p>
          </p:txBody>
        </p:sp>
        <p:sp>
          <p:nvSpPr>
            <p:cNvPr id="67" name="Text Box 86">
              <a:extLst>
                <a:ext uri="{FF2B5EF4-FFF2-40B4-BE49-F238E27FC236}">
                  <a16:creationId xmlns:a16="http://schemas.microsoft.com/office/drawing/2014/main" id="{32974F68-D657-CA3E-F344-4A2DDF59F395}"/>
                </a:ext>
              </a:extLst>
            </p:cNvPr>
            <p:cNvSpPr txBox="1">
              <a:spLocks noChangeArrowheads="1"/>
            </p:cNvSpPr>
            <p:nvPr/>
          </p:nvSpPr>
          <p:spPr bwMode="auto">
            <a:xfrm>
              <a:off x="5078" y="1713"/>
              <a:ext cx="4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3KB</a:t>
              </a:r>
            </a:p>
          </p:txBody>
        </p:sp>
        <p:sp>
          <p:nvSpPr>
            <p:cNvPr id="68" name="Text Box 87">
              <a:extLst>
                <a:ext uri="{FF2B5EF4-FFF2-40B4-BE49-F238E27FC236}">
                  <a16:creationId xmlns:a16="http://schemas.microsoft.com/office/drawing/2014/main" id="{3DA75FB8-54C6-B62D-5AEC-665A71A7F3BB}"/>
                </a:ext>
              </a:extLst>
            </p:cNvPr>
            <p:cNvSpPr txBox="1">
              <a:spLocks noChangeArrowheads="1"/>
            </p:cNvSpPr>
            <p:nvPr/>
          </p:nvSpPr>
          <p:spPr bwMode="auto">
            <a:xfrm>
              <a:off x="5078" y="1933"/>
              <a:ext cx="40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4KB</a:t>
              </a:r>
            </a:p>
          </p:txBody>
        </p:sp>
        <p:sp>
          <p:nvSpPr>
            <p:cNvPr id="69" name="Text Box 88">
              <a:extLst>
                <a:ext uri="{FF2B5EF4-FFF2-40B4-BE49-F238E27FC236}">
                  <a16:creationId xmlns:a16="http://schemas.microsoft.com/office/drawing/2014/main" id="{8D045BF9-649B-A789-D42D-C94740284A42}"/>
                </a:ext>
              </a:extLst>
            </p:cNvPr>
            <p:cNvSpPr txBox="1">
              <a:spLocks noChangeArrowheads="1"/>
            </p:cNvSpPr>
            <p:nvPr/>
          </p:nvSpPr>
          <p:spPr bwMode="auto">
            <a:xfrm>
              <a:off x="5078" y="2152"/>
              <a:ext cx="38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5KB</a:t>
              </a:r>
            </a:p>
          </p:txBody>
        </p:sp>
        <p:sp>
          <p:nvSpPr>
            <p:cNvPr id="70" name="Text Box 89">
              <a:extLst>
                <a:ext uri="{FF2B5EF4-FFF2-40B4-BE49-F238E27FC236}">
                  <a16:creationId xmlns:a16="http://schemas.microsoft.com/office/drawing/2014/main" id="{3800BD7D-677D-0A4F-7378-C5A0EFBD5F5E}"/>
                </a:ext>
              </a:extLst>
            </p:cNvPr>
            <p:cNvSpPr txBox="1">
              <a:spLocks noChangeArrowheads="1"/>
            </p:cNvSpPr>
            <p:nvPr/>
          </p:nvSpPr>
          <p:spPr bwMode="auto">
            <a:xfrm>
              <a:off x="5078" y="2372"/>
              <a:ext cx="37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6KB</a:t>
              </a:r>
            </a:p>
          </p:txBody>
        </p:sp>
        <p:sp>
          <p:nvSpPr>
            <p:cNvPr id="71" name="Text Box 90">
              <a:extLst>
                <a:ext uri="{FF2B5EF4-FFF2-40B4-BE49-F238E27FC236}">
                  <a16:creationId xmlns:a16="http://schemas.microsoft.com/office/drawing/2014/main" id="{F228C6AB-729A-0896-CD71-5A5879F73BDB}"/>
                </a:ext>
              </a:extLst>
            </p:cNvPr>
            <p:cNvSpPr txBox="1">
              <a:spLocks noChangeArrowheads="1"/>
            </p:cNvSpPr>
            <p:nvPr/>
          </p:nvSpPr>
          <p:spPr bwMode="auto">
            <a:xfrm>
              <a:off x="5078" y="2574"/>
              <a:ext cx="38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7KB</a:t>
              </a:r>
            </a:p>
          </p:txBody>
        </p:sp>
        <p:sp>
          <p:nvSpPr>
            <p:cNvPr id="72" name="Text Box 91">
              <a:extLst>
                <a:ext uri="{FF2B5EF4-FFF2-40B4-BE49-F238E27FC236}">
                  <a16:creationId xmlns:a16="http://schemas.microsoft.com/office/drawing/2014/main" id="{BBDD546B-771C-D3F5-8B87-E8663552BE98}"/>
                </a:ext>
              </a:extLst>
            </p:cNvPr>
            <p:cNvSpPr txBox="1">
              <a:spLocks noChangeArrowheads="1"/>
            </p:cNvSpPr>
            <p:nvPr/>
          </p:nvSpPr>
          <p:spPr bwMode="auto">
            <a:xfrm>
              <a:off x="5078" y="2803"/>
              <a:ext cx="38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8KB</a:t>
              </a:r>
            </a:p>
          </p:txBody>
        </p:sp>
        <p:sp>
          <p:nvSpPr>
            <p:cNvPr id="73" name="Text Box 92">
              <a:extLst>
                <a:ext uri="{FF2B5EF4-FFF2-40B4-BE49-F238E27FC236}">
                  <a16:creationId xmlns:a16="http://schemas.microsoft.com/office/drawing/2014/main" id="{EF86B918-5151-7610-F916-267149417CAF}"/>
                </a:ext>
              </a:extLst>
            </p:cNvPr>
            <p:cNvSpPr txBox="1">
              <a:spLocks noChangeArrowheads="1"/>
            </p:cNvSpPr>
            <p:nvPr/>
          </p:nvSpPr>
          <p:spPr bwMode="auto">
            <a:xfrm>
              <a:off x="5078" y="3014"/>
              <a:ext cx="406"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9KB</a:t>
              </a:r>
            </a:p>
          </p:txBody>
        </p:sp>
        <p:sp>
          <p:nvSpPr>
            <p:cNvPr id="74" name="Text Box 93">
              <a:extLst>
                <a:ext uri="{FF2B5EF4-FFF2-40B4-BE49-F238E27FC236}">
                  <a16:creationId xmlns:a16="http://schemas.microsoft.com/office/drawing/2014/main" id="{3D978AA1-2339-21AA-2867-74261E6A2E76}"/>
                </a:ext>
              </a:extLst>
            </p:cNvPr>
            <p:cNvSpPr txBox="1">
              <a:spLocks noChangeArrowheads="1"/>
            </p:cNvSpPr>
            <p:nvPr/>
          </p:nvSpPr>
          <p:spPr bwMode="auto">
            <a:xfrm>
              <a:off x="5069" y="3261"/>
              <a:ext cx="572"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10KB</a:t>
              </a:r>
              <a:r>
                <a:rPr kumimoji="1" lang="en-US" altLang="zh-CN" sz="1600" b="1">
                  <a:solidFill>
                    <a:schemeClr val="tx1"/>
                  </a:solidFill>
                  <a:latin typeface="Times New Roman" panose="02020603050405020304" pitchFamily="18" charset="0"/>
                  <a:sym typeface="Symbol" panose="05050102010706020507" pitchFamily="18" charset="2"/>
                </a:rPr>
                <a:t>1</a:t>
              </a:r>
              <a:endParaRPr kumimoji="1" lang="en-US" altLang="zh-CN" sz="1600" b="1">
                <a:solidFill>
                  <a:schemeClr val="tx1"/>
                </a:solidFill>
                <a:latin typeface="Times New Roman" panose="02020603050405020304" pitchFamily="18" charset="0"/>
              </a:endParaRPr>
            </a:p>
          </p:txBody>
        </p:sp>
        <p:sp>
          <p:nvSpPr>
            <p:cNvPr id="75" name="Text Box 94">
              <a:extLst>
                <a:ext uri="{FF2B5EF4-FFF2-40B4-BE49-F238E27FC236}">
                  <a16:creationId xmlns:a16="http://schemas.microsoft.com/office/drawing/2014/main" id="{7383EF94-A822-1F36-FA7C-5F4DB63AC078}"/>
                </a:ext>
              </a:extLst>
            </p:cNvPr>
            <p:cNvSpPr txBox="1">
              <a:spLocks noChangeArrowheads="1"/>
            </p:cNvSpPr>
            <p:nvPr/>
          </p:nvSpPr>
          <p:spPr bwMode="auto">
            <a:xfrm>
              <a:off x="4491" y="1141"/>
              <a:ext cx="36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80000"/>
                </a:lnSpc>
                <a:spcBef>
                  <a:spcPct val="0"/>
                </a:spcBef>
                <a:buClrTx/>
                <a:buSzTx/>
                <a:buFontTx/>
                <a:buNone/>
              </a:pPr>
              <a:r>
                <a:rPr kumimoji="1" lang="en-US" altLang="zh-CN" sz="2000" b="1">
                  <a:solidFill>
                    <a:schemeClr val="tx1"/>
                  </a:solidFill>
                  <a:latin typeface="Times New Roman" panose="02020603050405020304" pitchFamily="18" charset="0"/>
                </a:rPr>
                <a:t>os</a:t>
              </a:r>
            </a:p>
          </p:txBody>
        </p:sp>
        <p:sp>
          <p:nvSpPr>
            <p:cNvPr id="76" name="Text Box 95">
              <a:extLst>
                <a:ext uri="{FF2B5EF4-FFF2-40B4-BE49-F238E27FC236}">
                  <a16:creationId xmlns:a16="http://schemas.microsoft.com/office/drawing/2014/main" id="{405F9864-6E60-1D5E-2169-C2D59998A1DA}"/>
                </a:ext>
              </a:extLst>
            </p:cNvPr>
            <p:cNvSpPr txBox="1">
              <a:spLocks noChangeArrowheads="1"/>
            </p:cNvSpPr>
            <p:nvPr/>
          </p:nvSpPr>
          <p:spPr bwMode="auto">
            <a:xfrm>
              <a:off x="4491" y="1361"/>
              <a:ext cx="361"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80000"/>
                </a:lnSpc>
                <a:spcBef>
                  <a:spcPct val="0"/>
                </a:spcBef>
                <a:buClrTx/>
                <a:buSzTx/>
                <a:buFontTx/>
                <a:buNone/>
              </a:pPr>
              <a:r>
                <a:rPr kumimoji="1" lang="en-US" altLang="zh-CN" sz="2000" b="1">
                  <a:solidFill>
                    <a:schemeClr val="tx1"/>
                  </a:solidFill>
                  <a:latin typeface="Times New Roman" panose="02020603050405020304" pitchFamily="18" charset="0"/>
                </a:rPr>
                <a:t>os</a:t>
              </a:r>
            </a:p>
          </p:txBody>
        </p:sp>
        <p:sp>
          <p:nvSpPr>
            <p:cNvPr id="77" name="Text Box 96">
              <a:extLst>
                <a:ext uri="{FF2B5EF4-FFF2-40B4-BE49-F238E27FC236}">
                  <a16:creationId xmlns:a16="http://schemas.microsoft.com/office/drawing/2014/main" id="{CCE5EDE7-0665-00C7-6A90-9B5872ECC107}"/>
                </a:ext>
              </a:extLst>
            </p:cNvPr>
            <p:cNvSpPr txBox="1">
              <a:spLocks noChangeArrowheads="1"/>
            </p:cNvSpPr>
            <p:nvPr/>
          </p:nvSpPr>
          <p:spPr bwMode="auto">
            <a:xfrm>
              <a:off x="4175" y="1581"/>
              <a:ext cx="993"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10000"/>
                </a:spcBef>
                <a:spcAft>
                  <a:spcPct val="30000"/>
                </a:spcAft>
                <a:buClrTx/>
                <a:buSzTx/>
                <a:buFontTx/>
                <a:buNone/>
              </a:pPr>
              <a:r>
                <a:rPr kumimoji="1" lang="en-US" altLang="zh-CN" sz="1600" b="1">
                  <a:solidFill>
                    <a:schemeClr val="tx1"/>
                  </a:solidFill>
                  <a:latin typeface="Times New Roman" panose="02020603050405020304" pitchFamily="18" charset="0"/>
                </a:rPr>
                <a:t>mov r</a:t>
              </a:r>
              <a:r>
                <a:rPr kumimoji="1" lang="en-US" altLang="zh-CN" sz="1600" b="1" baseline="-25000">
                  <a:solidFill>
                    <a:schemeClr val="tx1"/>
                  </a:solidFill>
                  <a:latin typeface="Times New Roman" panose="02020603050405020304" pitchFamily="18" charset="0"/>
                </a:rPr>
                <a:t>1 ,</a:t>
              </a:r>
              <a:r>
                <a:rPr kumimoji="1" lang="en-US" altLang="zh-CN" sz="1600" b="1">
                  <a:solidFill>
                    <a:schemeClr val="tx1"/>
                  </a:solidFill>
                  <a:latin typeface="Times New Roman" panose="02020603050405020304" pitchFamily="18" charset="0"/>
                </a:rPr>
                <a:t> [2500]</a:t>
              </a:r>
            </a:p>
          </p:txBody>
        </p:sp>
        <p:sp>
          <p:nvSpPr>
            <p:cNvPr id="78" name="Text Box 97">
              <a:extLst>
                <a:ext uri="{FF2B5EF4-FFF2-40B4-BE49-F238E27FC236}">
                  <a16:creationId xmlns:a16="http://schemas.microsoft.com/office/drawing/2014/main" id="{FF1CDCCF-36D2-D0A7-C367-13A0D502932E}"/>
                </a:ext>
              </a:extLst>
            </p:cNvPr>
            <p:cNvSpPr txBox="1">
              <a:spLocks noChangeArrowheads="1"/>
            </p:cNvSpPr>
            <p:nvPr/>
          </p:nvSpPr>
          <p:spPr bwMode="auto">
            <a:xfrm>
              <a:off x="4220" y="2680"/>
              <a:ext cx="407"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123</a:t>
              </a:r>
            </a:p>
          </p:txBody>
        </p:sp>
        <p:sp>
          <p:nvSpPr>
            <p:cNvPr id="79" name="Text Box 98">
              <a:extLst>
                <a:ext uri="{FF2B5EF4-FFF2-40B4-BE49-F238E27FC236}">
                  <a16:creationId xmlns:a16="http://schemas.microsoft.com/office/drawing/2014/main" id="{F2E8E63E-8627-8004-829B-706CCF34A6DC}"/>
                </a:ext>
              </a:extLst>
            </p:cNvPr>
            <p:cNvSpPr txBox="1">
              <a:spLocks noChangeArrowheads="1"/>
            </p:cNvSpPr>
            <p:nvPr/>
          </p:nvSpPr>
          <p:spPr bwMode="auto">
            <a:xfrm>
              <a:off x="4401" y="2031"/>
              <a:ext cx="587"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第</a:t>
              </a:r>
              <a:r>
                <a:rPr kumimoji="1" lang="en-US" altLang="zh-CN" sz="1600" b="1">
                  <a:solidFill>
                    <a:schemeClr val="tx1"/>
                  </a:solidFill>
                  <a:latin typeface="Times New Roman" panose="02020603050405020304" pitchFamily="18" charset="0"/>
                </a:rPr>
                <a:t>1</a:t>
              </a:r>
              <a:r>
                <a:rPr kumimoji="1" lang="zh-CN" altLang="en-US" sz="1600" b="1">
                  <a:solidFill>
                    <a:schemeClr val="tx1"/>
                  </a:solidFill>
                  <a:latin typeface="Times New Roman" panose="02020603050405020304" pitchFamily="18" charset="0"/>
                </a:rPr>
                <a:t>页</a:t>
              </a:r>
            </a:p>
          </p:txBody>
        </p:sp>
      </p:grpSp>
      <p:sp>
        <p:nvSpPr>
          <p:cNvPr id="80" name="Line 100">
            <a:extLst>
              <a:ext uri="{FF2B5EF4-FFF2-40B4-BE49-F238E27FC236}">
                <a16:creationId xmlns:a16="http://schemas.microsoft.com/office/drawing/2014/main" id="{8E147F9F-56B3-CDF3-0CB2-A691DD4E0712}"/>
              </a:ext>
            </a:extLst>
          </p:cNvPr>
          <p:cNvSpPr>
            <a:spLocks noChangeShapeType="1"/>
          </p:cNvSpPr>
          <p:nvPr/>
        </p:nvSpPr>
        <p:spPr bwMode="auto">
          <a:xfrm>
            <a:off x="6989428" y="2495367"/>
            <a:ext cx="0" cy="1185862"/>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nvGrpSpPr>
          <p:cNvPr id="81" name="Group 121">
            <a:extLst>
              <a:ext uri="{FF2B5EF4-FFF2-40B4-BE49-F238E27FC236}">
                <a16:creationId xmlns:a16="http://schemas.microsoft.com/office/drawing/2014/main" id="{3497A9ED-0D50-8034-B76A-8357D098D175}"/>
              </a:ext>
            </a:extLst>
          </p:cNvPr>
          <p:cNvGrpSpPr>
            <a:grpSpLocks/>
          </p:cNvGrpSpPr>
          <p:nvPr/>
        </p:nvGrpSpPr>
        <p:grpSpPr bwMode="auto">
          <a:xfrm>
            <a:off x="4881228" y="3681229"/>
            <a:ext cx="3154363" cy="1182688"/>
            <a:chOff x="2052" y="2284"/>
            <a:chExt cx="1987" cy="745"/>
          </a:xfrm>
        </p:grpSpPr>
        <p:sp>
          <p:nvSpPr>
            <p:cNvPr id="82" name="Text Box 21">
              <a:extLst>
                <a:ext uri="{FF2B5EF4-FFF2-40B4-BE49-F238E27FC236}">
                  <a16:creationId xmlns:a16="http://schemas.microsoft.com/office/drawing/2014/main" id="{4692ECB8-304F-E282-2E59-4C92182901A8}"/>
                </a:ext>
              </a:extLst>
            </p:cNvPr>
            <p:cNvSpPr txBox="1">
              <a:spLocks noChangeArrowheads="1"/>
            </p:cNvSpPr>
            <p:nvPr/>
          </p:nvSpPr>
          <p:spPr bwMode="auto">
            <a:xfrm>
              <a:off x="2233" y="2284"/>
              <a:ext cx="49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页号</a:t>
              </a:r>
              <a:r>
                <a:rPr kumimoji="1" lang="en-US" altLang="zh-CN" sz="1600" b="1">
                  <a:solidFill>
                    <a:schemeClr val="tx1"/>
                  </a:solidFill>
                  <a:latin typeface="Times New Roman" panose="02020603050405020304" pitchFamily="18" charset="0"/>
                </a:rPr>
                <a:t>P</a:t>
              </a:r>
            </a:p>
          </p:txBody>
        </p:sp>
        <p:sp>
          <p:nvSpPr>
            <p:cNvPr id="83" name="Text Box 22">
              <a:extLst>
                <a:ext uri="{FF2B5EF4-FFF2-40B4-BE49-F238E27FC236}">
                  <a16:creationId xmlns:a16="http://schemas.microsoft.com/office/drawing/2014/main" id="{2242C8EE-50D3-4DA0-CBF1-7180EF1550C3}"/>
                </a:ext>
              </a:extLst>
            </p:cNvPr>
            <p:cNvSpPr txBox="1">
              <a:spLocks noChangeArrowheads="1"/>
            </p:cNvSpPr>
            <p:nvPr/>
          </p:nvSpPr>
          <p:spPr bwMode="auto">
            <a:xfrm>
              <a:off x="3046" y="2284"/>
              <a:ext cx="81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页内位移</a:t>
              </a:r>
              <a:r>
                <a:rPr kumimoji="1" lang="en-US" altLang="zh-CN" sz="1600" b="1">
                  <a:solidFill>
                    <a:schemeClr val="tx1"/>
                  </a:solidFill>
                  <a:latin typeface="Times New Roman" panose="02020603050405020304" pitchFamily="18" charset="0"/>
                </a:rPr>
                <a:t>W</a:t>
              </a:r>
            </a:p>
          </p:txBody>
        </p:sp>
        <p:grpSp>
          <p:nvGrpSpPr>
            <p:cNvPr id="84" name="Group 17">
              <a:extLst>
                <a:ext uri="{FF2B5EF4-FFF2-40B4-BE49-F238E27FC236}">
                  <a16:creationId xmlns:a16="http://schemas.microsoft.com/office/drawing/2014/main" id="{6F01D385-F9A8-22B3-EA90-69D452A02BEA}"/>
                </a:ext>
              </a:extLst>
            </p:cNvPr>
            <p:cNvGrpSpPr>
              <a:grpSpLocks/>
            </p:cNvGrpSpPr>
            <p:nvPr/>
          </p:nvGrpSpPr>
          <p:grpSpPr bwMode="auto">
            <a:xfrm>
              <a:off x="2097" y="2530"/>
              <a:ext cx="1852" cy="307"/>
              <a:chOff x="1865" y="9457"/>
              <a:chExt cx="3360" cy="480"/>
            </a:xfrm>
          </p:grpSpPr>
          <p:sp>
            <p:nvSpPr>
              <p:cNvPr id="86" name="Text Box 18">
                <a:extLst>
                  <a:ext uri="{FF2B5EF4-FFF2-40B4-BE49-F238E27FC236}">
                    <a16:creationId xmlns:a16="http://schemas.microsoft.com/office/drawing/2014/main" id="{82B4792A-6E1C-1DF4-0606-199620CD936D}"/>
                  </a:ext>
                </a:extLst>
              </p:cNvPr>
              <p:cNvSpPr txBox="1">
                <a:spLocks noChangeArrowheads="1"/>
              </p:cNvSpPr>
              <p:nvPr/>
            </p:nvSpPr>
            <p:spPr bwMode="auto">
              <a:xfrm>
                <a:off x="1865" y="9457"/>
                <a:ext cx="3360" cy="48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p>
            </p:txBody>
          </p:sp>
          <p:sp>
            <p:nvSpPr>
              <p:cNvPr id="87" name="Line 19">
                <a:extLst>
                  <a:ext uri="{FF2B5EF4-FFF2-40B4-BE49-F238E27FC236}">
                    <a16:creationId xmlns:a16="http://schemas.microsoft.com/office/drawing/2014/main" id="{4FB57864-FD84-AFAC-2EE5-5E789ED414DB}"/>
                  </a:ext>
                </a:extLst>
              </p:cNvPr>
              <p:cNvSpPr>
                <a:spLocks noChangeShapeType="1"/>
              </p:cNvSpPr>
              <p:nvPr/>
            </p:nvSpPr>
            <p:spPr bwMode="auto">
              <a:xfrm>
                <a:off x="3200" y="9457"/>
                <a:ext cx="0" cy="48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85" name="Text Box 20">
              <a:extLst>
                <a:ext uri="{FF2B5EF4-FFF2-40B4-BE49-F238E27FC236}">
                  <a16:creationId xmlns:a16="http://schemas.microsoft.com/office/drawing/2014/main" id="{9733FF40-BDC3-3926-C35F-28DAB435D8E4}"/>
                </a:ext>
              </a:extLst>
            </p:cNvPr>
            <p:cNvSpPr txBox="1">
              <a:spLocks noChangeArrowheads="1"/>
            </p:cNvSpPr>
            <p:nvPr/>
          </p:nvSpPr>
          <p:spPr bwMode="auto">
            <a:xfrm>
              <a:off x="2052" y="2837"/>
              <a:ext cx="1987"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400" b="1">
                  <a:solidFill>
                    <a:schemeClr val="tx1"/>
                  </a:solidFill>
                  <a:latin typeface="Times New Roman" panose="02020603050405020304" pitchFamily="18" charset="0"/>
                </a:rPr>
                <a:t>15               10    9                                0</a:t>
              </a:r>
            </a:p>
          </p:txBody>
        </p:sp>
      </p:grpSp>
      <p:sp>
        <p:nvSpPr>
          <p:cNvPr id="88" name="Text Box 101">
            <a:extLst>
              <a:ext uri="{FF2B5EF4-FFF2-40B4-BE49-F238E27FC236}">
                <a16:creationId xmlns:a16="http://schemas.microsoft.com/office/drawing/2014/main" id="{87AF5095-91B6-4ABD-FF9C-50D0CE4D8A9A}"/>
              </a:ext>
            </a:extLst>
          </p:cNvPr>
          <p:cNvSpPr txBox="1">
            <a:spLocks noChangeArrowheads="1"/>
          </p:cNvSpPr>
          <p:nvPr/>
        </p:nvSpPr>
        <p:spPr bwMode="auto">
          <a:xfrm>
            <a:off x="5033628" y="4140017"/>
            <a:ext cx="10858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0 0 0 1 1 1</a:t>
            </a:r>
          </a:p>
        </p:txBody>
      </p:sp>
      <p:sp>
        <p:nvSpPr>
          <p:cNvPr id="89" name="Text Box 102">
            <a:extLst>
              <a:ext uri="{FF2B5EF4-FFF2-40B4-BE49-F238E27FC236}">
                <a16:creationId xmlns:a16="http://schemas.microsoft.com/office/drawing/2014/main" id="{8C1CDB73-0D64-90FE-43CC-EC07082477B1}"/>
              </a:ext>
            </a:extLst>
          </p:cNvPr>
          <p:cNvSpPr txBox="1">
            <a:spLocks noChangeArrowheads="1"/>
          </p:cNvSpPr>
          <p:nvPr/>
        </p:nvSpPr>
        <p:spPr bwMode="auto">
          <a:xfrm>
            <a:off x="6170278" y="4127317"/>
            <a:ext cx="1752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0 1 1 1 0 0 0 1 0 0</a:t>
            </a:r>
          </a:p>
        </p:txBody>
      </p:sp>
      <p:grpSp>
        <p:nvGrpSpPr>
          <p:cNvPr id="90" name="Group 118">
            <a:extLst>
              <a:ext uri="{FF2B5EF4-FFF2-40B4-BE49-F238E27FC236}">
                <a16:creationId xmlns:a16="http://schemas.microsoft.com/office/drawing/2014/main" id="{2330CE9D-DD25-53D4-1B04-2D509221DF3E}"/>
              </a:ext>
            </a:extLst>
          </p:cNvPr>
          <p:cNvGrpSpPr>
            <a:grpSpLocks/>
          </p:cNvGrpSpPr>
          <p:nvPr/>
        </p:nvGrpSpPr>
        <p:grpSpPr bwMode="auto">
          <a:xfrm>
            <a:off x="6859253" y="4467042"/>
            <a:ext cx="1387475" cy="1257300"/>
            <a:chOff x="3298" y="2779"/>
            <a:chExt cx="874" cy="792"/>
          </a:xfrm>
        </p:grpSpPr>
        <p:sp>
          <p:nvSpPr>
            <p:cNvPr id="91" name="Text Box 99">
              <a:extLst>
                <a:ext uri="{FF2B5EF4-FFF2-40B4-BE49-F238E27FC236}">
                  <a16:creationId xmlns:a16="http://schemas.microsoft.com/office/drawing/2014/main" id="{B25D7A5C-444A-A514-1297-D55294EAA6A7}"/>
                </a:ext>
              </a:extLst>
            </p:cNvPr>
            <p:cNvSpPr txBox="1">
              <a:spLocks noChangeArrowheads="1"/>
            </p:cNvSpPr>
            <p:nvPr/>
          </p:nvSpPr>
          <p:spPr bwMode="auto">
            <a:xfrm>
              <a:off x="3298" y="3205"/>
              <a:ext cx="874" cy="3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7</a:t>
              </a:r>
              <a:r>
                <a:rPr kumimoji="1" lang="en-US" altLang="zh-CN" sz="1600" b="1">
                  <a:solidFill>
                    <a:schemeClr val="tx1"/>
                  </a:solidFill>
                  <a:latin typeface="Times New Roman" panose="02020603050405020304" pitchFamily="18" charset="0"/>
                  <a:cs typeface="Times New Roman" panose="02020603050405020304" pitchFamily="18" charset="0"/>
                </a:rPr>
                <a:t>×</a:t>
              </a:r>
              <a:r>
                <a:rPr kumimoji="1" lang="en-US" altLang="zh-CN" sz="1600" b="1">
                  <a:solidFill>
                    <a:schemeClr val="tx1"/>
                  </a:solidFill>
                  <a:latin typeface="Times New Roman" panose="02020603050405020304" pitchFamily="18" charset="0"/>
                </a:rPr>
                <a:t>1024+452</a:t>
              </a:r>
            </a:p>
            <a:p>
              <a:pPr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=7620</a:t>
              </a:r>
            </a:p>
          </p:txBody>
        </p:sp>
        <p:sp>
          <p:nvSpPr>
            <p:cNvPr id="92" name="Line 112">
              <a:extLst>
                <a:ext uri="{FF2B5EF4-FFF2-40B4-BE49-F238E27FC236}">
                  <a16:creationId xmlns:a16="http://schemas.microsoft.com/office/drawing/2014/main" id="{40F2E945-1B7D-64B8-3ACE-0B8BF6ABB49D}"/>
                </a:ext>
              </a:extLst>
            </p:cNvPr>
            <p:cNvSpPr>
              <a:spLocks noChangeShapeType="1"/>
            </p:cNvSpPr>
            <p:nvPr/>
          </p:nvSpPr>
          <p:spPr bwMode="auto">
            <a:xfrm flipV="1">
              <a:off x="3849" y="2779"/>
              <a:ext cx="201" cy="476"/>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93" name="Text Box 122">
            <a:extLst>
              <a:ext uri="{FF2B5EF4-FFF2-40B4-BE49-F238E27FC236}">
                <a16:creationId xmlns:a16="http://schemas.microsoft.com/office/drawing/2014/main" id="{78DEE3D2-EB54-56E2-CD54-C0C7C29B7EE6}"/>
              </a:ext>
            </a:extLst>
          </p:cNvPr>
          <p:cNvSpPr txBox="1">
            <a:spLocks noChangeArrowheads="1"/>
          </p:cNvSpPr>
          <p:nvPr/>
        </p:nvSpPr>
        <p:spPr bwMode="auto">
          <a:xfrm>
            <a:off x="5684504" y="6209461"/>
            <a:ext cx="2273300"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dirty="0">
                <a:solidFill>
                  <a:schemeClr val="tx1"/>
                </a:solidFill>
                <a:latin typeface="Times New Roman" panose="02020603050405020304" pitchFamily="18" charset="0"/>
              </a:rPr>
              <a:t>页式地址变换过程</a:t>
            </a:r>
          </a:p>
        </p:txBody>
      </p:sp>
    </p:spTree>
    <p:extLst>
      <p:ext uri="{BB962C8B-B14F-4D97-AF65-F5344CB8AC3E}">
        <p14:creationId xmlns:p14="http://schemas.microsoft.com/office/powerpoint/2010/main" val="161427153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3">
            <a:extLst>
              <a:ext uri="{FF2B5EF4-FFF2-40B4-BE49-F238E27FC236}">
                <a16:creationId xmlns:a16="http://schemas.microsoft.com/office/drawing/2014/main" id="{8A6C0AAF-F096-4AEE-7428-3053CF6472EA}"/>
              </a:ext>
            </a:extLst>
          </p:cNvPr>
          <p:cNvSpPr>
            <a:spLocks noChangeArrowheads="1"/>
          </p:cNvSpPr>
          <p:nvPr/>
        </p:nvSpPr>
        <p:spPr bwMode="auto">
          <a:xfrm>
            <a:off x="487822" y="1208148"/>
            <a:ext cx="10968555" cy="4487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en-US" altLang="zh-CN" sz="2400" dirty="0">
                <a:solidFill>
                  <a:srgbClr val="000099"/>
                </a:solidFill>
                <a:latin typeface="宋体" panose="02010600030101010101" pitchFamily="2" charset="-122"/>
              </a:rPr>
              <a:t>③ </a:t>
            </a:r>
            <a:r>
              <a:rPr lang="zh-CN" altLang="en-US" sz="2400" dirty="0">
                <a:solidFill>
                  <a:srgbClr val="000099"/>
                </a:solidFill>
                <a:latin typeface="Times New Roman" panose="02020603050405020304" pitchFamily="18" charset="0"/>
              </a:rPr>
              <a:t>页式地址变换步骤</a:t>
            </a:r>
          </a:p>
          <a:p>
            <a:pPr eaLnBrk="1" hangingPunct="1">
              <a:lnSpc>
                <a:spcPct val="130000"/>
              </a:lnSpc>
              <a:buFont typeface="Wingdings" panose="05000000000000000000" pitchFamily="2" charset="2"/>
              <a:buNone/>
            </a:pPr>
            <a:r>
              <a:rPr lang="zh-CN" altLang="en-US" sz="2400" dirty="0">
                <a:solidFill>
                  <a:srgbClr val="000099"/>
                </a:solidFill>
                <a:latin typeface="Times New Roman" panose="02020603050405020304" pitchFamily="18" charset="0"/>
              </a:rPr>
              <a:t>      </a:t>
            </a:r>
            <a:r>
              <a:rPr lang="en-US" altLang="zh-CN" sz="2400" b="0" dirty="0">
                <a:solidFill>
                  <a:schemeClr val="tx1"/>
                </a:solidFill>
                <a:latin typeface="宋体" panose="02010600030101010101" pitchFamily="2" charset="-122"/>
              </a:rPr>
              <a:t>ⅰ </a:t>
            </a:r>
            <a:r>
              <a:rPr lang="en-US" altLang="zh-CN" sz="2400" b="0" dirty="0">
                <a:solidFill>
                  <a:schemeClr val="tx1"/>
                </a:solidFill>
                <a:latin typeface="Times New Roman" panose="02020603050405020304" pitchFamily="18" charset="0"/>
              </a:rPr>
              <a:t>CPU</a:t>
            </a:r>
            <a:r>
              <a:rPr lang="zh-CN" altLang="en-US" sz="2400" b="0" dirty="0">
                <a:solidFill>
                  <a:schemeClr val="tx1"/>
                </a:solidFill>
                <a:latin typeface="Times New Roman" panose="02020603050405020304" pitchFamily="18" charset="0"/>
              </a:rPr>
              <a:t>给出操作数地址 </a:t>
            </a:r>
            <a:r>
              <a:rPr lang="en-US" altLang="zh-CN" sz="2400" b="0" dirty="0">
                <a:solidFill>
                  <a:schemeClr val="tx1"/>
                </a:solidFill>
                <a:latin typeface="Times New Roman" panose="02020603050405020304" pitchFamily="18" charset="0"/>
              </a:rPr>
              <a:t>(</a:t>
            </a:r>
            <a:r>
              <a:rPr lang="zh-CN" altLang="en-US" sz="2400" b="0" dirty="0">
                <a:solidFill>
                  <a:schemeClr val="tx1"/>
                </a:solidFill>
                <a:latin typeface="Times New Roman" panose="02020603050405020304" pitchFamily="18" charset="0"/>
              </a:rPr>
              <a:t>为</a:t>
            </a:r>
            <a:r>
              <a:rPr lang="en-US" altLang="zh-CN" sz="2400" b="0" dirty="0">
                <a:solidFill>
                  <a:schemeClr val="tx1"/>
                </a:solidFill>
                <a:latin typeface="Times New Roman" panose="02020603050405020304" pitchFamily="18" charset="0"/>
              </a:rPr>
              <a:t>2500) </a:t>
            </a:r>
            <a:r>
              <a:rPr lang="zh-CN" altLang="en-US" sz="2400" b="0" dirty="0">
                <a:solidFill>
                  <a:schemeClr val="tx1"/>
                </a:solidFill>
                <a:latin typeface="Times New Roman" panose="02020603050405020304" pitchFamily="18" charset="0"/>
              </a:rPr>
              <a:t>；</a:t>
            </a:r>
          </a:p>
          <a:p>
            <a:pPr eaLnBrk="1" hangingPunct="1">
              <a:lnSpc>
                <a:spcPct val="130000"/>
              </a:lnSpc>
              <a:buFont typeface="Wingdings" panose="05000000000000000000" pitchFamily="2" charset="2"/>
              <a:buNone/>
            </a:pPr>
            <a:r>
              <a:rPr lang="zh-CN" altLang="en-US" sz="2400" b="0" dirty="0">
                <a:solidFill>
                  <a:schemeClr val="tx1"/>
                </a:solidFill>
                <a:latin typeface="Times New Roman" panose="02020603050405020304" pitchFamily="18" charset="0"/>
              </a:rPr>
              <a:t>      </a:t>
            </a:r>
            <a:r>
              <a:rPr lang="en-US" altLang="zh-CN" sz="2400" b="0" dirty="0">
                <a:solidFill>
                  <a:schemeClr val="tx1"/>
                </a:solidFill>
                <a:latin typeface="Times New Roman" panose="02020603050405020304" pitchFamily="18" charset="0"/>
              </a:rPr>
              <a:t>ⅱ  </a:t>
            </a:r>
            <a:r>
              <a:rPr lang="zh-CN" altLang="en-US" sz="2400" b="0" dirty="0">
                <a:solidFill>
                  <a:schemeClr val="tx1"/>
                </a:solidFill>
                <a:latin typeface="Times New Roman" panose="02020603050405020304" pitchFamily="18" charset="0"/>
              </a:rPr>
              <a:t>由分页机构自动地把逻辑地址分为两部分，得到页号</a:t>
            </a:r>
            <a:r>
              <a:rPr lang="en-US" altLang="zh-CN" sz="2400" b="0" dirty="0" smtClean="0">
                <a:solidFill>
                  <a:schemeClr val="tx1"/>
                </a:solidFill>
                <a:latin typeface="Times New Roman" panose="02020603050405020304" pitchFamily="18" charset="0"/>
              </a:rPr>
              <a:t>p</a:t>
            </a:r>
            <a:r>
              <a:rPr lang="zh-CN" altLang="en-US" sz="2400" b="0" dirty="0" smtClean="0">
                <a:solidFill>
                  <a:schemeClr val="tx1"/>
                </a:solidFill>
                <a:latin typeface="Times New Roman" panose="02020603050405020304" pitchFamily="18" charset="0"/>
              </a:rPr>
              <a:t>和</a:t>
            </a:r>
            <a:r>
              <a:rPr lang="zh-CN" altLang="en-US" sz="2400" b="0" dirty="0">
                <a:solidFill>
                  <a:schemeClr val="tx1"/>
                </a:solidFill>
                <a:latin typeface="Times New Roman" panose="02020603050405020304" pitchFamily="18" charset="0"/>
              </a:rPr>
              <a:t>页内相对位移</a:t>
            </a:r>
            <a:r>
              <a:rPr lang="en-US" altLang="zh-CN" sz="2400" b="0" dirty="0" smtClean="0">
                <a:solidFill>
                  <a:schemeClr val="tx1"/>
                </a:solidFill>
                <a:latin typeface="Times New Roman" panose="02020603050405020304" pitchFamily="18" charset="0"/>
              </a:rPr>
              <a:t>w</a:t>
            </a:r>
            <a:r>
              <a:rPr lang="zh-CN" altLang="en-US" sz="2400" b="0" dirty="0" smtClean="0">
                <a:solidFill>
                  <a:schemeClr val="tx1"/>
                </a:solidFill>
                <a:latin typeface="Times New Roman" panose="02020603050405020304" pitchFamily="18" charset="0"/>
              </a:rPr>
              <a:t>：</a:t>
            </a:r>
            <a:r>
              <a:rPr lang="en-US" altLang="zh-CN" sz="2400" b="0" dirty="0" smtClean="0">
                <a:solidFill>
                  <a:schemeClr val="tx1"/>
                </a:solidFill>
                <a:latin typeface="Times New Roman" panose="02020603050405020304" pitchFamily="18" charset="0"/>
              </a:rPr>
              <a:t> </a:t>
            </a:r>
            <a:r>
              <a:rPr lang="en-US" altLang="zh-CN" sz="2400" b="0" dirty="0">
                <a:solidFill>
                  <a:schemeClr val="tx1"/>
                </a:solidFill>
                <a:latin typeface="Times New Roman" panose="02020603050405020304" pitchFamily="18" charset="0"/>
              </a:rPr>
              <a:t>(p =2</a:t>
            </a:r>
            <a:r>
              <a:rPr lang="zh-CN" altLang="en-US" sz="2400" b="0" dirty="0">
                <a:solidFill>
                  <a:schemeClr val="tx1"/>
                </a:solidFill>
                <a:latin typeface="Times New Roman" panose="02020603050405020304" pitchFamily="18" charset="0"/>
              </a:rPr>
              <a:t>， </a:t>
            </a:r>
            <a:r>
              <a:rPr lang="en-US" altLang="zh-CN" sz="2400" b="0" dirty="0">
                <a:solidFill>
                  <a:schemeClr val="tx1"/>
                </a:solidFill>
                <a:latin typeface="Times New Roman" panose="02020603050405020304" pitchFamily="18" charset="0"/>
              </a:rPr>
              <a:t>w =452)</a:t>
            </a:r>
            <a:r>
              <a:rPr lang="zh-CN" altLang="en-US" sz="2400" b="0" dirty="0">
                <a:solidFill>
                  <a:schemeClr val="tx1"/>
                </a:solidFill>
                <a:latin typeface="Times New Roman" panose="02020603050405020304" pitchFamily="18" charset="0"/>
              </a:rPr>
              <a:t>；</a:t>
            </a:r>
          </a:p>
          <a:p>
            <a:pPr eaLnBrk="1" hangingPunct="1">
              <a:lnSpc>
                <a:spcPct val="130000"/>
              </a:lnSpc>
              <a:buFont typeface="Wingdings" panose="05000000000000000000" pitchFamily="2" charset="2"/>
              <a:buNone/>
            </a:pPr>
            <a:r>
              <a:rPr lang="zh-CN" altLang="en-US" sz="2400" b="0" dirty="0">
                <a:solidFill>
                  <a:schemeClr val="tx1"/>
                </a:solidFill>
                <a:latin typeface="Times New Roman" panose="02020603050405020304" pitchFamily="18" charset="0"/>
              </a:rPr>
              <a:t>      </a:t>
            </a:r>
            <a:r>
              <a:rPr lang="en-US" altLang="zh-CN" sz="2400" b="0" dirty="0">
                <a:solidFill>
                  <a:schemeClr val="tx1"/>
                </a:solidFill>
                <a:latin typeface="宋体" panose="02010600030101010101" pitchFamily="2" charset="-122"/>
              </a:rPr>
              <a:t>ⅲ </a:t>
            </a:r>
            <a:r>
              <a:rPr lang="zh-CN" altLang="en-US" sz="2400" b="0" dirty="0">
                <a:solidFill>
                  <a:schemeClr val="tx1"/>
                </a:solidFill>
                <a:latin typeface="Times New Roman" panose="02020603050405020304" pitchFamily="18" charset="0"/>
              </a:rPr>
              <a:t>根据页表始址寄存器指示的页表始地址，以页号为</a:t>
            </a:r>
            <a:r>
              <a:rPr lang="zh-CN" altLang="en-US" sz="2400" b="0" dirty="0" smtClean="0">
                <a:solidFill>
                  <a:schemeClr val="tx1"/>
                </a:solidFill>
                <a:latin typeface="Times New Roman" panose="02020603050405020304" pitchFamily="18" charset="0"/>
              </a:rPr>
              <a:t>索引</a:t>
            </a:r>
            <a:r>
              <a:rPr lang="zh-CN" altLang="en-US" sz="2400" b="0" dirty="0">
                <a:solidFill>
                  <a:schemeClr val="tx1"/>
                </a:solidFill>
                <a:latin typeface="Times New Roman" panose="02020603050405020304" pitchFamily="18" charset="0"/>
              </a:rPr>
              <a:t>，找到第</a:t>
            </a:r>
            <a:r>
              <a:rPr lang="en-US" altLang="zh-CN" sz="2400" b="0" dirty="0">
                <a:solidFill>
                  <a:schemeClr val="tx1"/>
                </a:solidFill>
                <a:latin typeface="Times New Roman" panose="02020603050405020304" pitchFamily="18" charset="0"/>
              </a:rPr>
              <a:t>2</a:t>
            </a:r>
            <a:r>
              <a:rPr lang="zh-CN" altLang="en-US" sz="2400" b="0" dirty="0">
                <a:solidFill>
                  <a:schemeClr val="tx1"/>
                </a:solidFill>
                <a:latin typeface="Times New Roman" panose="02020603050405020304" pitchFamily="18" charset="0"/>
              </a:rPr>
              <a:t>页所对应的块号 </a:t>
            </a:r>
            <a:r>
              <a:rPr lang="en-US" altLang="zh-CN" sz="2400" b="0" dirty="0">
                <a:solidFill>
                  <a:schemeClr val="tx1"/>
                </a:solidFill>
                <a:latin typeface="Times New Roman" panose="02020603050405020304" pitchFamily="18" charset="0"/>
              </a:rPr>
              <a:t>(</a:t>
            </a:r>
            <a:r>
              <a:rPr lang="zh-CN" altLang="en-US" sz="2400" b="0" dirty="0">
                <a:solidFill>
                  <a:schemeClr val="tx1"/>
                </a:solidFill>
                <a:latin typeface="Times New Roman" panose="02020603050405020304" pitchFamily="18" charset="0"/>
              </a:rPr>
              <a:t>为</a:t>
            </a:r>
            <a:r>
              <a:rPr lang="en-US" altLang="zh-CN" sz="2400" b="0" dirty="0">
                <a:solidFill>
                  <a:schemeClr val="tx1"/>
                </a:solidFill>
                <a:latin typeface="Times New Roman" panose="02020603050405020304" pitchFamily="18" charset="0"/>
              </a:rPr>
              <a:t>7) </a:t>
            </a:r>
            <a:r>
              <a:rPr lang="zh-CN" altLang="en-US" sz="2400" b="0" dirty="0">
                <a:solidFill>
                  <a:schemeClr val="tx1"/>
                </a:solidFill>
                <a:latin typeface="Times New Roman" panose="02020603050405020304" pitchFamily="18" charset="0"/>
              </a:rPr>
              <a:t>；</a:t>
            </a:r>
          </a:p>
          <a:p>
            <a:pPr eaLnBrk="1" hangingPunct="1">
              <a:lnSpc>
                <a:spcPct val="130000"/>
              </a:lnSpc>
              <a:buFont typeface="Wingdings" panose="05000000000000000000" pitchFamily="2" charset="2"/>
              <a:buNone/>
            </a:pPr>
            <a:r>
              <a:rPr lang="zh-CN" altLang="en-US" sz="2400" b="0" dirty="0">
                <a:solidFill>
                  <a:schemeClr val="tx1"/>
                </a:solidFill>
                <a:latin typeface="Times New Roman" panose="02020603050405020304" pitchFamily="18" charset="0"/>
              </a:rPr>
              <a:t>      </a:t>
            </a:r>
            <a:r>
              <a:rPr lang="en-US" altLang="zh-CN" sz="2400" b="0" dirty="0">
                <a:solidFill>
                  <a:schemeClr val="tx1"/>
                </a:solidFill>
                <a:latin typeface="Times New Roman" panose="02020603050405020304" pitchFamily="18" charset="0"/>
              </a:rPr>
              <a:t>ⅳ  </a:t>
            </a:r>
            <a:r>
              <a:rPr lang="zh-CN" altLang="en-US" sz="2400" b="0" dirty="0">
                <a:solidFill>
                  <a:schemeClr val="tx1"/>
                </a:solidFill>
                <a:latin typeface="Times New Roman" panose="02020603050405020304" pitchFamily="18" charset="0"/>
              </a:rPr>
              <a:t>将块号</a:t>
            </a:r>
            <a:r>
              <a:rPr lang="en-US" altLang="zh-CN" sz="2400" b="0" dirty="0">
                <a:solidFill>
                  <a:schemeClr val="tx1"/>
                </a:solidFill>
                <a:latin typeface="Times New Roman" panose="02020603050405020304" pitchFamily="18" charset="0"/>
              </a:rPr>
              <a:t>b</a:t>
            </a:r>
            <a:r>
              <a:rPr lang="zh-CN" altLang="en-US" sz="2400" b="0" dirty="0">
                <a:solidFill>
                  <a:schemeClr val="tx1"/>
                </a:solidFill>
                <a:latin typeface="Times New Roman" panose="02020603050405020304" pitchFamily="18" charset="0"/>
              </a:rPr>
              <a:t>和页内位移量</a:t>
            </a:r>
            <a:r>
              <a:rPr lang="en-US" altLang="zh-CN" sz="2400" b="0" dirty="0">
                <a:solidFill>
                  <a:schemeClr val="tx1"/>
                </a:solidFill>
                <a:latin typeface="Times New Roman" panose="02020603050405020304" pitchFamily="18" charset="0"/>
              </a:rPr>
              <a:t>w</a:t>
            </a:r>
            <a:r>
              <a:rPr lang="zh-CN" altLang="en-US" sz="2400" b="0" dirty="0">
                <a:solidFill>
                  <a:schemeClr val="tx1"/>
                </a:solidFill>
                <a:latin typeface="Times New Roman" panose="02020603050405020304" pitchFamily="18" charset="0"/>
              </a:rPr>
              <a:t>拼接在一起，就形成了访问</a:t>
            </a:r>
            <a:r>
              <a:rPr lang="zh-CN" altLang="en-US" sz="2400" b="0" dirty="0" smtClean="0">
                <a:solidFill>
                  <a:schemeClr val="tx1"/>
                </a:solidFill>
                <a:latin typeface="Times New Roman" panose="02020603050405020304" pitchFamily="18" charset="0"/>
              </a:rPr>
              <a:t>主存</a:t>
            </a:r>
            <a:r>
              <a:rPr lang="zh-CN" altLang="en-US" sz="2400" b="0" dirty="0">
                <a:solidFill>
                  <a:schemeClr val="tx1"/>
                </a:solidFill>
                <a:latin typeface="Times New Roman" panose="02020603050405020304" pitchFamily="18" charset="0"/>
              </a:rPr>
              <a:t>的物理</a:t>
            </a:r>
            <a:r>
              <a:rPr lang="zh-CN" altLang="en-US" sz="2400" b="0" dirty="0" smtClean="0">
                <a:solidFill>
                  <a:schemeClr val="tx1"/>
                </a:solidFill>
                <a:latin typeface="Times New Roman" panose="02020603050405020304" pitchFamily="18" charset="0"/>
              </a:rPr>
              <a:t>地址： </a:t>
            </a:r>
            <a:r>
              <a:rPr lang="en-US" altLang="zh-CN" sz="2400" b="0" dirty="0">
                <a:solidFill>
                  <a:schemeClr val="tx1"/>
                </a:solidFill>
                <a:latin typeface="Times New Roman" panose="02020603050405020304" pitchFamily="18" charset="0"/>
              </a:rPr>
              <a:t>(7</a:t>
            </a:r>
            <a:r>
              <a:rPr lang="en-US" altLang="zh-CN" sz="2400" b="0" dirty="0">
                <a:solidFill>
                  <a:schemeClr val="tx1"/>
                </a:solidFill>
                <a:latin typeface="Times New Roman" panose="02020603050405020304" pitchFamily="18" charset="0"/>
                <a:sym typeface="Symbol" panose="05050102010706020507" pitchFamily="18" charset="2"/>
              </a:rPr>
              <a:t></a:t>
            </a:r>
            <a:r>
              <a:rPr lang="en-US" altLang="zh-CN" sz="2400" b="0" dirty="0">
                <a:solidFill>
                  <a:schemeClr val="tx1"/>
                </a:solidFill>
                <a:latin typeface="Times New Roman" panose="02020603050405020304" pitchFamily="18" charset="0"/>
              </a:rPr>
              <a:t>1024+452=7620)</a:t>
            </a:r>
          </a:p>
        </p:txBody>
      </p:sp>
    </p:spTree>
    <p:extLst>
      <p:ext uri="{BB962C8B-B14F-4D97-AF65-F5344CB8AC3E}">
        <p14:creationId xmlns:p14="http://schemas.microsoft.com/office/powerpoint/2010/main" val="21621003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3">
            <a:extLst>
              <a:ext uri="{FF2B5EF4-FFF2-40B4-BE49-F238E27FC236}">
                <a16:creationId xmlns:a16="http://schemas.microsoft.com/office/drawing/2014/main" id="{70A66E04-8A77-AAC0-40CE-F4FB5BD1D4BE}"/>
              </a:ext>
            </a:extLst>
          </p:cNvPr>
          <p:cNvSpPr>
            <a:spLocks noChangeArrowheads="1"/>
          </p:cNvSpPr>
          <p:nvPr/>
        </p:nvSpPr>
        <p:spPr bwMode="auto">
          <a:xfrm>
            <a:off x="487822" y="1120225"/>
            <a:ext cx="10986140" cy="3646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(4) </a:t>
            </a:r>
            <a:r>
              <a:rPr lang="zh-CN" altLang="en-US" sz="2600" b="1" dirty="0">
                <a:solidFill>
                  <a:prstClr val="black"/>
                </a:solidFill>
                <a:effectLst/>
                <a:latin typeface="微软雅黑" panose="020B0503020204020204" pitchFamily="34" charset="-122"/>
                <a:ea typeface="微软雅黑" panose="020B0503020204020204" pitchFamily="34" charset="-122"/>
              </a:rPr>
              <a:t>采用联想存储器加快查表速度</a:t>
            </a:r>
          </a:p>
          <a:p>
            <a:pPr eaLnBrk="1" hangingPunct="1">
              <a:lnSpc>
                <a:spcPct val="130000"/>
              </a:lnSpc>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①</a:t>
            </a:r>
            <a:r>
              <a:rPr lang="zh-CN" altLang="en-US" sz="2400" dirty="0">
                <a:solidFill>
                  <a:srgbClr val="000099"/>
                </a:solidFill>
                <a:effectLst/>
                <a:latin typeface="宋体" panose="02010600030101010101" pitchFamily="2" charset="-122"/>
              </a:rPr>
              <a:t> </a:t>
            </a:r>
            <a:r>
              <a:rPr lang="zh-CN" altLang="en-US" sz="2400" dirty="0">
                <a:solidFill>
                  <a:srgbClr val="000099"/>
                </a:solidFill>
                <a:effectLst/>
                <a:latin typeface="Times New Roman" panose="02020603050405020304" pitchFamily="18" charset="0"/>
              </a:rPr>
              <a:t>什么是联想存储器</a:t>
            </a:r>
          </a:p>
          <a:p>
            <a:pPr eaLnBrk="1" hangingPunct="1">
              <a:lnSpc>
                <a:spcPct val="130000"/>
              </a:lnSpc>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      </a:t>
            </a:r>
            <a:r>
              <a:rPr lang="zh-CN" altLang="en-US" sz="2400" b="0" dirty="0">
                <a:solidFill>
                  <a:schemeClr val="tx1"/>
                </a:solidFill>
                <a:effectLst/>
                <a:latin typeface="Times New Roman" panose="02020603050405020304" pitchFamily="18" charset="0"/>
              </a:rPr>
              <a:t>高速、小容量半导体存储部件，又称缓冲存储器</a:t>
            </a:r>
            <a:r>
              <a:rPr lang="zh-CN" altLang="en-US" sz="2400" b="0" dirty="0">
                <a:solidFill>
                  <a:schemeClr val="tx1"/>
                </a:solidFill>
                <a:latin typeface="Times New Roman" panose="02020603050405020304" pitchFamily="18" charset="0"/>
              </a:rPr>
              <a:t>。</a:t>
            </a:r>
            <a:endParaRPr lang="zh-CN" altLang="en-US" sz="2400" dirty="0">
              <a:latin typeface="Times New Roman" panose="02020603050405020304" pitchFamily="18" charset="0"/>
            </a:endParaRPr>
          </a:p>
          <a:p>
            <a:pPr eaLnBrk="1" hangingPunct="1">
              <a:lnSpc>
                <a:spcPct val="130000"/>
              </a:lnSpc>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②</a:t>
            </a:r>
            <a:r>
              <a:rPr lang="zh-CN" altLang="en-US" sz="2400" dirty="0">
                <a:solidFill>
                  <a:srgbClr val="000099"/>
                </a:solidFill>
                <a:effectLst/>
                <a:latin typeface="宋体" panose="02010600030101010101" pitchFamily="2" charset="-122"/>
              </a:rPr>
              <a:t> </a:t>
            </a:r>
            <a:r>
              <a:rPr lang="zh-CN" altLang="en-US" sz="2400" dirty="0">
                <a:solidFill>
                  <a:srgbClr val="000099"/>
                </a:solidFill>
                <a:effectLst/>
                <a:latin typeface="Times New Roman" panose="02020603050405020304" pitchFamily="18" charset="0"/>
              </a:rPr>
              <a:t>快表</a:t>
            </a:r>
          </a:p>
          <a:p>
            <a:pPr eaLnBrk="1" hangingPunct="1">
              <a:lnSpc>
                <a:spcPct val="130000"/>
              </a:lnSpc>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在缓冲存储器中存放正在运行的进程当前用到的页号和</a:t>
            </a:r>
            <a:r>
              <a:rPr lang="zh-CN" altLang="en-US" sz="2400" b="0" dirty="0" smtClean="0">
                <a:solidFill>
                  <a:schemeClr val="tx1"/>
                </a:solidFill>
                <a:effectLst/>
                <a:latin typeface="Times New Roman" panose="02020603050405020304" pitchFamily="18" charset="0"/>
              </a:rPr>
              <a:t>对应</a:t>
            </a:r>
            <a:r>
              <a:rPr lang="zh-CN" altLang="en-US" sz="2400" b="0" dirty="0">
                <a:solidFill>
                  <a:schemeClr val="tx1"/>
                </a:solidFill>
                <a:effectLst/>
                <a:latin typeface="Times New Roman" panose="02020603050405020304" pitchFamily="18" charset="0"/>
              </a:rPr>
              <a:t>的块号，又称为快表。</a:t>
            </a:r>
          </a:p>
        </p:txBody>
      </p:sp>
    </p:spTree>
    <p:extLst>
      <p:ext uri="{BB962C8B-B14F-4D97-AF65-F5344CB8AC3E}">
        <p14:creationId xmlns:p14="http://schemas.microsoft.com/office/powerpoint/2010/main" val="27223961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3">
            <a:extLst>
              <a:ext uri="{FF2B5EF4-FFF2-40B4-BE49-F238E27FC236}">
                <a16:creationId xmlns:a16="http://schemas.microsoft.com/office/drawing/2014/main" id="{620C6609-E66E-B096-4C9B-1E42CBA59FA5}"/>
              </a:ext>
            </a:extLst>
          </p:cNvPr>
          <p:cNvSpPr>
            <a:spLocks noChangeArrowheads="1"/>
          </p:cNvSpPr>
          <p:nvPr/>
        </p:nvSpPr>
        <p:spPr bwMode="auto">
          <a:xfrm>
            <a:off x="487822" y="830079"/>
            <a:ext cx="553085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20000"/>
              </a:lnSpc>
              <a:buFont typeface="Wingdings" panose="05000000000000000000" pitchFamily="2" charset="2"/>
              <a:buNone/>
            </a:pPr>
            <a:r>
              <a:rPr lang="en-US" altLang="zh-CN" sz="2400">
                <a:solidFill>
                  <a:srgbClr val="000099"/>
                </a:solidFill>
                <a:latin typeface="宋体" panose="02010600030101010101" pitchFamily="2" charset="-122"/>
              </a:rPr>
              <a:t>③ </a:t>
            </a:r>
            <a:r>
              <a:rPr lang="zh-CN" altLang="en-US" sz="2400">
                <a:solidFill>
                  <a:srgbClr val="000099"/>
                </a:solidFill>
                <a:latin typeface="Times New Roman" panose="02020603050405020304" pitchFamily="18" charset="0"/>
              </a:rPr>
              <a:t>利用快表进行地址映射</a:t>
            </a:r>
            <a:r>
              <a:rPr lang="zh-CN" altLang="en-US" sz="1800" b="0">
                <a:solidFill>
                  <a:schemeClr val="tx1"/>
                </a:solidFill>
                <a:latin typeface="Times New Roman" panose="02020603050405020304" pitchFamily="18" charset="0"/>
              </a:rPr>
              <a:t>        </a:t>
            </a:r>
          </a:p>
        </p:txBody>
      </p:sp>
      <p:grpSp>
        <p:nvGrpSpPr>
          <p:cNvPr id="4" name="Group 61">
            <a:extLst>
              <a:ext uri="{FF2B5EF4-FFF2-40B4-BE49-F238E27FC236}">
                <a16:creationId xmlns:a16="http://schemas.microsoft.com/office/drawing/2014/main" id="{DD43FE10-5FBE-EB9A-522D-50858AD998FE}"/>
              </a:ext>
            </a:extLst>
          </p:cNvPr>
          <p:cNvGrpSpPr>
            <a:grpSpLocks/>
          </p:cNvGrpSpPr>
          <p:nvPr/>
        </p:nvGrpSpPr>
        <p:grpSpPr bwMode="auto">
          <a:xfrm>
            <a:off x="2304256" y="1739460"/>
            <a:ext cx="7583487" cy="4578350"/>
            <a:chOff x="351" y="1023"/>
            <a:chExt cx="4777" cy="2884"/>
          </a:xfrm>
        </p:grpSpPr>
        <p:sp>
          <p:nvSpPr>
            <p:cNvPr id="5" name="Text Box 6">
              <a:extLst>
                <a:ext uri="{FF2B5EF4-FFF2-40B4-BE49-F238E27FC236}">
                  <a16:creationId xmlns:a16="http://schemas.microsoft.com/office/drawing/2014/main" id="{F4F261A3-36DE-43B8-4CA5-9BE5185CF4BD}"/>
                </a:ext>
              </a:extLst>
            </p:cNvPr>
            <p:cNvSpPr txBox="1">
              <a:spLocks noChangeArrowheads="1"/>
            </p:cNvSpPr>
            <p:nvPr/>
          </p:nvSpPr>
          <p:spPr bwMode="auto">
            <a:xfrm>
              <a:off x="702" y="1023"/>
              <a:ext cx="581" cy="292"/>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a:t>
              </a:r>
            </a:p>
          </p:txBody>
        </p:sp>
        <p:sp>
          <p:nvSpPr>
            <p:cNvPr id="6" name="Text Box 7">
              <a:extLst>
                <a:ext uri="{FF2B5EF4-FFF2-40B4-BE49-F238E27FC236}">
                  <a16:creationId xmlns:a16="http://schemas.microsoft.com/office/drawing/2014/main" id="{E5061D05-C174-7F2D-2F13-1D34B816706E}"/>
                </a:ext>
              </a:extLst>
            </p:cNvPr>
            <p:cNvSpPr txBox="1">
              <a:spLocks noChangeArrowheads="1"/>
            </p:cNvSpPr>
            <p:nvPr/>
          </p:nvSpPr>
          <p:spPr bwMode="auto">
            <a:xfrm>
              <a:off x="932" y="1730"/>
              <a:ext cx="701" cy="1424"/>
            </a:xfrm>
            <a:prstGeom prst="rect">
              <a:avLst/>
            </a:prstGeom>
            <a:solidFill>
              <a:srgbClr val="FFFFCC"/>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algn="just"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a:p>
              <a:pPr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p:txBody>
        </p:sp>
        <p:sp>
          <p:nvSpPr>
            <p:cNvPr id="7" name="Line 8">
              <a:extLst>
                <a:ext uri="{FF2B5EF4-FFF2-40B4-BE49-F238E27FC236}">
                  <a16:creationId xmlns:a16="http://schemas.microsoft.com/office/drawing/2014/main" id="{240FDC1E-0AD3-B4F4-AB98-5D8DCA15F515}"/>
                </a:ext>
              </a:extLst>
            </p:cNvPr>
            <p:cNvSpPr>
              <a:spLocks noChangeShapeType="1"/>
            </p:cNvSpPr>
            <p:nvPr/>
          </p:nvSpPr>
          <p:spPr bwMode="auto">
            <a:xfrm>
              <a:off x="932" y="2066"/>
              <a:ext cx="7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8" name="Line 9">
              <a:extLst>
                <a:ext uri="{FF2B5EF4-FFF2-40B4-BE49-F238E27FC236}">
                  <a16:creationId xmlns:a16="http://schemas.microsoft.com/office/drawing/2014/main" id="{68A8978E-E7E0-AC42-A795-2150A540AA1B}"/>
                </a:ext>
              </a:extLst>
            </p:cNvPr>
            <p:cNvSpPr>
              <a:spLocks noChangeShapeType="1"/>
            </p:cNvSpPr>
            <p:nvPr/>
          </p:nvSpPr>
          <p:spPr bwMode="auto">
            <a:xfrm>
              <a:off x="932" y="2313"/>
              <a:ext cx="7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9" name="Line 10">
              <a:extLst>
                <a:ext uri="{FF2B5EF4-FFF2-40B4-BE49-F238E27FC236}">
                  <a16:creationId xmlns:a16="http://schemas.microsoft.com/office/drawing/2014/main" id="{BD461191-2178-88C7-19FC-D9C7414B15B4}"/>
                </a:ext>
              </a:extLst>
            </p:cNvPr>
            <p:cNvSpPr>
              <a:spLocks noChangeShapeType="1"/>
            </p:cNvSpPr>
            <p:nvPr/>
          </p:nvSpPr>
          <p:spPr bwMode="auto">
            <a:xfrm>
              <a:off x="932" y="2460"/>
              <a:ext cx="7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0" name="Line 11">
              <a:extLst>
                <a:ext uri="{FF2B5EF4-FFF2-40B4-BE49-F238E27FC236}">
                  <a16:creationId xmlns:a16="http://schemas.microsoft.com/office/drawing/2014/main" id="{AAD6E7AF-04CD-5EC9-B692-47109F22FE13}"/>
                </a:ext>
              </a:extLst>
            </p:cNvPr>
            <p:cNvSpPr>
              <a:spLocks noChangeShapeType="1"/>
            </p:cNvSpPr>
            <p:nvPr/>
          </p:nvSpPr>
          <p:spPr bwMode="auto">
            <a:xfrm>
              <a:off x="932" y="2997"/>
              <a:ext cx="7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1" name="Oval 12">
              <a:extLst>
                <a:ext uri="{FF2B5EF4-FFF2-40B4-BE49-F238E27FC236}">
                  <a16:creationId xmlns:a16="http://schemas.microsoft.com/office/drawing/2014/main" id="{2A010ED3-F461-C253-3B1C-4E3EDC586C98}"/>
                </a:ext>
              </a:extLst>
            </p:cNvPr>
            <p:cNvSpPr>
              <a:spLocks noChangeArrowheads="1"/>
            </p:cNvSpPr>
            <p:nvPr/>
          </p:nvSpPr>
          <p:spPr bwMode="auto">
            <a:xfrm>
              <a:off x="351" y="1472"/>
              <a:ext cx="263" cy="224"/>
            </a:xfrm>
            <a:prstGeom prst="ellipse">
              <a:avLst/>
            </a:prstGeom>
            <a:solidFill>
              <a:srgbClr val="FFFFFF"/>
            </a:solidFill>
            <a:ln w="9525">
              <a:solidFill>
                <a:srgbClr val="000000"/>
              </a:solidFill>
              <a:round/>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12" name="Text Box 13">
              <a:extLst>
                <a:ext uri="{FF2B5EF4-FFF2-40B4-BE49-F238E27FC236}">
                  <a16:creationId xmlns:a16="http://schemas.microsoft.com/office/drawing/2014/main" id="{18F02BAC-9545-4A11-5A31-210C104AC844}"/>
                </a:ext>
              </a:extLst>
            </p:cNvPr>
            <p:cNvSpPr txBox="1">
              <a:spLocks noChangeArrowheads="1"/>
            </p:cNvSpPr>
            <p:nvPr/>
          </p:nvSpPr>
          <p:spPr bwMode="auto">
            <a:xfrm>
              <a:off x="387" y="1462"/>
              <a:ext cx="306"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a:t>
              </a:r>
            </a:p>
          </p:txBody>
        </p:sp>
        <p:sp>
          <p:nvSpPr>
            <p:cNvPr id="13" name="Text Box 14">
              <a:extLst>
                <a:ext uri="{FF2B5EF4-FFF2-40B4-BE49-F238E27FC236}">
                  <a16:creationId xmlns:a16="http://schemas.microsoft.com/office/drawing/2014/main" id="{4792548E-4651-AE4D-247E-2621081CD654}"/>
                </a:ext>
              </a:extLst>
            </p:cNvPr>
            <p:cNvSpPr txBox="1">
              <a:spLocks noChangeArrowheads="1"/>
            </p:cNvSpPr>
            <p:nvPr/>
          </p:nvSpPr>
          <p:spPr bwMode="auto">
            <a:xfrm>
              <a:off x="3046" y="1057"/>
              <a:ext cx="2027" cy="325"/>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P                           w</a:t>
              </a:r>
            </a:p>
          </p:txBody>
        </p:sp>
        <p:sp>
          <p:nvSpPr>
            <p:cNvPr id="14" name="Line 15">
              <a:extLst>
                <a:ext uri="{FF2B5EF4-FFF2-40B4-BE49-F238E27FC236}">
                  <a16:creationId xmlns:a16="http://schemas.microsoft.com/office/drawing/2014/main" id="{6741E881-9183-42C1-F68F-EF0A98E1EE07}"/>
                </a:ext>
              </a:extLst>
            </p:cNvPr>
            <p:cNvSpPr>
              <a:spLocks noChangeShapeType="1"/>
            </p:cNvSpPr>
            <p:nvPr/>
          </p:nvSpPr>
          <p:spPr bwMode="auto">
            <a:xfrm>
              <a:off x="3704" y="1057"/>
              <a:ext cx="0" cy="3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5" name="Text Box 16">
              <a:extLst>
                <a:ext uri="{FF2B5EF4-FFF2-40B4-BE49-F238E27FC236}">
                  <a16:creationId xmlns:a16="http://schemas.microsoft.com/office/drawing/2014/main" id="{6B0E831F-C751-47C0-726B-7E49D93CAE76}"/>
                </a:ext>
              </a:extLst>
            </p:cNvPr>
            <p:cNvSpPr txBox="1">
              <a:spLocks noChangeArrowheads="1"/>
            </p:cNvSpPr>
            <p:nvPr/>
          </p:nvSpPr>
          <p:spPr bwMode="auto">
            <a:xfrm>
              <a:off x="3046" y="1730"/>
              <a:ext cx="921" cy="1144"/>
            </a:xfrm>
            <a:prstGeom prst="rect">
              <a:avLst/>
            </a:prstGeom>
            <a:solidFill>
              <a:srgbClr val="CC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p>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a:t>
              </a:r>
            </a:p>
            <a:p>
              <a:pPr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p:txBody>
        </p:sp>
        <p:sp>
          <p:nvSpPr>
            <p:cNvPr id="16" name="Line 17">
              <a:extLst>
                <a:ext uri="{FF2B5EF4-FFF2-40B4-BE49-F238E27FC236}">
                  <a16:creationId xmlns:a16="http://schemas.microsoft.com/office/drawing/2014/main" id="{851F2C9F-EE7E-50D9-25CD-F3CB7468D6AE}"/>
                </a:ext>
              </a:extLst>
            </p:cNvPr>
            <p:cNvSpPr>
              <a:spLocks noChangeShapeType="1"/>
            </p:cNvSpPr>
            <p:nvPr/>
          </p:nvSpPr>
          <p:spPr bwMode="auto">
            <a:xfrm>
              <a:off x="3046" y="1853"/>
              <a:ext cx="92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7" name="Line 18">
              <a:extLst>
                <a:ext uri="{FF2B5EF4-FFF2-40B4-BE49-F238E27FC236}">
                  <a16:creationId xmlns:a16="http://schemas.microsoft.com/office/drawing/2014/main" id="{133DD6DE-9CFE-2978-A75A-785B1710B9EA}"/>
                </a:ext>
              </a:extLst>
            </p:cNvPr>
            <p:cNvSpPr>
              <a:spLocks noChangeShapeType="1"/>
            </p:cNvSpPr>
            <p:nvPr/>
          </p:nvSpPr>
          <p:spPr bwMode="auto">
            <a:xfrm>
              <a:off x="3046" y="2090"/>
              <a:ext cx="92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8" name="Line 19">
              <a:extLst>
                <a:ext uri="{FF2B5EF4-FFF2-40B4-BE49-F238E27FC236}">
                  <a16:creationId xmlns:a16="http://schemas.microsoft.com/office/drawing/2014/main" id="{4CC03350-7F48-C101-ACB2-0B975CC334CA}"/>
                </a:ext>
              </a:extLst>
            </p:cNvPr>
            <p:cNvSpPr>
              <a:spLocks noChangeShapeType="1"/>
            </p:cNvSpPr>
            <p:nvPr/>
          </p:nvSpPr>
          <p:spPr bwMode="auto">
            <a:xfrm>
              <a:off x="3046" y="2257"/>
              <a:ext cx="92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9" name="Line 20">
              <a:extLst>
                <a:ext uri="{FF2B5EF4-FFF2-40B4-BE49-F238E27FC236}">
                  <a16:creationId xmlns:a16="http://schemas.microsoft.com/office/drawing/2014/main" id="{323880DD-3900-0AD9-BC46-5FCC21129BF8}"/>
                </a:ext>
              </a:extLst>
            </p:cNvPr>
            <p:cNvSpPr>
              <a:spLocks noChangeShapeType="1"/>
            </p:cNvSpPr>
            <p:nvPr/>
          </p:nvSpPr>
          <p:spPr bwMode="auto">
            <a:xfrm>
              <a:off x="3046" y="2695"/>
              <a:ext cx="92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0" name="Line 21">
              <a:extLst>
                <a:ext uri="{FF2B5EF4-FFF2-40B4-BE49-F238E27FC236}">
                  <a16:creationId xmlns:a16="http://schemas.microsoft.com/office/drawing/2014/main" id="{A7C9DBAD-FAFC-4D1D-0A37-F2DF388F68CD}"/>
                </a:ext>
              </a:extLst>
            </p:cNvPr>
            <p:cNvSpPr>
              <a:spLocks noChangeShapeType="1"/>
            </p:cNvSpPr>
            <p:nvPr/>
          </p:nvSpPr>
          <p:spPr bwMode="auto">
            <a:xfrm>
              <a:off x="3485" y="1730"/>
              <a:ext cx="0" cy="11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1" name="Line 22">
              <a:extLst>
                <a:ext uri="{FF2B5EF4-FFF2-40B4-BE49-F238E27FC236}">
                  <a16:creationId xmlns:a16="http://schemas.microsoft.com/office/drawing/2014/main" id="{BAC68299-06FE-148D-5558-805397673A3A}"/>
                </a:ext>
              </a:extLst>
            </p:cNvPr>
            <p:cNvSpPr>
              <a:spLocks noChangeShapeType="1"/>
            </p:cNvSpPr>
            <p:nvPr/>
          </p:nvSpPr>
          <p:spPr bwMode="auto">
            <a:xfrm flipH="1">
              <a:off x="2696" y="1226"/>
              <a:ext cx="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2" name="Line 23">
              <a:extLst>
                <a:ext uri="{FF2B5EF4-FFF2-40B4-BE49-F238E27FC236}">
                  <a16:creationId xmlns:a16="http://schemas.microsoft.com/office/drawing/2014/main" id="{A609C058-2B78-474E-3777-84DCEFED6C37}"/>
                </a:ext>
              </a:extLst>
            </p:cNvPr>
            <p:cNvSpPr>
              <a:spLocks noChangeShapeType="1"/>
            </p:cNvSpPr>
            <p:nvPr/>
          </p:nvSpPr>
          <p:spPr bwMode="auto">
            <a:xfrm>
              <a:off x="2696" y="1226"/>
              <a:ext cx="0" cy="146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3" name="Line 24">
              <a:extLst>
                <a:ext uri="{FF2B5EF4-FFF2-40B4-BE49-F238E27FC236}">
                  <a16:creationId xmlns:a16="http://schemas.microsoft.com/office/drawing/2014/main" id="{B5CB6823-4935-710C-50BE-8D90FDD46A06}"/>
                </a:ext>
              </a:extLst>
            </p:cNvPr>
            <p:cNvSpPr>
              <a:spLocks noChangeShapeType="1"/>
            </p:cNvSpPr>
            <p:nvPr/>
          </p:nvSpPr>
          <p:spPr bwMode="auto">
            <a:xfrm>
              <a:off x="2696" y="1730"/>
              <a:ext cx="350"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4" name="Line 25">
              <a:extLst>
                <a:ext uri="{FF2B5EF4-FFF2-40B4-BE49-F238E27FC236}">
                  <a16:creationId xmlns:a16="http://schemas.microsoft.com/office/drawing/2014/main" id="{862F86D1-8867-6F57-69E0-72AE586C1BD1}"/>
                </a:ext>
              </a:extLst>
            </p:cNvPr>
            <p:cNvSpPr>
              <a:spLocks noChangeShapeType="1"/>
            </p:cNvSpPr>
            <p:nvPr/>
          </p:nvSpPr>
          <p:spPr bwMode="auto">
            <a:xfrm>
              <a:off x="2696" y="1842"/>
              <a:ext cx="350"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5" name="Line 26">
              <a:extLst>
                <a:ext uri="{FF2B5EF4-FFF2-40B4-BE49-F238E27FC236}">
                  <a16:creationId xmlns:a16="http://schemas.microsoft.com/office/drawing/2014/main" id="{8FE82534-B435-C97C-7366-A0D1CE55FD62}"/>
                </a:ext>
              </a:extLst>
            </p:cNvPr>
            <p:cNvSpPr>
              <a:spLocks noChangeShapeType="1"/>
            </p:cNvSpPr>
            <p:nvPr/>
          </p:nvSpPr>
          <p:spPr bwMode="auto">
            <a:xfrm>
              <a:off x="2696" y="2090"/>
              <a:ext cx="350"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6" name="Line 27">
              <a:extLst>
                <a:ext uri="{FF2B5EF4-FFF2-40B4-BE49-F238E27FC236}">
                  <a16:creationId xmlns:a16="http://schemas.microsoft.com/office/drawing/2014/main" id="{47B5F0A7-0FE2-1974-2CE5-75568BAC6BA8}"/>
                </a:ext>
              </a:extLst>
            </p:cNvPr>
            <p:cNvSpPr>
              <a:spLocks noChangeShapeType="1"/>
            </p:cNvSpPr>
            <p:nvPr/>
          </p:nvSpPr>
          <p:spPr bwMode="auto">
            <a:xfrm>
              <a:off x="2696" y="2257"/>
              <a:ext cx="350"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7" name="Line 28">
              <a:extLst>
                <a:ext uri="{FF2B5EF4-FFF2-40B4-BE49-F238E27FC236}">
                  <a16:creationId xmlns:a16="http://schemas.microsoft.com/office/drawing/2014/main" id="{D5EEBA89-9ECE-2C7E-FE75-EC96FC5EB8F3}"/>
                </a:ext>
              </a:extLst>
            </p:cNvPr>
            <p:cNvSpPr>
              <a:spLocks noChangeShapeType="1"/>
            </p:cNvSpPr>
            <p:nvPr/>
          </p:nvSpPr>
          <p:spPr bwMode="auto">
            <a:xfrm>
              <a:off x="2696" y="2695"/>
              <a:ext cx="35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8" name="Line 29">
              <a:extLst>
                <a:ext uri="{FF2B5EF4-FFF2-40B4-BE49-F238E27FC236}">
                  <a16:creationId xmlns:a16="http://schemas.microsoft.com/office/drawing/2014/main" id="{0F74716C-F73E-BAAB-DFD8-C5EC03670494}"/>
                </a:ext>
              </a:extLst>
            </p:cNvPr>
            <p:cNvSpPr>
              <a:spLocks noChangeShapeType="1"/>
            </p:cNvSpPr>
            <p:nvPr/>
          </p:nvSpPr>
          <p:spPr bwMode="auto">
            <a:xfrm flipH="1">
              <a:off x="483" y="1192"/>
              <a:ext cx="21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9" name="Line 30">
              <a:extLst>
                <a:ext uri="{FF2B5EF4-FFF2-40B4-BE49-F238E27FC236}">
                  <a16:creationId xmlns:a16="http://schemas.microsoft.com/office/drawing/2014/main" id="{8D519B33-E63F-5929-2602-060F452AAB4D}"/>
                </a:ext>
              </a:extLst>
            </p:cNvPr>
            <p:cNvSpPr>
              <a:spLocks noChangeShapeType="1"/>
            </p:cNvSpPr>
            <p:nvPr/>
          </p:nvSpPr>
          <p:spPr bwMode="auto">
            <a:xfrm>
              <a:off x="494" y="1192"/>
              <a:ext cx="0" cy="257"/>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0" name="Line 31">
              <a:extLst>
                <a:ext uri="{FF2B5EF4-FFF2-40B4-BE49-F238E27FC236}">
                  <a16:creationId xmlns:a16="http://schemas.microsoft.com/office/drawing/2014/main" id="{640EAEF8-2064-D5CA-D352-FB9609F6E357}"/>
                </a:ext>
              </a:extLst>
            </p:cNvPr>
            <p:cNvSpPr>
              <a:spLocks noChangeShapeType="1"/>
            </p:cNvSpPr>
            <p:nvPr/>
          </p:nvSpPr>
          <p:spPr bwMode="auto">
            <a:xfrm>
              <a:off x="483" y="1686"/>
              <a:ext cx="0" cy="6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1" name="Line 32">
              <a:extLst>
                <a:ext uri="{FF2B5EF4-FFF2-40B4-BE49-F238E27FC236}">
                  <a16:creationId xmlns:a16="http://schemas.microsoft.com/office/drawing/2014/main" id="{53A9C209-C784-1747-464E-7B4F348A14A3}"/>
                </a:ext>
              </a:extLst>
            </p:cNvPr>
            <p:cNvSpPr>
              <a:spLocks noChangeShapeType="1"/>
            </p:cNvSpPr>
            <p:nvPr/>
          </p:nvSpPr>
          <p:spPr bwMode="auto">
            <a:xfrm>
              <a:off x="483" y="2307"/>
              <a:ext cx="449"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2" name="Line 33">
              <a:extLst>
                <a:ext uri="{FF2B5EF4-FFF2-40B4-BE49-F238E27FC236}">
                  <a16:creationId xmlns:a16="http://schemas.microsoft.com/office/drawing/2014/main" id="{1384E0F9-7993-70E9-4114-AA74F59F49CA}"/>
                </a:ext>
              </a:extLst>
            </p:cNvPr>
            <p:cNvSpPr>
              <a:spLocks noChangeShapeType="1"/>
            </p:cNvSpPr>
            <p:nvPr/>
          </p:nvSpPr>
          <p:spPr bwMode="auto">
            <a:xfrm flipH="1">
              <a:off x="614" y="1551"/>
              <a:ext cx="2082"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3" name="Text Box 34">
              <a:extLst>
                <a:ext uri="{FF2B5EF4-FFF2-40B4-BE49-F238E27FC236}">
                  <a16:creationId xmlns:a16="http://schemas.microsoft.com/office/drawing/2014/main" id="{12566434-059B-ED01-755E-FAB5EF8AA8BA}"/>
                </a:ext>
              </a:extLst>
            </p:cNvPr>
            <p:cNvSpPr txBox="1">
              <a:spLocks noChangeArrowheads="1"/>
            </p:cNvSpPr>
            <p:nvPr/>
          </p:nvSpPr>
          <p:spPr bwMode="auto">
            <a:xfrm>
              <a:off x="670" y="1327"/>
              <a:ext cx="1840"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仅在联想映像不匹配时进行</a:t>
              </a:r>
            </a:p>
          </p:txBody>
        </p:sp>
        <p:sp>
          <p:nvSpPr>
            <p:cNvPr id="34" name="Text Box 35">
              <a:extLst>
                <a:ext uri="{FF2B5EF4-FFF2-40B4-BE49-F238E27FC236}">
                  <a16:creationId xmlns:a16="http://schemas.microsoft.com/office/drawing/2014/main" id="{DAD2A3AB-D6C5-6BEA-C052-8D7139DD6540}"/>
                </a:ext>
              </a:extLst>
            </p:cNvPr>
            <p:cNvSpPr txBox="1">
              <a:spLocks noChangeArrowheads="1"/>
            </p:cNvSpPr>
            <p:nvPr/>
          </p:nvSpPr>
          <p:spPr bwMode="auto">
            <a:xfrm>
              <a:off x="1123" y="1518"/>
              <a:ext cx="527"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页号</a:t>
              </a:r>
            </a:p>
          </p:txBody>
        </p:sp>
        <p:sp>
          <p:nvSpPr>
            <p:cNvPr id="35" name="Text Box 36">
              <a:extLst>
                <a:ext uri="{FF2B5EF4-FFF2-40B4-BE49-F238E27FC236}">
                  <a16:creationId xmlns:a16="http://schemas.microsoft.com/office/drawing/2014/main" id="{739C2D19-BB7D-D1EA-D3B1-26F6152F7B9E}"/>
                </a:ext>
              </a:extLst>
            </p:cNvPr>
            <p:cNvSpPr txBox="1">
              <a:spLocks noChangeArrowheads="1"/>
            </p:cNvSpPr>
            <p:nvPr/>
          </p:nvSpPr>
          <p:spPr bwMode="auto">
            <a:xfrm>
              <a:off x="3101" y="3144"/>
              <a:ext cx="2027" cy="326"/>
            </a:xfrm>
            <a:prstGeom prst="rect">
              <a:avLst/>
            </a:prstGeom>
            <a:solidFill>
              <a:srgbClr val="FFFF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        b                           w</a:t>
              </a:r>
            </a:p>
          </p:txBody>
        </p:sp>
        <p:sp>
          <p:nvSpPr>
            <p:cNvPr id="36" name="Line 37">
              <a:extLst>
                <a:ext uri="{FF2B5EF4-FFF2-40B4-BE49-F238E27FC236}">
                  <a16:creationId xmlns:a16="http://schemas.microsoft.com/office/drawing/2014/main" id="{005B5B4F-BF52-1526-3097-0962B104258C}"/>
                </a:ext>
              </a:extLst>
            </p:cNvPr>
            <p:cNvSpPr>
              <a:spLocks noChangeShapeType="1"/>
            </p:cNvSpPr>
            <p:nvPr/>
          </p:nvSpPr>
          <p:spPr bwMode="auto">
            <a:xfrm>
              <a:off x="3791" y="3144"/>
              <a:ext cx="0" cy="3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7" name="Line 38">
              <a:extLst>
                <a:ext uri="{FF2B5EF4-FFF2-40B4-BE49-F238E27FC236}">
                  <a16:creationId xmlns:a16="http://schemas.microsoft.com/office/drawing/2014/main" id="{BCA5058D-406A-BF29-74FD-9EF3688FE712}"/>
                </a:ext>
              </a:extLst>
            </p:cNvPr>
            <p:cNvSpPr>
              <a:spLocks noChangeShapeType="1"/>
            </p:cNvSpPr>
            <p:nvPr/>
          </p:nvSpPr>
          <p:spPr bwMode="auto">
            <a:xfrm>
              <a:off x="3967" y="2167"/>
              <a:ext cx="28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8" name="Line 39">
              <a:extLst>
                <a:ext uri="{FF2B5EF4-FFF2-40B4-BE49-F238E27FC236}">
                  <a16:creationId xmlns:a16="http://schemas.microsoft.com/office/drawing/2014/main" id="{0221FEB5-ED88-2219-FD59-B9863364A343}"/>
                </a:ext>
              </a:extLst>
            </p:cNvPr>
            <p:cNvSpPr>
              <a:spLocks noChangeShapeType="1"/>
            </p:cNvSpPr>
            <p:nvPr/>
          </p:nvSpPr>
          <p:spPr bwMode="auto">
            <a:xfrm>
              <a:off x="3485" y="2964"/>
              <a:ext cx="76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9" name="Line 40">
              <a:extLst>
                <a:ext uri="{FF2B5EF4-FFF2-40B4-BE49-F238E27FC236}">
                  <a16:creationId xmlns:a16="http://schemas.microsoft.com/office/drawing/2014/main" id="{7B58401A-3719-99B9-2203-B27FEF95C549}"/>
                </a:ext>
              </a:extLst>
            </p:cNvPr>
            <p:cNvSpPr>
              <a:spLocks noChangeShapeType="1"/>
            </p:cNvSpPr>
            <p:nvPr/>
          </p:nvSpPr>
          <p:spPr bwMode="auto">
            <a:xfrm>
              <a:off x="3485" y="2964"/>
              <a:ext cx="0" cy="18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0" name="Line 41">
              <a:extLst>
                <a:ext uri="{FF2B5EF4-FFF2-40B4-BE49-F238E27FC236}">
                  <a16:creationId xmlns:a16="http://schemas.microsoft.com/office/drawing/2014/main" id="{D768A12E-5634-9BEF-FDC0-5DFF505BE9AC}"/>
                </a:ext>
              </a:extLst>
            </p:cNvPr>
            <p:cNvSpPr>
              <a:spLocks noChangeShapeType="1"/>
            </p:cNvSpPr>
            <p:nvPr/>
          </p:nvSpPr>
          <p:spPr bwMode="auto">
            <a:xfrm>
              <a:off x="4241" y="2167"/>
              <a:ext cx="0" cy="7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1" name="Line 42">
              <a:extLst>
                <a:ext uri="{FF2B5EF4-FFF2-40B4-BE49-F238E27FC236}">
                  <a16:creationId xmlns:a16="http://schemas.microsoft.com/office/drawing/2014/main" id="{072DE823-8DEF-C3FB-AF37-5EE2DDD6AE22}"/>
                </a:ext>
              </a:extLst>
            </p:cNvPr>
            <p:cNvSpPr>
              <a:spLocks noChangeShapeType="1"/>
            </p:cNvSpPr>
            <p:nvPr/>
          </p:nvSpPr>
          <p:spPr bwMode="auto">
            <a:xfrm>
              <a:off x="4744" y="1427"/>
              <a:ext cx="0" cy="169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2" name="Text Box 43">
              <a:extLst>
                <a:ext uri="{FF2B5EF4-FFF2-40B4-BE49-F238E27FC236}">
                  <a16:creationId xmlns:a16="http://schemas.microsoft.com/office/drawing/2014/main" id="{6D1D1BFE-DBBE-AFD7-2C0C-3CA96F2D657B}"/>
                </a:ext>
              </a:extLst>
            </p:cNvPr>
            <p:cNvSpPr txBox="1">
              <a:spLocks noChangeArrowheads="1"/>
            </p:cNvSpPr>
            <p:nvPr/>
          </p:nvSpPr>
          <p:spPr bwMode="auto">
            <a:xfrm>
              <a:off x="2346" y="1656"/>
              <a:ext cx="257" cy="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首</a:t>
              </a:r>
            </a:p>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先</a:t>
              </a:r>
            </a:p>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选</a:t>
              </a:r>
            </a:p>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择</a:t>
              </a:r>
            </a:p>
            <a:p>
              <a:pPr eaLnBrk="1" hangingPunct="1">
                <a:lnSpc>
                  <a:spcPct val="100000"/>
                </a:lnSpc>
                <a:spcBef>
                  <a:spcPct val="0"/>
                </a:spcBef>
                <a:buClrTx/>
                <a:buSzTx/>
                <a:buFontTx/>
                <a:buNone/>
              </a:pPr>
              <a:endParaRPr kumimoji="1" lang="en-US" altLang="zh-CN" sz="1600" b="1">
                <a:solidFill>
                  <a:schemeClr val="tx1"/>
                </a:solidFill>
                <a:latin typeface="Times New Roman" panose="02020603050405020304" pitchFamily="18" charset="0"/>
              </a:endParaRPr>
            </a:p>
          </p:txBody>
        </p:sp>
        <p:sp>
          <p:nvSpPr>
            <p:cNvPr id="43" name="Text Box 44">
              <a:extLst>
                <a:ext uri="{FF2B5EF4-FFF2-40B4-BE49-F238E27FC236}">
                  <a16:creationId xmlns:a16="http://schemas.microsoft.com/office/drawing/2014/main" id="{258BEF50-D0B8-0D4A-C24E-3AD5562D9D8F}"/>
                </a:ext>
              </a:extLst>
            </p:cNvPr>
            <p:cNvSpPr txBox="1">
              <a:spLocks noChangeArrowheads="1"/>
            </p:cNvSpPr>
            <p:nvPr/>
          </p:nvSpPr>
          <p:spPr bwMode="auto">
            <a:xfrm>
              <a:off x="3055" y="1495"/>
              <a:ext cx="86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联想存储器</a:t>
              </a:r>
            </a:p>
          </p:txBody>
        </p:sp>
        <p:sp>
          <p:nvSpPr>
            <p:cNvPr id="44" name="Text Box 45">
              <a:extLst>
                <a:ext uri="{FF2B5EF4-FFF2-40B4-BE49-F238E27FC236}">
                  <a16:creationId xmlns:a16="http://schemas.microsoft.com/office/drawing/2014/main" id="{C5401B32-4110-ADBE-748E-0F3C599A11CA}"/>
                </a:ext>
              </a:extLst>
            </p:cNvPr>
            <p:cNvSpPr txBox="1">
              <a:spLocks noChangeArrowheads="1"/>
            </p:cNvSpPr>
            <p:nvPr/>
          </p:nvSpPr>
          <p:spPr bwMode="auto">
            <a:xfrm>
              <a:off x="746" y="3188"/>
              <a:ext cx="1402"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所有页表在主存中</a:t>
              </a:r>
            </a:p>
          </p:txBody>
        </p:sp>
        <p:sp>
          <p:nvSpPr>
            <p:cNvPr id="45" name="Text Box 46">
              <a:extLst>
                <a:ext uri="{FF2B5EF4-FFF2-40B4-BE49-F238E27FC236}">
                  <a16:creationId xmlns:a16="http://schemas.microsoft.com/office/drawing/2014/main" id="{B5B76D55-A91A-5AEE-D953-B0CA37408222}"/>
                </a:ext>
              </a:extLst>
            </p:cNvPr>
            <p:cNvSpPr txBox="1">
              <a:spLocks noChangeArrowheads="1"/>
            </p:cNvSpPr>
            <p:nvPr/>
          </p:nvSpPr>
          <p:spPr bwMode="auto">
            <a:xfrm>
              <a:off x="3485" y="3525"/>
              <a:ext cx="876" cy="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物理地址</a:t>
              </a:r>
            </a:p>
          </p:txBody>
        </p:sp>
        <p:sp>
          <p:nvSpPr>
            <p:cNvPr id="46" name="Line 47">
              <a:extLst>
                <a:ext uri="{FF2B5EF4-FFF2-40B4-BE49-F238E27FC236}">
                  <a16:creationId xmlns:a16="http://schemas.microsoft.com/office/drawing/2014/main" id="{D1031091-8D99-1E8E-9937-43020E74B38F}"/>
                </a:ext>
              </a:extLst>
            </p:cNvPr>
            <p:cNvSpPr>
              <a:spLocks noChangeShapeType="1"/>
            </p:cNvSpPr>
            <p:nvPr/>
          </p:nvSpPr>
          <p:spPr bwMode="auto">
            <a:xfrm>
              <a:off x="3046" y="2257"/>
              <a:ext cx="92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7" name="Text Box 48">
              <a:extLst>
                <a:ext uri="{FF2B5EF4-FFF2-40B4-BE49-F238E27FC236}">
                  <a16:creationId xmlns:a16="http://schemas.microsoft.com/office/drawing/2014/main" id="{284BC68D-A5F2-1A0A-645B-5D00A489083E}"/>
                </a:ext>
              </a:extLst>
            </p:cNvPr>
            <p:cNvSpPr txBox="1">
              <a:spLocks noChangeArrowheads="1"/>
            </p:cNvSpPr>
            <p:nvPr/>
          </p:nvSpPr>
          <p:spPr bwMode="auto">
            <a:xfrm>
              <a:off x="3198" y="2026"/>
              <a:ext cx="264"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p</a:t>
              </a:r>
            </a:p>
          </p:txBody>
        </p:sp>
        <p:sp>
          <p:nvSpPr>
            <p:cNvPr id="48" name="Text Box 49">
              <a:extLst>
                <a:ext uri="{FF2B5EF4-FFF2-40B4-BE49-F238E27FC236}">
                  <a16:creationId xmlns:a16="http://schemas.microsoft.com/office/drawing/2014/main" id="{8610B3F4-D961-42A9-12C4-6B76332E5E1F}"/>
                </a:ext>
              </a:extLst>
            </p:cNvPr>
            <p:cNvSpPr txBox="1">
              <a:spLocks noChangeArrowheads="1"/>
            </p:cNvSpPr>
            <p:nvPr/>
          </p:nvSpPr>
          <p:spPr bwMode="auto">
            <a:xfrm>
              <a:off x="3625" y="2060"/>
              <a:ext cx="264"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b</a:t>
              </a:r>
            </a:p>
          </p:txBody>
        </p:sp>
        <p:sp>
          <p:nvSpPr>
            <p:cNvPr id="49" name="Text Box 50">
              <a:extLst>
                <a:ext uri="{FF2B5EF4-FFF2-40B4-BE49-F238E27FC236}">
                  <a16:creationId xmlns:a16="http://schemas.microsoft.com/office/drawing/2014/main" id="{929D74A7-317B-55A2-7874-E55D575EEE93}"/>
                </a:ext>
              </a:extLst>
            </p:cNvPr>
            <p:cNvSpPr txBox="1">
              <a:spLocks noChangeArrowheads="1"/>
            </p:cNvSpPr>
            <p:nvPr/>
          </p:nvSpPr>
          <p:spPr bwMode="auto">
            <a:xfrm>
              <a:off x="3579" y="2334"/>
              <a:ext cx="263"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宋体" panose="02010600030101010101" pitchFamily="2" charset="-122"/>
                </a:rPr>
                <a:t>┇</a:t>
              </a:r>
            </a:p>
          </p:txBody>
        </p:sp>
        <p:sp>
          <p:nvSpPr>
            <p:cNvPr id="50" name="Text Box 51">
              <a:extLst>
                <a:ext uri="{FF2B5EF4-FFF2-40B4-BE49-F238E27FC236}">
                  <a16:creationId xmlns:a16="http://schemas.microsoft.com/office/drawing/2014/main" id="{9C7ED60F-D55D-D017-3AFE-457FAA5C7216}"/>
                </a:ext>
              </a:extLst>
            </p:cNvPr>
            <p:cNvSpPr txBox="1">
              <a:spLocks noChangeArrowheads="1"/>
            </p:cNvSpPr>
            <p:nvPr/>
          </p:nvSpPr>
          <p:spPr bwMode="auto">
            <a:xfrm>
              <a:off x="2757" y="1853"/>
              <a:ext cx="263"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宋体" panose="02010600030101010101" pitchFamily="2" charset="-122"/>
                </a:rPr>
                <a:t>┇</a:t>
              </a:r>
            </a:p>
          </p:txBody>
        </p:sp>
        <p:sp>
          <p:nvSpPr>
            <p:cNvPr id="51" name="Text Box 52">
              <a:extLst>
                <a:ext uri="{FF2B5EF4-FFF2-40B4-BE49-F238E27FC236}">
                  <a16:creationId xmlns:a16="http://schemas.microsoft.com/office/drawing/2014/main" id="{428B8791-C46F-8E1E-5B7D-2D814D2AC0E1}"/>
                </a:ext>
              </a:extLst>
            </p:cNvPr>
            <p:cNvSpPr txBox="1">
              <a:spLocks noChangeArrowheads="1"/>
            </p:cNvSpPr>
            <p:nvPr/>
          </p:nvSpPr>
          <p:spPr bwMode="auto">
            <a:xfrm>
              <a:off x="2765" y="2313"/>
              <a:ext cx="263"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宋体" panose="02010600030101010101" pitchFamily="2" charset="-122"/>
                </a:rPr>
                <a:t>┇</a:t>
              </a:r>
            </a:p>
          </p:txBody>
        </p:sp>
        <p:sp>
          <p:nvSpPr>
            <p:cNvPr id="52" name="Text Box 53">
              <a:extLst>
                <a:ext uri="{FF2B5EF4-FFF2-40B4-BE49-F238E27FC236}">
                  <a16:creationId xmlns:a16="http://schemas.microsoft.com/office/drawing/2014/main" id="{2F65099E-5281-1590-4023-D9B1B9F49BD7}"/>
                </a:ext>
              </a:extLst>
            </p:cNvPr>
            <p:cNvSpPr txBox="1">
              <a:spLocks noChangeArrowheads="1"/>
            </p:cNvSpPr>
            <p:nvPr/>
          </p:nvSpPr>
          <p:spPr bwMode="auto">
            <a:xfrm>
              <a:off x="3149" y="1856"/>
              <a:ext cx="263"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宋体" panose="02010600030101010101" pitchFamily="2" charset="-122"/>
                </a:rPr>
                <a:t>┇</a:t>
              </a:r>
            </a:p>
          </p:txBody>
        </p:sp>
        <p:sp>
          <p:nvSpPr>
            <p:cNvPr id="53" name="Text Box 54">
              <a:extLst>
                <a:ext uri="{FF2B5EF4-FFF2-40B4-BE49-F238E27FC236}">
                  <a16:creationId xmlns:a16="http://schemas.microsoft.com/office/drawing/2014/main" id="{7566D320-781A-820A-31FD-B373E3E2364F}"/>
                </a:ext>
              </a:extLst>
            </p:cNvPr>
            <p:cNvSpPr txBox="1">
              <a:spLocks noChangeArrowheads="1"/>
            </p:cNvSpPr>
            <p:nvPr/>
          </p:nvSpPr>
          <p:spPr bwMode="auto">
            <a:xfrm>
              <a:off x="3569" y="1850"/>
              <a:ext cx="265"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宋体" panose="02010600030101010101" pitchFamily="2" charset="-122"/>
                </a:rPr>
                <a:t>┇</a:t>
              </a:r>
            </a:p>
          </p:txBody>
        </p:sp>
        <p:sp>
          <p:nvSpPr>
            <p:cNvPr id="54" name="Text Box 55">
              <a:extLst>
                <a:ext uri="{FF2B5EF4-FFF2-40B4-BE49-F238E27FC236}">
                  <a16:creationId xmlns:a16="http://schemas.microsoft.com/office/drawing/2014/main" id="{A04ACB97-4B0B-737D-439D-A09515672953}"/>
                </a:ext>
              </a:extLst>
            </p:cNvPr>
            <p:cNvSpPr txBox="1">
              <a:spLocks noChangeArrowheads="1"/>
            </p:cNvSpPr>
            <p:nvPr/>
          </p:nvSpPr>
          <p:spPr bwMode="auto">
            <a:xfrm>
              <a:off x="3143" y="2334"/>
              <a:ext cx="263"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宋体" panose="02010600030101010101" pitchFamily="2" charset="-122"/>
                </a:rPr>
                <a:t>┇</a:t>
              </a:r>
            </a:p>
          </p:txBody>
        </p:sp>
        <p:sp>
          <p:nvSpPr>
            <p:cNvPr id="55" name="Text Box 56">
              <a:extLst>
                <a:ext uri="{FF2B5EF4-FFF2-40B4-BE49-F238E27FC236}">
                  <a16:creationId xmlns:a16="http://schemas.microsoft.com/office/drawing/2014/main" id="{5986D3D1-4954-69DB-97C2-E8216F1800F2}"/>
                </a:ext>
              </a:extLst>
            </p:cNvPr>
            <p:cNvSpPr txBox="1">
              <a:spLocks noChangeArrowheads="1"/>
            </p:cNvSpPr>
            <p:nvPr/>
          </p:nvSpPr>
          <p:spPr bwMode="auto">
            <a:xfrm>
              <a:off x="1169" y="2279"/>
              <a:ext cx="263"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b</a:t>
              </a:r>
            </a:p>
          </p:txBody>
        </p:sp>
        <p:sp>
          <p:nvSpPr>
            <p:cNvPr id="56" name="Text Box 57">
              <a:extLst>
                <a:ext uri="{FF2B5EF4-FFF2-40B4-BE49-F238E27FC236}">
                  <a16:creationId xmlns:a16="http://schemas.microsoft.com/office/drawing/2014/main" id="{F71E89F4-02FE-D08A-3023-F7E3E15B567E}"/>
                </a:ext>
              </a:extLst>
            </p:cNvPr>
            <p:cNvSpPr txBox="1">
              <a:spLocks noChangeArrowheads="1"/>
            </p:cNvSpPr>
            <p:nvPr/>
          </p:nvSpPr>
          <p:spPr bwMode="auto">
            <a:xfrm>
              <a:off x="638" y="2133"/>
              <a:ext cx="440"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a+p</a:t>
              </a:r>
            </a:p>
          </p:txBody>
        </p:sp>
        <p:sp>
          <p:nvSpPr>
            <p:cNvPr id="57" name="Text Box 58">
              <a:extLst>
                <a:ext uri="{FF2B5EF4-FFF2-40B4-BE49-F238E27FC236}">
                  <a16:creationId xmlns:a16="http://schemas.microsoft.com/office/drawing/2014/main" id="{B97FA230-5C32-440D-3FF3-5CA78EDB7F28}"/>
                </a:ext>
              </a:extLst>
            </p:cNvPr>
            <p:cNvSpPr txBox="1">
              <a:spLocks noChangeArrowheads="1"/>
            </p:cNvSpPr>
            <p:nvPr/>
          </p:nvSpPr>
          <p:spPr bwMode="auto">
            <a:xfrm>
              <a:off x="785" y="1961"/>
              <a:ext cx="263"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a</a:t>
              </a:r>
            </a:p>
          </p:txBody>
        </p:sp>
      </p:grpSp>
      <p:sp>
        <p:nvSpPr>
          <p:cNvPr id="58" name="Text Box 62">
            <a:extLst>
              <a:ext uri="{FF2B5EF4-FFF2-40B4-BE49-F238E27FC236}">
                <a16:creationId xmlns:a16="http://schemas.microsoft.com/office/drawing/2014/main" id="{C65F8F9C-A800-A14F-8EF3-D7BD199F503D}"/>
              </a:ext>
            </a:extLst>
          </p:cNvPr>
          <p:cNvSpPr txBox="1">
            <a:spLocks noChangeArrowheads="1"/>
          </p:cNvSpPr>
          <p:nvPr/>
        </p:nvSpPr>
        <p:spPr bwMode="auto">
          <a:xfrm>
            <a:off x="4261643" y="6206685"/>
            <a:ext cx="4421188"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dirty="0">
                <a:solidFill>
                  <a:schemeClr val="tx1"/>
                </a:solidFill>
                <a:latin typeface="Times New Roman" panose="02020603050405020304" pitchFamily="18" charset="0"/>
              </a:rPr>
              <a:t>联想寄存器和主存页表相结合的分页地址变换</a:t>
            </a:r>
          </a:p>
        </p:txBody>
      </p:sp>
    </p:spTree>
    <p:extLst>
      <p:ext uri="{BB962C8B-B14F-4D97-AF65-F5344CB8AC3E}">
        <p14:creationId xmlns:p14="http://schemas.microsoft.com/office/powerpoint/2010/main" val="35929710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3">
            <a:extLst>
              <a:ext uri="{FF2B5EF4-FFF2-40B4-BE49-F238E27FC236}">
                <a16:creationId xmlns:a16="http://schemas.microsoft.com/office/drawing/2014/main" id="{C29B7250-FB5F-5DA8-26F4-C0902D22A400}"/>
              </a:ext>
            </a:extLst>
          </p:cNvPr>
          <p:cNvSpPr>
            <a:spLocks noChangeArrowheads="1"/>
          </p:cNvSpPr>
          <p:nvPr/>
        </p:nvSpPr>
        <p:spPr bwMode="auto">
          <a:xfrm>
            <a:off x="487822" y="830079"/>
            <a:ext cx="8810625" cy="2346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3.  </a:t>
            </a:r>
            <a:r>
              <a:rPr lang="zh-CN" altLang="en-US" sz="2800" b="1" dirty="0">
                <a:solidFill>
                  <a:srgbClr val="335F90"/>
                </a:solidFill>
                <a:latin typeface="Times New Roman" panose="02020603050405020304" pitchFamily="18" charset="0"/>
              </a:rPr>
              <a:t>请调页面的机制</a:t>
            </a:r>
          </a:p>
          <a:p>
            <a:pPr marL="0" indent="0" algn="just">
              <a:lnSpc>
                <a:spcPct val="150000"/>
              </a:lnSpc>
              <a:spcBef>
                <a:spcPct val="20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两种页式系统</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       ①</a:t>
            </a:r>
            <a:r>
              <a:rPr lang="zh-CN" altLang="en-US" sz="2400" dirty="0">
                <a:solidFill>
                  <a:srgbClr val="000099"/>
                </a:solidFill>
                <a:effectLst/>
                <a:latin typeface="宋体" panose="02010600030101010101" pitchFamily="2" charset="-122"/>
              </a:rPr>
              <a:t> </a:t>
            </a:r>
            <a:r>
              <a:rPr lang="zh-CN" altLang="en-US" sz="2400" dirty="0">
                <a:solidFill>
                  <a:srgbClr val="000099"/>
                </a:solidFill>
                <a:effectLst/>
                <a:latin typeface="Times New Roman" panose="02020603050405020304" pitchFamily="18" charset="0"/>
              </a:rPr>
              <a:t>简单页式系统</a:t>
            </a:r>
            <a:r>
              <a:rPr lang="zh-CN" altLang="en-US" sz="2800" b="0" dirty="0">
                <a:solidFill>
                  <a:schemeClr val="tx1"/>
                </a:solidFill>
                <a:latin typeface="Times New Roman" panose="02020603050405020304" pitchFamily="18" charset="0"/>
              </a:rPr>
              <a:t>：</a:t>
            </a:r>
            <a:r>
              <a:rPr lang="zh-CN" altLang="en-US" sz="2400" b="0" dirty="0">
                <a:solidFill>
                  <a:schemeClr val="tx1"/>
                </a:solidFill>
                <a:effectLst/>
                <a:latin typeface="Times New Roman" panose="02020603050405020304" pitchFamily="18" charset="0"/>
              </a:rPr>
              <a:t>装入一个程序的全部页面才能投入运行。</a:t>
            </a:r>
            <a:r>
              <a:rPr lang="zh-CN" altLang="en-US" sz="2800" b="0" dirty="0">
                <a:solidFill>
                  <a:schemeClr val="tx1"/>
                </a:solidFill>
                <a:effectLst/>
                <a:latin typeface="Times New Roman" panose="02020603050405020304" pitchFamily="18" charset="0"/>
              </a:rPr>
              <a:t>       </a:t>
            </a:r>
            <a:r>
              <a:rPr lang="zh-CN" altLang="en-US" sz="2400" dirty="0">
                <a:solidFill>
                  <a:srgbClr val="000099"/>
                </a:solidFill>
                <a:effectLst/>
                <a:latin typeface="Times New Roman" panose="02020603050405020304" pitchFamily="18" charset="0"/>
              </a:rPr>
              <a:t>②</a:t>
            </a:r>
            <a:r>
              <a:rPr lang="zh-CN" altLang="en-US" sz="2400" dirty="0">
                <a:solidFill>
                  <a:srgbClr val="000099"/>
                </a:solidFill>
                <a:effectLst/>
                <a:latin typeface="宋体" panose="02010600030101010101" pitchFamily="2" charset="-122"/>
              </a:rPr>
              <a:t> </a:t>
            </a:r>
            <a:r>
              <a:rPr lang="zh-CN" altLang="en-US" sz="2400" dirty="0">
                <a:solidFill>
                  <a:srgbClr val="000099"/>
                </a:solidFill>
                <a:effectLst/>
                <a:latin typeface="Times New Roman" panose="02020603050405020304" pitchFamily="18" charset="0"/>
              </a:rPr>
              <a:t>请求页式系统： </a:t>
            </a:r>
            <a:r>
              <a:rPr lang="zh-CN" altLang="en-US" sz="2400" b="0" dirty="0">
                <a:solidFill>
                  <a:schemeClr val="tx1"/>
                </a:solidFill>
                <a:effectLst/>
                <a:latin typeface="Times New Roman" panose="02020603050405020304" pitchFamily="18" charset="0"/>
              </a:rPr>
              <a:t>装入一个程序的部分页面即可投入运行。     </a:t>
            </a:r>
          </a:p>
        </p:txBody>
      </p:sp>
      <p:sp>
        <p:nvSpPr>
          <p:cNvPr id="4" name="Rectangle 21">
            <a:extLst>
              <a:ext uri="{FF2B5EF4-FFF2-40B4-BE49-F238E27FC236}">
                <a16:creationId xmlns:a16="http://schemas.microsoft.com/office/drawing/2014/main" id="{E9FA3F34-94AB-0858-A43F-325CD7A557A5}"/>
              </a:ext>
            </a:extLst>
          </p:cNvPr>
          <p:cNvSpPr>
            <a:spLocks noChangeArrowheads="1"/>
          </p:cNvSpPr>
          <p:nvPr/>
        </p:nvSpPr>
        <p:spPr bwMode="auto">
          <a:xfrm>
            <a:off x="818430" y="3069884"/>
            <a:ext cx="5762625" cy="497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eaLnBrk="1" hangingPunct="1">
              <a:lnSpc>
                <a:spcPct val="120000"/>
              </a:lnSpc>
              <a:spcBef>
                <a:spcPct val="20000"/>
              </a:spcBef>
              <a:buClr>
                <a:schemeClr val="tx2"/>
              </a:buClr>
              <a:buSzPct val="95000"/>
              <a:buFont typeface="Wingdings" panose="05000000000000000000" pitchFamily="2" charset="2"/>
              <a:buNone/>
              <a:defRPr/>
            </a:pPr>
            <a:r>
              <a:rPr lang="en-US" altLang="zh-CN" sz="2400" b="1" dirty="0">
                <a:solidFill>
                  <a:schemeClr val="tx1"/>
                </a:solidFill>
                <a:effectLst/>
                <a:latin typeface="Times New Roman" panose="02020603050405020304" pitchFamily="18" charset="0"/>
              </a:rPr>
              <a:t>   </a:t>
            </a:r>
            <a:r>
              <a:rPr lang="zh-CN" altLang="en-US" sz="2400" b="1" dirty="0">
                <a:solidFill>
                  <a:schemeClr val="tx1"/>
                </a:solidFill>
                <a:effectLst/>
                <a:latin typeface="Times New Roman" panose="02020603050405020304" pitchFamily="18" charset="0"/>
              </a:rPr>
              <a:t>请求页式系统需解决的问题</a:t>
            </a:r>
            <a:r>
              <a:rPr lang="zh-CN" altLang="en-US" sz="2000" b="1" dirty="0">
                <a:solidFill>
                  <a:srgbClr val="CC3300"/>
                </a:solidFill>
                <a:effectLst/>
                <a:latin typeface="Times New Roman" panose="02020603050405020304" pitchFamily="18" charset="0"/>
              </a:rPr>
              <a:t>     </a:t>
            </a:r>
          </a:p>
        </p:txBody>
      </p:sp>
      <p:sp>
        <p:nvSpPr>
          <p:cNvPr id="5" name="Rectangle 22">
            <a:extLst>
              <a:ext uri="{FF2B5EF4-FFF2-40B4-BE49-F238E27FC236}">
                <a16:creationId xmlns:a16="http://schemas.microsoft.com/office/drawing/2014/main" id="{3A54BDD6-79FE-056F-A8C7-E27A095C60C7}"/>
              </a:ext>
            </a:extLst>
          </p:cNvPr>
          <p:cNvSpPr>
            <a:spLocks noChangeArrowheads="1"/>
          </p:cNvSpPr>
          <p:nvPr/>
        </p:nvSpPr>
        <p:spPr bwMode="auto">
          <a:xfrm>
            <a:off x="1106444" y="3460658"/>
            <a:ext cx="5980112"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ct val="20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扩充页表功能     </a:t>
            </a:r>
          </a:p>
        </p:txBody>
      </p:sp>
      <p:grpSp>
        <p:nvGrpSpPr>
          <p:cNvPr id="6" name="Group 23">
            <a:extLst>
              <a:ext uri="{FF2B5EF4-FFF2-40B4-BE49-F238E27FC236}">
                <a16:creationId xmlns:a16="http://schemas.microsoft.com/office/drawing/2014/main" id="{4320513C-D645-05B1-05E8-6097EB9984A1}"/>
              </a:ext>
            </a:extLst>
          </p:cNvPr>
          <p:cNvGrpSpPr>
            <a:grpSpLocks/>
          </p:cNvGrpSpPr>
          <p:nvPr/>
        </p:nvGrpSpPr>
        <p:grpSpPr bwMode="auto">
          <a:xfrm>
            <a:off x="1466720" y="4257304"/>
            <a:ext cx="4884738" cy="439737"/>
            <a:chOff x="1008" y="816"/>
            <a:chExt cx="3360" cy="432"/>
          </a:xfrm>
        </p:grpSpPr>
        <p:sp>
          <p:nvSpPr>
            <p:cNvPr id="7" name="Text Box 24">
              <a:extLst>
                <a:ext uri="{FF2B5EF4-FFF2-40B4-BE49-F238E27FC236}">
                  <a16:creationId xmlns:a16="http://schemas.microsoft.com/office/drawing/2014/main" id="{B8DFF571-ECF4-277E-0445-B18F52A2CA47}"/>
                </a:ext>
              </a:extLst>
            </p:cNvPr>
            <p:cNvSpPr txBox="1">
              <a:spLocks noChangeArrowheads="1"/>
            </p:cNvSpPr>
            <p:nvPr/>
          </p:nvSpPr>
          <p:spPr bwMode="auto">
            <a:xfrm>
              <a:off x="1008" y="816"/>
              <a:ext cx="3360" cy="414"/>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30000"/>
                </a:lnSpc>
                <a:buClrTx/>
                <a:buSzTx/>
                <a:buFontTx/>
                <a:buNone/>
              </a:pPr>
              <a:r>
                <a:rPr kumimoji="1" lang="en-US" altLang="zh-CN" sz="1600" b="1" dirty="0">
                  <a:solidFill>
                    <a:schemeClr val="tx1"/>
                  </a:solidFill>
                  <a:latin typeface="Times New Roman" panose="02020603050405020304" pitchFamily="18" charset="0"/>
                </a:rPr>
                <a:t>    </a:t>
              </a:r>
              <a:r>
                <a:rPr kumimoji="1" lang="zh-CN" altLang="en-US" sz="1600" b="1" dirty="0">
                  <a:solidFill>
                    <a:schemeClr val="tx1"/>
                  </a:solidFill>
                  <a:latin typeface="Times New Roman" panose="02020603050405020304" pitchFamily="18" charset="0"/>
                </a:rPr>
                <a:t>页号          主存块号          中断位            辅存地址</a:t>
              </a:r>
            </a:p>
          </p:txBody>
        </p:sp>
        <p:sp>
          <p:nvSpPr>
            <p:cNvPr id="8" name="Line 25">
              <a:extLst>
                <a:ext uri="{FF2B5EF4-FFF2-40B4-BE49-F238E27FC236}">
                  <a16:creationId xmlns:a16="http://schemas.microsoft.com/office/drawing/2014/main" id="{2D3C3E99-9A4E-B3DB-DCD5-A81E15780D65}"/>
                </a:ext>
              </a:extLst>
            </p:cNvPr>
            <p:cNvSpPr>
              <a:spLocks noChangeShapeType="1"/>
            </p:cNvSpPr>
            <p:nvPr/>
          </p:nvSpPr>
          <p:spPr bwMode="auto">
            <a:xfrm>
              <a:off x="1728" y="816"/>
              <a:ext cx="0" cy="43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9" name="Line 26">
              <a:extLst>
                <a:ext uri="{FF2B5EF4-FFF2-40B4-BE49-F238E27FC236}">
                  <a16:creationId xmlns:a16="http://schemas.microsoft.com/office/drawing/2014/main" id="{AABA4B22-658A-3722-312B-E63155AECEEF}"/>
                </a:ext>
              </a:extLst>
            </p:cNvPr>
            <p:cNvSpPr>
              <a:spLocks noChangeShapeType="1"/>
            </p:cNvSpPr>
            <p:nvPr/>
          </p:nvSpPr>
          <p:spPr bwMode="auto">
            <a:xfrm>
              <a:off x="2544" y="816"/>
              <a:ext cx="0" cy="43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0" name="Line 27">
              <a:extLst>
                <a:ext uri="{FF2B5EF4-FFF2-40B4-BE49-F238E27FC236}">
                  <a16:creationId xmlns:a16="http://schemas.microsoft.com/office/drawing/2014/main" id="{6BB824F3-E963-51DF-843E-838E55AD7207}"/>
                </a:ext>
              </a:extLst>
            </p:cNvPr>
            <p:cNvSpPr>
              <a:spLocks noChangeShapeType="1"/>
            </p:cNvSpPr>
            <p:nvPr/>
          </p:nvSpPr>
          <p:spPr bwMode="auto">
            <a:xfrm>
              <a:off x="3312" y="816"/>
              <a:ext cx="0" cy="432"/>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11" name="Rectangle 28">
            <a:extLst>
              <a:ext uri="{FF2B5EF4-FFF2-40B4-BE49-F238E27FC236}">
                <a16:creationId xmlns:a16="http://schemas.microsoft.com/office/drawing/2014/main" id="{9F25A1B4-30DA-1E94-B6C9-F09D6667E771}"/>
              </a:ext>
            </a:extLst>
          </p:cNvPr>
          <p:cNvSpPr>
            <a:spLocks noChangeArrowheads="1"/>
          </p:cNvSpPr>
          <p:nvPr/>
        </p:nvSpPr>
        <p:spPr bwMode="auto">
          <a:xfrm>
            <a:off x="839657" y="4790704"/>
            <a:ext cx="10034423" cy="1752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800100" lvl="3" indent="-228600">
              <a:lnSpc>
                <a:spcPct val="150000"/>
              </a:lnSpc>
              <a:spcBef>
                <a:spcPts val="500"/>
              </a:spcBef>
              <a:buClr>
                <a:srgbClr val="FFC000"/>
              </a:buClr>
              <a:buSzPct val="95000"/>
              <a:buFont typeface="Wingdings" panose="05000000000000000000" pitchFamily="2" charset="2"/>
              <a:buChar char="u"/>
              <a:defRPr/>
            </a:pPr>
            <a:r>
              <a:rPr lang="zh-CN" altLang="en-US" sz="2400" dirty="0">
                <a:solidFill>
                  <a:prstClr val="black"/>
                </a:solidFill>
                <a:effectLst/>
                <a:latin typeface="微软雅黑" panose="020B0503020204020204" pitchFamily="34" charset="-122"/>
                <a:ea typeface="微软雅黑" panose="020B0503020204020204" pitchFamily="34" charset="-122"/>
              </a:rPr>
              <a:t>中断位</a:t>
            </a:r>
            <a:r>
              <a:rPr lang="en-US" altLang="zh-CN" sz="2400" dirty="0" err="1">
                <a:solidFill>
                  <a:prstClr val="black"/>
                </a:solidFill>
                <a:effectLst/>
                <a:latin typeface="微软雅黑" panose="020B0503020204020204" pitchFamily="34" charset="-122"/>
                <a:ea typeface="微软雅黑" panose="020B0503020204020204" pitchFamily="34" charset="-122"/>
              </a:rPr>
              <a:t>i</a:t>
            </a:r>
            <a:r>
              <a:rPr lang="en-US" altLang="zh-CN" sz="2400" dirty="0">
                <a:solidFill>
                  <a:prstClr val="black"/>
                </a:solidFill>
                <a:effectLst/>
                <a:latin typeface="微软雅黑" panose="020B0503020204020204" pitchFamily="34" charset="-122"/>
                <a:ea typeface="微软雅黑" panose="020B0503020204020204" pitchFamily="34" charset="-122"/>
              </a:rPr>
              <a:t>  </a:t>
            </a:r>
            <a:r>
              <a:rPr lang="zh-CN" altLang="en-US" sz="2400" dirty="0">
                <a:solidFill>
                  <a:prstClr val="black"/>
                </a:solidFill>
                <a:effectLst/>
                <a:latin typeface="微软雅黑" panose="020B0503020204020204" pitchFamily="34" charset="-122"/>
                <a:ea typeface="微软雅黑" panose="020B0503020204020204" pitchFamily="34" charset="-122"/>
              </a:rPr>
              <a:t>：  标识该页是否在主存若</a:t>
            </a:r>
            <a:r>
              <a:rPr lang="en-US" altLang="zh-CN" sz="2400" dirty="0" err="1">
                <a:solidFill>
                  <a:prstClr val="black"/>
                </a:solidFill>
                <a:effectLst/>
                <a:latin typeface="微软雅黑" panose="020B0503020204020204" pitchFamily="34" charset="-122"/>
                <a:ea typeface="微软雅黑" panose="020B0503020204020204" pitchFamily="34" charset="-122"/>
              </a:rPr>
              <a:t>i</a:t>
            </a:r>
            <a:r>
              <a:rPr lang="en-US" altLang="zh-CN" sz="2400" dirty="0">
                <a:solidFill>
                  <a:prstClr val="black"/>
                </a:solidFill>
                <a:effectLst/>
                <a:latin typeface="微软雅黑" panose="020B0503020204020204" pitchFamily="34" charset="-122"/>
                <a:ea typeface="微软雅黑" panose="020B0503020204020204" pitchFamily="34" charset="-122"/>
              </a:rPr>
              <a:t>=1</a:t>
            </a:r>
            <a:r>
              <a:rPr lang="zh-CN" altLang="en-US" sz="2400" dirty="0">
                <a:solidFill>
                  <a:prstClr val="black"/>
                </a:solidFill>
                <a:effectLst/>
                <a:latin typeface="微软雅黑" panose="020B0503020204020204" pitchFamily="34" charset="-122"/>
                <a:ea typeface="微软雅黑" panose="020B0503020204020204" pitchFamily="34" charset="-122"/>
              </a:rPr>
              <a:t>，表示此页不在主存；若</a:t>
            </a:r>
            <a:r>
              <a:rPr lang="en-US" altLang="zh-CN" sz="2400" dirty="0" err="1">
                <a:solidFill>
                  <a:prstClr val="black"/>
                </a:solidFill>
                <a:effectLst/>
                <a:latin typeface="微软雅黑" panose="020B0503020204020204" pitchFamily="34" charset="-122"/>
                <a:ea typeface="微软雅黑" panose="020B0503020204020204" pitchFamily="34" charset="-122"/>
              </a:rPr>
              <a:t>i</a:t>
            </a:r>
            <a:r>
              <a:rPr lang="en-US" altLang="zh-CN" sz="2400" dirty="0">
                <a:solidFill>
                  <a:prstClr val="black"/>
                </a:solidFill>
                <a:effectLst/>
                <a:latin typeface="微软雅黑" panose="020B0503020204020204" pitchFamily="34" charset="-122"/>
                <a:ea typeface="微软雅黑" panose="020B0503020204020204" pitchFamily="34" charset="-122"/>
              </a:rPr>
              <a:t>=0</a:t>
            </a:r>
            <a:r>
              <a:rPr lang="zh-CN" altLang="en-US" sz="2400" dirty="0">
                <a:solidFill>
                  <a:prstClr val="black"/>
                </a:solidFill>
                <a:effectLst/>
                <a:latin typeface="微软雅黑" panose="020B0503020204020204" pitchFamily="34" charset="-122"/>
                <a:ea typeface="微软雅黑" panose="020B0503020204020204" pitchFamily="34" charset="-122"/>
              </a:rPr>
              <a:t>，表示该页在主存</a:t>
            </a:r>
          </a:p>
          <a:p>
            <a:pPr marL="800100" lvl="3" indent="-228600">
              <a:lnSpc>
                <a:spcPct val="150000"/>
              </a:lnSpc>
              <a:spcBef>
                <a:spcPts val="500"/>
              </a:spcBef>
              <a:buClr>
                <a:srgbClr val="FFC000"/>
              </a:buClr>
              <a:buSzPct val="95000"/>
              <a:buFont typeface="Wingdings" panose="05000000000000000000" pitchFamily="2" charset="2"/>
              <a:buChar char="u"/>
              <a:defRPr/>
            </a:pPr>
            <a:r>
              <a:rPr lang="zh-CN" altLang="en-US" sz="2400" dirty="0">
                <a:solidFill>
                  <a:prstClr val="black"/>
                </a:solidFill>
                <a:effectLst/>
                <a:latin typeface="微软雅黑" panose="020B0503020204020204" pitchFamily="34" charset="-122"/>
                <a:ea typeface="微软雅黑" panose="020B0503020204020204" pitchFamily="34" charset="-122"/>
              </a:rPr>
              <a:t>辅存地址 ：该页面在辅存的位置</a:t>
            </a:r>
          </a:p>
        </p:txBody>
      </p:sp>
    </p:spTree>
    <p:extLst>
      <p:ext uri="{BB962C8B-B14F-4D97-AF65-F5344CB8AC3E}">
        <p14:creationId xmlns:p14="http://schemas.microsoft.com/office/powerpoint/2010/main" val="939545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3">
            <a:extLst>
              <a:ext uri="{FF2B5EF4-FFF2-40B4-BE49-F238E27FC236}">
                <a16:creationId xmlns:a16="http://schemas.microsoft.com/office/drawing/2014/main" id="{45C316DB-8D85-3E6D-D658-951D20E2EBEC}"/>
              </a:ext>
            </a:extLst>
          </p:cNvPr>
          <p:cNvSpPr>
            <a:spLocks noChangeArrowheads="1"/>
          </p:cNvSpPr>
          <p:nvPr/>
        </p:nvSpPr>
        <p:spPr bwMode="auto">
          <a:xfrm>
            <a:off x="1018799" y="830079"/>
            <a:ext cx="8375650"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ct val="20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(3) </a:t>
            </a:r>
            <a:r>
              <a:rPr lang="zh-CN" altLang="en-US" sz="2600" b="1" dirty="0">
                <a:solidFill>
                  <a:prstClr val="black"/>
                </a:solidFill>
                <a:effectLst/>
                <a:latin typeface="微软雅黑" panose="020B0503020204020204" pitchFamily="34" charset="-122"/>
                <a:ea typeface="微软雅黑" panose="020B0503020204020204" pitchFamily="34" charset="-122"/>
              </a:rPr>
              <a:t>缺页处理     </a:t>
            </a:r>
          </a:p>
        </p:txBody>
      </p:sp>
      <p:sp>
        <p:nvSpPr>
          <p:cNvPr id="4" name="Rectangle 5">
            <a:extLst>
              <a:ext uri="{FF2B5EF4-FFF2-40B4-BE49-F238E27FC236}">
                <a16:creationId xmlns:a16="http://schemas.microsoft.com/office/drawing/2014/main" id="{4EF6D812-BEB2-673B-FC4A-65FE12D00B62}"/>
              </a:ext>
            </a:extLst>
          </p:cNvPr>
          <p:cNvSpPr>
            <a:spLocks noChangeArrowheads="1"/>
          </p:cNvSpPr>
          <p:nvPr/>
        </p:nvSpPr>
        <p:spPr bwMode="auto">
          <a:xfrm>
            <a:off x="491749" y="1423804"/>
            <a:ext cx="6373813"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20000"/>
              </a:lnSpc>
              <a:buFont typeface="Wingdings" panose="05000000000000000000" pitchFamily="2" charset="2"/>
              <a:buNone/>
            </a:pPr>
            <a:r>
              <a:rPr lang="en-US" altLang="zh-CN" sz="2400" dirty="0">
                <a:solidFill>
                  <a:srgbClr val="000099"/>
                </a:solidFill>
                <a:latin typeface="Times New Roman" panose="02020603050405020304" pitchFamily="18" charset="0"/>
              </a:rPr>
              <a:t>①</a:t>
            </a:r>
            <a:r>
              <a:rPr lang="en-US" altLang="zh-CN" sz="2400" dirty="0">
                <a:solidFill>
                  <a:srgbClr val="000099"/>
                </a:solidFill>
                <a:latin typeface="宋体" panose="02010600030101010101" pitchFamily="2" charset="-122"/>
              </a:rPr>
              <a:t> </a:t>
            </a:r>
            <a:r>
              <a:rPr lang="zh-CN" altLang="en-US" sz="2400" dirty="0">
                <a:solidFill>
                  <a:srgbClr val="000099"/>
                </a:solidFill>
                <a:latin typeface="Times New Roman" panose="02020603050405020304" pitchFamily="18" charset="0"/>
              </a:rPr>
              <a:t>程序</a:t>
            </a:r>
            <a:r>
              <a:rPr lang="en-US" altLang="zh-CN" sz="2400" dirty="0">
                <a:solidFill>
                  <a:srgbClr val="000099"/>
                </a:solidFill>
                <a:latin typeface="Times New Roman" panose="02020603050405020304" pitchFamily="18" charset="0"/>
              </a:rPr>
              <a:t>2</a:t>
            </a:r>
            <a:r>
              <a:rPr lang="zh-CN" altLang="en-US" sz="2400" dirty="0">
                <a:solidFill>
                  <a:srgbClr val="000099"/>
                </a:solidFill>
                <a:latin typeface="Times New Roman" panose="02020603050405020304" pitchFamily="18" charset="0"/>
              </a:rPr>
              <a:t>在请求分页系统中的存储映像</a:t>
            </a:r>
          </a:p>
        </p:txBody>
      </p:sp>
      <p:grpSp>
        <p:nvGrpSpPr>
          <p:cNvPr id="139" name="Group 77">
            <a:extLst>
              <a:ext uri="{FF2B5EF4-FFF2-40B4-BE49-F238E27FC236}">
                <a16:creationId xmlns:a16="http://schemas.microsoft.com/office/drawing/2014/main" id="{F66FC66F-55A3-14E1-7F0E-2F0DD190BB73}"/>
              </a:ext>
            </a:extLst>
          </p:cNvPr>
          <p:cNvGrpSpPr>
            <a:grpSpLocks/>
          </p:cNvGrpSpPr>
          <p:nvPr/>
        </p:nvGrpSpPr>
        <p:grpSpPr bwMode="auto">
          <a:xfrm>
            <a:off x="2175250" y="2085792"/>
            <a:ext cx="2193925" cy="3014662"/>
            <a:chOff x="144" y="1187"/>
            <a:chExt cx="1290" cy="1791"/>
          </a:xfrm>
        </p:grpSpPr>
        <p:sp>
          <p:nvSpPr>
            <p:cNvPr id="140" name="Rectangle 61">
              <a:extLst>
                <a:ext uri="{FF2B5EF4-FFF2-40B4-BE49-F238E27FC236}">
                  <a16:creationId xmlns:a16="http://schemas.microsoft.com/office/drawing/2014/main" id="{C8F3A4B6-19A9-1827-9165-22152C5CA7B1}"/>
                </a:ext>
              </a:extLst>
            </p:cNvPr>
            <p:cNvSpPr>
              <a:spLocks noChangeArrowheads="1"/>
            </p:cNvSpPr>
            <p:nvPr/>
          </p:nvSpPr>
          <p:spPr bwMode="auto">
            <a:xfrm>
              <a:off x="551" y="1353"/>
              <a:ext cx="810" cy="134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41" name="Line 62">
              <a:extLst>
                <a:ext uri="{FF2B5EF4-FFF2-40B4-BE49-F238E27FC236}">
                  <a16:creationId xmlns:a16="http://schemas.microsoft.com/office/drawing/2014/main" id="{A11FBA79-A922-08E3-6F12-84DACC5B5C07}"/>
                </a:ext>
              </a:extLst>
            </p:cNvPr>
            <p:cNvSpPr>
              <a:spLocks noChangeShapeType="1"/>
            </p:cNvSpPr>
            <p:nvPr/>
          </p:nvSpPr>
          <p:spPr bwMode="auto">
            <a:xfrm>
              <a:off x="551" y="1596"/>
              <a:ext cx="81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42" name="Line 63">
              <a:extLst>
                <a:ext uri="{FF2B5EF4-FFF2-40B4-BE49-F238E27FC236}">
                  <a16:creationId xmlns:a16="http://schemas.microsoft.com/office/drawing/2014/main" id="{9E2F2C34-2758-B092-19BA-ACEE8A9DD258}"/>
                </a:ext>
              </a:extLst>
            </p:cNvPr>
            <p:cNvSpPr>
              <a:spLocks noChangeShapeType="1"/>
            </p:cNvSpPr>
            <p:nvPr/>
          </p:nvSpPr>
          <p:spPr bwMode="auto">
            <a:xfrm>
              <a:off x="551" y="2398"/>
              <a:ext cx="81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43" name="Text Box 64">
              <a:extLst>
                <a:ext uri="{FF2B5EF4-FFF2-40B4-BE49-F238E27FC236}">
                  <a16:creationId xmlns:a16="http://schemas.microsoft.com/office/drawing/2014/main" id="{0B62594F-CF20-C22F-0D6B-31B56D0A6F44}"/>
                </a:ext>
              </a:extLst>
            </p:cNvPr>
            <p:cNvSpPr txBox="1">
              <a:spLocks noChangeArrowheads="1"/>
            </p:cNvSpPr>
            <p:nvPr/>
          </p:nvSpPr>
          <p:spPr bwMode="auto">
            <a:xfrm>
              <a:off x="370" y="1187"/>
              <a:ext cx="19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100000"/>
                </a:lnSpc>
                <a:spcBef>
                  <a:spcPct val="0"/>
                </a:spcBef>
                <a:spcAft>
                  <a:spcPct val="0"/>
                </a:spcAft>
                <a:buClrTx/>
                <a:buSzTx/>
                <a:buFontTx/>
                <a:buNone/>
              </a:pPr>
              <a:r>
                <a:rPr kumimoji="1" lang="en-US" altLang="zh-CN" sz="1600" b="1">
                  <a:solidFill>
                    <a:srgbClr val="000000"/>
                  </a:solidFill>
                  <a:latin typeface="Times New Roman" panose="02020603050405020304" pitchFamily="18" charset="0"/>
                  <a:ea typeface="宋体" panose="02010600030101010101" pitchFamily="2" charset="-122"/>
                </a:rPr>
                <a:t>0</a:t>
              </a:r>
            </a:p>
          </p:txBody>
        </p:sp>
        <p:sp>
          <p:nvSpPr>
            <p:cNvPr id="144" name="Text Box 65">
              <a:extLst>
                <a:ext uri="{FF2B5EF4-FFF2-40B4-BE49-F238E27FC236}">
                  <a16:creationId xmlns:a16="http://schemas.microsoft.com/office/drawing/2014/main" id="{A2BD2DB2-5DA8-02F2-F412-630D69AEF7B3}"/>
                </a:ext>
              </a:extLst>
            </p:cNvPr>
            <p:cNvSpPr txBox="1">
              <a:spLocks noChangeArrowheads="1"/>
            </p:cNvSpPr>
            <p:nvPr/>
          </p:nvSpPr>
          <p:spPr bwMode="auto">
            <a:xfrm>
              <a:off x="234" y="1474"/>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100000"/>
                </a:lnSpc>
                <a:spcBef>
                  <a:spcPct val="0"/>
                </a:spcBef>
                <a:spcAft>
                  <a:spcPct val="0"/>
                </a:spcAft>
                <a:buClrTx/>
                <a:buSzTx/>
                <a:buFontTx/>
                <a:buNone/>
              </a:pPr>
              <a:r>
                <a:rPr kumimoji="1" lang="en-US" altLang="zh-CN" sz="1600" b="1">
                  <a:solidFill>
                    <a:srgbClr val="000000"/>
                  </a:solidFill>
                  <a:latin typeface="Times New Roman" panose="02020603050405020304" pitchFamily="18" charset="0"/>
                  <a:ea typeface="宋体" panose="02010600030101010101" pitchFamily="2" charset="-122"/>
                </a:rPr>
                <a:t>1KB</a:t>
              </a:r>
            </a:p>
          </p:txBody>
        </p:sp>
        <p:sp>
          <p:nvSpPr>
            <p:cNvPr id="145" name="Text Box 66">
              <a:extLst>
                <a:ext uri="{FF2B5EF4-FFF2-40B4-BE49-F238E27FC236}">
                  <a16:creationId xmlns:a16="http://schemas.microsoft.com/office/drawing/2014/main" id="{528430D6-0ADC-8431-CED8-DA6E18817D04}"/>
                </a:ext>
              </a:extLst>
            </p:cNvPr>
            <p:cNvSpPr txBox="1">
              <a:spLocks noChangeArrowheads="1"/>
            </p:cNvSpPr>
            <p:nvPr/>
          </p:nvSpPr>
          <p:spPr bwMode="auto">
            <a:xfrm>
              <a:off x="234" y="1929"/>
              <a:ext cx="36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100000"/>
                </a:lnSpc>
                <a:spcBef>
                  <a:spcPct val="0"/>
                </a:spcBef>
                <a:spcAft>
                  <a:spcPct val="0"/>
                </a:spcAft>
                <a:buClrTx/>
                <a:buSzTx/>
                <a:buFontTx/>
                <a:buNone/>
              </a:pPr>
              <a:r>
                <a:rPr kumimoji="1" lang="en-US" altLang="zh-CN" sz="1600" b="1">
                  <a:solidFill>
                    <a:srgbClr val="000000"/>
                  </a:solidFill>
                  <a:latin typeface="Times New Roman" panose="02020603050405020304" pitchFamily="18" charset="0"/>
                  <a:ea typeface="宋体" panose="02010600030101010101" pitchFamily="2" charset="-122"/>
                </a:rPr>
                <a:t>2KB</a:t>
              </a:r>
            </a:p>
          </p:txBody>
        </p:sp>
        <p:sp>
          <p:nvSpPr>
            <p:cNvPr id="146" name="Text Box 67">
              <a:extLst>
                <a:ext uri="{FF2B5EF4-FFF2-40B4-BE49-F238E27FC236}">
                  <a16:creationId xmlns:a16="http://schemas.microsoft.com/office/drawing/2014/main" id="{A870443E-E190-061A-CA59-F5BB467DB780}"/>
                </a:ext>
              </a:extLst>
            </p:cNvPr>
            <p:cNvSpPr txBox="1">
              <a:spLocks noChangeArrowheads="1"/>
            </p:cNvSpPr>
            <p:nvPr/>
          </p:nvSpPr>
          <p:spPr bwMode="auto">
            <a:xfrm>
              <a:off x="144" y="2639"/>
              <a:ext cx="49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100000"/>
                </a:lnSpc>
                <a:spcBef>
                  <a:spcPct val="0"/>
                </a:spcBef>
                <a:spcAft>
                  <a:spcPct val="0"/>
                </a:spcAft>
                <a:buClrTx/>
                <a:buSzTx/>
                <a:buFontTx/>
                <a:buNone/>
              </a:pPr>
              <a:r>
                <a:rPr kumimoji="1" lang="en-US" altLang="zh-CN" sz="1600" b="1">
                  <a:solidFill>
                    <a:srgbClr val="000000"/>
                  </a:solidFill>
                  <a:latin typeface="Times New Roman" panose="02020603050405020304" pitchFamily="18" charset="0"/>
                  <a:ea typeface="宋体" panose="02010600030101010101" pitchFamily="2" charset="-122"/>
                </a:rPr>
                <a:t>4KB</a:t>
              </a:r>
              <a:r>
                <a:rPr kumimoji="1" lang="en-US" altLang="zh-CN" sz="1600" b="1">
                  <a:solidFill>
                    <a:srgbClr val="000000"/>
                  </a:solidFill>
                  <a:latin typeface="Times New Roman" panose="02020603050405020304" pitchFamily="18" charset="0"/>
                  <a:ea typeface="宋体" panose="02010600030101010101" pitchFamily="2" charset="-122"/>
                  <a:sym typeface="Symbol" panose="05050102010706020507" pitchFamily="18" charset="2"/>
                </a:rPr>
                <a:t>1</a:t>
              </a:r>
              <a:endParaRPr kumimoji="1" lang="en-US" altLang="zh-CN" sz="1600" b="1">
                <a:solidFill>
                  <a:srgbClr val="000000"/>
                </a:solidFill>
                <a:latin typeface="Times New Roman" panose="02020603050405020304" pitchFamily="18" charset="0"/>
                <a:ea typeface="宋体" panose="02010600030101010101" pitchFamily="2" charset="-122"/>
              </a:endParaRPr>
            </a:p>
          </p:txBody>
        </p:sp>
        <p:sp>
          <p:nvSpPr>
            <p:cNvPr id="147" name="Text Box 68">
              <a:extLst>
                <a:ext uri="{FF2B5EF4-FFF2-40B4-BE49-F238E27FC236}">
                  <a16:creationId xmlns:a16="http://schemas.microsoft.com/office/drawing/2014/main" id="{A732C2FD-7AA7-3328-2DAE-80490988E4D0}"/>
                </a:ext>
              </a:extLst>
            </p:cNvPr>
            <p:cNvSpPr txBox="1">
              <a:spLocks noChangeArrowheads="1"/>
            </p:cNvSpPr>
            <p:nvPr/>
          </p:nvSpPr>
          <p:spPr bwMode="auto">
            <a:xfrm>
              <a:off x="540" y="2778"/>
              <a:ext cx="894"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fontAlgn="base">
                <a:lnSpc>
                  <a:spcPct val="100000"/>
                </a:lnSpc>
                <a:spcBef>
                  <a:spcPct val="50000"/>
                </a:spcBef>
                <a:spcAft>
                  <a:spcPct val="0"/>
                </a:spcAft>
                <a:buClrTx/>
                <a:buSzTx/>
                <a:buFontTx/>
                <a:buNone/>
              </a:pPr>
              <a:r>
                <a:rPr kumimoji="1" lang="zh-CN" altLang="en-US" sz="1600" b="1">
                  <a:solidFill>
                    <a:srgbClr val="000000"/>
                  </a:solidFill>
                  <a:latin typeface="Times New Roman" panose="02020603050405020304" pitchFamily="18" charset="0"/>
                  <a:ea typeface="宋体" panose="02010600030101010101" pitchFamily="2" charset="-122"/>
                </a:rPr>
                <a:t>程序</a:t>
              </a:r>
              <a:r>
                <a:rPr kumimoji="1" lang="en-US" altLang="zh-CN" sz="1600" b="1" baseline="-25000">
                  <a:solidFill>
                    <a:srgbClr val="000000"/>
                  </a:solidFill>
                  <a:latin typeface="Times New Roman" panose="02020603050405020304" pitchFamily="18" charset="0"/>
                  <a:ea typeface="宋体" panose="02010600030101010101" pitchFamily="2" charset="-122"/>
                </a:rPr>
                <a:t>2</a:t>
              </a:r>
              <a:r>
                <a:rPr kumimoji="1" lang="zh-CN" altLang="en-US" sz="1600" b="1">
                  <a:solidFill>
                    <a:srgbClr val="000000"/>
                  </a:solidFill>
                  <a:latin typeface="Times New Roman" panose="02020603050405020304" pitchFamily="18" charset="0"/>
                  <a:ea typeface="宋体" panose="02010600030101010101" pitchFamily="2" charset="-122"/>
                </a:rPr>
                <a:t>地址空间</a:t>
              </a:r>
            </a:p>
          </p:txBody>
        </p:sp>
        <p:sp>
          <p:nvSpPr>
            <p:cNvPr id="148" name="Line 69">
              <a:extLst>
                <a:ext uri="{FF2B5EF4-FFF2-40B4-BE49-F238E27FC236}">
                  <a16:creationId xmlns:a16="http://schemas.microsoft.com/office/drawing/2014/main" id="{4CB2E29F-E901-9196-666C-1FDE4B097C35}"/>
                </a:ext>
              </a:extLst>
            </p:cNvPr>
            <p:cNvSpPr>
              <a:spLocks noChangeShapeType="1"/>
            </p:cNvSpPr>
            <p:nvPr/>
          </p:nvSpPr>
          <p:spPr bwMode="auto">
            <a:xfrm>
              <a:off x="551" y="2095"/>
              <a:ext cx="81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fontAlgn="base">
                <a:lnSpc>
                  <a:spcPct val="120000"/>
                </a:lnSpc>
                <a:spcBef>
                  <a:spcPct val="0"/>
                </a:spcBef>
                <a:spcAft>
                  <a:spcPct val="0"/>
                </a:spcAft>
                <a:buClr>
                  <a:srgbClr val="FF9900"/>
                </a:buClr>
                <a:buSzPct val="95000"/>
                <a:buFont typeface="Wingdings" panose="05000000000000000000" pitchFamily="2" charset="2"/>
                <a:buChar char="Ø"/>
                <a:defRPr/>
              </a:pPr>
              <a:endParaRPr lang="zh-CN" altLang="en-US" sz="1400" b="1">
                <a:solidFill>
                  <a:srgbClr val="4138FA"/>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endParaRPr>
            </a:p>
          </p:txBody>
        </p:sp>
        <p:sp>
          <p:nvSpPr>
            <p:cNvPr id="149" name="Text Box 70">
              <a:extLst>
                <a:ext uri="{FF2B5EF4-FFF2-40B4-BE49-F238E27FC236}">
                  <a16:creationId xmlns:a16="http://schemas.microsoft.com/office/drawing/2014/main" id="{83EA9C79-4D23-194C-7877-47F3B7928477}"/>
                </a:ext>
              </a:extLst>
            </p:cNvPr>
            <p:cNvSpPr txBox="1">
              <a:spLocks noChangeArrowheads="1"/>
            </p:cNvSpPr>
            <p:nvPr/>
          </p:nvSpPr>
          <p:spPr bwMode="auto">
            <a:xfrm>
              <a:off x="551" y="1611"/>
              <a:ext cx="858" cy="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fontAlgn="base">
                <a:lnSpc>
                  <a:spcPct val="140000"/>
                </a:lnSpc>
                <a:spcBef>
                  <a:spcPct val="0"/>
                </a:spcBef>
                <a:spcAft>
                  <a:spcPct val="0"/>
                </a:spcAft>
                <a:buClrTx/>
                <a:buSzTx/>
                <a:buFontTx/>
                <a:buNone/>
              </a:pPr>
              <a:r>
                <a:rPr kumimoji="1" lang="en-US" altLang="zh-CN" sz="1600" b="1">
                  <a:solidFill>
                    <a:srgbClr val="000000"/>
                  </a:solidFill>
                  <a:latin typeface="Times New Roman" panose="02020603050405020304" pitchFamily="18" charset="0"/>
                  <a:ea typeface="宋体" panose="02010600030101010101" pitchFamily="2" charset="-122"/>
                </a:rPr>
                <a:t>mov r1,[2120]</a:t>
              </a:r>
            </a:p>
            <a:p>
              <a:pPr fontAlgn="base">
                <a:lnSpc>
                  <a:spcPct val="140000"/>
                </a:lnSpc>
                <a:spcBef>
                  <a:spcPct val="0"/>
                </a:spcBef>
                <a:spcAft>
                  <a:spcPct val="0"/>
                </a:spcAft>
                <a:buClrTx/>
                <a:buSzTx/>
                <a:buFontTx/>
                <a:buNone/>
              </a:pPr>
              <a:r>
                <a:rPr kumimoji="1" lang="en-US" altLang="zh-CN" sz="1600" b="1">
                  <a:solidFill>
                    <a:srgbClr val="000000"/>
                  </a:solidFill>
                  <a:latin typeface="Times New Roman" panose="02020603050405020304" pitchFamily="18" charset="0"/>
                  <a:ea typeface="宋体" panose="02010600030101010101" pitchFamily="2" charset="-122"/>
                </a:rPr>
                <a:t>add  r1,[3410]</a:t>
              </a:r>
            </a:p>
          </p:txBody>
        </p:sp>
        <p:sp>
          <p:nvSpPr>
            <p:cNvPr id="150" name="Text Box 71">
              <a:extLst>
                <a:ext uri="{FF2B5EF4-FFF2-40B4-BE49-F238E27FC236}">
                  <a16:creationId xmlns:a16="http://schemas.microsoft.com/office/drawing/2014/main" id="{6DBD6551-67F3-88A5-DEDA-806BFD457D2A}"/>
                </a:ext>
              </a:extLst>
            </p:cNvPr>
            <p:cNvSpPr txBox="1">
              <a:spLocks noChangeArrowheads="1"/>
            </p:cNvSpPr>
            <p:nvPr/>
          </p:nvSpPr>
          <p:spPr bwMode="auto">
            <a:xfrm>
              <a:off x="596" y="2398"/>
              <a:ext cx="588"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fontAlgn="base">
                <a:lnSpc>
                  <a:spcPct val="100000"/>
                </a:lnSpc>
                <a:spcBef>
                  <a:spcPct val="0"/>
                </a:spcBef>
                <a:spcAft>
                  <a:spcPct val="0"/>
                </a:spcAft>
                <a:buClrTx/>
                <a:buSzTx/>
                <a:buFontTx/>
                <a:buNone/>
              </a:pPr>
              <a:r>
                <a:rPr kumimoji="1" lang="en-US" altLang="en-US" sz="1600" b="1">
                  <a:solidFill>
                    <a:srgbClr val="000000"/>
                  </a:solidFill>
                  <a:latin typeface="Times New Roman" panose="02020603050405020304" pitchFamily="18" charset="0"/>
                  <a:ea typeface="宋体" panose="02010600030101010101" pitchFamily="2" charset="-122"/>
                </a:rPr>
                <a:t>006251  </a:t>
              </a:r>
              <a:endParaRPr kumimoji="1" lang="en-US" altLang="zh-CN" sz="1600" b="1">
                <a:solidFill>
                  <a:srgbClr val="000000"/>
                </a:solidFill>
                <a:latin typeface="Times New Roman" panose="02020603050405020304" pitchFamily="18" charset="0"/>
                <a:ea typeface="宋体" panose="02010600030101010101" pitchFamily="2" charset="-122"/>
              </a:endParaRPr>
            </a:p>
          </p:txBody>
        </p:sp>
        <p:sp>
          <p:nvSpPr>
            <p:cNvPr id="151" name="Text Box 72">
              <a:extLst>
                <a:ext uri="{FF2B5EF4-FFF2-40B4-BE49-F238E27FC236}">
                  <a16:creationId xmlns:a16="http://schemas.microsoft.com/office/drawing/2014/main" id="{049BA9F0-5F1E-E3F7-CF7D-97AC919C9A55}"/>
                </a:ext>
              </a:extLst>
            </p:cNvPr>
            <p:cNvSpPr txBox="1">
              <a:spLocks noChangeArrowheads="1"/>
            </p:cNvSpPr>
            <p:nvPr/>
          </p:nvSpPr>
          <p:spPr bwMode="auto">
            <a:xfrm>
              <a:off x="596" y="2155"/>
              <a:ext cx="678"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fontAlgn="base">
                <a:lnSpc>
                  <a:spcPct val="100000"/>
                </a:lnSpc>
                <a:spcBef>
                  <a:spcPct val="0"/>
                </a:spcBef>
                <a:spcAft>
                  <a:spcPct val="0"/>
                </a:spcAft>
                <a:buClrTx/>
                <a:buSzTx/>
                <a:buFontTx/>
                <a:buNone/>
              </a:pPr>
              <a:r>
                <a:rPr kumimoji="1" lang="en-US" altLang="en-US" sz="1600" b="1" dirty="0">
                  <a:solidFill>
                    <a:srgbClr val="000000"/>
                  </a:solidFill>
                  <a:latin typeface="Times New Roman" panose="02020603050405020304" pitchFamily="18" charset="0"/>
                  <a:ea typeface="宋体" panose="02010600030101010101" pitchFamily="2" charset="-122"/>
                </a:rPr>
                <a:t>006802  </a:t>
              </a:r>
              <a:endParaRPr kumimoji="1" lang="en-US" altLang="zh-CN" sz="1600" b="1" dirty="0">
                <a:solidFill>
                  <a:srgbClr val="000000"/>
                </a:solidFill>
                <a:latin typeface="Times New Roman" panose="02020603050405020304" pitchFamily="18" charset="0"/>
                <a:ea typeface="宋体" panose="02010600030101010101" pitchFamily="2" charset="-122"/>
              </a:endParaRPr>
            </a:p>
          </p:txBody>
        </p:sp>
        <p:sp>
          <p:nvSpPr>
            <p:cNvPr id="152" name="Text Box 73">
              <a:extLst>
                <a:ext uri="{FF2B5EF4-FFF2-40B4-BE49-F238E27FC236}">
                  <a16:creationId xmlns:a16="http://schemas.microsoft.com/office/drawing/2014/main" id="{C1E3B233-A043-3F35-8B3F-1C362AB7E3B5}"/>
                </a:ext>
              </a:extLst>
            </p:cNvPr>
            <p:cNvSpPr txBox="1">
              <a:spLocks noChangeArrowheads="1"/>
            </p:cNvSpPr>
            <p:nvPr/>
          </p:nvSpPr>
          <p:spPr bwMode="auto">
            <a:xfrm>
              <a:off x="234" y="2277"/>
              <a:ext cx="36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fontAlgn="base">
                <a:lnSpc>
                  <a:spcPct val="100000"/>
                </a:lnSpc>
                <a:spcBef>
                  <a:spcPct val="0"/>
                </a:spcBef>
                <a:spcAft>
                  <a:spcPct val="0"/>
                </a:spcAft>
                <a:buClrTx/>
                <a:buSzTx/>
                <a:buFontTx/>
                <a:buNone/>
              </a:pPr>
              <a:r>
                <a:rPr kumimoji="1" lang="en-US" altLang="zh-CN" sz="1600" b="1">
                  <a:solidFill>
                    <a:srgbClr val="000000"/>
                  </a:solidFill>
                  <a:latin typeface="Times New Roman" panose="02020603050405020304" pitchFamily="18" charset="0"/>
                  <a:ea typeface="宋体" panose="02010600030101010101" pitchFamily="2" charset="-122"/>
                </a:rPr>
                <a:t>3KB</a:t>
              </a:r>
            </a:p>
          </p:txBody>
        </p:sp>
      </p:grpSp>
      <p:grpSp>
        <p:nvGrpSpPr>
          <p:cNvPr id="153" name="Group 79">
            <a:extLst>
              <a:ext uri="{FF2B5EF4-FFF2-40B4-BE49-F238E27FC236}">
                <a16:creationId xmlns:a16="http://schemas.microsoft.com/office/drawing/2014/main" id="{CB81A3F7-AF1C-41D8-CFC0-6B0037905400}"/>
              </a:ext>
            </a:extLst>
          </p:cNvPr>
          <p:cNvGrpSpPr>
            <a:grpSpLocks/>
          </p:cNvGrpSpPr>
          <p:nvPr/>
        </p:nvGrpSpPr>
        <p:grpSpPr bwMode="auto">
          <a:xfrm>
            <a:off x="4543800" y="1954029"/>
            <a:ext cx="5532438" cy="4057650"/>
            <a:chOff x="1717" y="1104"/>
            <a:chExt cx="3485" cy="2556"/>
          </a:xfrm>
        </p:grpSpPr>
        <p:sp>
          <p:nvSpPr>
            <p:cNvPr id="154" name="Rectangle 12">
              <a:extLst>
                <a:ext uri="{FF2B5EF4-FFF2-40B4-BE49-F238E27FC236}">
                  <a16:creationId xmlns:a16="http://schemas.microsoft.com/office/drawing/2014/main" id="{598C4BBC-AFBC-16B7-1EDC-C586B841C5C8}"/>
                </a:ext>
              </a:extLst>
            </p:cNvPr>
            <p:cNvSpPr>
              <a:spLocks noChangeArrowheads="1"/>
            </p:cNvSpPr>
            <p:nvPr/>
          </p:nvSpPr>
          <p:spPr bwMode="auto">
            <a:xfrm>
              <a:off x="3655" y="1193"/>
              <a:ext cx="905" cy="2219"/>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914400" marR="0" lvl="0" indent="-341313"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Blip>
                  <a:blip r:embed="rId2"/>
                </a:buBlip>
                <a:tabLst/>
                <a:defRPr/>
              </a:pPr>
              <a:endParaRPr kumimoji="0" lang="zh-CN" altLang="zh-CN" sz="1400" b="1" i="0" u="none" strike="noStrike" kern="0" cap="none" spc="0" normalizeH="0" baseline="0" noProof="0">
                <a:ln>
                  <a:noFill/>
                </a:ln>
                <a:solidFill>
                  <a:srgbClr val="4138FA"/>
                </a:solidFill>
                <a:effectLst>
                  <a:outerShdw blurRad="38100" dist="38100" dir="2700000" algn="tl">
                    <a:srgbClr val="C0C0C0"/>
                  </a:outerShdw>
                </a:effectLst>
                <a:uLnTx/>
                <a:uFillTx/>
                <a:latin typeface="Arial" panose="020B0604020202020204" pitchFamily="34" charset="0"/>
                <a:ea typeface="宋体" panose="02010600030101010101" pitchFamily="2" charset="-122"/>
              </a:endParaRPr>
            </a:p>
          </p:txBody>
        </p:sp>
        <p:sp>
          <p:nvSpPr>
            <p:cNvPr id="155" name="Text Box 13">
              <a:extLst>
                <a:ext uri="{FF2B5EF4-FFF2-40B4-BE49-F238E27FC236}">
                  <a16:creationId xmlns:a16="http://schemas.microsoft.com/office/drawing/2014/main" id="{3FB34BF4-BE1E-398A-1E41-C90E99F662F2}"/>
                </a:ext>
              </a:extLst>
            </p:cNvPr>
            <p:cNvSpPr txBox="1">
              <a:spLocks noChangeArrowheads="1"/>
            </p:cNvSpPr>
            <p:nvPr/>
          </p:nvSpPr>
          <p:spPr bwMode="auto">
            <a:xfrm>
              <a:off x="4605" y="1104"/>
              <a:ext cx="192"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156" name="Text Box 14">
              <a:extLst>
                <a:ext uri="{FF2B5EF4-FFF2-40B4-BE49-F238E27FC236}">
                  <a16:creationId xmlns:a16="http://schemas.microsoft.com/office/drawing/2014/main" id="{79ECF8C3-2AFD-E5FF-FDE0-A4B2E25B9A38}"/>
                </a:ext>
              </a:extLst>
            </p:cNvPr>
            <p:cNvSpPr txBox="1">
              <a:spLocks noChangeArrowheads="1"/>
            </p:cNvSpPr>
            <p:nvPr/>
          </p:nvSpPr>
          <p:spPr bwMode="auto">
            <a:xfrm>
              <a:off x="4560" y="1307"/>
              <a:ext cx="451"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1KB</a:t>
              </a:r>
            </a:p>
          </p:txBody>
        </p:sp>
        <p:sp>
          <p:nvSpPr>
            <p:cNvPr id="157" name="Line 15">
              <a:extLst>
                <a:ext uri="{FF2B5EF4-FFF2-40B4-BE49-F238E27FC236}">
                  <a16:creationId xmlns:a16="http://schemas.microsoft.com/office/drawing/2014/main" id="{DBD6B651-7BA1-6B41-18C4-52F7553049A4}"/>
                </a:ext>
              </a:extLst>
            </p:cNvPr>
            <p:cNvSpPr>
              <a:spLocks noChangeShapeType="1"/>
            </p:cNvSpPr>
            <p:nvPr/>
          </p:nvSpPr>
          <p:spPr bwMode="auto">
            <a:xfrm>
              <a:off x="3655" y="1415"/>
              <a:ext cx="90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158" name="Line 16">
              <a:extLst>
                <a:ext uri="{FF2B5EF4-FFF2-40B4-BE49-F238E27FC236}">
                  <a16:creationId xmlns:a16="http://schemas.microsoft.com/office/drawing/2014/main" id="{96018921-0126-27D5-6B68-E9ACFF2C9008}"/>
                </a:ext>
              </a:extLst>
            </p:cNvPr>
            <p:cNvSpPr>
              <a:spLocks noChangeShapeType="1"/>
            </p:cNvSpPr>
            <p:nvPr/>
          </p:nvSpPr>
          <p:spPr bwMode="auto">
            <a:xfrm>
              <a:off x="3655" y="1636"/>
              <a:ext cx="90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159" name="Line 17">
              <a:extLst>
                <a:ext uri="{FF2B5EF4-FFF2-40B4-BE49-F238E27FC236}">
                  <a16:creationId xmlns:a16="http://schemas.microsoft.com/office/drawing/2014/main" id="{8B5586EB-B659-5014-F696-E3419F39F0EC}"/>
                </a:ext>
              </a:extLst>
            </p:cNvPr>
            <p:cNvSpPr>
              <a:spLocks noChangeShapeType="1"/>
            </p:cNvSpPr>
            <p:nvPr/>
          </p:nvSpPr>
          <p:spPr bwMode="auto">
            <a:xfrm>
              <a:off x="3655" y="2303"/>
              <a:ext cx="90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160" name="Text Box 18">
              <a:extLst>
                <a:ext uri="{FF2B5EF4-FFF2-40B4-BE49-F238E27FC236}">
                  <a16:creationId xmlns:a16="http://schemas.microsoft.com/office/drawing/2014/main" id="{5FD64CC4-C837-B0F1-B5D7-DCAEE56D1307}"/>
                </a:ext>
              </a:extLst>
            </p:cNvPr>
            <p:cNvSpPr txBox="1">
              <a:spLocks noChangeArrowheads="1"/>
            </p:cNvSpPr>
            <p:nvPr/>
          </p:nvSpPr>
          <p:spPr bwMode="auto">
            <a:xfrm>
              <a:off x="3882" y="3447"/>
              <a:ext cx="678"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主存</a:t>
              </a:r>
            </a:p>
          </p:txBody>
        </p:sp>
        <p:sp>
          <p:nvSpPr>
            <p:cNvPr id="161" name="Line 19">
              <a:extLst>
                <a:ext uri="{FF2B5EF4-FFF2-40B4-BE49-F238E27FC236}">
                  <a16:creationId xmlns:a16="http://schemas.microsoft.com/office/drawing/2014/main" id="{337BDD7E-7223-27B5-6E7B-11C9DB211971}"/>
                </a:ext>
              </a:extLst>
            </p:cNvPr>
            <p:cNvSpPr>
              <a:spLocks noChangeShapeType="1"/>
            </p:cNvSpPr>
            <p:nvPr/>
          </p:nvSpPr>
          <p:spPr bwMode="auto">
            <a:xfrm>
              <a:off x="3655" y="2969"/>
              <a:ext cx="90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162" name="Line 20">
              <a:extLst>
                <a:ext uri="{FF2B5EF4-FFF2-40B4-BE49-F238E27FC236}">
                  <a16:creationId xmlns:a16="http://schemas.microsoft.com/office/drawing/2014/main" id="{678911EF-908B-B175-A9D0-CE64B8028A76}"/>
                </a:ext>
              </a:extLst>
            </p:cNvPr>
            <p:cNvSpPr>
              <a:spLocks noChangeShapeType="1"/>
            </p:cNvSpPr>
            <p:nvPr/>
          </p:nvSpPr>
          <p:spPr bwMode="auto">
            <a:xfrm>
              <a:off x="3655" y="2524"/>
              <a:ext cx="90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163" name="Line 21">
              <a:extLst>
                <a:ext uri="{FF2B5EF4-FFF2-40B4-BE49-F238E27FC236}">
                  <a16:creationId xmlns:a16="http://schemas.microsoft.com/office/drawing/2014/main" id="{2EF21FE2-C116-4725-272A-3E8E606FB698}"/>
                </a:ext>
              </a:extLst>
            </p:cNvPr>
            <p:cNvSpPr>
              <a:spLocks noChangeShapeType="1"/>
            </p:cNvSpPr>
            <p:nvPr/>
          </p:nvSpPr>
          <p:spPr bwMode="auto">
            <a:xfrm>
              <a:off x="3655" y="2081"/>
              <a:ext cx="90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164" name="Line 22">
              <a:extLst>
                <a:ext uri="{FF2B5EF4-FFF2-40B4-BE49-F238E27FC236}">
                  <a16:creationId xmlns:a16="http://schemas.microsoft.com/office/drawing/2014/main" id="{09388DFF-E183-7294-1143-6168E65E2236}"/>
                </a:ext>
              </a:extLst>
            </p:cNvPr>
            <p:cNvSpPr>
              <a:spLocks noChangeShapeType="1"/>
            </p:cNvSpPr>
            <p:nvPr/>
          </p:nvSpPr>
          <p:spPr bwMode="auto">
            <a:xfrm>
              <a:off x="3655" y="3190"/>
              <a:ext cx="90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165" name="Line 23">
              <a:extLst>
                <a:ext uri="{FF2B5EF4-FFF2-40B4-BE49-F238E27FC236}">
                  <a16:creationId xmlns:a16="http://schemas.microsoft.com/office/drawing/2014/main" id="{2C1F4F74-0DA4-F674-0E30-7690BECC0EDB}"/>
                </a:ext>
              </a:extLst>
            </p:cNvPr>
            <p:cNvSpPr>
              <a:spLocks noChangeShapeType="1"/>
            </p:cNvSpPr>
            <p:nvPr/>
          </p:nvSpPr>
          <p:spPr bwMode="auto">
            <a:xfrm>
              <a:off x="3655" y="1858"/>
              <a:ext cx="90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166" name="Line 24">
              <a:extLst>
                <a:ext uri="{FF2B5EF4-FFF2-40B4-BE49-F238E27FC236}">
                  <a16:creationId xmlns:a16="http://schemas.microsoft.com/office/drawing/2014/main" id="{7487E19B-0832-4EDF-E12B-EADA19F3EFC0}"/>
                </a:ext>
              </a:extLst>
            </p:cNvPr>
            <p:cNvSpPr>
              <a:spLocks noChangeShapeType="1"/>
            </p:cNvSpPr>
            <p:nvPr/>
          </p:nvSpPr>
          <p:spPr bwMode="auto">
            <a:xfrm>
              <a:off x="3655" y="2746"/>
              <a:ext cx="90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167" name="Text Box 25">
              <a:extLst>
                <a:ext uri="{FF2B5EF4-FFF2-40B4-BE49-F238E27FC236}">
                  <a16:creationId xmlns:a16="http://schemas.microsoft.com/office/drawing/2014/main" id="{802F08A0-08B0-C957-6B47-7A7206B21C15}"/>
                </a:ext>
              </a:extLst>
            </p:cNvPr>
            <p:cNvSpPr txBox="1">
              <a:spLocks noChangeArrowheads="1"/>
            </p:cNvSpPr>
            <p:nvPr/>
          </p:nvSpPr>
          <p:spPr bwMode="auto">
            <a:xfrm>
              <a:off x="4560" y="1528"/>
              <a:ext cx="421"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2KB</a:t>
              </a:r>
            </a:p>
          </p:txBody>
        </p:sp>
        <p:sp>
          <p:nvSpPr>
            <p:cNvPr id="168" name="Text Box 26">
              <a:extLst>
                <a:ext uri="{FF2B5EF4-FFF2-40B4-BE49-F238E27FC236}">
                  <a16:creationId xmlns:a16="http://schemas.microsoft.com/office/drawing/2014/main" id="{B6CCB291-E9C7-152A-6378-3A236B906AAD}"/>
                </a:ext>
              </a:extLst>
            </p:cNvPr>
            <p:cNvSpPr txBox="1">
              <a:spLocks noChangeArrowheads="1"/>
            </p:cNvSpPr>
            <p:nvPr/>
          </p:nvSpPr>
          <p:spPr bwMode="auto">
            <a:xfrm>
              <a:off x="4560" y="1760"/>
              <a:ext cx="451"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3KB</a:t>
              </a:r>
            </a:p>
          </p:txBody>
        </p:sp>
        <p:sp>
          <p:nvSpPr>
            <p:cNvPr id="169" name="Text Box 27">
              <a:extLst>
                <a:ext uri="{FF2B5EF4-FFF2-40B4-BE49-F238E27FC236}">
                  <a16:creationId xmlns:a16="http://schemas.microsoft.com/office/drawing/2014/main" id="{226B0010-51E1-CF4A-57F7-3856FA7494DC}"/>
                </a:ext>
              </a:extLst>
            </p:cNvPr>
            <p:cNvSpPr txBox="1">
              <a:spLocks noChangeArrowheads="1"/>
            </p:cNvSpPr>
            <p:nvPr/>
          </p:nvSpPr>
          <p:spPr bwMode="auto">
            <a:xfrm>
              <a:off x="4560" y="1963"/>
              <a:ext cx="421"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4KB</a:t>
              </a:r>
            </a:p>
          </p:txBody>
        </p:sp>
        <p:sp>
          <p:nvSpPr>
            <p:cNvPr id="170" name="Text Box 28">
              <a:extLst>
                <a:ext uri="{FF2B5EF4-FFF2-40B4-BE49-F238E27FC236}">
                  <a16:creationId xmlns:a16="http://schemas.microsoft.com/office/drawing/2014/main" id="{8A205A11-F95E-57BE-BE71-01FEE004E786}"/>
                </a:ext>
              </a:extLst>
            </p:cNvPr>
            <p:cNvSpPr txBox="1">
              <a:spLocks noChangeArrowheads="1"/>
            </p:cNvSpPr>
            <p:nvPr/>
          </p:nvSpPr>
          <p:spPr bwMode="auto">
            <a:xfrm>
              <a:off x="4560" y="2164"/>
              <a:ext cx="41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5KB</a:t>
              </a:r>
            </a:p>
          </p:txBody>
        </p:sp>
        <p:sp>
          <p:nvSpPr>
            <p:cNvPr id="171" name="Text Box 29">
              <a:extLst>
                <a:ext uri="{FF2B5EF4-FFF2-40B4-BE49-F238E27FC236}">
                  <a16:creationId xmlns:a16="http://schemas.microsoft.com/office/drawing/2014/main" id="{7D7F3741-67A9-EDE8-FD6A-9BCADEDE692E}"/>
                </a:ext>
              </a:extLst>
            </p:cNvPr>
            <p:cNvSpPr txBox="1">
              <a:spLocks noChangeArrowheads="1"/>
            </p:cNvSpPr>
            <p:nvPr/>
          </p:nvSpPr>
          <p:spPr bwMode="auto">
            <a:xfrm>
              <a:off x="4560" y="2386"/>
              <a:ext cx="41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6KB</a:t>
              </a:r>
            </a:p>
          </p:txBody>
        </p:sp>
        <p:sp>
          <p:nvSpPr>
            <p:cNvPr id="172" name="Text Box 30">
              <a:extLst>
                <a:ext uri="{FF2B5EF4-FFF2-40B4-BE49-F238E27FC236}">
                  <a16:creationId xmlns:a16="http://schemas.microsoft.com/office/drawing/2014/main" id="{CACF3572-0530-A0CA-A285-B50D6461E37D}"/>
                </a:ext>
              </a:extLst>
            </p:cNvPr>
            <p:cNvSpPr txBox="1">
              <a:spLocks noChangeArrowheads="1"/>
            </p:cNvSpPr>
            <p:nvPr/>
          </p:nvSpPr>
          <p:spPr bwMode="auto">
            <a:xfrm>
              <a:off x="4560" y="2609"/>
              <a:ext cx="441"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7KB</a:t>
              </a:r>
            </a:p>
          </p:txBody>
        </p:sp>
        <p:sp>
          <p:nvSpPr>
            <p:cNvPr id="173" name="Text Box 31">
              <a:extLst>
                <a:ext uri="{FF2B5EF4-FFF2-40B4-BE49-F238E27FC236}">
                  <a16:creationId xmlns:a16="http://schemas.microsoft.com/office/drawing/2014/main" id="{7909B6BE-00EF-CAB1-8E1F-E8239A96A8F2}"/>
                </a:ext>
              </a:extLst>
            </p:cNvPr>
            <p:cNvSpPr txBox="1">
              <a:spLocks noChangeArrowheads="1"/>
            </p:cNvSpPr>
            <p:nvPr/>
          </p:nvSpPr>
          <p:spPr bwMode="auto">
            <a:xfrm>
              <a:off x="4560" y="2821"/>
              <a:ext cx="421"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8KB</a:t>
              </a:r>
            </a:p>
          </p:txBody>
        </p:sp>
        <p:sp>
          <p:nvSpPr>
            <p:cNvPr id="174" name="Text Box 32">
              <a:extLst>
                <a:ext uri="{FF2B5EF4-FFF2-40B4-BE49-F238E27FC236}">
                  <a16:creationId xmlns:a16="http://schemas.microsoft.com/office/drawing/2014/main" id="{241732AC-9735-3002-AF1E-50BA79B92C94}"/>
                </a:ext>
              </a:extLst>
            </p:cNvPr>
            <p:cNvSpPr txBox="1">
              <a:spLocks noChangeArrowheads="1"/>
            </p:cNvSpPr>
            <p:nvPr/>
          </p:nvSpPr>
          <p:spPr bwMode="auto">
            <a:xfrm>
              <a:off x="4560" y="3052"/>
              <a:ext cx="431"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9KB</a:t>
              </a:r>
            </a:p>
          </p:txBody>
        </p:sp>
        <p:sp>
          <p:nvSpPr>
            <p:cNvPr id="175" name="Text Box 33">
              <a:extLst>
                <a:ext uri="{FF2B5EF4-FFF2-40B4-BE49-F238E27FC236}">
                  <a16:creationId xmlns:a16="http://schemas.microsoft.com/office/drawing/2014/main" id="{44F8D8A9-D1CB-3AD9-5E43-53869B44E38B}"/>
                </a:ext>
              </a:extLst>
            </p:cNvPr>
            <p:cNvSpPr txBox="1">
              <a:spLocks noChangeArrowheads="1"/>
            </p:cNvSpPr>
            <p:nvPr/>
          </p:nvSpPr>
          <p:spPr bwMode="auto">
            <a:xfrm>
              <a:off x="4560" y="3285"/>
              <a:ext cx="64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10KB</a:t>
              </a: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sym typeface="Symbol" panose="05050102010706020507" pitchFamily="18" charset="2"/>
                </a:rPr>
                <a:t>1</a:t>
              </a:r>
              <a:endPar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6" name="Rectangle 34">
              <a:extLst>
                <a:ext uri="{FF2B5EF4-FFF2-40B4-BE49-F238E27FC236}">
                  <a16:creationId xmlns:a16="http://schemas.microsoft.com/office/drawing/2014/main" id="{64800288-DDCA-10DF-87DC-E42ECFC1B7CD}"/>
                </a:ext>
              </a:extLst>
            </p:cNvPr>
            <p:cNvSpPr>
              <a:spLocks noChangeArrowheads="1"/>
            </p:cNvSpPr>
            <p:nvPr/>
          </p:nvSpPr>
          <p:spPr bwMode="auto">
            <a:xfrm>
              <a:off x="1768" y="1662"/>
              <a:ext cx="1481" cy="81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914400" marR="0" lvl="0" indent="-341313"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Blip>
                  <a:blip r:embed="rId2"/>
                </a:buBlip>
                <a:tabLst/>
                <a:defRPr/>
              </a:pPr>
              <a:endParaRPr kumimoji="0" lang="zh-CN" altLang="zh-CN" sz="1400" b="1" i="0" u="none" strike="noStrike" kern="0" cap="none" spc="0" normalizeH="0" baseline="0" noProof="0">
                <a:ln>
                  <a:noFill/>
                </a:ln>
                <a:solidFill>
                  <a:srgbClr val="4138FA"/>
                </a:solidFill>
                <a:effectLst>
                  <a:outerShdw blurRad="38100" dist="38100" dir="2700000" algn="tl">
                    <a:srgbClr val="C0C0C0"/>
                  </a:outerShdw>
                </a:effectLst>
                <a:uLnTx/>
                <a:uFillTx/>
                <a:latin typeface="Arial" panose="020B0604020202020204" pitchFamily="34" charset="0"/>
                <a:ea typeface="宋体" panose="02010600030101010101" pitchFamily="2" charset="-122"/>
              </a:endParaRPr>
            </a:p>
          </p:txBody>
        </p:sp>
        <p:sp>
          <p:nvSpPr>
            <p:cNvPr id="177" name="Text Box 35">
              <a:extLst>
                <a:ext uri="{FF2B5EF4-FFF2-40B4-BE49-F238E27FC236}">
                  <a16:creationId xmlns:a16="http://schemas.microsoft.com/office/drawing/2014/main" id="{97D0F9E6-E447-15A5-6AC5-A72149D8BA4F}"/>
                </a:ext>
              </a:extLst>
            </p:cNvPr>
            <p:cNvSpPr txBox="1">
              <a:spLocks noChangeArrowheads="1"/>
            </p:cNvSpPr>
            <p:nvPr/>
          </p:nvSpPr>
          <p:spPr bwMode="auto">
            <a:xfrm>
              <a:off x="1859" y="1662"/>
              <a:ext cx="192"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178" name="Text Box 36">
              <a:extLst>
                <a:ext uri="{FF2B5EF4-FFF2-40B4-BE49-F238E27FC236}">
                  <a16:creationId xmlns:a16="http://schemas.microsoft.com/office/drawing/2014/main" id="{9B599D5F-0CD2-6321-14D4-C2CE63C13B60}"/>
                </a:ext>
              </a:extLst>
            </p:cNvPr>
            <p:cNvSpPr txBox="1">
              <a:spLocks noChangeArrowheads="1"/>
            </p:cNvSpPr>
            <p:nvPr/>
          </p:nvSpPr>
          <p:spPr bwMode="auto">
            <a:xfrm>
              <a:off x="3023" y="1681"/>
              <a:ext cx="192"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a:t>
              </a:r>
            </a:p>
          </p:txBody>
        </p:sp>
        <p:sp>
          <p:nvSpPr>
            <p:cNvPr id="179" name="Text Box 37">
              <a:extLst>
                <a:ext uri="{FF2B5EF4-FFF2-40B4-BE49-F238E27FC236}">
                  <a16:creationId xmlns:a16="http://schemas.microsoft.com/office/drawing/2014/main" id="{32DA7B11-21E3-B8E7-8B06-4D8B7EDE42CC}"/>
                </a:ext>
              </a:extLst>
            </p:cNvPr>
            <p:cNvSpPr txBox="1">
              <a:spLocks noChangeArrowheads="1"/>
            </p:cNvSpPr>
            <p:nvPr/>
          </p:nvSpPr>
          <p:spPr bwMode="auto">
            <a:xfrm>
              <a:off x="1859" y="1839"/>
              <a:ext cx="192"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a:t>
              </a:r>
            </a:p>
          </p:txBody>
        </p:sp>
        <p:sp>
          <p:nvSpPr>
            <p:cNvPr id="180" name="Text Box 38">
              <a:extLst>
                <a:ext uri="{FF2B5EF4-FFF2-40B4-BE49-F238E27FC236}">
                  <a16:creationId xmlns:a16="http://schemas.microsoft.com/office/drawing/2014/main" id="{F00B962E-E6C2-2D37-7458-87A437E51F26}"/>
                </a:ext>
              </a:extLst>
            </p:cNvPr>
            <p:cNvSpPr txBox="1">
              <a:spLocks noChangeArrowheads="1"/>
            </p:cNvSpPr>
            <p:nvPr/>
          </p:nvSpPr>
          <p:spPr bwMode="auto">
            <a:xfrm>
              <a:off x="3023" y="1858"/>
              <a:ext cx="192"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a:t>
              </a:r>
            </a:p>
          </p:txBody>
        </p:sp>
        <p:sp>
          <p:nvSpPr>
            <p:cNvPr id="181" name="Text Box 39">
              <a:extLst>
                <a:ext uri="{FF2B5EF4-FFF2-40B4-BE49-F238E27FC236}">
                  <a16:creationId xmlns:a16="http://schemas.microsoft.com/office/drawing/2014/main" id="{3333A306-47AE-EB96-2FBE-D90796761BFE}"/>
                </a:ext>
              </a:extLst>
            </p:cNvPr>
            <p:cNvSpPr txBox="1">
              <a:spLocks noChangeArrowheads="1"/>
            </p:cNvSpPr>
            <p:nvPr/>
          </p:nvSpPr>
          <p:spPr bwMode="auto">
            <a:xfrm>
              <a:off x="1847" y="2061"/>
              <a:ext cx="192"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a:t>
              </a:r>
            </a:p>
          </p:txBody>
        </p:sp>
        <p:sp>
          <p:nvSpPr>
            <p:cNvPr id="182" name="Text Box 40">
              <a:extLst>
                <a:ext uri="{FF2B5EF4-FFF2-40B4-BE49-F238E27FC236}">
                  <a16:creationId xmlns:a16="http://schemas.microsoft.com/office/drawing/2014/main" id="{590208D1-BAFA-1E27-28CE-D00A70A25EA2}"/>
                </a:ext>
              </a:extLst>
            </p:cNvPr>
            <p:cNvSpPr txBox="1">
              <a:spLocks noChangeArrowheads="1"/>
            </p:cNvSpPr>
            <p:nvPr/>
          </p:nvSpPr>
          <p:spPr bwMode="auto">
            <a:xfrm>
              <a:off x="2151" y="2558"/>
              <a:ext cx="72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程序</a:t>
              </a: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a:t>
              </a:r>
              <a:r>
                <a:rPr kumimoji="1" lang="zh-CN" altLang="en-US"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页表</a:t>
              </a:r>
            </a:p>
          </p:txBody>
        </p:sp>
        <p:sp>
          <p:nvSpPr>
            <p:cNvPr id="183" name="Text Box 41">
              <a:extLst>
                <a:ext uri="{FF2B5EF4-FFF2-40B4-BE49-F238E27FC236}">
                  <a16:creationId xmlns:a16="http://schemas.microsoft.com/office/drawing/2014/main" id="{1418619A-84B5-B51A-0C54-3E4AA18F9FDB}"/>
                </a:ext>
              </a:extLst>
            </p:cNvPr>
            <p:cNvSpPr txBox="1">
              <a:spLocks noChangeArrowheads="1"/>
            </p:cNvSpPr>
            <p:nvPr/>
          </p:nvSpPr>
          <p:spPr bwMode="auto">
            <a:xfrm>
              <a:off x="3972" y="1149"/>
              <a:ext cx="36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os</a:t>
              </a:r>
            </a:p>
          </p:txBody>
        </p:sp>
        <p:sp>
          <p:nvSpPr>
            <p:cNvPr id="184" name="Text Box 42">
              <a:extLst>
                <a:ext uri="{FF2B5EF4-FFF2-40B4-BE49-F238E27FC236}">
                  <a16:creationId xmlns:a16="http://schemas.microsoft.com/office/drawing/2014/main" id="{43379BFB-8591-C984-91C4-C1631DCDF091}"/>
                </a:ext>
              </a:extLst>
            </p:cNvPr>
            <p:cNvSpPr txBox="1">
              <a:spLocks noChangeArrowheads="1"/>
            </p:cNvSpPr>
            <p:nvPr/>
          </p:nvSpPr>
          <p:spPr bwMode="auto">
            <a:xfrm>
              <a:off x="3972" y="1415"/>
              <a:ext cx="362"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os</a:t>
              </a:r>
            </a:p>
          </p:txBody>
        </p:sp>
        <p:sp>
          <p:nvSpPr>
            <p:cNvPr id="185" name="Text Box 43">
              <a:extLst>
                <a:ext uri="{FF2B5EF4-FFF2-40B4-BE49-F238E27FC236}">
                  <a16:creationId xmlns:a16="http://schemas.microsoft.com/office/drawing/2014/main" id="{57381AC8-17F0-37C9-5BFD-D5C2C40AEAEB}"/>
                </a:ext>
              </a:extLst>
            </p:cNvPr>
            <p:cNvSpPr txBox="1">
              <a:spLocks noChangeArrowheads="1"/>
            </p:cNvSpPr>
            <p:nvPr/>
          </p:nvSpPr>
          <p:spPr bwMode="auto">
            <a:xfrm>
              <a:off x="3671" y="2088"/>
              <a:ext cx="8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程序</a:t>
              </a:r>
              <a:r>
                <a:rPr kumimoji="1" lang="en-US" altLang="zh-CN" sz="1600" b="0"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r>
                <a:rPr kumimoji="1" lang="en-US" altLang="zh-CN"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第 </a:t>
              </a:r>
              <a:r>
                <a:rPr kumimoji="1" lang="en-US" altLang="zh-CN"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a:t>
              </a:r>
              <a:r>
                <a:rPr kumimoji="1"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页</a:t>
              </a:r>
            </a:p>
          </p:txBody>
        </p:sp>
        <p:sp>
          <p:nvSpPr>
            <p:cNvPr id="186" name="Text Box 44">
              <a:extLst>
                <a:ext uri="{FF2B5EF4-FFF2-40B4-BE49-F238E27FC236}">
                  <a16:creationId xmlns:a16="http://schemas.microsoft.com/office/drawing/2014/main" id="{2D4959B1-9C8E-2F47-DC05-7FA5882D901E}"/>
                </a:ext>
              </a:extLst>
            </p:cNvPr>
            <p:cNvSpPr txBox="1">
              <a:spLocks noChangeArrowheads="1"/>
            </p:cNvSpPr>
            <p:nvPr/>
          </p:nvSpPr>
          <p:spPr bwMode="auto">
            <a:xfrm>
              <a:off x="3673" y="1645"/>
              <a:ext cx="939"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程序</a:t>
              </a:r>
              <a:r>
                <a:rPr kumimoji="1" lang="en-US" altLang="zh-CN" sz="1600" b="0"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2</a:t>
              </a:r>
              <a:r>
                <a:rPr kumimoji="1" lang="en-US" altLang="zh-CN"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第 </a:t>
              </a:r>
              <a:r>
                <a:rPr kumimoji="1" lang="en-US" altLang="zh-CN"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r>
                <a:rPr kumimoji="1"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页</a:t>
              </a:r>
            </a:p>
          </p:txBody>
        </p:sp>
        <p:sp>
          <p:nvSpPr>
            <p:cNvPr id="187" name="Line 45">
              <a:extLst>
                <a:ext uri="{FF2B5EF4-FFF2-40B4-BE49-F238E27FC236}">
                  <a16:creationId xmlns:a16="http://schemas.microsoft.com/office/drawing/2014/main" id="{046F84DF-A494-820A-5B06-B4BE08E42B4E}"/>
                </a:ext>
              </a:extLst>
            </p:cNvPr>
            <p:cNvSpPr>
              <a:spLocks noChangeShapeType="1"/>
            </p:cNvSpPr>
            <p:nvPr/>
          </p:nvSpPr>
          <p:spPr bwMode="auto">
            <a:xfrm>
              <a:off x="2119" y="1658"/>
              <a:ext cx="0" cy="82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188" name="Text Box 46">
              <a:extLst>
                <a:ext uri="{FF2B5EF4-FFF2-40B4-BE49-F238E27FC236}">
                  <a16:creationId xmlns:a16="http://schemas.microsoft.com/office/drawing/2014/main" id="{6B9E6192-950E-605A-375A-05ABA891C771}"/>
                </a:ext>
              </a:extLst>
            </p:cNvPr>
            <p:cNvSpPr txBox="1">
              <a:spLocks noChangeArrowheads="1"/>
            </p:cNvSpPr>
            <p:nvPr/>
          </p:nvSpPr>
          <p:spPr bwMode="auto">
            <a:xfrm>
              <a:off x="1847" y="2303"/>
              <a:ext cx="192"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3</a:t>
              </a:r>
            </a:p>
          </p:txBody>
        </p:sp>
        <p:sp>
          <p:nvSpPr>
            <p:cNvPr id="189" name="Line 47">
              <a:extLst>
                <a:ext uri="{FF2B5EF4-FFF2-40B4-BE49-F238E27FC236}">
                  <a16:creationId xmlns:a16="http://schemas.microsoft.com/office/drawing/2014/main" id="{EA90A510-9A4D-EA3A-EC83-D6FB7F0C4952}"/>
                </a:ext>
              </a:extLst>
            </p:cNvPr>
            <p:cNvSpPr>
              <a:spLocks noChangeShapeType="1"/>
            </p:cNvSpPr>
            <p:nvPr/>
          </p:nvSpPr>
          <p:spPr bwMode="auto">
            <a:xfrm>
              <a:off x="1757" y="1858"/>
              <a:ext cx="149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190" name="Line 48">
              <a:extLst>
                <a:ext uri="{FF2B5EF4-FFF2-40B4-BE49-F238E27FC236}">
                  <a16:creationId xmlns:a16="http://schemas.microsoft.com/office/drawing/2014/main" id="{35F5A361-C9AD-2195-173A-C71693430B81}"/>
                </a:ext>
              </a:extLst>
            </p:cNvPr>
            <p:cNvSpPr>
              <a:spLocks noChangeShapeType="1"/>
            </p:cNvSpPr>
            <p:nvPr/>
          </p:nvSpPr>
          <p:spPr bwMode="auto">
            <a:xfrm>
              <a:off x="1757" y="2036"/>
              <a:ext cx="149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191" name="Line 49">
              <a:extLst>
                <a:ext uri="{FF2B5EF4-FFF2-40B4-BE49-F238E27FC236}">
                  <a16:creationId xmlns:a16="http://schemas.microsoft.com/office/drawing/2014/main" id="{F2F9B1E2-32FD-6EEE-74AF-CE1D036D1A68}"/>
                </a:ext>
              </a:extLst>
            </p:cNvPr>
            <p:cNvSpPr>
              <a:spLocks noChangeShapeType="1"/>
            </p:cNvSpPr>
            <p:nvPr/>
          </p:nvSpPr>
          <p:spPr bwMode="auto">
            <a:xfrm>
              <a:off x="1757" y="2258"/>
              <a:ext cx="149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192" name="Line 50">
              <a:extLst>
                <a:ext uri="{FF2B5EF4-FFF2-40B4-BE49-F238E27FC236}">
                  <a16:creationId xmlns:a16="http://schemas.microsoft.com/office/drawing/2014/main" id="{3CA62690-DA96-CF7A-0F90-B80AABC42059}"/>
                </a:ext>
              </a:extLst>
            </p:cNvPr>
            <p:cNvSpPr>
              <a:spLocks noChangeShapeType="1"/>
            </p:cNvSpPr>
            <p:nvPr/>
          </p:nvSpPr>
          <p:spPr bwMode="auto">
            <a:xfrm>
              <a:off x="2571" y="1658"/>
              <a:ext cx="0" cy="82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193" name="Line 51">
              <a:extLst>
                <a:ext uri="{FF2B5EF4-FFF2-40B4-BE49-F238E27FC236}">
                  <a16:creationId xmlns:a16="http://schemas.microsoft.com/office/drawing/2014/main" id="{94F60967-9EAC-4AA3-B689-E828F0BE8099}"/>
                </a:ext>
              </a:extLst>
            </p:cNvPr>
            <p:cNvSpPr>
              <a:spLocks noChangeShapeType="1"/>
            </p:cNvSpPr>
            <p:nvPr/>
          </p:nvSpPr>
          <p:spPr bwMode="auto">
            <a:xfrm>
              <a:off x="2932" y="1658"/>
              <a:ext cx="0" cy="82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194" name="Text Box 52">
              <a:extLst>
                <a:ext uri="{FF2B5EF4-FFF2-40B4-BE49-F238E27FC236}">
                  <a16:creationId xmlns:a16="http://schemas.microsoft.com/office/drawing/2014/main" id="{704C82BE-1592-E72D-0AD3-FFC069C77749}"/>
                </a:ext>
              </a:extLst>
            </p:cNvPr>
            <p:cNvSpPr txBox="1">
              <a:spLocks noChangeArrowheads="1"/>
            </p:cNvSpPr>
            <p:nvPr/>
          </p:nvSpPr>
          <p:spPr bwMode="auto">
            <a:xfrm>
              <a:off x="1717" y="1427"/>
              <a:ext cx="163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1" lang="zh-CN" altLang="en-US" sz="1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页号   辅存地址  中断位   块号</a:t>
              </a:r>
              <a:r>
                <a:rPr kumimoji="1" lang="zh-CN" altLang="en-US"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p>
          </p:txBody>
        </p:sp>
        <p:sp>
          <p:nvSpPr>
            <p:cNvPr id="195" name="Text Box 53">
              <a:extLst>
                <a:ext uri="{FF2B5EF4-FFF2-40B4-BE49-F238E27FC236}">
                  <a16:creationId xmlns:a16="http://schemas.microsoft.com/office/drawing/2014/main" id="{13682AC8-D626-17C6-F2DA-8850DE65FB5A}"/>
                </a:ext>
              </a:extLst>
            </p:cNvPr>
            <p:cNvSpPr txBox="1">
              <a:spLocks noChangeArrowheads="1"/>
            </p:cNvSpPr>
            <p:nvPr/>
          </p:nvSpPr>
          <p:spPr bwMode="auto">
            <a:xfrm>
              <a:off x="2661" y="1636"/>
              <a:ext cx="192"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196" name="Text Box 54">
              <a:extLst>
                <a:ext uri="{FF2B5EF4-FFF2-40B4-BE49-F238E27FC236}">
                  <a16:creationId xmlns:a16="http://schemas.microsoft.com/office/drawing/2014/main" id="{81147E9D-F13A-6069-AE34-F9AB4C7B0FB6}"/>
                </a:ext>
              </a:extLst>
            </p:cNvPr>
            <p:cNvSpPr txBox="1">
              <a:spLocks noChangeArrowheads="1"/>
            </p:cNvSpPr>
            <p:nvPr/>
          </p:nvSpPr>
          <p:spPr bwMode="auto">
            <a:xfrm>
              <a:off x="2661" y="1843"/>
              <a:ext cx="192"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a:t>
              </a:r>
            </a:p>
          </p:txBody>
        </p:sp>
        <p:sp>
          <p:nvSpPr>
            <p:cNvPr id="197" name="Text Box 55">
              <a:extLst>
                <a:ext uri="{FF2B5EF4-FFF2-40B4-BE49-F238E27FC236}">
                  <a16:creationId xmlns:a16="http://schemas.microsoft.com/office/drawing/2014/main" id="{0FC44F3C-E4AF-3963-ECD8-BCBAACC0B9A6}"/>
                </a:ext>
              </a:extLst>
            </p:cNvPr>
            <p:cNvSpPr txBox="1">
              <a:spLocks noChangeArrowheads="1"/>
            </p:cNvSpPr>
            <p:nvPr/>
          </p:nvSpPr>
          <p:spPr bwMode="auto">
            <a:xfrm>
              <a:off x="2661" y="2036"/>
              <a:ext cx="192"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a:t>
              </a:r>
            </a:p>
          </p:txBody>
        </p:sp>
        <p:sp>
          <p:nvSpPr>
            <p:cNvPr id="198" name="Text Box 56">
              <a:extLst>
                <a:ext uri="{FF2B5EF4-FFF2-40B4-BE49-F238E27FC236}">
                  <a16:creationId xmlns:a16="http://schemas.microsoft.com/office/drawing/2014/main" id="{C4E8F460-C626-174F-84F8-90A58EEE7108}"/>
                </a:ext>
              </a:extLst>
            </p:cNvPr>
            <p:cNvSpPr txBox="1">
              <a:spLocks noChangeArrowheads="1"/>
            </p:cNvSpPr>
            <p:nvPr/>
          </p:nvSpPr>
          <p:spPr bwMode="auto">
            <a:xfrm>
              <a:off x="2661" y="2258"/>
              <a:ext cx="192"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en-US" altLang="zh-CN" sz="16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a:t>
              </a:r>
            </a:p>
          </p:txBody>
        </p:sp>
        <p:sp>
          <p:nvSpPr>
            <p:cNvPr id="199" name="Text Box 57">
              <a:extLst>
                <a:ext uri="{FF2B5EF4-FFF2-40B4-BE49-F238E27FC236}">
                  <a16:creationId xmlns:a16="http://schemas.microsoft.com/office/drawing/2014/main" id="{3F9E8F80-BFDD-490C-7DD7-BA6EEA78D2EA}"/>
                </a:ext>
              </a:extLst>
            </p:cNvPr>
            <p:cNvSpPr txBox="1">
              <a:spLocks noChangeArrowheads="1"/>
            </p:cNvSpPr>
            <p:nvPr/>
          </p:nvSpPr>
          <p:spPr bwMode="auto">
            <a:xfrm>
              <a:off x="2164" y="1839"/>
              <a:ext cx="441"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地址</a:t>
              </a:r>
            </a:p>
          </p:txBody>
        </p:sp>
        <p:sp>
          <p:nvSpPr>
            <p:cNvPr id="200" name="Text Box 58">
              <a:extLst>
                <a:ext uri="{FF2B5EF4-FFF2-40B4-BE49-F238E27FC236}">
                  <a16:creationId xmlns:a16="http://schemas.microsoft.com/office/drawing/2014/main" id="{7718B2C0-CFE0-A6C5-87A1-F2D6CA4DAC5B}"/>
                </a:ext>
              </a:extLst>
            </p:cNvPr>
            <p:cNvSpPr txBox="1">
              <a:spLocks noChangeArrowheads="1"/>
            </p:cNvSpPr>
            <p:nvPr/>
          </p:nvSpPr>
          <p:spPr bwMode="auto">
            <a:xfrm>
              <a:off x="2164" y="1643"/>
              <a:ext cx="431"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地址</a:t>
              </a:r>
            </a:p>
          </p:txBody>
        </p:sp>
        <p:sp>
          <p:nvSpPr>
            <p:cNvPr id="201" name="Text Box 59">
              <a:extLst>
                <a:ext uri="{FF2B5EF4-FFF2-40B4-BE49-F238E27FC236}">
                  <a16:creationId xmlns:a16="http://schemas.microsoft.com/office/drawing/2014/main" id="{9FA62F32-3A69-DDC8-0DBA-E93E41A94D68}"/>
                </a:ext>
              </a:extLst>
            </p:cNvPr>
            <p:cNvSpPr txBox="1">
              <a:spLocks noChangeArrowheads="1"/>
            </p:cNvSpPr>
            <p:nvPr/>
          </p:nvSpPr>
          <p:spPr bwMode="auto">
            <a:xfrm>
              <a:off x="2164" y="2036"/>
              <a:ext cx="421"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地址</a:t>
              </a:r>
            </a:p>
          </p:txBody>
        </p:sp>
        <p:sp>
          <p:nvSpPr>
            <p:cNvPr id="202" name="Text Box 60">
              <a:extLst>
                <a:ext uri="{FF2B5EF4-FFF2-40B4-BE49-F238E27FC236}">
                  <a16:creationId xmlns:a16="http://schemas.microsoft.com/office/drawing/2014/main" id="{20CD6FFF-CD7F-1386-1B94-2B2B667FD82C}"/>
                </a:ext>
              </a:extLst>
            </p:cNvPr>
            <p:cNvSpPr txBox="1">
              <a:spLocks noChangeArrowheads="1"/>
            </p:cNvSpPr>
            <p:nvPr/>
          </p:nvSpPr>
          <p:spPr bwMode="auto">
            <a:xfrm>
              <a:off x="2164" y="2258"/>
              <a:ext cx="402"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0" marR="0" lvl="0" indent="0" algn="just" defTabSz="914400" eaLnBrk="1" fontAlgn="base" latinLnBrk="0" hangingPunct="1">
                <a:lnSpc>
                  <a:spcPct val="100000"/>
                </a:lnSpc>
                <a:spcBef>
                  <a:spcPct val="0"/>
                </a:spcBef>
                <a:spcAft>
                  <a:spcPct val="0"/>
                </a:spcAft>
                <a:buClrTx/>
                <a:buSzTx/>
                <a:buFontTx/>
                <a:buNone/>
                <a:tabLst/>
                <a:defRPr/>
              </a:pPr>
              <a:r>
                <a:rPr kumimoji="1"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地址</a:t>
              </a:r>
            </a:p>
          </p:txBody>
        </p:sp>
        <p:sp>
          <p:nvSpPr>
            <p:cNvPr id="203" name="Line 74">
              <a:extLst>
                <a:ext uri="{FF2B5EF4-FFF2-40B4-BE49-F238E27FC236}">
                  <a16:creationId xmlns:a16="http://schemas.microsoft.com/office/drawing/2014/main" id="{F82808B0-BF96-1CE5-C114-34A65E251FA8}"/>
                </a:ext>
              </a:extLst>
            </p:cNvPr>
            <p:cNvSpPr>
              <a:spLocks noChangeShapeType="1"/>
            </p:cNvSpPr>
            <p:nvPr/>
          </p:nvSpPr>
          <p:spPr bwMode="auto">
            <a:xfrm>
              <a:off x="3249" y="1726"/>
              <a:ext cx="406" cy="0"/>
            </a:xfrm>
            <a:prstGeom prst="line">
              <a:avLst/>
            </a:prstGeom>
            <a:noFill/>
            <a:ln w="254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sp>
          <p:nvSpPr>
            <p:cNvPr id="204" name="Line 75">
              <a:extLst>
                <a:ext uri="{FF2B5EF4-FFF2-40B4-BE49-F238E27FC236}">
                  <a16:creationId xmlns:a16="http://schemas.microsoft.com/office/drawing/2014/main" id="{613830ED-5CF9-82AC-2109-83BC907A8AEB}"/>
                </a:ext>
              </a:extLst>
            </p:cNvPr>
            <p:cNvSpPr>
              <a:spLocks noChangeShapeType="1"/>
            </p:cNvSpPr>
            <p:nvPr/>
          </p:nvSpPr>
          <p:spPr bwMode="auto">
            <a:xfrm>
              <a:off x="3249" y="1947"/>
              <a:ext cx="406" cy="222"/>
            </a:xfrm>
            <a:prstGeom prst="line">
              <a:avLst/>
            </a:prstGeom>
            <a:noFill/>
            <a:ln w="254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ctr" defTabSz="914400" eaLnBrk="1" fontAlgn="base" latinLnBrk="0" hangingPunct="1">
                <a:lnSpc>
                  <a:spcPct val="120000"/>
                </a:lnSpc>
                <a:spcBef>
                  <a:spcPct val="0"/>
                </a:spcBef>
                <a:spcAft>
                  <a:spcPct val="0"/>
                </a:spcAft>
                <a:buClr>
                  <a:srgbClr val="FF9900"/>
                </a:buClr>
                <a:buSzPct val="95000"/>
                <a:buFont typeface="Wingdings" panose="05000000000000000000" pitchFamily="2" charset="2"/>
                <a:buChar char="Ø"/>
                <a:tabLst/>
                <a:defRPr/>
              </a:pPr>
              <a:endParaRPr kumimoji="0" lang="zh-CN" altLang="en-US" sz="1400" b="1" i="0" u="none" strike="noStrike" kern="0" cap="none" spc="0" normalizeH="0" baseline="0" noProof="0">
                <a:ln>
                  <a:noFill/>
                </a:ln>
                <a:solidFill>
                  <a:srgbClr val="4138FA"/>
                </a:solidFill>
                <a:effectLst>
                  <a:outerShdw blurRad="38100" dist="38100" dir="2700000" algn="tl">
                    <a:srgbClr val="000000">
                      <a:alpha val="43137"/>
                    </a:srgbClr>
                  </a:outerShdw>
                </a:effectLst>
                <a:uLnTx/>
                <a:uFillTx/>
                <a:latin typeface="Arial" panose="020B0604020202020204" pitchFamily="34" charset="0"/>
                <a:ea typeface="宋体" panose="02010600030101010101" pitchFamily="2" charset="-122"/>
              </a:endParaRPr>
            </a:p>
          </p:txBody>
        </p:sp>
      </p:grpSp>
      <p:sp>
        <p:nvSpPr>
          <p:cNvPr id="205" name="Text Box 81">
            <a:extLst>
              <a:ext uri="{FF2B5EF4-FFF2-40B4-BE49-F238E27FC236}">
                <a16:creationId xmlns:a16="http://schemas.microsoft.com/office/drawing/2014/main" id="{9C94D1FF-5478-4C4B-3398-00EEBAD00BA0}"/>
              </a:ext>
            </a:extLst>
          </p:cNvPr>
          <p:cNvSpPr txBox="1">
            <a:spLocks noChangeArrowheads="1"/>
          </p:cNvSpPr>
          <p:nvPr/>
        </p:nvSpPr>
        <p:spPr bwMode="auto">
          <a:xfrm>
            <a:off x="3875463" y="5806892"/>
            <a:ext cx="3490912"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fontAlgn="base">
              <a:lnSpc>
                <a:spcPct val="100000"/>
              </a:lnSpc>
              <a:spcAft>
                <a:spcPct val="0"/>
              </a:spcAft>
              <a:buClrTx/>
              <a:buSzTx/>
              <a:buFontTx/>
              <a:buNone/>
            </a:pPr>
            <a:r>
              <a:rPr kumimoji="1" lang="zh-CN" altLang="en-US" sz="1600" dirty="0">
                <a:solidFill>
                  <a:srgbClr val="000000"/>
                </a:solidFill>
                <a:latin typeface="Times New Roman" panose="02020603050405020304" pitchFamily="18" charset="0"/>
                <a:ea typeface="宋体" panose="02010600030101010101" pitchFamily="2" charset="-122"/>
              </a:rPr>
              <a:t>程序</a:t>
            </a:r>
            <a:r>
              <a:rPr kumimoji="1" lang="en-US" altLang="zh-CN" sz="1600" baseline="-25000" dirty="0">
                <a:solidFill>
                  <a:srgbClr val="000000"/>
                </a:solidFill>
                <a:latin typeface="Times New Roman" panose="02020603050405020304" pitchFamily="18" charset="0"/>
                <a:ea typeface="宋体" panose="02010600030101010101" pitchFamily="2" charset="-122"/>
              </a:rPr>
              <a:t>2</a:t>
            </a:r>
            <a:r>
              <a:rPr kumimoji="1" lang="zh-CN" altLang="en-US" sz="1600" dirty="0">
                <a:solidFill>
                  <a:srgbClr val="000000"/>
                </a:solidFill>
                <a:latin typeface="Times New Roman" panose="02020603050405020304" pitchFamily="18" charset="0"/>
                <a:ea typeface="宋体" panose="02010600030101010101" pitchFamily="2" charset="-122"/>
              </a:rPr>
              <a:t>在请求分页系统中的存储映像</a:t>
            </a:r>
          </a:p>
        </p:txBody>
      </p:sp>
    </p:spTree>
    <p:extLst>
      <p:ext uri="{BB962C8B-B14F-4D97-AF65-F5344CB8AC3E}">
        <p14:creationId xmlns:p14="http://schemas.microsoft.com/office/powerpoint/2010/main" val="491032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5">
            <a:extLst>
              <a:ext uri="{FF2B5EF4-FFF2-40B4-BE49-F238E27FC236}">
                <a16:creationId xmlns:a16="http://schemas.microsoft.com/office/drawing/2014/main" id="{741DED48-4DBA-57B5-DFC6-6C23F9A15AE8}"/>
              </a:ext>
            </a:extLst>
          </p:cNvPr>
          <p:cNvSpPr>
            <a:spLocks noChangeArrowheads="1"/>
          </p:cNvSpPr>
          <p:nvPr/>
        </p:nvSpPr>
        <p:spPr bwMode="auto">
          <a:xfrm>
            <a:off x="487822" y="830079"/>
            <a:ext cx="8375650" cy="169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20000"/>
              </a:lnSpc>
              <a:buFont typeface="Wingdings" panose="05000000000000000000" pitchFamily="2" charset="2"/>
              <a:buNone/>
            </a:pPr>
            <a:r>
              <a:rPr lang="en-US" altLang="zh-CN" sz="2400" dirty="0">
                <a:solidFill>
                  <a:srgbClr val="000099"/>
                </a:solidFill>
                <a:latin typeface="Times New Roman" panose="02020603050405020304" pitchFamily="18" charset="0"/>
              </a:rPr>
              <a:t>②</a:t>
            </a:r>
            <a:r>
              <a:rPr lang="en-US" altLang="zh-CN" sz="2400" dirty="0">
                <a:solidFill>
                  <a:srgbClr val="000099"/>
                </a:solidFill>
                <a:latin typeface="宋体" panose="02010600030101010101" pitchFamily="2" charset="-122"/>
              </a:rPr>
              <a:t> </a:t>
            </a:r>
            <a:r>
              <a:rPr lang="zh-CN" altLang="en-US" sz="2400" dirty="0">
                <a:solidFill>
                  <a:srgbClr val="000099"/>
                </a:solidFill>
                <a:latin typeface="Times New Roman" panose="02020603050405020304" pitchFamily="18" charset="0"/>
              </a:rPr>
              <a:t>缺页处理的例子</a:t>
            </a:r>
          </a:p>
          <a:p>
            <a:pPr eaLnBrk="1" hangingPunct="1">
              <a:lnSpc>
                <a:spcPct val="130000"/>
              </a:lnSpc>
              <a:buFont typeface="Wingdings" panose="05000000000000000000" pitchFamily="2" charset="2"/>
              <a:buNone/>
            </a:pPr>
            <a:r>
              <a:rPr lang="zh-CN" altLang="en-US" sz="2400" b="0" dirty="0">
                <a:solidFill>
                  <a:schemeClr val="tx1"/>
                </a:solidFill>
                <a:latin typeface="Times New Roman" panose="02020603050405020304" pitchFamily="18" charset="0"/>
              </a:rPr>
              <a:t>             程序</a:t>
            </a:r>
            <a:r>
              <a:rPr lang="en-US" altLang="zh-CN" sz="2400" b="0" dirty="0">
                <a:solidFill>
                  <a:schemeClr val="tx1"/>
                </a:solidFill>
                <a:latin typeface="Times New Roman" panose="02020603050405020304" pitchFamily="18" charset="0"/>
              </a:rPr>
              <a:t>2</a:t>
            </a:r>
            <a:r>
              <a:rPr lang="zh-CN" altLang="en-US" sz="2400" b="0" dirty="0">
                <a:solidFill>
                  <a:schemeClr val="tx1"/>
                </a:solidFill>
                <a:latin typeface="Times New Roman" panose="02020603050405020304" pitchFamily="18" charset="0"/>
              </a:rPr>
              <a:t>的主存块数为 </a:t>
            </a:r>
            <a:r>
              <a:rPr lang="en-US" altLang="zh-CN" sz="2400" b="0" dirty="0">
                <a:solidFill>
                  <a:schemeClr val="tx1"/>
                </a:solidFill>
                <a:latin typeface="Times New Roman" panose="02020603050405020304" pitchFamily="18" charset="0"/>
              </a:rPr>
              <a:t>m</a:t>
            </a:r>
            <a:r>
              <a:rPr lang="en-US" altLang="zh-CN" sz="2400" b="0" baseline="-25000" dirty="0">
                <a:solidFill>
                  <a:schemeClr val="tx1"/>
                </a:solidFill>
                <a:latin typeface="Times New Roman" panose="02020603050405020304" pitchFamily="18" charset="0"/>
              </a:rPr>
              <a:t>2</a:t>
            </a:r>
            <a:r>
              <a:rPr lang="en-US" altLang="zh-CN" sz="2400" b="0" dirty="0">
                <a:solidFill>
                  <a:schemeClr val="tx1"/>
                </a:solidFill>
                <a:latin typeface="Times New Roman" panose="02020603050405020304" pitchFamily="18" charset="0"/>
              </a:rPr>
              <a:t>=3</a:t>
            </a:r>
            <a:r>
              <a:rPr lang="zh-CN" altLang="en-US" sz="2400" b="0" dirty="0">
                <a:solidFill>
                  <a:schemeClr val="tx1"/>
                </a:solidFill>
                <a:latin typeface="Times New Roman" panose="02020603050405020304" pitchFamily="18" charset="0"/>
              </a:rPr>
              <a:t>，讨论程序执行</a:t>
            </a:r>
          </a:p>
          <a:p>
            <a:pPr eaLnBrk="1" hangingPunct="1">
              <a:lnSpc>
                <a:spcPct val="130000"/>
              </a:lnSpc>
              <a:buFont typeface="Wingdings" panose="05000000000000000000" pitchFamily="2" charset="2"/>
              <a:buNone/>
            </a:pPr>
            <a:r>
              <a:rPr lang="zh-CN" altLang="en-US" sz="2400" b="0" dirty="0">
                <a:solidFill>
                  <a:schemeClr val="tx1"/>
                </a:solidFill>
                <a:latin typeface="Times New Roman" panose="02020603050405020304" pitchFamily="18" charset="0"/>
              </a:rPr>
              <a:t>              “</a:t>
            </a:r>
            <a:r>
              <a:rPr lang="en-US" altLang="zh-CN" sz="2400" b="0" dirty="0">
                <a:solidFill>
                  <a:schemeClr val="tx1"/>
                </a:solidFill>
                <a:latin typeface="Times New Roman" panose="02020603050405020304" pitchFamily="18" charset="0"/>
              </a:rPr>
              <a:t>mov r</a:t>
            </a:r>
            <a:r>
              <a:rPr lang="en-US" altLang="zh-CN" sz="2400" b="0" baseline="-25000" dirty="0">
                <a:solidFill>
                  <a:schemeClr val="tx1"/>
                </a:solidFill>
                <a:latin typeface="Times New Roman" panose="02020603050405020304" pitchFamily="18" charset="0"/>
              </a:rPr>
              <a:t>1</a:t>
            </a:r>
            <a:r>
              <a:rPr lang="zh-CN" altLang="en-US" sz="2400" b="0" dirty="0">
                <a:solidFill>
                  <a:schemeClr val="tx1"/>
                </a:solidFill>
                <a:latin typeface="Times New Roman" panose="02020603050405020304" pitchFamily="18" charset="0"/>
              </a:rPr>
              <a:t>，</a:t>
            </a:r>
            <a:r>
              <a:rPr lang="en-US" altLang="zh-CN" sz="2400" b="0" dirty="0">
                <a:solidFill>
                  <a:schemeClr val="tx1"/>
                </a:solidFill>
                <a:latin typeface="Times New Roman" panose="02020603050405020304" pitchFamily="18" charset="0"/>
              </a:rPr>
              <a:t>[2120</a:t>
            </a:r>
            <a:r>
              <a:rPr lang="zh-CN" altLang="en-US" sz="2400" b="0" dirty="0">
                <a:solidFill>
                  <a:schemeClr val="tx1"/>
                </a:solidFill>
                <a:latin typeface="Times New Roman" panose="02020603050405020304" pitchFamily="18" charset="0"/>
              </a:rPr>
              <a:t>］”指令时的情况。</a:t>
            </a:r>
          </a:p>
        </p:txBody>
      </p:sp>
      <p:sp>
        <p:nvSpPr>
          <p:cNvPr id="4" name="Rectangle 71">
            <a:extLst>
              <a:ext uri="{FF2B5EF4-FFF2-40B4-BE49-F238E27FC236}">
                <a16:creationId xmlns:a16="http://schemas.microsoft.com/office/drawing/2014/main" id="{FAD6167F-639A-01AD-D466-7E9684C400E7}"/>
              </a:ext>
            </a:extLst>
          </p:cNvPr>
          <p:cNvSpPr>
            <a:spLocks noChangeArrowheads="1"/>
          </p:cNvSpPr>
          <p:nvPr/>
        </p:nvSpPr>
        <p:spPr bwMode="auto">
          <a:xfrm>
            <a:off x="2834147" y="2479491"/>
            <a:ext cx="8328694" cy="4289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marL="800100" lvl="3" indent="-228600">
              <a:lnSpc>
                <a:spcPct val="150000"/>
              </a:lnSpc>
              <a:spcBef>
                <a:spcPts val="500"/>
              </a:spcBef>
              <a:buClr>
                <a:srgbClr val="FFC000"/>
              </a:buClr>
              <a:buFont typeface="Wingdings" panose="05000000000000000000" pitchFamily="2" charset="2"/>
              <a:buChar char="u"/>
              <a:defRPr/>
            </a:pPr>
            <a:r>
              <a:rPr lang="en-US" altLang="zh-CN" sz="2400" dirty="0">
                <a:solidFill>
                  <a:prstClr val="black"/>
                </a:solidFill>
                <a:latin typeface="微软雅黑" panose="020B0503020204020204" pitchFamily="34" charset="-122"/>
                <a:ea typeface="微软雅黑" panose="020B0503020204020204" pitchFamily="34" charset="-122"/>
              </a:rPr>
              <a:t>CPU</a:t>
            </a:r>
            <a:r>
              <a:rPr lang="zh-CN" altLang="en-US" sz="2400" dirty="0">
                <a:solidFill>
                  <a:prstClr val="black"/>
                </a:solidFill>
                <a:latin typeface="微软雅黑" panose="020B0503020204020204" pitchFamily="34" charset="-122"/>
                <a:ea typeface="微软雅黑" panose="020B0503020204020204" pitchFamily="34" charset="-122"/>
              </a:rPr>
              <a:t>产生的虚地址为</a:t>
            </a:r>
            <a:r>
              <a:rPr lang="en-US" altLang="zh-CN" sz="2400" dirty="0">
                <a:solidFill>
                  <a:prstClr val="black"/>
                </a:solidFill>
                <a:latin typeface="微软雅黑" panose="020B0503020204020204" pitchFamily="34" charset="-122"/>
                <a:ea typeface="微软雅黑" panose="020B0503020204020204" pitchFamily="34" charset="-122"/>
              </a:rPr>
              <a:t>2120</a:t>
            </a:r>
          </a:p>
          <a:p>
            <a:pPr marL="800100" lvl="3" indent="-22860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分页机构得 </a:t>
            </a:r>
            <a:r>
              <a:rPr lang="en-US" altLang="zh-CN" sz="2400" dirty="0">
                <a:solidFill>
                  <a:prstClr val="black"/>
                </a:solidFill>
                <a:latin typeface="微软雅黑" panose="020B0503020204020204" pitchFamily="34" charset="-122"/>
                <a:ea typeface="微软雅黑" panose="020B0503020204020204" pitchFamily="34" charset="-122"/>
              </a:rPr>
              <a:t>p=2</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w=72</a:t>
            </a:r>
          </a:p>
          <a:p>
            <a:pPr marL="800100" lvl="3" indent="-22860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查页表。该页中断位</a:t>
            </a:r>
            <a:r>
              <a:rPr lang="en-US" altLang="zh-CN" sz="2400" dirty="0" err="1">
                <a:solidFill>
                  <a:prstClr val="black"/>
                </a:solidFill>
                <a:latin typeface="微软雅黑" panose="020B0503020204020204" pitchFamily="34" charset="-122"/>
                <a:ea typeface="微软雅黑" panose="020B0503020204020204" pitchFamily="34" charset="-122"/>
              </a:rPr>
              <a:t>i</a:t>
            </a:r>
            <a:r>
              <a:rPr lang="en-US" altLang="zh-CN" sz="2400" dirty="0">
                <a:solidFill>
                  <a:prstClr val="black"/>
                </a:solidFill>
                <a:latin typeface="微软雅黑" panose="020B0503020204020204" pitchFamily="34" charset="-122"/>
                <a:ea typeface="微软雅黑" panose="020B0503020204020204" pitchFamily="34" charset="-122"/>
              </a:rPr>
              <a:t>=1</a:t>
            </a:r>
          </a:p>
          <a:p>
            <a:pPr marL="800100" lvl="3" indent="-228600">
              <a:lnSpc>
                <a:spcPct val="150000"/>
              </a:lnSpc>
              <a:spcBef>
                <a:spcPts val="500"/>
              </a:spcBef>
              <a:buClr>
                <a:srgbClr val="FFC000"/>
              </a:buClr>
              <a:buFont typeface="Wingdings" panose="05000000000000000000" pitchFamily="2" charset="2"/>
              <a:buChar char="u"/>
              <a:defRPr/>
            </a:pPr>
            <a:r>
              <a:rPr lang="zh-CN" altLang="en-US" sz="2400" dirty="0">
                <a:solidFill>
                  <a:srgbClr val="FF0000"/>
                </a:solidFill>
                <a:latin typeface="微软雅黑" panose="020B0503020204020204" pitchFamily="34" charset="-122"/>
                <a:ea typeface="微软雅黑" panose="020B0503020204020204" pitchFamily="34" charset="-122"/>
              </a:rPr>
              <a:t>发生</a:t>
            </a:r>
            <a:r>
              <a:rPr lang="zh-CN" altLang="en-US" sz="2400" dirty="0" smtClean="0">
                <a:solidFill>
                  <a:srgbClr val="FF0000"/>
                </a:solidFill>
                <a:latin typeface="微软雅黑" panose="020B0503020204020204" pitchFamily="34" charset="-122"/>
                <a:ea typeface="微软雅黑" panose="020B0503020204020204" pitchFamily="34" charset="-122"/>
              </a:rPr>
              <a:t>缺页异常 </a:t>
            </a:r>
            <a:r>
              <a:rPr lang="zh-CN" altLang="en-US" sz="2400" dirty="0">
                <a:solidFill>
                  <a:srgbClr val="FF0000"/>
                </a:solidFill>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sym typeface="Symbol" panose="05050102010706020507" pitchFamily="18" charset="2"/>
              </a:rPr>
              <a:t>   </a:t>
            </a:r>
            <a:endParaRPr lang="en-US" altLang="zh-CN" sz="2400" dirty="0">
              <a:solidFill>
                <a:srgbClr val="FF0000"/>
              </a:solidFill>
              <a:latin typeface="微软雅黑" panose="020B0503020204020204" pitchFamily="34" charset="-122"/>
              <a:ea typeface="微软雅黑" panose="020B0503020204020204" pitchFamily="34" charset="-122"/>
              <a:sym typeface="Symbol" panose="05050102010706020507" pitchFamily="18" charset="2"/>
            </a:endParaRPr>
          </a:p>
          <a:p>
            <a:pPr marL="800100" lvl="3" indent="-22860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如主存中有空白块，且</a:t>
            </a:r>
            <a:r>
              <a:rPr lang="en-US" altLang="zh-CN" sz="2400" dirty="0" err="1">
                <a:solidFill>
                  <a:prstClr val="black"/>
                </a:solidFill>
                <a:latin typeface="微软雅黑" panose="020B0503020204020204" pitchFamily="34" charset="-122"/>
                <a:ea typeface="微软雅黑" panose="020B0503020204020204" pitchFamily="34" charset="-122"/>
              </a:rPr>
              <a:t>n</a:t>
            </a:r>
            <a:r>
              <a:rPr lang="en-US" altLang="zh-CN" sz="2400" dirty="0" err="1">
                <a:solidFill>
                  <a:prstClr val="black"/>
                </a:solidFill>
                <a:latin typeface="微软雅黑" panose="020B0503020204020204" pitchFamily="34" charset="-122"/>
                <a:ea typeface="微软雅黑" panose="020B0503020204020204" pitchFamily="34" charset="-122"/>
                <a:sym typeface="Symbol" panose="05050102010706020507" pitchFamily="18" charset="2"/>
              </a:rPr>
              <a:t>m</a:t>
            </a:r>
            <a:r>
              <a:rPr lang="en-US" altLang="zh-CN" sz="2400"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 </a:t>
            </a:r>
            <a:r>
              <a:rPr lang="zh-CN" altLang="en-US" sz="2400" dirty="0">
                <a:solidFill>
                  <a:prstClr val="black"/>
                </a:solidFill>
                <a:latin typeface="微软雅黑" panose="020B0503020204020204" pitchFamily="34" charset="-122"/>
                <a:ea typeface="微软雅黑" panose="020B0503020204020204" pitchFamily="34" charset="-122"/>
              </a:rPr>
              <a:t>则直接调入</a:t>
            </a:r>
          </a:p>
          <a:p>
            <a:pPr marL="800100" lvl="3" indent="-22860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如主存中无空白块，或</a:t>
            </a:r>
            <a:r>
              <a:rPr lang="en-US" altLang="zh-CN" sz="2400" dirty="0">
                <a:solidFill>
                  <a:prstClr val="black"/>
                </a:solidFill>
                <a:latin typeface="微软雅黑" panose="020B0503020204020204" pitchFamily="34" charset="-122"/>
                <a:ea typeface="微软雅黑" panose="020B0503020204020204" pitchFamily="34" charset="-122"/>
              </a:rPr>
              <a:t>n </a:t>
            </a:r>
            <a:r>
              <a:rPr lang="en-US" altLang="zh-CN" sz="2400"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400" dirty="0">
                <a:solidFill>
                  <a:prstClr val="black"/>
                </a:solidFill>
                <a:latin typeface="微软雅黑" panose="020B0503020204020204" pitchFamily="34" charset="-122"/>
                <a:ea typeface="微软雅黑" panose="020B0503020204020204" pitchFamily="34" charset="-122"/>
              </a:rPr>
              <a:t> </a:t>
            </a:r>
            <a:r>
              <a:rPr lang="en-US" altLang="zh-CN" sz="2400"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m </a:t>
            </a:r>
            <a:r>
              <a:rPr lang="zh-CN" altLang="en-US" sz="2400"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solidFill>
                  <a:prstClr val="black"/>
                </a:solidFill>
                <a:latin typeface="微软雅黑" panose="020B0503020204020204" pitchFamily="34" charset="-122"/>
                <a:ea typeface="微软雅黑" panose="020B0503020204020204" pitchFamily="34" charset="-122"/>
              </a:rPr>
              <a:t>则需淘汰该程序在主存中的一页                   </a:t>
            </a:r>
          </a:p>
        </p:txBody>
      </p:sp>
      <p:grpSp>
        <p:nvGrpSpPr>
          <p:cNvPr id="6" name="Group 75">
            <a:extLst>
              <a:ext uri="{FF2B5EF4-FFF2-40B4-BE49-F238E27FC236}">
                <a16:creationId xmlns:a16="http://schemas.microsoft.com/office/drawing/2014/main" id="{703EA802-50D3-72C5-6367-F4F94F753861}"/>
              </a:ext>
            </a:extLst>
          </p:cNvPr>
          <p:cNvGrpSpPr>
            <a:grpSpLocks/>
          </p:cNvGrpSpPr>
          <p:nvPr/>
        </p:nvGrpSpPr>
        <p:grpSpPr bwMode="auto">
          <a:xfrm>
            <a:off x="1029159" y="2576329"/>
            <a:ext cx="2193925" cy="3014662"/>
            <a:chOff x="144" y="1187"/>
            <a:chExt cx="1290" cy="1791"/>
          </a:xfrm>
        </p:grpSpPr>
        <p:sp>
          <p:nvSpPr>
            <p:cNvPr id="7" name="Rectangle 76">
              <a:extLst>
                <a:ext uri="{FF2B5EF4-FFF2-40B4-BE49-F238E27FC236}">
                  <a16:creationId xmlns:a16="http://schemas.microsoft.com/office/drawing/2014/main" id="{E58D6F4A-D7AB-4671-B44F-92D4E8809DBC}"/>
                </a:ext>
              </a:extLst>
            </p:cNvPr>
            <p:cNvSpPr>
              <a:spLocks noChangeArrowheads="1"/>
            </p:cNvSpPr>
            <p:nvPr/>
          </p:nvSpPr>
          <p:spPr bwMode="auto">
            <a:xfrm>
              <a:off x="551" y="1353"/>
              <a:ext cx="810" cy="134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8" name="Line 77">
              <a:extLst>
                <a:ext uri="{FF2B5EF4-FFF2-40B4-BE49-F238E27FC236}">
                  <a16:creationId xmlns:a16="http://schemas.microsoft.com/office/drawing/2014/main" id="{B0AC61EE-2694-0F30-C594-1437104CC35C}"/>
                </a:ext>
              </a:extLst>
            </p:cNvPr>
            <p:cNvSpPr>
              <a:spLocks noChangeShapeType="1"/>
            </p:cNvSpPr>
            <p:nvPr/>
          </p:nvSpPr>
          <p:spPr bwMode="auto">
            <a:xfrm>
              <a:off x="551" y="1596"/>
              <a:ext cx="81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9" name="Line 78">
              <a:extLst>
                <a:ext uri="{FF2B5EF4-FFF2-40B4-BE49-F238E27FC236}">
                  <a16:creationId xmlns:a16="http://schemas.microsoft.com/office/drawing/2014/main" id="{21E4F8B7-E4DC-8AD3-08B8-728BF5D1E3D1}"/>
                </a:ext>
              </a:extLst>
            </p:cNvPr>
            <p:cNvSpPr>
              <a:spLocks noChangeShapeType="1"/>
            </p:cNvSpPr>
            <p:nvPr/>
          </p:nvSpPr>
          <p:spPr bwMode="auto">
            <a:xfrm>
              <a:off x="551" y="2398"/>
              <a:ext cx="81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0" name="Text Box 79">
              <a:extLst>
                <a:ext uri="{FF2B5EF4-FFF2-40B4-BE49-F238E27FC236}">
                  <a16:creationId xmlns:a16="http://schemas.microsoft.com/office/drawing/2014/main" id="{25F01057-D71C-4F67-A8F7-88481F77AECE}"/>
                </a:ext>
              </a:extLst>
            </p:cNvPr>
            <p:cNvSpPr txBox="1">
              <a:spLocks noChangeArrowheads="1"/>
            </p:cNvSpPr>
            <p:nvPr/>
          </p:nvSpPr>
          <p:spPr bwMode="auto">
            <a:xfrm>
              <a:off x="370" y="1187"/>
              <a:ext cx="19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0</a:t>
              </a:r>
            </a:p>
          </p:txBody>
        </p:sp>
        <p:sp>
          <p:nvSpPr>
            <p:cNvPr id="11" name="Text Box 80">
              <a:extLst>
                <a:ext uri="{FF2B5EF4-FFF2-40B4-BE49-F238E27FC236}">
                  <a16:creationId xmlns:a16="http://schemas.microsoft.com/office/drawing/2014/main" id="{833B12D7-1FD2-D924-F407-74BDA271AAB5}"/>
                </a:ext>
              </a:extLst>
            </p:cNvPr>
            <p:cNvSpPr txBox="1">
              <a:spLocks noChangeArrowheads="1"/>
            </p:cNvSpPr>
            <p:nvPr/>
          </p:nvSpPr>
          <p:spPr bwMode="auto">
            <a:xfrm>
              <a:off x="234" y="1474"/>
              <a:ext cx="36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1KB</a:t>
              </a:r>
            </a:p>
          </p:txBody>
        </p:sp>
        <p:sp>
          <p:nvSpPr>
            <p:cNvPr id="12" name="Text Box 81">
              <a:extLst>
                <a:ext uri="{FF2B5EF4-FFF2-40B4-BE49-F238E27FC236}">
                  <a16:creationId xmlns:a16="http://schemas.microsoft.com/office/drawing/2014/main" id="{DE678C15-C4EF-E694-2E41-6528CDAE40AA}"/>
                </a:ext>
              </a:extLst>
            </p:cNvPr>
            <p:cNvSpPr txBox="1">
              <a:spLocks noChangeArrowheads="1"/>
            </p:cNvSpPr>
            <p:nvPr/>
          </p:nvSpPr>
          <p:spPr bwMode="auto">
            <a:xfrm>
              <a:off x="234" y="1929"/>
              <a:ext cx="36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2KB</a:t>
              </a:r>
            </a:p>
          </p:txBody>
        </p:sp>
        <p:sp>
          <p:nvSpPr>
            <p:cNvPr id="13" name="Text Box 82">
              <a:extLst>
                <a:ext uri="{FF2B5EF4-FFF2-40B4-BE49-F238E27FC236}">
                  <a16:creationId xmlns:a16="http://schemas.microsoft.com/office/drawing/2014/main" id="{D2330A90-6DE8-B499-5441-7C4B281C6A5A}"/>
                </a:ext>
              </a:extLst>
            </p:cNvPr>
            <p:cNvSpPr txBox="1">
              <a:spLocks noChangeArrowheads="1"/>
            </p:cNvSpPr>
            <p:nvPr/>
          </p:nvSpPr>
          <p:spPr bwMode="auto">
            <a:xfrm>
              <a:off x="144" y="2639"/>
              <a:ext cx="49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4KB</a:t>
              </a:r>
              <a:r>
                <a:rPr kumimoji="1" lang="en-US" altLang="zh-CN" sz="1600" b="1">
                  <a:solidFill>
                    <a:schemeClr val="tx1"/>
                  </a:solidFill>
                  <a:latin typeface="Times New Roman" panose="02020603050405020304" pitchFamily="18" charset="0"/>
                  <a:sym typeface="Symbol" panose="05050102010706020507" pitchFamily="18" charset="2"/>
                </a:rPr>
                <a:t>1</a:t>
              </a:r>
              <a:endParaRPr kumimoji="1" lang="en-US" altLang="zh-CN" sz="1600" b="1">
                <a:solidFill>
                  <a:schemeClr val="tx1"/>
                </a:solidFill>
                <a:latin typeface="Times New Roman" panose="02020603050405020304" pitchFamily="18" charset="0"/>
              </a:endParaRPr>
            </a:p>
          </p:txBody>
        </p:sp>
        <p:sp>
          <p:nvSpPr>
            <p:cNvPr id="14" name="Text Box 83">
              <a:extLst>
                <a:ext uri="{FF2B5EF4-FFF2-40B4-BE49-F238E27FC236}">
                  <a16:creationId xmlns:a16="http://schemas.microsoft.com/office/drawing/2014/main" id="{F29CEA0A-E6D3-7661-39BC-FC4C0A43C9D5}"/>
                </a:ext>
              </a:extLst>
            </p:cNvPr>
            <p:cNvSpPr txBox="1">
              <a:spLocks noChangeArrowheads="1"/>
            </p:cNvSpPr>
            <p:nvPr/>
          </p:nvSpPr>
          <p:spPr bwMode="auto">
            <a:xfrm>
              <a:off x="540" y="2778"/>
              <a:ext cx="894"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dirty="0">
                  <a:solidFill>
                    <a:schemeClr val="tx1"/>
                  </a:solidFill>
                  <a:latin typeface="Times New Roman" panose="02020603050405020304" pitchFamily="18" charset="0"/>
                </a:rPr>
                <a:t>程序</a:t>
              </a:r>
              <a:r>
                <a:rPr kumimoji="1" lang="en-US" altLang="zh-CN" sz="1600" b="1" baseline="-25000" dirty="0">
                  <a:solidFill>
                    <a:schemeClr val="tx1"/>
                  </a:solidFill>
                  <a:latin typeface="Times New Roman" panose="02020603050405020304" pitchFamily="18" charset="0"/>
                </a:rPr>
                <a:t>2</a:t>
              </a:r>
              <a:r>
                <a:rPr kumimoji="1" lang="zh-CN" altLang="en-US" sz="1600" b="1" dirty="0">
                  <a:solidFill>
                    <a:schemeClr val="tx1"/>
                  </a:solidFill>
                  <a:latin typeface="Times New Roman" panose="02020603050405020304" pitchFamily="18" charset="0"/>
                </a:rPr>
                <a:t>地址空间</a:t>
              </a:r>
            </a:p>
          </p:txBody>
        </p:sp>
        <p:sp>
          <p:nvSpPr>
            <p:cNvPr id="15" name="Line 84">
              <a:extLst>
                <a:ext uri="{FF2B5EF4-FFF2-40B4-BE49-F238E27FC236}">
                  <a16:creationId xmlns:a16="http://schemas.microsoft.com/office/drawing/2014/main" id="{6F87CE23-C457-F71E-C62D-468557BD8F02}"/>
                </a:ext>
              </a:extLst>
            </p:cNvPr>
            <p:cNvSpPr>
              <a:spLocks noChangeShapeType="1"/>
            </p:cNvSpPr>
            <p:nvPr/>
          </p:nvSpPr>
          <p:spPr bwMode="auto">
            <a:xfrm>
              <a:off x="551" y="2095"/>
              <a:ext cx="81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6" name="Text Box 85">
              <a:extLst>
                <a:ext uri="{FF2B5EF4-FFF2-40B4-BE49-F238E27FC236}">
                  <a16:creationId xmlns:a16="http://schemas.microsoft.com/office/drawing/2014/main" id="{D8E84331-3537-F653-12D3-2E3AD28AAAA2}"/>
                </a:ext>
              </a:extLst>
            </p:cNvPr>
            <p:cNvSpPr txBox="1">
              <a:spLocks noChangeArrowheads="1"/>
            </p:cNvSpPr>
            <p:nvPr/>
          </p:nvSpPr>
          <p:spPr bwMode="auto">
            <a:xfrm>
              <a:off x="551" y="1611"/>
              <a:ext cx="858" cy="4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40000"/>
                </a:lnSpc>
                <a:spcBef>
                  <a:spcPct val="0"/>
                </a:spcBef>
                <a:buClrTx/>
                <a:buSzTx/>
                <a:buFontTx/>
                <a:buNone/>
              </a:pPr>
              <a:r>
                <a:rPr kumimoji="1" lang="en-US" altLang="zh-CN" sz="1600" b="1" dirty="0">
                  <a:solidFill>
                    <a:schemeClr val="tx1"/>
                  </a:solidFill>
                  <a:latin typeface="Times New Roman" panose="02020603050405020304" pitchFamily="18" charset="0"/>
                </a:rPr>
                <a:t>mov r1,[2120]</a:t>
              </a:r>
            </a:p>
            <a:p>
              <a:pPr eaLnBrk="1" hangingPunct="1">
                <a:lnSpc>
                  <a:spcPct val="140000"/>
                </a:lnSpc>
                <a:spcBef>
                  <a:spcPct val="0"/>
                </a:spcBef>
                <a:buClrTx/>
                <a:buSzTx/>
                <a:buFontTx/>
                <a:buNone/>
              </a:pPr>
              <a:r>
                <a:rPr kumimoji="1" lang="en-US" altLang="zh-CN" sz="1600" b="1" dirty="0">
                  <a:solidFill>
                    <a:schemeClr val="tx1"/>
                  </a:solidFill>
                  <a:latin typeface="Times New Roman" panose="02020603050405020304" pitchFamily="18" charset="0"/>
                </a:rPr>
                <a:t>add  r1,[3410]</a:t>
              </a:r>
            </a:p>
          </p:txBody>
        </p:sp>
        <p:sp>
          <p:nvSpPr>
            <p:cNvPr id="17" name="Text Box 86">
              <a:extLst>
                <a:ext uri="{FF2B5EF4-FFF2-40B4-BE49-F238E27FC236}">
                  <a16:creationId xmlns:a16="http://schemas.microsoft.com/office/drawing/2014/main" id="{28C1E63E-1CEE-1070-F9E2-A9AB7384FE5F}"/>
                </a:ext>
              </a:extLst>
            </p:cNvPr>
            <p:cNvSpPr txBox="1">
              <a:spLocks noChangeArrowheads="1"/>
            </p:cNvSpPr>
            <p:nvPr/>
          </p:nvSpPr>
          <p:spPr bwMode="auto">
            <a:xfrm>
              <a:off x="596" y="2398"/>
              <a:ext cx="588"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0"/>
                </a:spcBef>
                <a:buClrTx/>
                <a:buSzTx/>
                <a:buFontTx/>
                <a:buNone/>
              </a:pPr>
              <a:r>
                <a:rPr kumimoji="1" lang="en-US" altLang="en-US" sz="1600" b="1">
                  <a:solidFill>
                    <a:schemeClr val="tx1"/>
                  </a:solidFill>
                  <a:latin typeface="Times New Roman" panose="02020603050405020304" pitchFamily="18" charset="0"/>
                </a:rPr>
                <a:t>006251  </a:t>
              </a:r>
              <a:endParaRPr kumimoji="1" lang="en-US" altLang="zh-CN" sz="1600" b="1">
                <a:solidFill>
                  <a:schemeClr val="tx1"/>
                </a:solidFill>
                <a:latin typeface="Times New Roman" panose="02020603050405020304" pitchFamily="18" charset="0"/>
              </a:endParaRPr>
            </a:p>
          </p:txBody>
        </p:sp>
        <p:sp>
          <p:nvSpPr>
            <p:cNvPr id="18" name="Text Box 87">
              <a:extLst>
                <a:ext uri="{FF2B5EF4-FFF2-40B4-BE49-F238E27FC236}">
                  <a16:creationId xmlns:a16="http://schemas.microsoft.com/office/drawing/2014/main" id="{A04D7103-EFEA-F53E-AA2B-65CA03B180D6}"/>
                </a:ext>
              </a:extLst>
            </p:cNvPr>
            <p:cNvSpPr txBox="1">
              <a:spLocks noChangeArrowheads="1"/>
            </p:cNvSpPr>
            <p:nvPr/>
          </p:nvSpPr>
          <p:spPr bwMode="auto">
            <a:xfrm>
              <a:off x="596" y="2155"/>
              <a:ext cx="678"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0"/>
                </a:spcBef>
                <a:buClrTx/>
                <a:buSzTx/>
                <a:buFontTx/>
                <a:buNone/>
              </a:pPr>
              <a:r>
                <a:rPr kumimoji="1" lang="en-US" altLang="en-US" sz="1600" b="1">
                  <a:solidFill>
                    <a:schemeClr val="tx1"/>
                  </a:solidFill>
                  <a:latin typeface="Times New Roman" panose="02020603050405020304" pitchFamily="18" charset="0"/>
                </a:rPr>
                <a:t>006802  </a:t>
              </a:r>
              <a:endParaRPr kumimoji="1" lang="en-US" altLang="zh-CN" sz="1600" b="1">
                <a:solidFill>
                  <a:schemeClr val="tx1"/>
                </a:solidFill>
                <a:latin typeface="Times New Roman" panose="02020603050405020304" pitchFamily="18" charset="0"/>
              </a:endParaRPr>
            </a:p>
          </p:txBody>
        </p:sp>
        <p:sp>
          <p:nvSpPr>
            <p:cNvPr id="19" name="Text Box 88">
              <a:extLst>
                <a:ext uri="{FF2B5EF4-FFF2-40B4-BE49-F238E27FC236}">
                  <a16:creationId xmlns:a16="http://schemas.microsoft.com/office/drawing/2014/main" id="{0CCBF2C8-8D20-8E53-F930-5EA6BC049CA9}"/>
                </a:ext>
              </a:extLst>
            </p:cNvPr>
            <p:cNvSpPr txBox="1">
              <a:spLocks noChangeArrowheads="1"/>
            </p:cNvSpPr>
            <p:nvPr/>
          </p:nvSpPr>
          <p:spPr bwMode="auto">
            <a:xfrm>
              <a:off x="234" y="2277"/>
              <a:ext cx="362"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3KB</a:t>
              </a:r>
            </a:p>
          </p:txBody>
        </p:sp>
      </p:grpSp>
    </p:spTree>
    <p:extLst>
      <p:ext uri="{BB962C8B-B14F-4D97-AF65-F5344CB8AC3E}">
        <p14:creationId xmlns:p14="http://schemas.microsoft.com/office/powerpoint/2010/main" val="40639451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4">
            <a:extLst>
              <a:ext uri="{FF2B5EF4-FFF2-40B4-BE49-F238E27FC236}">
                <a16:creationId xmlns:a16="http://schemas.microsoft.com/office/drawing/2014/main" id="{3A7B7CFC-B6C0-B39D-C737-3E1834C4BF34}"/>
              </a:ext>
            </a:extLst>
          </p:cNvPr>
          <p:cNvSpPr>
            <a:spLocks noChangeArrowheads="1"/>
          </p:cNvSpPr>
          <p:nvPr/>
        </p:nvSpPr>
        <p:spPr bwMode="auto">
          <a:xfrm>
            <a:off x="487822" y="830079"/>
            <a:ext cx="3744912"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20000"/>
              </a:lnSpc>
              <a:buFont typeface="Wingdings" panose="05000000000000000000" pitchFamily="2" charset="2"/>
              <a:buNone/>
            </a:pPr>
            <a:r>
              <a:rPr lang="en-US" altLang="zh-CN" sz="2400">
                <a:solidFill>
                  <a:srgbClr val="000099"/>
                </a:solidFill>
                <a:latin typeface="宋体" panose="02010600030101010101" pitchFamily="2" charset="-122"/>
              </a:rPr>
              <a:t>③ </a:t>
            </a:r>
            <a:r>
              <a:rPr lang="zh-CN" altLang="en-US" sz="2400">
                <a:solidFill>
                  <a:srgbClr val="000099"/>
                </a:solidFill>
                <a:latin typeface="Times New Roman" panose="02020603050405020304" pitchFamily="18" charset="0"/>
              </a:rPr>
              <a:t>缺页处理过程图示  </a:t>
            </a:r>
            <a:r>
              <a:rPr lang="zh-CN" altLang="en-US" sz="1800" b="0">
                <a:solidFill>
                  <a:schemeClr val="tx1"/>
                </a:solidFill>
                <a:latin typeface="Times New Roman" panose="02020603050405020304" pitchFamily="18" charset="0"/>
              </a:rPr>
              <a:t>           </a:t>
            </a:r>
          </a:p>
        </p:txBody>
      </p:sp>
      <p:grpSp>
        <p:nvGrpSpPr>
          <p:cNvPr id="4" name="Group 80">
            <a:extLst>
              <a:ext uri="{FF2B5EF4-FFF2-40B4-BE49-F238E27FC236}">
                <a16:creationId xmlns:a16="http://schemas.microsoft.com/office/drawing/2014/main" id="{E657C07B-DF8C-3F30-13CF-C140AE62D250}"/>
              </a:ext>
            </a:extLst>
          </p:cNvPr>
          <p:cNvGrpSpPr>
            <a:grpSpLocks/>
          </p:cNvGrpSpPr>
          <p:nvPr/>
        </p:nvGrpSpPr>
        <p:grpSpPr bwMode="auto">
          <a:xfrm>
            <a:off x="4713624" y="830079"/>
            <a:ext cx="6491288" cy="5197475"/>
            <a:chOff x="884" y="722"/>
            <a:chExt cx="4089" cy="3274"/>
          </a:xfrm>
        </p:grpSpPr>
        <p:sp>
          <p:nvSpPr>
            <p:cNvPr id="5" name="Text Box 21">
              <a:extLst>
                <a:ext uri="{FF2B5EF4-FFF2-40B4-BE49-F238E27FC236}">
                  <a16:creationId xmlns:a16="http://schemas.microsoft.com/office/drawing/2014/main" id="{B3EF4874-FF60-959A-F503-C39030AF79D0}"/>
                </a:ext>
              </a:extLst>
            </p:cNvPr>
            <p:cNvSpPr txBox="1">
              <a:spLocks noChangeArrowheads="1"/>
            </p:cNvSpPr>
            <p:nvPr/>
          </p:nvSpPr>
          <p:spPr bwMode="auto">
            <a:xfrm>
              <a:off x="1489" y="722"/>
              <a:ext cx="1235" cy="231"/>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0">
                  <a:solidFill>
                    <a:schemeClr val="tx1"/>
                  </a:solidFill>
                  <a:latin typeface="Times New Roman" panose="02020603050405020304" pitchFamily="18" charset="0"/>
                </a:rPr>
                <a:t> </a:t>
              </a:r>
              <a:r>
                <a:rPr kumimoji="1" lang="zh-CN" altLang="en-US" sz="1600" b="0">
                  <a:solidFill>
                    <a:schemeClr val="tx1"/>
                  </a:solidFill>
                  <a:latin typeface="Times New Roman" panose="02020603050405020304" pitchFamily="18" charset="0"/>
                </a:rPr>
                <a:t>启动要处理的指令</a:t>
              </a:r>
            </a:p>
          </p:txBody>
        </p:sp>
        <p:sp>
          <p:nvSpPr>
            <p:cNvPr id="6" name="Text Box 22">
              <a:extLst>
                <a:ext uri="{FF2B5EF4-FFF2-40B4-BE49-F238E27FC236}">
                  <a16:creationId xmlns:a16="http://schemas.microsoft.com/office/drawing/2014/main" id="{7AB5DEAA-2E22-7BFE-09CE-21246EDAA2AC}"/>
                </a:ext>
              </a:extLst>
            </p:cNvPr>
            <p:cNvSpPr txBox="1">
              <a:spLocks noChangeArrowheads="1"/>
            </p:cNvSpPr>
            <p:nvPr/>
          </p:nvSpPr>
          <p:spPr bwMode="auto">
            <a:xfrm>
              <a:off x="1692" y="1078"/>
              <a:ext cx="809" cy="209"/>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0">
                  <a:solidFill>
                    <a:schemeClr val="tx1"/>
                  </a:solidFill>
                  <a:latin typeface="Times New Roman" panose="02020603050405020304" pitchFamily="18" charset="0"/>
                </a:rPr>
                <a:t>给出虚地址</a:t>
              </a:r>
            </a:p>
          </p:txBody>
        </p:sp>
        <p:sp>
          <p:nvSpPr>
            <p:cNvPr id="7" name="Text Box 23">
              <a:extLst>
                <a:ext uri="{FF2B5EF4-FFF2-40B4-BE49-F238E27FC236}">
                  <a16:creationId xmlns:a16="http://schemas.microsoft.com/office/drawing/2014/main" id="{EF9DF7CA-1238-A275-29AD-DFB5569AC566}"/>
                </a:ext>
              </a:extLst>
            </p:cNvPr>
            <p:cNvSpPr txBox="1">
              <a:spLocks noChangeArrowheads="1"/>
            </p:cNvSpPr>
            <p:nvPr/>
          </p:nvSpPr>
          <p:spPr bwMode="auto">
            <a:xfrm>
              <a:off x="1692" y="1428"/>
              <a:ext cx="809" cy="208"/>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0">
                  <a:solidFill>
                    <a:schemeClr val="tx1"/>
                  </a:solidFill>
                  <a:latin typeface="Times New Roman" panose="02020603050405020304" pitchFamily="18" charset="0"/>
                </a:rPr>
                <a:t>  </a:t>
              </a:r>
              <a:r>
                <a:rPr kumimoji="1" lang="zh-CN" altLang="en-US" sz="1600" b="0">
                  <a:solidFill>
                    <a:schemeClr val="tx1"/>
                  </a:solidFill>
                  <a:latin typeface="Times New Roman" panose="02020603050405020304" pitchFamily="18" charset="0"/>
                </a:rPr>
                <a:t>得到页号</a:t>
              </a:r>
            </a:p>
          </p:txBody>
        </p:sp>
        <p:grpSp>
          <p:nvGrpSpPr>
            <p:cNvPr id="8" name="Group 24">
              <a:extLst>
                <a:ext uri="{FF2B5EF4-FFF2-40B4-BE49-F238E27FC236}">
                  <a16:creationId xmlns:a16="http://schemas.microsoft.com/office/drawing/2014/main" id="{22ED8940-0E8A-2902-E314-E7BD1EAAC17C}"/>
                </a:ext>
              </a:extLst>
            </p:cNvPr>
            <p:cNvGrpSpPr>
              <a:grpSpLocks/>
            </p:cNvGrpSpPr>
            <p:nvPr/>
          </p:nvGrpSpPr>
          <p:grpSpPr bwMode="auto">
            <a:xfrm>
              <a:off x="1433" y="1778"/>
              <a:ext cx="1328" cy="253"/>
              <a:chOff x="6270" y="10080"/>
              <a:chExt cx="2145" cy="510"/>
            </a:xfrm>
          </p:grpSpPr>
          <p:sp>
            <p:nvSpPr>
              <p:cNvPr id="60" name="AutoShape 25">
                <a:extLst>
                  <a:ext uri="{FF2B5EF4-FFF2-40B4-BE49-F238E27FC236}">
                    <a16:creationId xmlns:a16="http://schemas.microsoft.com/office/drawing/2014/main" id="{182BBFB9-0E4A-1370-4EA8-39296D92B924}"/>
                  </a:ext>
                </a:extLst>
              </p:cNvPr>
              <p:cNvSpPr>
                <a:spLocks noChangeArrowheads="1"/>
              </p:cNvSpPr>
              <p:nvPr/>
            </p:nvSpPr>
            <p:spPr bwMode="auto">
              <a:xfrm>
                <a:off x="6270" y="10080"/>
                <a:ext cx="2145" cy="510"/>
              </a:xfrm>
              <a:prstGeom prst="flowChartDecision">
                <a:avLst/>
              </a:prstGeom>
              <a:solidFill>
                <a:srgbClr val="FFCCFF"/>
              </a:solidFill>
              <a:ln w="9525">
                <a:solidFill>
                  <a:srgbClr val="000000"/>
                </a:solidFill>
                <a:miter lim="800000"/>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61" name="Text Box 26">
                <a:extLst>
                  <a:ext uri="{FF2B5EF4-FFF2-40B4-BE49-F238E27FC236}">
                    <a16:creationId xmlns:a16="http://schemas.microsoft.com/office/drawing/2014/main" id="{EAD7E998-7729-E927-1F86-E664C0DD4591}"/>
                  </a:ext>
                </a:extLst>
              </p:cNvPr>
              <p:cNvSpPr txBox="1">
                <a:spLocks noChangeArrowheads="1"/>
              </p:cNvSpPr>
              <p:nvPr/>
            </p:nvSpPr>
            <p:spPr bwMode="auto">
              <a:xfrm>
                <a:off x="6795" y="10125"/>
                <a:ext cx="1305" cy="42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0">
                    <a:solidFill>
                      <a:schemeClr val="tx1"/>
                    </a:solidFill>
                    <a:latin typeface="Times New Roman" panose="02020603050405020304" pitchFamily="18" charset="0"/>
                  </a:rPr>
                  <a:t>该页在主存</a:t>
                </a:r>
                <a:r>
                  <a:rPr kumimoji="1" lang="en-US" altLang="zh-CN" sz="1600" b="0">
                    <a:solidFill>
                      <a:schemeClr val="tx1"/>
                    </a:solidFill>
                    <a:latin typeface="Times New Roman" panose="02020603050405020304" pitchFamily="18" charset="0"/>
                  </a:rPr>
                  <a:t>?</a:t>
                </a:r>
              </a:p>
            </p:txBody>
          </p:sp>
        </p:grpSp>
        <p:sp>
          <p:nvSpPr>
            <p:cNvPr id="9" name="Line 27">
              <a:extLst>
                <a:ext uri="{FF2B5EF4-FFF2-40B4-BE49-F238E27FC236}">
                  <a16:creationId xmlns:a16="http://schemas.microsoft.com/office/drawing/2014/main" id="{D7F3C662-0309-1FA0-3A03-1712DEECE897}"/>
                </a:ext>
              </a:extLst>
            </p:cNvPr>
            <p:cNvSpPr>
              <a:spLocks noChangeShapeType="1"/>
            </p:cNvSpPr>
            <p:nvPr/>
          </p:nvSpPr>
          <p:spPr bwMode="auto">
            <a:xfrm>
              <a:off x="2096" y="953"/>
              <a:ext cx="0" cy="141"/>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0" name="Line 28">
              <a:extLst>
                <a:ext uri="{FF2B5EF4-FFF2-40B4-BE49-F238E27FC236}">
                  <a16:creationId xmlns:a16="http://schemas.microsoft.com/office/drawing/2014/main" id="{6D25A222-88E9-5440-EF84-D54A0BCD33F4}"/>
                </a:ext>
              </a:extLst>
            </p:cNvPr>
            <p:cNvSpPr>
              <a:spLocks noChangeShapeType="1"/>
            </p:cNvSpPr>
            <p:nvPr/>
          </p:nvSpPr>
          <p:spPr bwMode="auto">
            <a:xfrm>
              <a:off x="2096" y="1287"/>
              <a:ext cx="0" cy="141"/>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1" name="Line 29">
              <a:extLst>
                <a:ext uri="{FF2B5EF4-FFF2-40B4-BE49-F238E27FC236}">
                  <a16:creationId xmlns:a16="http://schemas.microsoft.com/office/drawing/2014/main" id="{4D696C06-3303-6EFE-4E9A-2097179CC88C}"/>
                </a:ext>
              </a:extLst>
            </p:cNvPr>
            <p:cNvSpPr>
              <a:spLocks noChangeShapeType="1"/>
            </p:cNvSpPr>
            <p:nvPr/>
          </p:nvSpPr>
          <p:spPr bwMode="auto">
            <a:xfrm>
              <a:off x="2096" y="1636"/>
              <a:ext cx="0" cy="14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grpSp>
          <p:nvGrpSpPr>
            <p:cNvPr id="12" name="Group 30">
              <a:extLst>
                <a:ext uri="{FF2B5EF4-FFF2-40B4-BE49-F238E27FC236}">
                  <a16:creationId xmlns:a16="http://schemas.microsoft.com/office/drawing/2014/main" id="{0DEA3C7B-DB02-20E7-EEBF-C1DFA58C10D8}"/>
                </a:ext>
              </a:extLst>
            </p:cNvPr>
            <p:cNvGrpSpPr>
              <a:grpSpLocks/>
            </p:cNvGrpSpPr>
            <p:nvPr/>
          </p:nvGrpSpPr>
          <p:grpSpPr bwMode="auto">
            <a:xfrm>
              <a:off x="1433" y="2506"/>
              <a:ext cx="1328" cy="253"/>
              <a:chOff x="6270" y="10080"/>
              <a:chExt cx="2145" cy="510"/>
            </a:xfrm>
          </p:grpSpPr>
          <p:sp>
            <p:nvSpPr>
              <p:cNvPr id="58" name="AutoShape 31">
                <a:extLst>
                  <a:ext uri="{FF2B5EF4-FFF2-40B4-BE49-F238E27FC236}">
                    <a16:creationId xmlns:a16="http://schemas.microsoft.com/office/drawing/2014/main" id="{561DED50-3826-79A3-39EF-5FAF75A5C388}"/>
                  </a:ext>
                </a:extLst>
              </p:cNvPr>
              <p:cNvSpPr>
                <a:spLocks noChangeArrowheads="1"/>
              </p:cNvSpPr>
              <p:nvPr/>
            </p:nvSpPr>
            <p:spPr bwMode="auto">
              <a:xfrm>
                <a:off x="6270" y="10080"/>
                <a:ext cx="2145" cy="510"/>
              </a:xfrm>
              <a:prstGeom prst="flowChartDecision">
                <a:avLst/>
              </a:prstGeom>
              <a:solidFill>
                <a:srgbClr val="FFCCFF"/>
              </a:solidFill>
              <a:ln w="9525">
                <a:solidFill>
                  <a:srgbClr val="000000"/>
                </a:solidFill>
                <a:miter lim="800000"/>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59" name="Text Box 32">
                <a:extLst>
                  <a:ext uri="{FF2B5EF4-FFF2-40B4-BE49-F238E27FC236}">
                    <a16:creationId xmlns:a16="http://schemas.microsoft.com/office/drawing/2014/main" id="{E81E3A0D-8453-A55E-B9AC-D0E3F5313643}"/>
                  </a:ext>
                </a:extLst>
              </p:cNvPr>
              <p:cNvSpPr txBox="1">
                <a:spLocks noChangeArrowheads="1"/>
              </p:cNvSpPr>
              <p:nvPr/>
            </p:nvSpPr>
            <p:spPr bwMode="auto">
              <a:xfrm>
                <a:off x="6795" y="10125"/>
                <a:ext cx="1305" cy="42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0">
                    <a:solidFill>
                      <a:schemeClr val="tx1"/>
                    </a:solidFill>
                    <a:latin typeface="Times New Roman" panose="02020603050405020304" pitchFamily="18" charset="0"/>
                  </a:rPr>
                  <a:t>有空闲块</a:t>
                </a:r>
                <a:r>
                  <a:rPr kumimoji="1" lang="en-US" altLang="zh-CN" sz="1600" b="0">
                    <a:solidFill>
                      <a:schemeClr val="tx1"/>
                    </a:solidFill>
                    <a:latin typeface="Times New Roman" panose="02020603050405020304" pitchFamily="18" charset="0"/>
                  </a:rPr>
                  <a:t>?</a:t>
                </a:r>
              </a:p>
            </p:txBody>
          </p:sp>
        </p:grpSp>
        <p:sp>
          <p:nvSpPr>
            <p:cNvPr id="13" name="AutoShape 33">
              <a:extLst>
                <a:ext uri="{FF2B5EF4-FFF2-40B4-BE49-F238E27FC236}">
                  <a16:creationId xmlns:a16="http://schemas.microsoft.com/office/drawing/2014/main" id="{B53265B9-7539-A352-7588-A9561AE6A3FF}"/>
                </a:ext>
              </a:extLst>
            </p:cNvPr>
            <p:cNvSpPr>
              <a:spLocks noChangeArrowheads="1"/>
            </p:cNvSpPr>
            <p:nvPr/>
          </p:nvSpPr>
          <p:spPr bwMode="auto">
            <a:xfrm>
              <a:off x="1433" y="2158"/>
              <a:ext cx="1328" cy="207"/>
            </a:xfrm>
            <a:prstGeom prst="flowChartTerminator">
              <a:avLst/>
            </a:prstGeom>
            <a:solidFill>
              <a:srgbClr val="FFCCFF"/>
            </a:solid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sz="1600" b="0">
                <a:solidFill>
                  <a:srgbClr val="4138FA"/>
                </a:solidFill>
                <a:effectLst>
                  <a:outerShdw blurRad="38100" dist="38100" dir="2700000" algn="tl">
                    <a:srgbClr val="000000"/>
                  </a:outerShdw>
                </a:effectLst>
              </a:endParaRPr>
            </a:p>
          </p:txBody>
        </p:sp>
        <p:sp>
          <p:nvSpPr>
            <p:cNvPr id="14" name="Text Box 34">
              <a:extLst>
                <a:ext uri="{FF2B5EF4-FFF2-40B4-BE49-F238E27FC236}">
                  <a16:creationId xmlns:a16="http://schemas.microsoft.com/office/drawing/2014/main" id="{18B15436-669E-02ED-49AC-D1BA6612D593}"/>
                </a:ext>
              </a:extLst>
            </p:cNvPr>
            <p:cNvSpPr txBox="1">
              <a:spLocks noChangeArrowheads="1"/>
            </p:cNvSpPr>
            <p:nvPr/>
          </p:nvSpPr>
          <p:spPr bwMode="auto">
            <a:xfrm>
              <a:off x="1692" y="2165"/>
              <a:ext cx="809" cy="208"/>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0">
                  <a:solidFill>
                    <a:schemeClr val="tx1"/>
                  </a:solidFill>
                  <a:latin typeface="Times New Roman" panose="02020603050405020304" pitchFamily="18" charset="0"/>
                </a:rPr>
                <a:t>  </a:t>
              </a:r>
              <a:r>
                <a:rPr kumimoji="1" lang="zh-CN" altLang="en-US" sz="1600" b="0">
                  <a:solidFill>
                    <a:schemeClr val="tx1"/>
                  </a:solidFill>
                  <a:latin typeface="Times New Roman" panose="02020603050405020304" pitchFamily="18" charset="0"/>
                </a:rPr>
                <a:t>缺页中断</a:t>
              </a:r>
            </a:p>
          </p:txBody>
        </p:sp>
        <p:sp>
          <p:nvSpPr>
            <p:cNvPr id="15" name="Line 35">
              <a:extLst>
                <a:ext uri="{FF2B5EF4-FFF2-40B4-BE49-F238E27FC236}">
                  <a16:creationId xmlns:a16="http://schemas.microsoft.com/office/drawing/2014/main" id="{E45A2C87-D4D2-44F3-B0A2-3AFDDDDEEF60}"/>
                </a:ext>
              </a:extLst>
            </p:cNvPr>
            <p:cNvSpPr>
              <a:spLocks noChangeShapeType="1"/>
            </p:cNvSpPr>
            <p:nvPr/>
          </p:nvSpPr>
          <p:spPr bwMode="auto">
            <a:xfrm>
              <a:off x="2096" y="2031"/>
              <a:ext cx="0" cy="141"/>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6" name="Line 36">
              <a:extLst>
                <a:ext uri="{FF2B5EF4-FFF2-40B4-BE49-F238E27FC236}">
                  <a16:creationId xmlns:a16="http://schemas.microsoft.com/office/drawing/2014/main" id="{CF8592D0-FA0D-E89E-88C2-836323B0DCAF}"/>
                </a:ext>
              </a:extLst>
            </p:cNvPr>
            <p:cNvSpPr>
              <a:spLocks noChangeShapeType="1"/>
            </p:cNvSpPr>
            <p:nvPr/>
          </p:nvSpPr>
          <p:spPr bwMode="auto">
            <a:xfrm>
              <a:off x="2096" y="2365"/>
              <a:ext cx="0" cy="141"/>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7" name="Text Box 37">
              <a:extLst>
                <a:ext uri="{FF2B5EF4-FFF2-40B4-BE49-F238E27FC236}">
                  <a16:creationId xmlns:a16="http://schemas.microsoft.com/office/drawing/2014/main" id="{7353A35B-ACD8-DC7D-FD5D-D088987B0FBD}"/>
                </a:ext>
              </a:extLst>
            </p:cNvPr>
            <p:cNvSpPr txBox="1">
              <a:spLocks noChangeArrowheads="1"/>
            </p:cNvSpPr>
            <p:nvPr/>
          </p:nvSpPr>
          <p:spPr bwMode="auto">
            <a:xfrm>
              <a:off x="3454" y="1778"/>
              <a:ext cx="918" cy="208"/>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0">
                  <a:solidFill>
                    <a:schemeClr val="tx1"/>
                  </a:solidFill>
                  <a:latin typeface="Times New Roman" panose="02020603050405020304" pitchFamily="18" charset="0"/>
                </a:rPr>
                <a:t>执行完该指令</a:t>
              </a:r>
            </a:p>
          </p:txBody>
        </p:sp>
        <p:sp>
          <p:nvSpPr>
            <p:cNvPr id="18" name="Text Box 38">
              <a:extLst>
                <a:ext uri="{FF2B5EF4-FFF2-40B4-BE49-F238E27FC236}">
                  <a16:creationId xmlns:a16="http://schemas.microsoft.com/office/drawing/2014/main" id="{8BE46021-5B0B-BF6A-96CA-D61E9064E272}"/>
                </a:ext>
              </a:extLst>
            </p:cNvPr>
            <p:cNvSpPr txBox="1">
              <a:spLocks noChangeArrowheads="1"/>
            </p:cNvSpPr>
            <p:nvPr/>
          </p:nvSpPr>
          <p:spPr bwMode="auto">
            <a:xfrm>
              <a:off x="3283" y="1287"/>
              <a:ext cx="1262" cy="230"/>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0">
                  <a:solidFill>
                    <a:schemeClr val="tx1"/>
                  </a:solidFill>
                  <a:latin typeface="Times New Roman" panose="02020603050405020304" pitchFamily="18" charset="0"/>
                </a:rPr>
                <a:t> </a:t>
              </a:r>
              <a:r>
                <a:rPr kumimoji="1" lang="zh-CN" altLang="en-US" sz="1600" b="0">
                  <a:solidFill>
                    <a:schemeClr val="tx1"/>
                  </a:solidFill>
                  <a:latin typeface="Times New Roman" panose="02020603050405020304" pitchFamily="18" charset="0"/>
                </a:rPr>
                <a:t>准备执行下条指令</a:t>
              </a:r>
            </a:p>
          </p:txBody>
        </p:sp>
        <p:sp>
          <p:nvSpPr>
            <p:cNvPr id="19" name="Text Box 39">
              <a:extLst>
                <a:ext uri="{FF2B5EF4-FFF2-40B4-BE49-F238E27FC236}">
                  <a16:creationId xmlns:a16="http://schemas.microsoft.com/office/drawing/2014/main" id="{F7B00BD6-1B7F-7E71-DFF1-40CBA67E31F9}"/>
                </a:ext>
              </a:extLst>
            </p:cNvPr>
            <p:cNvSpPr txBox="1">
              <a:spLocks noChangeArrowheads="1"/>
            </p:cNvSpPr>
            <p:nvPr/>
          </p:nvSpPr>
          <p:spPr bwMode="auto">
            <a:xfrm>
              <a:off x="3523" y="2506"/>
              <a:ext cx="808" cy="209"/>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0">
                  <a:solidFill>
                    <a:schemeClr val="tx1"/>
                  </a:solidFill>
                  <a:latin typeface="Times New Roman" panose="02020603050405020304" pitchFamily="18" charset="0"/>
                </a:rPr>
                <a:t>选一页淘汰</a:t>
              </a:r>
            </a:p>
          </p:txBody>
        </p:sp>
        <p:sp>
          <p:nvSpPr>
            <p:cNvPr id="20" name="Text Box 40">
              <a:extLst>
                <a:ext uri="{FF2B5EF4-FFF2-40B4-BE49-F238E27FC236}">
                  <a16:creationId xmlns:a16="http://schemas.microsoft.com/office/drawing/2014/main" id="{B1420FD2-3220-9418-9B4C-B3618112085A}"/>
                </a:ext>
              </a:extLst>
            </p:cNvPr>
            <p:cNvSpPr txBox="1">
              <a:spLocks noChangeArrowheads="1"/>
            </p:cNvSpPr>
            <p:nvPr/>
          </p:nvSpPr>
          <p:spPr bwMode="auto">
            <a:xfrm>
              <a:off x="1409" y="2901"/>
              <a:ext cx="1375" cy="230"/>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0">
                  <a:solidFill>
                    <a:schemeClr val="tx1"/>
                  </a:solidFill>
                  <a:latin typeface="Times New Roman" panose="02020603050405020304" pitchFamily="18" charset="0"/>
                </a:rPr>
                <a:t> </a:t>
              </a:r>
              <a:r>
                <a:rPr kumimoji="1" lang="zh-CN" altLang="en-US" sz="1600" b="0">
                  <a:solidFill>
                    <a:schemeClr val="tx1"/>
                  </a:solidFill>
                  <a:latin typeface="Times New Roman" panose="02020603050405020304" pitchFamily="18" charset="0"/>
                </a:rPr>
                <a:t>从外存读入所需的页</a:t>
              </a:r>
            </a:p>
          </p:txBody>
        </p:sp>
        <p:sp>
          <p:nvSpPr>
            <p:cNvPr id="21" name="Text Box 41">
              <a:extLst>
                <a:ext uri="{FF2B5EF4-FFF2-40B4-BE49-F238E27FC236}">
                  <a16:creationId xmlns:a16="http://schemas.microsoft.com/office/drawing/2014/main" id="{7EC8E34E-83BE-3198-1884-2AAF00A3DEF6}"/>
                </a:ext>
              </a:extLst>
            </p:cNvPr>
            <p:cNvSpPr txBox="1">
              <a:spLocks noChangeArrowheads="1"/>
            </p:cNvSpPr>
            <p:nvPr/>
          </p:nvSpPr>
          <p:spPr bwMode="auto">
            <a:xfrm>
              <a:off x="1337" y="3258"/>
              <a:ext cx="1521" cy="231"/>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0">
                  <a:solidFill>
                    <a:schemeClr val="tx1"/>
                  </a:solidFill>
                  <a:latin typeface="Times New Roman" panose="02020603050405020304" pitchFamily="18" charset="0"/>
                </a:rPr>
                <a:t> </a:t>
              </a:r>
              <a:r>
                <a:rPr kumimoji="1" lang="zh-CN" altLang="en-US" sz="1600" b="0">
                  <a:solidFill>
                    <a:schemeClr val="tx1"/>
                  </a:solidFill>
                  <a:latin typeface="Times New Roman" panose="02020603050405020304" pitchFamily="18" charset="0"/>
                </a:rPr>
                <a:t>调整存储分配表和页表</a:t>
              </a:r>
            </a:p>
          </p:txBody>
        </p:sp>
        <p:sp>
          <p:nvSpPr>
            <p:cNvPr id="22" name="Text Box 42">
              <a:extLst>
                <a:ext uri="{FF2B5EF4-FFF2-40B4-BE49-F238E27FC236}">
                  <a16:creationId xmlns:a16="http://schemas.microsoft.com/office/drawing/2014/main" id="{51D5C1F7-6655-76D9-775D-7A71F36ABB59}"/>
                </a:ext>
              </a:extLst>
            </p:cNvPr>
            <p:cNvSpPr txBox="1">
              <a:spLocks noChangeArrowheads="1"/>
            </p:cNvSpPr>
            <p:nvPr/>
          </p:nvSpPr>
          <p:spPr bwMode="auto">
            <a:xfrm>
              <a:off x="1346" y="3608"/>
              <a:ext cx="1485" cy="230"/>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0">
                  <a:solidFill>
                    <a:schemeClr val="tx1"/>
                  </a:solidFill>
                  <a:latin typeface="Times New Roman" panose="02020603050405020304" pitchFamily="18" charset="0"/>
                </a:rPr>
                <a:t> </a:t>
              </a:r>
              <a:r>
                <a:rPr kumimoji="1" lang="zh-CN" altLang="en-US" sz="1600" b="0">
                  <a:solidFill>
                    <a:schemeClr val="tx1"/>
                  </a:solidFill>
                  <a:latin typeface="Times New Roman" panose="02020603050405020304" pitchFamily="18" charset="0"/>
                </a:rPr>
                <a:t>重新启动被中断的指令</a:t>
              </a:r>
            </a:p>
          </p:txBody>
        </p:sp>
        <p:sp>
          <p:nvSpPr>
            <p:cNvPr id="23" name="Text Box 43">
              <a:extLst>
                <a:ext uri="{FF2B5EF4-FFF2-40B4-BE49-F238E27FC236}">
                  <a16:creationId xmlns:a16="http://schemas.microsoft.com/office/drawing/2014/main" id="{41E0F31F-00C1-9959-1411-2F323F13338D}"/>
                </a:ext>
              </a:extLst>
            </p:cNvPr>
            <p:cNvSpPr txBox="1">
              <a:spLocks noChangeArrowheads="1"/>
            </p:cNvSpPr>
            <p:nvPr/>
          </p:nvSpPr>
          <p:spPr bwMode="auto">
            <a:xfrm>
              <a:off x="3195" y="2849"/>
              <a:ext cx="1467" cy="230"/>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0">
                  <a:solidFill>
                    <a:schemeClr val="tx1"/>
                  </a:solidFill>
                  <a:latin typeface="Times New Roman" panose="02020603050405020304" pitchFamily="18" charset="0"/>
                </a:rPr>
                <a:t> </a:t>
              </a:r>
              <a:r>
                <a:rPr kumimoji="1" lang="zh-CN" altLang="en-US" sz="1600" b="0">
                  <a:solidFill>
                    <a:schemeClr val="tx1"/>
                  </a:solidFill>
                  <a:latin typeface="Times New Roman" panose="02020603050405020304" pitchFamily="18" charset="0"/>
                </a:rPr>
                <a:t>调整存储分配表和页表</a:t>
              </a:r>
            </a:p>
          </p:txBody>
        </p:sp>
        <p:grpSp>
          <p:nvGrpSpPr>
            <p:cNvPr id="24" name="Group 44">
              <a:extLst>
                <a:ext uri="{FF2B5EF4-FFF2-40B4-BE49-F238E27FC236}">
                  <a16:creationId xmlns:a16="http://schemas.microsoft.com/office/drawing/2014/main" id="{8B4370F2-47CE-28C5-7F91-034DF927B281}"/>
                </a:ext>
              </a:extLst>
            </p:cNvPr>
            <p:cNvGrpSpPr>
              <a:grpSpLocks/>
            </p:cNvGrpSpPr>
            <p:nvPr/>
          </p:nvGrpSpPr>
          <p:grpSpPr bwMode="auto">
            <a:xfrm>
              <a:off x="3263" y="3213"/>
              <a:ext cx="1328" cy="254"/>
              <a:chOff x="6270" y="10080"/>
              <a:chExt cx="2145" cy="510"/>
            </a:xfrm>
          </p:grpSpPr>
          <p:sp>
            <p:nvSpPr>
              <p:cNvPr id="56" name="AutoShape 45">
                <a:extLst>
                  <a:ext uri="{FF2B5EF4-FFF2-40B4-BE49-F238E27FC236}">
                    <a16:creationId xmlns:a16="http://schemas.microsoft.com/office/drawing/2014/main" id="{8453718E-ABCF-7BCA-1E5B-03E888E9B872}"/>
                  </a:ext>
                </a:extLst>
              </p:cNvPr>
              <p:cNvSpPr>
                <a:spLocks noChangeArrowheads="1"/>
              </p:cNvSpPr>
              <p:nvPr/>
            </p:nvSpPr>
            <p:spPr bwMode="auto">
              <a:xfrm>
                <a:off x="6270" y="10080"/>
                <a:ext cx="2145" cy="510"/>
              </a:xfrm>
              <a:prstGeom prst="flowChartDecision">
                <a:avLst/>
              </a:prstGeom>
              <a:solidFill>
                <a:srgbClr val="FFCCFF"/>
              </a:solidFill>
              <a:ln w="9525">
                <a:solidFill>
                  <a:srgbClr val="000000"/>
                </a:solidFill>
                <a:miter lim="800000"/>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57" name="Text Box 46">
                <a:extLst>
                  <a:ext uri="{FF2B5EF4-FFF2-40B4-BE49-F238E27FC236}">
                    <a16:creationId xmlns:a16="http://schemas.microsoft.com/office/drawing/2014/main" id="{E400185B-8619-3AB1-F170-5DC3BA9FBDE6}"/>
                  </a:ext>
                </a:extLst>
              </p:cNvPr>
              <p:cNvSpPr txBox="1">
                <a:spLocks noChangeArrowheads="1"/>
              </p:cNvSpPr>
              <p:nvPr/>
            </p:nvSpPr>
            <p:spPr bwMode="auto">
              <a:xfrm>
                <a:off x="6795" y="10125"/>
                <a:ext cx="1305" cy="42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0">
                    <a:solidFill>
                      <a:schemeClr val="tx1"/>
                    </a:solidFill>
                    <a:latin typeface="Times New Roman" panose="02020603050405020304" pitchFamily="18" charset="0"/>
                  </a:rPr>
                  <a:t>要重写入</a:t>
                </a:r>
                <a:r>
                  <a:rPr kumimoji="1" lang="en-US" altLang="zh-CN" sz="1600" b="0">
                    <a:solidFill>
                      <a:schemeClr val="tx1"/>
                    </a:solidFill>
                    <a:latin typeface="Times New Roman" panose="02020603050405020304" pitchFamily="18" charset="0"/>
                  </a:rPr>
                  <a:t>?</a:t>
                </a:r>
              </a:p>
            </p:txBody>
          </p:sp>
        </p:grpSp>
        <p:sp>
          <p:nvSpPr>
            <p:cNvPr id="25" name="Text Box 47">
              <a:extLst>
                <a:ext uri="{FF2B5EF4-FFF2-40B4-BE49-F238E27FC236}">
                  <a16:creationId xmlns:a16="http://schemas.microsoft.com/office/drawing/2014/main" id="{F2ADD2C0-F9EC-5307-FD81-20C73F44A74E}"/>
                </a:ext>
              </a:extLst>
            </p:cNvPr>
            <p:cNvSpPr txBox="1">
              <a:spLocks noChangeArrowheads="1"/>
            </p:cNvSpPr>
            <p:nvPr/>
          </p:nvSpPr>
          <p:spPr bwMode="auto">
            <a:xfrm>
              <a:off x="3437" y="3593"/>
              <a:ext cx="983" cy="208"/>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0">
                  <a:solidFill>
                    <a:schemeClr val="tx1"/>
                  </a:solidFill>
                  <a:latin typeface="Times New Roman" panose="02020603050405020304" pitchFamily="18" charset="0"/>
                </a:rPr>
                <a:t>该页写入外存</a:t>
              </a:r>
            </a:p>
          </p:txBody>
        </p:sp>
        <p:sp>
          <p:nvSpPr>
            <p:cNvPr id="26" name="Line 48">
              <a:extLst>
                <a:ext uri="{FF2B5EF4-FFF2-40B4-BE49-F238E27FC236}">
                  <a16:creationId xmlns:a16="http://schemas.microsoft.com/office/drawing/2014/main" id="{4ACB703A-BF3B-A973-F63D-8C1D7D514E87}"/>
                </a:ext>
              </a:extLst>
            </p:cNvPr>
            <p:cNvSpPr>
              <a:spLocks noChangeShapeType="1"/>
            </p:cNvSpPr>
            <p:nvPr/>
          </p:nvSpPr>
          <p:spPr bwMode="auto">
            <a:xfrm>
              <a:off x="2096" y="2759"/>
              <a:ext cx="0" cy="142"/>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27" name="Line 49">
              <a:extLst>
                <a:ext uri="{FF2B5EF4-FFF2-40B4-BE49-F238E27FC236}">
                  <a16:creationId xmlns:a16="http://schemas.microsoft.com/office/drawing/2014/main" id="{E98357A0-3450-6CFA-6E0C-D30B0C8636FF}"/>
                </a:ext>
              </a:extLst>
            </p:cNvPr>
            <p:cNvSpPr>
              <a:spLocks noChangeShapeType="1"/>
            </p:cNvSpPr>
            <p:nvPr/>
          </p:nvSpPr>
          <p:spPr bwMode="auto">
            <a:xfrm>
              <a:off x="2096" y="3124"/>
              <a:ext cx="0" cy="141"/>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28" name="Line 50">
              <a:extLst>
                <a:ext uri="{FF2B5EF4-FFF2-40B4-BE49-F238E27FC236}">
                  <a16:creationId xmlns:a16="http://schemas.microsoft.com/office/drawing/2014/main" id="{EFA79EB7-738B-700E-7FD7-A074161C5DF4}"/>
                </a:ext>
              </a:extLst>
            </p:cNvPr>
            <p:cNvSpPr>
              <a:spLocks noChangeShapeType="1"/>
            </p:cNvSpPr>
            <p:nvPr/>
          </p:nvSpPr>
          <p:spPr bwMode="auto">
            <a:xfrm>
              <a:off x="2096" y="3481"/>
              <a:ext cx="0" cy="141"/>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29" name="Line 51">
              <a:extLst>
                <a:ext uri="{FF2B5EF4-FFF2-40B4-BE49-F238E27FC236}">
                  <a16:creationId xmlns:a16="http://schemas.microsoft.com/office/drawing/2014/main" id="{836D0727-15F1-45B5-6C02-7A77C0F14F5E}"/>
                </a:ext>
              </a:extLst>
            </p:cNvPr>
            <p:cNvSpPr>
              <a:spLocks noChangeShapeType="1"/>
            </p:cNvSpPr>
            <p:nvPr/>
          </p:nvSpPr>
          <p:spPr bwMode="auto">
            <a:xfrm>
              <a:off x="2096" y="3838"/>
              <a:ext cx="0" cy="1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30" name="Line 52">
              <a:extLst>
                <a:ext uri="{FF2B5EF4-FFF2-40B4-BE49-F238E27FC236}">
                  <a16:creationId xmlns:a16="http://schemas.microsoft.com/office/drawing/2014/main" id="{10854E21-4083-CBC9-558A-E472772DB580}"/>
                </a:ext>
              </a:extLst>
            </p:cNvPr>
            <p:cNvSpPr>
              <a:spLocks noChangeShapeType="1"/>
            </p:cNvSpPr>
            <p:nvPr/>
          </p:nvSpPr>
          <p:spPr bwMode="auto">
            <a:xfrm flipH="1">
              <a:off x="884" y="3996"/>
              <a:ext cx="12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31" name="Line 53">
              <a:extLst>
                <a:ext uri="{FF2B5EF4-FFF2-40B4-BE49-F238E27FC236}">
                  <a16:creationId xmlns:a16="http://schemas.microsoft.com/office/drawing/2014/main" id="{523F494A-BB7E-0FBC-26D2-55A7F55DE548}"/>
                </a:ext>
              </a:extLst>
            </p:cNvPr>
            <p:cNvSpPr>
              <a:spLocks noChangeShapeType="1"/>
            </p:cNvSpPr>
            <p:nvPr/>
          </p:nvSpPr>
          <p:spPr bwMode="auto">
            <a:xfrm flipV="1">
              <a:off x="884" y="826"/>
              <a:ext cx="0" cy="31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32" name="Line 54">
              <a:extLst>
                <a:ext uri="{FF2B5EF4-FFF2-40B4-BE49-F238E27FC236}">
                  <a16:creationId xmlns:a16="http://schemas.microsoft.com/office/drawing/2014/main" id="{963B9CE1-2C3D-20DD-A0C3-320DE162F5C8}"/>
                </a:ext>
              </a:extLst>
            </p:cNvPr>
            <p:cNvSpPr>
              <a:spLocks noChangeShapeType="1"/>
            </p:cNvSpPr>
            <p:nvPr/>
          </p:nvSpPr>
          <p:spPr bwMode="auto">
            <a:xfrm>
              <a:off x="884" y="826"/>
              <a:ext cx="632"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33" name="Line 55">
              <a:extLst>
                <a:ext uri="{FF2B5EF4-FFF2-40B4-BE49-F238E27FC236}">
                  <a16:creationId xmlns:a16="http://schemas.microsoft.com/office/drawing/2014/main" id="{29E52619-1D3A-E6A5-E8AB-EC59483CA765}"/>
                </a:ext>
              </a:extLst>
            </p:cNvPr>
            <p:cNvSpPr>
              <a:spLocks noChangeShapeType="1"/>
            </p:cNvSpPr>
            <p:nvPr/>
          </p:nvSpPr>
          <p:spPr bwMode="auto">
            <a:xfrm>
              <a:off x="2761" y="1905"/>
              <a:ext cx="72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34" name="Line 56">
              <a:extLst>
                <a:ext uri="{FF2B5EF4-FFF2-40B4-BE49-F238E27FC236}">
                  <a16:creationId xmlns:a16="http://schemas.microsoft.com/office/drawing/2014/main" id="{C372F7FE-986D-A74C-B41E-ACB5FA3C04F6}"/>
                </a:ext>
              </a:extLst>
            </p:cNvPr>
            <p:cNvSpPr>
              <a:spLocks noChangeShapeType="1"/>
            </p:cNvSpPr>
            <p:nvPr/>
          </p:nvSpPr>
          <p:spPr bwMode="auto">
            <a:xfrm flipV="1">
              <a:off x="3914" y="1517"/>
              <a:ext cx="0" cy="261"/>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35" name="Line 57">
              <a:extLst>
                <a:ext uri="{FF2B5EF4-FFF2-40B4-BE49-F238E27FC236}">
                  <a16:creationId xmlns:a16="http://schemas.microsoft.com/office/drawing/2014/main" id="{D4306DA7-9E28-115A-5E1F-7D27EA93F567}"/>
                </a:ext>
              </a:extLst>
            </p:cNvPr>
            <p:cNvSpPr>
              <a:spLocks noChangeShapeType="1"/>
            </p:cNvSpPr>
            <p:nvPr/>
          </p:nvSpPr>
          <p:spPr bwMode="auto">
            <a:xfrm flipV="1">
              <a:off x="3914" y="826"/>
              <a:ext cx="0" cy="46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36" name="Line 58">
              <a:extLst>
                <a:ext uri="{FF2B5EF4-FFF2-40B4-BE49-F238E27FC236}">
                  <a16:creationId xmlns:a16="http://schemas.microsoft.com/office/drawing/2014/main" id="{009AE7ED-2663-5EFA-6FDB-2025EE042E83}"/>
                </a:ext>
              </a:extLst>
            </p:cNvPr>
            <p:cNvSpPr>
              <a:spLocks noChangeShapeType="1"/>
            </p:cNvSpPr>
            <p:nvPr/>
          </p:nvSpPr>
          <p:spPr bwMode="auto">
            <a:xfrm flipH="1">
              <a:off x="2722" y="826"/>
              <a:ext cx="1192"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37" name="Line 59">
              <a:extLst>
                <a:ext uri="{FF2B5EF4-FFF2-40B4-BE49-F238E27FC236}">
                  <a16:creationId xmlns:a16="http://schemas.microsoft.com/office/drawing/2014/main" id="{230A42CB-C987-F594-6791-2C3DBC225B6E}"/>
                </a:ext>
              </a:extLst>
            </p:cNvPr>
            <p:cNvSpPr>
              <a:spLocks noChangeShapeType="1"/>
            </p:cNvSpPr>
            <p:nvPr/>
          </p:nvSpPr>
          <p:spPr bwMode="auto">
            <a:xfrm>
              <a:off x="923" y="2254"/>
              <a:ext cx="496"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38" name="Line 60">
              <a:extLst>
                <a:ext uri="{FF2B5EF4-FFF2-40B4-BE49-F238E27FC236}">
                  <a16:creationId xmlns:a16="http://schemas.microsoft.com/office/drawing/2014/main" id="{5E9A9CA1-74FE-035A-543D-9FBF9AB2AB17}"/>
                </a:ext>
              </a:extLst>
            </p:cNvPr>
            <p:cNvSpPr>
              <a:spLocks noChangeShapeType="1"/>
            </p:cNvSpPr>
            <p:nvPr/>
          </p:nvSpPr>
          <p:spPr bwMode="auto">
            <a:xfrm>
              <a:off x="2761" y="2254"/>
              <a:ext cx="2212"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39" name="Line 61">
              <a:extLst>
                <a:ext uri="{FF2B5EF4-FFF2-40B4-BE49-F238E27FC236}">
                  <a16:creationId xmlns:a16="http://schemas.microsoft.com/office/drawing/2014/main" id="{963443DC-A437-8641-42C8-EF070D528D09}"/>
                </a:ext>
              </a:extLst>
            </p:cNvPr>
            <p:cNvSpPr>
              <a:spLocks noChangeShapeType="1"/>
            </p:cNvSpPr>
            <p:nvPr/>
          </p:nvSpPr>
          <p:spPr bwMode="auto">
            <a:xfrm>
              <a:off x="2761" y="2632"/>
              <a:ext cx="762" cy="0"/>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40" name="Line 62">
              <a:extLst>
                <a:ext uri="{FF2B5EF4-FFF2-40B4-BE49-F238E27FC236}">
                  <a16:creationId xmlns:a16="http://schemas.microsoft.com/office/drawing/2014/main" id="{71D6EE69-8ED5-9364-D6B5-6FE755A720CD}"/>
                </a:ext>
              </a:extLst>
            </p:cNvPr>
            <p:cNvSpPr>
              <a:spLocks noChangeShapeType="1"/>
            </p:cNvSpPr>
            <p:nvPr/>
          </p:nvSpPr>
          <p:spPr bwMode="auto">
            <a:xfrm>
              <a:off x="3932" y="2708"/>
              <a:ext cx="0" cy="141"/>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41" name="Line 63">
              <a:extLst>
                <a:ext uri="{FF2B5EF4-FFF2-40B4-BE49-F238E27FC236}">
                  <a16:creationId xmlns:a16="http://schemas.microsoft.com/office/drawing/2014/main" id="{881650A8-486A-92C6-AC80-66E9071C2987}"/>
                </a:ext>
              </a:extLst>
            </p:cNvPr>
            <p:cNvSpPr>
              <a:spLocks noChangeShapeType="1"/>
            </p:cNvSpPr>
            <p:nvPr/>
          </p:nvSpPr>
          <p:spPr bwMode="auto">
            <a:xfrm>
              <a:off x="3932" y="3079"/>
              <a:ext cx="0" cy="142"/>
            </a:xfrm>
            <a:prstGeom prst="line">
              <a:avLst/>
            </a:prstGeom>
            <a:noFill/>
            <a:ln w="9525">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42" name="Line 64">
              <a:extLst>
                <a:ext uri="{FF2B5EF4-FFF2-40B4-BE49-F238E27FC236}">
                  <a16:creationId xmlns:a16="http://schemas.microsoft.com/office/drawing/2014/main" id="{35FB729B-EF15-1205-68EB-E994ED380FD9}"/>
                </a:ext>
              </a:extLst>
            </p:cNvPr>
            <p:cNvSpPr>
              <a:spLocks noChangeShapeType="1"/>
            </p:cNvSpPr>
            <p:nvPr/>
          </p:nvSpPr>
          <p:spPr bwMode="auto">
            <a:xfrm>
              <a:off x="3932" y="3459"/>
              <a:ext cx="0" cy="141"/>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43" name="Line 65">
              <a:extLst>
                <a:ext uri="{FF2B5EF4-FFF2-40B4-BE49-F238E27FC236}">
                  <a16:creationId xmlns:a16="http://schemas.microsoft.com/office/drawing/2014/main" id="{92F15287-43E8-E6AB-ABEB-AA8766EF0534}"/>
                </a:ext>
              </a:extLst>
            </p:cNvPr>
            <p:cNvSpPr>
              <a:spLocks noChangeShapeType="1"/>
            </p:cNvSpPr>
            <p:nvPr/>
          </p:nvSpPr>
          <p:spPr bwMode="auto">
            <a:xfrm>
              <a:off x="3932" y="3801"/>
              <a:ext cx="0" cy="18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44" name="Line 66">
              <a:extLst>
                <a:ext uri="{FF2B5EF4-FFF2-40B4-BE49-F238E27FC236}">
                  <a16:creationId xmlns:a16="http://schemas.microsoft.com/office/drawing/2014/main" id="{22C8B0D8-1A64-0728-847B-2994755F499D}"/>
                </a:ext>
              </a:extLst>
            </p:cNvPr>
            <p:cNvSpPr>
              <a:spLocks noChangeShapeType="1"/>
            </p:cNvSpPr>
            <p:nvPr/>
          </p:nvSpPr>
          <p:spPr bwMode="auto">
            <a:xfrm flipH="1">
              <a:off x="3106" y="3987"/>
              <a:ext cx="82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45" name="Line 67">
              <a:extLst>
                <a:ext uri="{FF2B5EF4-FFF2-40B4-BE49-F238E27FC236}">
                  <a16:creationId xmlns:a16="http://schemas.microsoft.com/office/drawing/2014/main" id="{7E4C0C8D-DDB8-F05F-34B7-F104D268CA56}"/>
                </a:ext>
              </a:extLst>
            </p:cNvPr>
            <p:cNvSpPr>
              <a:spLocks noChangeShapeType="1"/>
            </p:cNvSpPr>
            <p:nvPr/>
          </p:nvSpPr>
          <p:spPr bwMode="auto">
            <a:xfrm flipH="1">
              <a:off x="2096" y="2819"/>
              <a:ext cx="1010"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46" name="Line 68">
              <a:extLst>
                <a:ext uri="{FF2B5EF4-FFF2-40B4-BE49-F238E27FC236}">
                  <a16:creationId xmlns:a16="http://schemas.microsoft.com/office/drawing/2014/main" id="{0D89CFEC-E87C-E3C0-C9A2-817282DA85F3}"/>
                </a:ext>
              </a:extLst>
            </p:cNvPr>
            <p:cNvSpPr>
              <a:spLocks noChangeShapeType="1"/>
            </p:cNvSpPr>
            <p:nvPr/>
          </p:nvSpPr>
          <p:spPr bwMode="auto">
            <a:xfrm>
              <a:off x="3106" y="2819"/>
              <a:ext cx="0" cy="116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47" name="Text Box 69">
              <a:extLst>
                <a:ext uri="{FF2B5EF4-FFF2-40B4-BE49-F238E27FC236}">
                  <a16:creationId xmlns:a16="http://schemas.microsoft.com/office/drawing/2014/main" id="{40C3F372-FC06-003E-B961-B90ABBBBB0BC}"/>
                </a:ext>
              </a:extLst>
            </p:cNvPr>
            <p:cNvSpPr txBox="1">
              <a:spLocks noChangeArrowheads="1"/>
            </p:cNvSpPr>
            <p:nvPr/>
          </p:nvSpPr>
          <p:spPr bwMode="auto">
            <a:xfrm>
              <a:off x="1739" y="2708"/>
              <a:ext cx="343" cy="223"/>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0">
                  <a:solidFill>
                    <a:schemeClr val="tx1"/>
                  </a:solidFill>
                  <a:latin typeface="Times New Roman" panose="02020603050405020304" pitchFamily="18" charset="0"/>
                </a:rPr>
                <a:t>Y</a:t>
              </a:r>
            </a:p>
          </p:txBody>
        </p:sp>
        <p:sp>
          <p:nvSpPr>
            <p:cNvPr id="48" name="Text Box 70">
              <a:extLst>
                <a:ext uri="{FF2B5EF4-FFF2-40B4-BE49-F238E27FC236}">
                  <a16:creationId xmlns:a16="http://schemas.microsoft.com/office/drawing/2014/main" id="{7B690721-F628-CB84-4FFA-19CDC4A2DA93}"/>
                </a:ext>
              </a:extLst>
            </p:cNvPr>
            <p:cNvSpPr txBox="1">
              <a:spLocks noChangeArrowheads="1"/>
            </p:cNvSpPr>
            <p:nvPr/>
          </p:nvSpPr>
          <p:spPr bwMode="auto">
            <a:xfrm>
              <a:off x="2818" y="2450"/>
              <a:ext cx="344" cy="224"/>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0">
                  <a:solidFill>
                    <a:schemeClr val="tx1"/>
                  </a:solidFill>
                  <a:latin typeface="Times New Roman" panose="02020603050405020304" pitchFamily="18" charset="0"/>
                </a:rPr>
                <a:t>N</a:t>
              </a:r>
            </a:p>
          </p:txBody>
        </p:sp>
        <p:sp>
          <p:nvSpPr>
            <p:cNvPr id="49" name="Text Box 71">
              <a:extLst>
                <a:ext uri="{FF2B5EF4-FFF2-40B4-BE49-F238E27FC236}">
                  <a16:creationId xmlns:a16="http://schemas.microsoft.com/office/drawing/2014/main" id="{C9779407-023C-87F8-C09E-5736B0F9319F}"/>
                </a:ext>
              </a:extLst>
            </p:cNvPr>
            <p:cNvSpPr txBox="1">
              <a:spLocks noChangeArrowheads="1"/>
            </p:cNvSpPr>
            <p:nvPr/>
          </p:nvSpPr>
          <p:spPr bwMode="auto">
            <a:xfrm>
              <a:off x="2102" y="1993"/>
              <a:ext cx="343" cy="223"/>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0">
                  <a:solidFill>
                    <a:schemeClr val="tx1"/>
                  </a:solidFill>
                  <a:latin typeface="Times New Roman" panose="02020603050405020304" pitchFamily="18" charset="0"/>
                </a:rPr>
                <a:t>N</a:t>
              </a:r>
            </a:p>
          </p:txBody>
        </p:sp>
        <p:sp>
          <p:nvSpPr>
            <p:cNvPr id="50" name="Text Box 72">
              <a:extLst>
                <a:ext uri="{FF2B5EF4-FFF2-40B4-BE49-F238E27FC236}">
                  <a16:creationId xmlns:a16="http://schemas.microsoft.com/office/drawing/2014/main" id="{801B0B05-71A6-2B1F-E8A5-00A21BCDB3EC}"/>
                </a:ext>
              </a:extLst>
            </p:cNvPr>
            <p:cNvSpPr txBox="1">
              <a:spLocks noChangeArrowheads="1"/>
            </p:cNvSpPr>
            <p:nvPr/>
          </p:nvSpPr>
          <p:spPr bwMode="auto">
            <a:xfrm>
              <a:off x="2696" y="1704"/>
              <a:ext cx="345" cy="223"/>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0">
                  <a:solidFill>
                    <a:schemeClr val="tx1"/>
                  </a:solidFill>
                  <a:latin typeface="Times New Roman" panose="02020603050405020304" pitchFamily="18" charset="0"/>
                </a:rPr>
                <a:t>Y</a:t>
              </a:r>
            </a:p>
          </p:txBody>
        </p:sp>
        <p:sp>
          <p:nvSpPr>
            <p:cNvPr id="51" name="Text Box 73">
              <a:extLst>
                <a:ext uri="{FF2B5EF4-FFF2-40B4-BE49-F238E27FC236}">
                  <a16:creationId xmlns:a16="http://schemas.microsoft.com/office/drawing/2014/main" id="{0678D9E7-6610-CF8B-6CEE-87E0B4DA85B0}"/>
                </a:ext>
              </a:extLst>
            </p:cNvPr>
            <p:cNvSpPr txBox="1">
              <a:spLocks noChangeArrowheads="1"/>
            </p:cNvSpPr>
            <p:nvPr/>
          </p:nvSpPr>
          <p:spPr bwMode="auto">
            <a:xfrm>
              <a:off x="926" y="1896"/>
              <a:ext cx="483" cy="253"/>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0">
                  <a:solidFill>
                    <a:schemeClr val="tx1"/>
                  </a:solidFill>
                  <a:latin typeface="Times New Roman" panose="02020603050405020304" pitchFamily="18" charset="0"/>
                </a:rPr>
                <a:t>硬件</a:t>
              </a:r>
            </a:p>
          </p:txBody>
        </p:sp>
        <p:sp>
          <p:nvSpPr>
            <p:cNvPr id="52" name="Text Box 74">
              <a:extLst>
                <a:ext uri="{FF2B5EF4-FFF2-40B4-BE49-F238E27FC236}">
                  <a16:creationId xmlns:a16="http://schemas.microsoft.com/office/drawing/2014/main" id="{8717B8E9-4EAF-2A32-2DF6-920C9BBE0FF7}"/>
                </a:ext>
              </a:extLst>
            </p:cNvPr>
            <p:cNvSpPr txBox="1">
              <a:spLocks noChangeArrowheads="1"/>
            </p:cNvSpPr>
            <p:nvPr/>
          </p:nvSpPr>
          <p:spPr bwMode="auto">
            <a:xfrm>
              <a:off x="912" y="2321"/>
              <a:ext cx="483" cy="253"/>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0">
                  <a:solidFill>
                    <a:schemeClr val="tx1"/>
                  </a:solidFill>
                  <a:latin typeface="Times New Roman" panose="02020603050405020304" pitchFamily="18" charset="0"/>
                </a:rPr>
                <a:t>软件</a:t>
              </a:r>
            </a:p>
          </p:txBody>
        </p:sp>
        <p:sp>
          <p:nvSpPr>
            <p:cNvPr id="53" name="Text Box 75">
              <a:extLst>
                <a:ext uri="{FF2B5EF4-FFF2-40B4-BE49-F238E27FC236}">
                  <a16:creationId xmlns:a16="http://schemas.microsoft.com/office/drawing/2014/main" id="{F898C6E1-CA55-4B83-54AA-2933C4A8BE31}"/>
                </a:ext>
              </a:extLst>
            </p:cNvPr>
            <p:cNvSpPr txBox="1">
              <a:spLocks noChangeArrowheads="1"/>
            </p:cNvSpPr>
            <p:nvPr/>
          </p:nvSpPr>
          <p:spPr bwMode="auto">
            <a:xfrm>
              <a:off x="4112" y="3423"/>
              <a:ext cx="343" cy="223"/>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0">
                  <a:solidFill>
                    <a:schemeClr val="tx1"/>
                  </a:solidFill>
                  <a:latin typeface="Times New Roman" panose="02020603050405020304" pitchFamily="18" charset="0"/>
                </a:rPr>
                <a:t>Y</a:t>
              </a:r>
            </a:p>
          </p:txBody>
        </p:sp>
        <p:sp>
          <p:nvSpPr>
            <p:cNvPr id="54" name="Line 76">
              <a:extLst>
                <a:ext uri="{FF2B5EF4-FFF2-40B4-BE49-F238E27FC236}">
                  <a16:creationId xmlns:a16="http://schemas.microsoft.com/office/drawing/2014/main" id="{F1F79345-73BB-E691-6B92-59B37F763810}"/>
                </a:ext>
              </a:extLst>
            </p:cNvPr>
            <p:cNvSpPr>
              <a:spLocks noChangeShapeType="1"/>
            </p:cNvSpPr>
            <p:nvPr/>
          </p:nvSpPr>
          <p:spPr bwMode="auto">
            <a:xfrm flipH="1">
              <a:off x="3091" y="3345"/>
              <a:ext cx="21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55" name="Text Box 77">
              <a:extLst>
                <a:ext uri="{FF2B5EF4-FFF2-40B4-BE49-F238E27FC236}">
                  <a16:creationId xmlns:a16="http://schemas.microsoft.com/office/drawing/2014/main" id="{F843FB73-5D81-AE4C-29A9-4ADD600BDD9E}"/>
                </a:ext>
              </a:extLst>
            </p:cNvPr>
            <p:cNvSpPr txBox="1">
              <a:spLocks noChangeArrowheads="1"/>
            </p:cNvSpPr>
            <p:nvPr/>
          </p:nvSpPr>
          <p:spPr bwMode="auto">
            <a:xfrm>
              <a:off x="3125" y="3153"/>
              <a:ext cx="344" cy="223"/>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0">
                  <a:solidFill>
                    <a:schemeClr val="tx1"/>
                  </a:solidFill>
                  <a:latin typeface="Times New Roman" panose="02020603050405020304" pitchFamily="18" charset="0"/>
                </a:rPr>
                <a:t>N</a:t>
              </a:r>
            </a:p>
          </p:txBody>
        </p:sp>
      </p:grpSp>
      <p:sp>
        <p:nvSpPr>
          <p:cNvPr id="62" name="Text Box 81">
            <a:extLst>
              <a:ext uri="{FF2B5EF4-FFF2-40B4-BE49-F238E27FC236}">
                <a16:creationId xmlns:a16="http://schemas.microsoft.com/office/drawing/2014/main" id="{2FCA8E89-BD5B-FEF9-2E7F-AEC696795860}"/>
              </a:ext>
            </a:extLst>
          </p:cNvPr>
          <p:cNvSpPr txBox="1">
            <a:spLocks noChangeArrowheads="1"/>
          </p:cNvSpPr>
          <p:nvPr/>
        </p:nvSpPr>
        <p:spPr bwMode="auto">
          <a:xfrm>
            <a:off x="6421774" y="6062479"/>
            <a:ext cx="3463925"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a:solidFill>
                  <a:schemeClr val="tx1"/>
                </a:solidFill>
                <a:latin typeface="Times New Roman" panose="02020603050405020304" pitchFamily="18" charset="0"/>
              </a:rPr>
              <a:t>指令执行步骤和缺页中断处理过程</a:t>
            </a:r>
          </a:p>
        </p:txBody>
      </p:sp>
    </p:spTree>
    <p:extLst>
      <p:ext uri="{BB962C8B-B14F-4D97-AF65-F5344CB8AC3E}">
        <p14:creationId xmlns:p14="http://schemas.microsoft.com/office/powerpoint/2010/main" val="5315295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3">
            <a:extLst>
              <a:ext uri="{FF2B5EF4-FFF2-40B4-BE49-F238E27FC236}">
                <a16:creationId xmlns:a16="http://schemas.microsoft.com/office/drawing/2014/main" id="{F415C53B-1A22-043F-8C37-6DDF51FFEE3D}"/>
              </a:ext>
            </a:extLst>
          </p:cNvPr>
          <p:cNvSpPr>
            <a:spLocks noChangeArrowheads="1"/>
          </p:cNvSpPr>
          <p:nvPr/>
        </p:nvSpPr>
        <p:spPr bwMode="auto">
          <a:xfrm>
            <a:off x="557672" y="830079"/>
            <a:ext cx="8958262" cy="1821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4.  </a:t>
            </a:r>
            <a:r>
              <a:rPr lang="zh-CN" altLang="en-US" sz="2800" b="1" dirty="0">
                <a:solidFill>
                  <a:srgbClr val="335F90"/>
                </a:solidFill>
                <a:latin typeface="Times New Roman" panose="02020603050405020304" pitchFamily="18" charset="0"/>
              </a:rPr>
              <a:t>淘汰机制与策略</a:t>
            </a:r>
          </a:p>
          <a:p>
            <a:pPr marL="0" indent="0" algn="just">
              <a:lnSpc>
                <a:spcPct val="150000"/>
              </a:lnSpc>
              <a:spcBef>
                <a:spcPct val="20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什么是淘汰策略</a:t>
            </a:r>
          </a:p>
          <a:p>
            <a:pPr lvl="1" eaLnBrk="1" hangingPunct="1">
              <a:lnSpc>
                <a:spcPct val="120000"/>
              </a:lnSpc>
              <a:spcBef>
                <a:spcPct val="20000"/>
              </a:spcBef>
              <a:buClr>
                <a:schemeClr val="tx2"/>
              </a:buClr>
              <a:buSzPct val="95000"/>
              <a:buFont typeface="Wingdings" panose="05000000000000000000" pitchFamily="2" charset="2"/>
              <a:buNone/>
              <a:defRPr/>
            </a:pPr>
            <a:r>
              <a:rPr lang="zh-CN" altLang="en-US" sz="2400" dirty="0">
                <a:solidFill>
                  <a:schemeClr val="tx1"/>
                </a:solidFill>
                <a:effectLst/>
                <a:latin typeface="Times New Roman" panose="02020603050405020304" pitchFamily="18" charset="0"/>
              </a:rPr>
              <a:t>      用来选择淘汰哪一页的规则叫做置换策略，或称淘汰算法。</a:t>
            </a:r>
            <a:r>
              <a:rPr lang="zh-CN" altLang="en-US" sz="2400" dirty="0">
                <a:solidFill>
                  <a:srgbClr val="CC3300"/>
                </a:solidFill>
                <a:latin typeface="Times New Roman" panose="02020603050405020304" pitchFamily="18" charset="0"/>
              </a:rPr>
              <a:t>     </a:t>
            </a:r>
          </a:p>
        </p:txBody>
      </p:sp>
      <p:sp>
        <p:nvSpPr>
          <p:cNvPr id="4" name="Rectangle 5">
            <a:extLst>
              <a:ext uri="{FF2B5EF4-FFF2-40B4-BE49-F238E27FC236}">
                <a16:creationId xmlns:a16="http://schemas.microsoft.com/office/drawing/2014/main" id="{DC7A36F0-FD3C-3B76-73CA-ADDB502AC6FC}"/>
              </a:ext>
            </a:extLst>
          </p:cNvPr>
          <p:cNvSpPr>
            <a:spLocks noChangeArrowheads="1"/>
          </p:cNvSpPr>
          <p:nvPr/>
        </p:nvSpPr>
        <p:spPr bwMode="auto">
          <a:xfrm>
            <a:off x="1545097" y="2660466"/>
            <a:ext cx="4079875"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Font typeface="Wingdings" panose="05000000000000000000" pitchFamily="2" charset="2"/>
              <a:buNone/>
            </a:pPr>
            <a:r>
              <a:rPr kumimoji="1" lang="zh-CN" altLang="en-US" sz="2400">
                <a:solidFill>
                  <a:srgbClr val="CC3300"/>
                </a:solidFill>
                <a:sym typeface="Symbol" panose="05050102010706020507" pitchFamily="18" charset="2"/>
              </a:rPr>
              <a:t>如何决定</a:t>
            </a:r>
            <a:r>
              <a:rPr kumimoji="1" lang="zh-CN" altLang="en-US" sz="2400">
                <a:solidFill>
                  <a:srgbClr val="CC3300"/>
                </a:solidFill>
              </a:rPr>
              <a:t>淘汰哪一页？</a:t>
            </a:r>
          </a:p>
        </p:txBody>
      </p:sp>
      <p:sp>
        <p:nvSpPr>
          <p:cNvPr id="5" name="Rectangle 6">
            <a:extLst>
              <a:ext uri="{FF2B5EF4-FFF2-40B4-BE49-F238E27FC236}">
                <a16:creationId xmlns:a16="http://schemas.microsoft.com/office/drawing/2014/main" id="{2E36ED5B-3EF0-CF5A-E82C-B04CDAFAD03C}"/>
              </a:ext>
            </a:extLst>
          </p:cNvPr>
          <p:cNvSpPr>
            <a:spLocks noChangeArrowheads="1"/>
          </p:cNvSpPr>
          <p:nvPr/>
        </p:nvSpPr>
        <p:spPr bwMode="auto">
          <a:xfrm>
            <a:off x="1045034" y="3244666"/>
            <a:ext cx="5980113"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ct val="20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扩充页表功能     </a:t>
            </a:r>
          </a:p>
        </p:txBody>
      </p:sp>
      <p:sp>
        <p:nvSpPr>
          <p:cNvPr id="6" name="Rectangle 12">
            <a:extLst>
              <a:ext uri="{FF2B5EF4-FFF2-40B4-BE49-F238E27FC236}">
                <a16:creationId xmlns:a16="http://schemas.microsoft.com/office/drawing/2014/main" id="{1CB1098A-309C-3E4B-8046-147C579CEDE9}"/>
              </a:ext>
            </a:extLst>
          </p:cNvPr>
          <p:cNvSpPr>
            <a:spLocks noChangeArrowheads="1"/>
          </p:cNvSpPr>
          <p:nvPr/>
        </p:nvSpPr>
        <p:spPr bwMode="auto">
          <a:xfrm>
            <a:off x="487822" y="4767079"/>
            <a:ext cx="8375650" cy="200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20000"/>
              </a:lnSpc>
              <a:spcBef>
                <a:spcPct val="20000"/>
              </a:spcBef>
              <a:buFont typeface="Wingdings" panose="05000000000000000000" pitchFamily="2" charset="2"/>
              <a:buNone/>
            </a:pPr>
            <a:r>
              <a:rPr lang="en-US" altLang="zh-CN" sz="2400" dirty="0">
                <a:solidFill>
                  <a:srgbClr val="000099"/>
                </a:solidFill>
                <a:latin typeface="Times New Roman" panose="02020603050405020304" pitchFamily="18" charset="0"/>
              </a:rPr>
              <a:t>①</a:t>
            </a:r>
            <a:r>
              <a:rPr lang="en-US" altLang="zh-CN" sz="2400" dirty="0">
                <a:solidFill>
                  <a:srgbClr val="000099"/>
                </a:solidFill>
                <a:latin typeface="宋体" panose="02010600030101010101" pitchFamily="2" charset="-122"/>
              </a:rPr>
              <a:t> </a:t>
            </a:r>
            <a:r>
              <a:rPr lang="zh-CN" altLang="en-US" sz="2400" dirty="0">
                <a:solidFill>
                  <a:srgbClr val="000099"/>
                </a:solidFill>
                <a:latin typeface="Times New Roman" panose="02020603050405020304" pitchFamily="18" charset="0"/>
              </a:rPr>
              <a:t>引用位</a:t>
            </a:r>
            <a:r>
              <a:rPr kumimoji="1" lang="zh-CN" altLang="en-US" sz="2400" dirty="0">
                <a:solidFill>
                  <a:schemeClr val="tx1"/>
                </a:solidFill>
              </a:rPr>
              <a:t>  </a:t>
            </a:r>
            <a:r>
              <a:rPr lang="en-US" altLang="zh-CN" sz="2400" dirty="0">
                <a:solidFill>
                  <a:srgbClr val="000099"/>
                </a:solidFill>
              </a:rPr>
              <a:t>——</a:t>
            </a:r>
            <a:r>
              <a:rPr kumimoji="1" lang="en-US" altLang="zh-CN" sz="2400" dirty="0">
                <a:solidFill>
                  <a:schemeClr val="tx1"/>
                </a:solidFill>
              </a:rPr>
              <a:t>  </a:t>
            </a:r>
            <a:r>
              <a:rPr kumimoji="1" lang="zh-CN" altLang="en-US" sz="2400" b="1" dirty="0">
                <a:solidFill>
                  <a:schemeClr val="tx1"/>
                </a:solidFill>
              </a:rPr>
              <a:t>标识该页最近是否被访问</a:t>
            </a:r>
          </a:p>
          <a:p>
            <a:pPr eaLnBrk="1" hangingPunct="1">
              <a:lnSpc>
                <a:spcPct val="120000"/>
              </a:lnSpc>
              <a:spcBef>
                <a:spcPct val="20000"/>
              </a:spcBef>
              <a:buFont typeface="Wingdings" panose="05000000000000000000" pitchFamily="2" charset="2"/>
              <a:buNone/>
            </a:pPr>
            <a:r>
              <a:rPr kumimoji="1" lang="zh-CN" altLang="en-US" sz="2400" b="0" dirty="0">
                <a:solidFill>
                  <a:schemeClr val="tx1"/>
                </a:solidFill>
                <a:latin typeface="Times New Roman" panose="02020603050405020304" pitchFamily="18" charset="0"/>
              </a:rPr>
              <a:t>             </a:t>
            </a:r>
            <a:r>
              <a:rPr kumimoji="1" lang="zh-CN" altLang="en-US" sz="2000" b="0" dirty="0">
                <a:solidFill>
                  <a:schemeClr val="tx1"/>
                </a:solidFill>
                <a:latin typeface="Times New Roman" panose="02020603050405020304" pitchFamily="18" charset="0"/>
              </a:rPr>
              <a:t> 为“</a:t>
            </a:r>
            <a:r>
              <a:rPr kumimoji="1" lang="en-US" altLang="zh-CN" sz="2000" b="0" dirty="0">
                <a:solidFill>
                  <a:schemeClr val="tx1"/>
                </a:solidFill>
                <a:latin typeface="Times New Roman" panose="02020603050405020304" pitchFamily="18" charset="0"/>
              </a:rPr>
              <a:t>0”—— </a:t>
            </a:r>
            <a:r>
              <a:rPr kumimoji="1" lang="zh-CN" altLang="en-US" sz="2000" b="0" dirty="0">
                <a:solidFill>
                  <a:schemeClr val="tx1"/>
                </a:solidFill>
                <a:latin typeface="Times New Roman" panose="02020603050405020304" pitchFamily="18" charset="0"/>
              </a:rPr>
              <a:t>该页没有被访问；为“</a:t>
            </a:r>
            <a:r>
              <a:rPr kumimoji="1" lang="en-US" altLang="zh-CN" sz="2000" b="0" dirty="0">
                <a:solidFill>
                  <a:schemeClr val="tx1"/>
                </a:solidFill>
                <a:latin typeface="Times New Roman" panose="02020603050405020304" pitchFamily="18" charset="0"/>
              </a:rPr>
              <a:t>1”—— </a:t>
            </a:r>
            <a:r>
              <a:rPr kumimoji="1" lang="zh-CN" altLang="en-US" sz="2000" b="0" dirty="0">
                <a:solidFill>
                  <a:schemeClr val="tx1"/>
                </a:solidFill>
                <a:latin typeface="Times New Roman" panose="02020603050405020304" pitchFamily="18" charset="0"/>
              </a:rPr>
              <a:t>该页已被访问</a:t>
            </a:r>
          </a:p>
          <a:p>
            <a:pPr lvl="1" eaLnBrk="1" hangingPunct="1">
              <a:lnSpc>
                <a:spcPct val="120000"/>
              </a:lnSpc>
              <a:spcBef>
                <a:spcPct val="20000"/>
              </a:spcBef>
              <a:buFont typeface="Wingdings" panose="05000000000000000000" pitchFamily="2" charset="2"/>
              <a:buNone/>
            </a:pPr>
            <a:r>
              <a:rPr lang="zh-CN" altLang="en-US" sz="2400" dirty="0">
                <a:solidFill>
                  <a:srgbClr val="000099"/>
                </a:solidFill>
                <a:latin typeface="Times New Roman" panose="02020603050405020304" pitchFamily="18" charset="0"/>
              </a:rPr>
              <a:t>②</a:t>
            </a:r>
            <a:r>
              <a:rPr lang="zh-CN" altLang="en-US" sz="2400" dirty="0">
                <a:solidFill>
                  <a:srgbClr val="000099"/>
                </a:solidFill>
                <a:latin typeface="宋体" panose="02010600030101010101" pitchFamily="2" charset="-122"/>
              </a:rPr>
              <a:t> </a:t>
            </a:r>
            <a:r>
              <a:rPr lang="zh-CN" altLang="en-US" sz="2400" dirty="0">
                <a:solidFill>
                  <a:srgbClr val="000099"/>
                </a:solidFill>
                <a:latin typeface="Times New Roman" panose="02020603050405020304" pitchFamily="18" charset="0"/>
              </a:rPr>
              <a:t>改变位  </a:t>
            </a:r>
            <a:r>
              <a:rPr lang="en-US" altLang="zh-CN" sz="2400" dirty="0">
                <a:solidFill>
                  <a:srgbClr val="000099"/>
                </a:solidFill>
              </a:rPr>
              <a:t>——</a:t>
            </a:r>
            <a:r>
              <a:rPr kumimoji="1" lang="en-US" altLang="zh-CN" sz="2400" dirty="0">
                <a:solidFill>
                  <a:schemeClr val="tx1"/>
                </a:solidFill>
              </a:rPr>
              <a:t>  </a:t>
            </a:r>
            <a:r>
              <a:rPr kumimoji="1" lang="zh-CN" altLang="en-US" sz="2400" b="1" dirty="0">
                <a:solidFill>
                  <a:schemeClr val="tx1"/>
                </a:solidFill>
              </a:rPr>
              <a:t>表示该页是否被修改</a:t>
            </a:r>
          </a:p>
          <a:p>
            <a:pPr lvl="1" eaLnBrk="1" hangingPunct="1">
              <a:lnSpc>
                <a:spcPct val="120000"/>
              </a:lnSpc>
              <a:spcBef>
                <a:spcPct val="20000"/>
              </a:spcBef>
              <a:buFont typeface="Wingdings" panose="05000000000000000000" pitchFamily="2" charset="2"/>
              <a:buNone/>
            </a:pPr>
            <a:r>
              <a:rPr kumimoji="1" lang="zh-CN" altLang="en-US" sz="2000" b="0" dirty="0">
                <a:solidFill>
                  <a:schemeClr val="tx1"/>
                </a:solidFill>
                <a:latin typeface="Times New Roman" panose="02020603050405020304" pitchFamily="18" charset="0"/>
              </a:rPr>
              <a:t>      为“</a:t>
            </a:r>
            <a:r>
              <a:rPr kumimoji="1" lang="en-US" altLang="zh-CN" sz="2000" b="0" dirty="0">
                <a:solidFill>
                  <a:schemeClr val="tx1"/>
                </a:solidFill>
                <a:latin typeface="Times New Roman" panose="02020603050405020304" pitchFamily="18" charset="0"/>
              </a:rPr>
              <a:t>0”—— </a:t>
            </a:r>
            <a:r>
              <a:rPr kumimoji="1" lang="zh-CN" altLang="en-US" sz="2000" b="0" dirty="0">
                <a:solidFill>
                  <a:schemeClr val="tx1"/>
                </a:solidFill>
                <a:latin typeface="Times New Roman" panose="02020603050405020304" pitchFamily="18" charset="0"/>
              </a:rPr>
              <a:t>该页未被修改；为“</a:t>
            </a:r>
            <a:r>
              <a:rPr kumimoji="1" lang="en-US" altLang="zh-CN" sz="2000" b="0" dirty="0">
                <a:solidFill>
                  <a:schemeClr val="tx1"/>
                </a:solidFill>
                <a:latin typeface="Times New Roman" panose="02020603050405020304" pitchFamily="18" charset="0"/>
              </a:rPr>
              <a:t>1”—— </a:t>
            </a:r>
            <a:r>
              <a:rPr kumimoji="1" lang="zh-CN" altLang="en-US" sz="2000" b="0" dirty="0">
                <a:solidFill>
                  <a:schemeClr val="tx1"/>
                </a:solidFill>
                <a:latin typeface="Times New Roman" panose="02020603050405020304" pitchFamily="18" charset="0"/>
              </a:rPr>
              <a:t>该页已被修改</a:t>
            </a:r>
          </a:p>
        </p:txBody>
      </p:sp>
      <p:grpSp>
        <p:nvGrpSpPr>
          <p:cNvPr id="7" name="Group 13">
            <a:extLst>
              <a:ext uri="{FF2B5EF4-FFF2-40B4-BE49-F238E27FC236}">
                <a16:creationId xmlns:a16="http://schemas.microsoft.com/office/drawing/2014/main" id="{0484455B-C464-D252-9593-3040EF07322C}"/>
              </a:ext>
            </a:extLst>
          </p:cNvPr>
          <p:cNvGrpSpPr>
            <a:grpSpLocks/>
          </p:cNvGrpSpPr>
          <p:nvPr/>
        </p:nvGrpSpPr>
        <p:grpSpPr bwMode="auto">
          <a:xfrm>
            <a:off x="1457784" y="4055879"/>
            <a:ext cx="6905625" cy="595312"/>
            <a:chOff x="576" y="816"/>
            <a:chExt cx="4560" cy="576"/>
          </a:xfrm>
        </p:grpSpPr>
        <p:sp>
          <p:nvSpPr>
            <p:cNvPr id="8" name="Text Box 14">
              <a:extLst>
                <a:ext uri="{FF2B5EF4-FFF2-40B4-BE49-F238E27FC236}">
                  <a16:creationId xmlns:a16="http://schemas.microsoft.com/office/drawing/2014/main" id="{D60F7F2A-0039-69DC-D723-3B448B085108}"/>
                </a:ext>
              </a:extLst>
            </p:cNvPr>
            <p:cNvSpPr txBox="1">
              <a:spLocks noChangeArrowheads="1"/>
            </p:cNvSpPr>
            <p:nvPr/>
          </p:nvSpPr>
          <p:spPr bwMode="auto">
            <a:xfrm>
              <a:off x="576" y="816"/>
              <a:ext cx="4560" cy="55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50000"/>
                </a:lnSpc>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页 号           主存块号        中断位           辅存地址          引用位         改变位</a:t>
              </a:r>
            </a:p>
          </p:txBody>
        </p:sp>
        <p:sp>
          <p:nvSpPr>
            <p:cNvPr id="9" name="Line 15">
              <a:extLst>
                <a:ext uri="{FF2B5EF4-FFF2-40B4-BE49-F238E27FC236}">
                  <a16:creationId xmlns:a16="http://schemas.microsoft.com/office/drawing/2014/main" id="{E71EDFA4-B9CA-B1CD-582A-1F643FCF15EC}"/>
                </a:ext>
              </a:extLst>
            </p:cNvPr>
            <p:cNvSpPr>
              <a:spLocks noChangeShapeType="1"/>
            </p:cNvSpPr>
            <p:nvPr/>
          </p:nvSpPr>
          <p:spPr bwMode="auto">
            <a:xfrm>
              <a:off x="1250" y="816"/>
              <a:ext cx="0" cy="57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0" name="Line 16">
              <a:extLst>
                <a:ext uri="{FF2B5EF4-FFF2-40B4-BE49-F238E27FC236}">
                  <a16:creationId xmlns:a16="http://schemas.microsoft.com/office/drawing/2014/main" id="{AC13258B-413B-6D39-F699-C7DE885FE9E5}"/>
                </a:ext>
              </a:extLst>
            </p:cNvPr>
            <p:cNvSpPr>
              <a:spLocks noChangeShapeType="1"/>
            </p:cNvSpPr>
            <p:nvPr/>
          </p:nvSpPr>
          <p:spPr bwMode="auto">
            <a:xfrm>
              <a:off x="2804" y="816"/>
              <a:ext cx="0" cy="57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1" name="Line 17">
              <a:extLst>
                <a:ext uri="{FF2B5EF4-FFF2-40B4-BE49-F238E27FC236}">
                  <a16:creationId xmlns:a16="http://schemas.microsoft.com/office/drawing/2014/main" id="{236335DC-15BA-02A4-7331-95C36E6428DA}"/>
                </a:ext>
              </a:extLst>
            </p:cNvPr>
            <p:cNvSpPr>
              <a:spLocks noChangeShapeType="1"/>
            </p:cNvSpPr>
            <p:nvPr/>
          </p:nvSpPr>
          <p:spPr bwMode="auto">
            <a:xfrm>
              <a:off x="3696" y="816"/>
              <a:ext cx="0" cy="57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2" name="Line 18">
              <a:extLst>
                <a:ext uri="{FF2B5EF4-FFF2-40B4-BE49-F238E27FC236}">
                  <a16:creationId xmlns:a16="http://schemas.microsoft.com/office/drawing/2014/main" id="{39C75549-C4B1-BC69-9888-C03F5DDE4328}"/>
                </a:ext>
              </a:extLst>
            </p:cNvPr>
            <p:cNvSpPr>
              <a:spLocks noChangeShapeType="1"/>
            </p:cNvSpPr>
            <p:nvPr/>
          </p:nvSpPr>
          <p:spPr bwMode="auto">
            <a:xfrm>
              <a:off x="2079" y="816"/>
              <a:ext cx="0" cy="57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3" name="Line 19">
              <a:extLst>
                <a:ext uri="{FF2B5EF4-FFF2-40B4-BE49-F238E27FC236}">
                  <a16:creationId xmlns:a16="http://schemas.microsoft.com/office/drawing/2014/main" id="{C020225E-E1C5-C6E5-FE63-119FB3E12316}"/>
                </a:ext>
              </a:extLst>
            </p:cNvPr>
            <p:cNvSpPr>
              <a:spLocks noChangeShapeType="1"/>
            </p:cNvSpPr>
            <p:nvPr/>
          </p:nvSpPr>
          <p:spPr bwMode="auto">
            <a:xfrm>
              <a:off x="4416" y="816"/>
              <a:ext cx="0" cy="576"/>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33708988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3">
            <a:extLst>
              <a:ext uri="{FF2B5EF4-FFF2-40B4-BE49-F238E27FC236}">
                <a16:creationId xmlns:a16="http://schemas.microsoft.com/office/drawing/2014/main" id="{F81D26A7-9DC6-A778-40C8-C3C4C3123A6E}"/>
              </a:ext>
            </a:extLst>
          </p:cNvPr>
          <p:cNvSpPr>
            <a:spLocks noChangeArrowheads="1"/>
          </p:cNvSpPr>
          <p:nvPr/>
        </p:nvSpPr>
        <p:spPr bwMode="auto">
          <a:xfrm>
            <a:off x="487822" y="830079"/>
            <a:ext cx="8375650" cy="2252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ct val="20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(3) </a:t>
            </a:r>
            <a:r>
              <a:rPr lang="zh-CN" altLang="en-US" sz="2600" b="1" dirty="0">
                <a:solidFill>
                  <a:prstClr val="black"/>
                </a:solidFill>
                <a:effectLst/>
                <a:latin typeface="微软雅黑" panose="020B0503020204020204" pitchFamily="34" charset="-122"/>
                <a:ea typeface="微软雅黑" panose="020B0503020204020204" pitchFamily="34" charset="-122"/>
              </a:rPr>
              <a:t>颠簸</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颠簸</a:t>
            </a:r>
            <a:r>
              <a:rPr lang="en-US" altLang="zh-CN" sz="2400" b="0" dirty="0">
                <a:solidFill>
                  <a:schemeClr val="tx1"/>
                </a:solidFill>
                <a:effectLst/>
                <a:latin typeface="Times New Roman" panose="02020603050405020304" pitchFamily="18" charset="0"/>
              </a:rPr>
              <a:t>(thrashing)</a:t>
            </a:r>
            <a:r>
              <a:rPr lang="zh-CN" altLang="en-US" sz="2400" b="0" dirty="0">
                <a:solidFill>
                  <a:schemeClr val="tx1"/>
                </a:solidFill>
                <a:effectLst/>
                <a:latin typeface="Times New Roman" panose="02020603050405020304" pitchFamily="18" charset="0"/>
              </a:rPr>
              <a:t>，又称为“抖动”。</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简单地说，导致系统效率急剧下降的主存和辅存之间的</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频繁页面置换现像称为“抖动”。</a:t>
            </a:r>
            <a:r>
              <a:rPr lang="zh-CN" altLang="en-US" sz="2400" dirty="0">
                <a:solidFill>
                  <a:srgbClr val="CC3300"/>
                </a:solidFill>
                <a:latin typeface="Times New Roman" panose="02020603050405020304" pitchFamily="18" charset="0"/>
              </a:rPr>
              <a:t>     </a:t>
            </a:r>
          </a:p>
        </p:txBody>
      </p:sp>
      <p:sp>
        <p:nvSpPr>
          <p:cNvPr id="4" name="Rectangle 6">
            <a:extLst>
              <a:ext uri="{FF2B5EF4-FFF2-40B4-BE49-F238E27FC236}">
                <a16:creationId xmlns:a16="http://schemas.microsoft.com/office/drawing/2014/main" id="{02522F1D-ED0C-C952-35C1-400A996C95AF}"/>
              </a:ext>
            </a:extLst>
          </p:cNvPr>
          <p:cNvSpPr>
            <a:spLocks noChangeArrowheads="1"/>
          </p:cNvSpPr>
          <p:nvPr/>
        </p:nvSpPr>
        <p:spPr bwMode="auto">
          <a:xfrm>
            <a:off x="517984" y="3030354"/>
            <a:ext cx="10609799" cy="3543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ct val="20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(4) </a:t>
            </a:r>
            <a:r>
              <a:rPr lang="zh-CN" altLang="en-US" sz="2600" b="1" dirty="0">
                <a:solidFill>
                  <a:prstClr val="black"/>
                </a:solidFill>
                <a:effectLst/>
                <a:latin typeface="微软雅黑" panose="020B0503020204020204" pitchFamily="34" charset="-122"/>
                <a:ea typeface="微软雅黑" panose="020B0503020204020204" pitchFamily="34" charset="-122"/>
              </a:rPr>
              <a:t>缺页中断率</a:t>
            </a:r>
          </a:p>
          <a:p>
            <a:pPr marL="800100" lvl="3" indent="-228600">
              <a:lnSpc>
                <a:spcPct val="150000"/>
              </a:lnSpc>
              <a:spcBef>
                <a:spcPts val="500"/>
              </a:spcBef>
              <a:buClr>
                <a:srgbClr val="FFC000"/>
              </a:buClr>
              <a:buSzPct val="95000"/>
              <a:buFont typeface="Wingdings" panose="05000000000000000000" pitchFamily="2" charset="2"/>
              <a:buChar char="u"/>
              <a:defRPr/>
            </a:pPr>
            <a:r>
              <a:rPr lang="zh-CN" altLang="en-US" sz="2400" dirty="0">
                <a:solidFill>
                  <a:prstClr val="black"/>
                </a:solidFill>
                <a:effectLst/>
                <a:latin typeface="微软雅黑" panose="020B0503020204020204" pitchFamily="34" charset="-122"/>
                <a:ea typeface="微软雅黑" panose="020B0503020204020204" pitchFamily="34" charset="-122"/>
              </a:rPr>
              <a:t>假定程序</a:t>
            </a:r>
            <a:r>
              <a:rPr lang="en-US" altLang="zh-CN" sz="2400" dirty="0">
                <a:solidFill>
                  <a:prstClr val="black"/>
                </a:solidFill>
                <a:effectLst/>
                <a:latin typeface="微软雅黑" panose="020B0503020204020204" pitchFamily="34" charset="-122"/>
                <a:ea typeface="微软雅黑" panose="020B0503020204020204" pitchFamily="34" charset="-122"/>
              </a:rPr>
              <a:t>p</a:t>
            </a:r>
            <a:r>
              <a:rPr lang="zh-CN" altLang="en-US" sz="2400" dirty="0">
                <a:solidFill>
                  <a:prstClr val="black"/>
                </a:solidFill>
                <a:effectLst/>
                <a:latin typeface="微软雅黑" panose="020B0503020204020204" pitchFamily="34" charset="-122"/>
                <a:ea typeface="微软雅黑" panose="020B0503020204020204" pitchFamily="34" charset="-122"/>
              </a:rPr>
              <a:t>共有</a:t>
            </a:r>
            <a:r>
              <a:rPr lang="en-US" altLang="zh-CN" sz="2400" dirty="0">
                <a:solidFill>
                  <a:prstClr val="black"/>
                </a:solidFill>
                <a:effectLst/>
                <a:latin typeface="微软雅黑" panose="020B0503020204020204" pitchFamily="34" charset="-122"/>
                <a:ea typeface="微软雅黑" panose="020B0503020204020204" pitchFamily="34" charset="-122"/>
              </a:rPr>
              <a:t>n</a:t>
            </a:r>
            <a:r>
              <a:rPr lang="zh-CN" altLang="en-US" sz="2400" dirty="0">
                <a:solidFill>
                  <a:prstClr val="black"/>
                </a:solidFill>
                <a:effectLst/>
                <a:latin typeface="微软雅黑" panose="020B0503020204020204" pitchFamily="34" charset="-122"/>
                <a:ea typeface="微软雅黑" panose="020B0503020204020204" pitchFamily="34" charset="-122"/>
              </a:rPr>
              <a:t>页，系统分配</a:t>
            </a:r>
            <a:r>
              <a:rPr lang="en-US" altLang="zh-CN" sz="2400" dirty="0">
                <a:solidFill>
                  <a:prstClr val="black"/>
                </a:solidFill>
                <a:effectLst/>
                <a:latin typeface="微软雅黑" panose="020B0503020204020204" pitchFamily="34" charset="-122"/>
                <a:ea typeface="微软雅黑" panose="020B0503020204020204" pitchFamily="34" charset="-122"/>
              </a:rPr>
              <a:t>m</a:t>
            </a:r>
            <a:r>
              <a:rPr lang="zh-CN" altLang="en-US" sz="2400" dirty="0">
                <a:solidFill>
                  <a:prstClr val="black"/>
                </a:solidFill>
                <a:effectLst/>
                <a:latin typeface="微软雅黑" panose="020B0503020204020204" pitchFamily="34" charset="-122"/>
                <a:ea typeface="微软雅黑" panose="020B0503020204020204" pitchFamily="34" charset="-122"/>
              </a:rPr>
              <a:t>块，有  </a:t>
            </a:r>
            <a:r>
              <a:rPr lang="en-US" altLang="zh-CN" sz="2400" dirty="0">
                <a:solidFill>
                  <a:prstClr val="black"/>
                </a:solidFill>
                <a:effectLst/>
                <a:latin typeface="微软雅黑" panose="020B0503020204020204" pitchFamily="34" charset="-122"/>
                <a:ea typeface="微软雅黑" panose="020B0503020204020204" pitchFamily="34" charset="-122"/>
              </a:rPr>
              <a:t>1≤m≤n</a:t>
            </a:r>
            <a:r>
              <a:rPr lang="zh-CN" altLang="en-US" sz="2400" dirty="0">
                <a:solidFill>
                  <a:prstClr val="black"/>
                </a:solidFill>
                <a:effectLst/>
                <a:latin typeface="微软雅黑" panose="020B0503020204020204" pitchFamily="34" charset="-122"/>
                <a:ea typeface="微软雅黑" panose="020B0503020204020204" pitchFamily="34" charset="-122"/>
              </a:rPr>
              <a:t>； </a:t>
            </a:r>
          </a:p>
          <a:p>
            <a:pPr marL="800100" lvl="3" indent="-228600">
              <a:lnSpc>
                <a:spcPct val="150000"/>
              </a:lnSpc>
              <a:spcBef>
                <a:spcPts val="500"/>
              </a:spcBef>
              <a:buClr>
                <a:srgbClr val="FFC000"/>
              </a:buClr>
              <a:buSzPct val="95000"/>
              <a:buFont typeface="Wingdings" panose="05000000000000000000" pitchFamily="2" charset="2"/>
              <a:buChar char="u"/>
              <a:defRPr/>
            </a:pPr>
            <a:r>
              <a:rPr lang="zh-CN" altLang="en-US" sz="2400" dirty="0">
                <a:solidFill>
                  <a:prstClr val="black"/>
                </a:solidFill>
                <a:effectLst/>
                <a:latin typeface="微软雅黑" panose="020B0503020204020204" pitchFamily="34" charset="-122"/>
                <a:ea typeface="微软雅黑" panose="020B0503020204020204" pitchFamily="34" charset="-122"/>
              </a:rPr>
              <a:t>若程序</a:t>
            </a:r>
            <a:r>
              <a:rPr lang="en-US" altLang="zh-CN" sz="2400" dirty="0">
                <a:solidFill>
                  <a:prstClr val="black"/>
                </a:solidFill>
                <a:effectLst/>
                <a:latin typeface="微软雅黑" panose="020B0503020204020204" pitchFamily="34" charset="-122"/>
                <a:ea typeface="微软雅黑" panose="020B0503020204020204" pitchFamily="34" charset="-122"/>
              </a:rPr>
              <a:t>p</a:t>
            </a:r>
            <a:r>
              <a:rPr lang="zh-CN" altLang="en-US" sz="2400" dirty="0">
                <a:solidFill>
                  <a:prstClr val="black"/>
                </a:solidFill>
                <a:effectLst/>
                <a:latin typeface="微软雅黑" panose="020B0503020204020204" pitchFamily="34" charset="-122"/>
                <a:ea typeface="微软雅黑" panose="020B0503020204020204" pitchFamily="34" charset="-122"/>
              </a:rPr>
              <a:t>在运行中：成功的访问次数为</a:t>
            </a:r>
            <a:r>
              <a:rPr lang="en-US" altLang="zh-CN" sz="2400" dirty="0">
                <a:solidFill>
                  <a:prstClr val="black"/>
                </a:solidFill>
                <a:effectLst/>
                <a:latin typeface="微软雅黑" panose="020B0503020204020204" pitchFamily="34" charset="-122"/>
                <a:ea typeface="微软雅黑" panose="020B0503020204020204" pitchFamily="34" charset="-122"/>
              </a:rPr>
              <a:t>s</a:t>
            </a:r>
            <a:r>
              <a:rPr lang="zh-CN" altLang="en-US" sz="2400" dirty="0">
                <a:solidFill>
                  <a:prstClr val="black"/>
                </a:solidFill>
                <a:effectLst/>
                <a:latin typeface="微软雅黑" panose="020B0503020204020204" pitchFamily="34" charset="-122"/>
                <a:ea typeface="微软雅黑" panose="020B0503020204020204" pitchFamily="34" charset="-122"/>
              </a:rPr>
              <a:t>，不成功的访问次数为</a:t>
            </a:r>
            <a:r>
              <a:rPr lang="en-US" altLang="zh-CN" sz="2400" dirty="0">
                <a:solidFill>
                  <a:prstClr val="black"/>
                </a:solidFill>
                <a:effectLst/>
                <a:latin typeface="微软雅黑" panose="020B0503020204020204" pitchFamily="34" charset="-122"/>
                <a:ea typeface="微软雅黑" panose="020B0503020204020204" pitchFamily="34" charset="-122"/>
              </a:rPr>
              <a:t>f</a:t>
            </a:r>
            <a:r>
              <a:rPr lang="zh-CN" altLang="en-US" sz="2400" dirty="0">
                <a:solidFill>
                  <a:prstClr val="black"/>
                </a:solidFill>
                <a:effectLst/>
                <a:latin typeface="微软雅黑" panose="020B0503020204020204" pitchFamily="34" charset="-122"/>
                <a:ea typeface="微软雅黑" panose="020B0503020204020204" pitchFamily="34" charset="-122"/>
              </a:rPr>
              <a:t>；</a:t>
            </a:r>
          </a:p>
          <a:p>
            <a:pPr marL="800100" lvl="3" indent="-228600">
              <a:lnSpc>
                <a:spcPct val="150000"/>
              </a:lnSpc>
              <a:spcBef>
                <a:spcPts val="500"/>
              </a:spcBef>
              <a:buClr>
                <a:srgbClr val="FFC000"/>
              </a:buClr>
              <a:buSzPct val="95000"/>
              <a:buFont typeface="Wingdings" panose="05000000000000000000" pitchFamily="2" charset="2"/>
              <a:buChar char="u"/>
              <a:defRPr/>
            </a:pPr>
            <a:r>
              <a:rPr lang="zh-CN" altLang="en-US" sz="2400" b="1" dirty="0">
                <a:solidFill>
                  <a:prstClr val="black"/>
                </a:solidFill>
                <a:effectLst/>
                <a:latin typeface="微软雅黑" panose="020B0503020204020204" pitchFamily="34" charset="-122"/>
                <a:ea typeface="微软雅黑" panose="020B0503020204020204" pitchFamily="34" charset="-122"/>
              </a:rPr>
              <a:t>缺页中断率： </a:t>
            </a:r>
            <a:r>
              <a:rPr lang="en-US" altLang="zh-CN" sz="2400" b="1" dirty="0">
                <a:solidFill>
                  <a:prstClr val="black"/>
                </a:solidFill>
                <a:effectLst/>
                <a:latin typeface="微软雅黑" panose="020B0503020204020204" pitchFamily="34" charset="-122"/>
                <a:ea typeface="微软雅黑" panose="020B0503020204020204" pitchFamily="34" charset="-122"/>
              </a:rPr>
              <a:t>f′=f/ (s+ f)</a:t>
            </a:r>
          </a:p>
          <a:p>
            <a:pPr eaLnBrk="1" hangingPunct="1">
              <a:lnSpc>
                <a:spcPct val="120000"/>
              </a:lnSpc>
              <a:spcBef>
                <a:spcPct val="20000"/>
              </a:spcBef>
              <a:buClr>
                <a:schemeClr val="tx2"/>
              </a:buClr>
              <a:buSzPct val="95000"/>
              <a:buFont typeface="Wingdings" panose="05000000000000000000" pitchFamily="2" charset="2"/>
              <a:buNone/>
              <a:defRPr/>
            </a:pPr>
            <a:r>
              <a:rPr kumimoji="1" lang="en-US" altLang="zh-CN" sz="2400" b="0" dirty="0">
                <a:solidFill>
                  <a:schemeClr val="tx1"/>
                </a:solidFill>
                <a:effectLst/>
                <a:latin typeface="Times New Roman" panose="02020603050405020304" pitchFamily="18" charset="0"/>
              </a:rPr>
              <a:t>             f′= f (r</a:t>
            </a:r>
            <a:r>
              <a:rPr kumimoji="1" lang="zh-CN" altLang="en-US" sz="2400" b="0" dirty="0">
                <a:solidFill>
                  <a:schemeClr val="tx1"/>
                </a:solidFill>
                <a:effectLst/>
                <a:latin typeface="Times New Roman" panose="02020603050405020304" pitchFamily="18" charset="0"/>
              </a:rPr>
              <a:t>，</a:t>
            </a:r>
            <a:r>
              <a:rPr kumimoji="1" lang="en-US" altLang="zh-CN" sz="2400" b="0" dirty="0">
                <a:solidFill>
                  <a:schemeClr val="tx1"/>
                </a:solidFill>
                <a:effectLst/>
                <a:latin typeface="Times New Roman" panose="02020603050405020304" pitchFamily="18" charset="0"/>
              </a:rPr>
              <a:t>m</a:t>
            </a:r>
            <a:r>
              <a:rPr kumimoji="1" lang="zh-CN" altLang="en-US" sz="2400" b="0" dirty="0">
                <a:solidFill>
                  <a:schemeClr val="tx1"/>
                </a:solidFill>
                <a:effectLst/>
                <a:latin typeface="Times New Roman" panose="02020603050405020304" pitchFamily="18" charset="0"/>
              </a:rPr>
              <a:t>，</a:t>
            </a:r>
            <a:r>
              <a:rPr kumimoji="1" lang="en-US" altLang="zh-CN" sz="2400" b="0" dirty="0">
                <a:solidFill>
                  <a:schemeClr val="tx1"/>
                </a:solidFill>
                <a:effectLst/>
                <a:latin typeface="Times New Roman" panose="02020603050405020304" pitchFamily="18" charset="0"/>
              </a:rPr>
              <a:t>p)</a:t>
            </a:r>
            <a:r>
              <a:rPr kumimoji="1" lang="zh-CN" altLang="en-US" sz="2400" b="0" dirty="0">
                <a:solidFill>
                  <a:schemeClr val="tx1"/>
                </a:solidFill>
                <a:effectLst/>
                <a:latin typeface="Times New Roman" panose="02020603050405020304" pitchFamily="18" charset="0"/>
              </a:rPr>
              <a:t>；    </a:t>
            </a:r>
          </a:p>
          <a:p>
            <a:pPr eaLnBrk="1" hangingPunct="1">
              <a:lnSpc>
                <a:spcPct val="120000"/>
              </a:lnSpc>
              <a:spcBef>
                <a:spcPct val="20000"/>
              </a:spcBef>
              <a:buClr>
                <a:schemeClr val="tx2"/>
              </a:buClr>
              <a:buSzPct val="95000"/>
              <a:buFont typeface="Wingdings" panose="05000000000000000000" pitchFamily="2" charset="2"/>
              <a:buNone/>
              <a:defRPr/>
            </a:pPr>
            <a:r>
              <a:rPr kumimoji="1" lang="zh-CN" altLang="en-US" sz="2400" b="0" dirty="0">
                <a:solidFill>
                  <a:schemeClr val="tx1"/>
                </a:solidFill>
                <a:effectLst/>
                <a:latin typeface="Times New Roman" panose="02020603050405020304" pitchFamily="18" charset="0"/>
              </a:rPr>
              <a:t>             </a:t>
            </a:r>
            <a:r>
              <a:rPr kumimoji="1" lang="en-US" altLang="zh-CN" sz="2400" b="0" dirty="0">
                <a:solidFill>
                  <a:schemeClr val="tx1"/>
                </a:solidFill>
                <a:effectLst/>
                <a:latin typeface="Times New Roman" panose="02020603050405020304" pitchFamily="18" charset="0"/>
              </a:rPr>
              <a:t>r</a:t>
            </a:r>
            <a:r>
              <a:rPr kumimoji="1" lang="zh-CN" altLang="en-US" sz="2400" b="0" dirty="0">
                <a:solidFill>
                  <a:schemeClr val="tx1"/>
                </a:solidFill>
                <a:effectLst/>
                <a:latin typeface="Times New Roman" panose="02020603050405020304" pitchFamily="18" charset="0"/>
              </a:rPr>
              <a:t>：置换算法；</a:t>
            </a:r>
            <a:r>
              <a:rPr kumimoji="1" lang="en-US" altLang="zh-CN" sz="2400" b="0" dirty="0">
                <a:solidFill>
                  <a:schemeClr val="tx1"/>
                </a:solidFill>
                <a:effectLst/>
                <a:latin typeface="Times New Roman" panose="02020603050405020304" pitchFamily="18" charset="0"/>
              </a:rPr>
              <a:t>m</a:t>
            </a:r>
            <a:r>
              <a:rPr kumimoji="1" lang="zh-CN" altLang="en-US" sz="2400" b="0" dirty="0">
                <a:solidFill>
                  <a:schemeClr val="tx1"/>
                </a:solidFill>
                <a:effectLst/>
                <a:latin typeface="Times New Roman" panose="02020603050405020304" pitchFamily="18" charset="0"/>
              </a:rPr>
              <a:t>：系统分配的块数； </a:t>
            </a:r>
            <a:r>
              <a:rPr kumimoji="1" lang="en-US" altLang="zh-CN" sz="2400" b="0" dirty="0">
                <a:solidFill>
                  <a:schemeClr val="tx1"/>
                </a:solidFill>
                <a:effectLst/>
                <a:latin typeface="Times New Roman" panose="02020603050405020304" pitchFamily="18" charset="0"/>
              </a:rPr>
              <a:t>p</a:t>
            </a:r>
            <a:r>
              <a:rPr kumimoji="1" lang="zh-CN" altLang="en-US" sz="2400" b="0" dirty="0">
                <a:solidFill>
                  <a:schemeClr val="tx1"/>
                </a:solidFill>
                <a:effectLst/>
                <a:latin typeface="Times New Roman" panose="02020603050405020304" pitchFamily="18" charset="0"/>
              </a:rPr>
              <a:t>：程序特征</a:t>
            </a:r>
          </a:p>
        </p:txBody>
      </p:sp>
    </p:spTree>
    <p:extLst>
      <p:ext uri="{BB962C8B-B14F-4D97-AF65-F5344CB8AC3E}">
        <p14:creationId xmlns:p14="http://schemas.microsoft.com/office/powerpoint/2010/main" val="1301329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5">
            <a:extLst>
              <a:ext uri="{FF2B5EF4-FFF2-40B4-BE49-F238E27FC236}">
                <a16:creationId xmlns:a16="http://schemas.microsoft.com/office/drawing/2014/main" id="{C445FA6B-B00F-8D2B-EDA8-E0B31555A0FF}"/>
              </a:ext>
            </a:extLst>
          </p:cNvPr>
          <p:cNvSpPr>
            <a:spLocks noChangeArrowheads="1"/>
          </p:cNvSpPr>
          <p:nvPr/>
        </p:nvSpPr>
        <p:spPr bwMode="auto">
          <a:xfrm>
            <a:off x="487822" y="830079"/>
            <a:ext cx="8447087" cy="2769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ct val="20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(5) </a:t>
            </a:r>
            <a:r>
              <a:rPr lang="zh-CN" altLang="en-US" sz="2600" b="1" dirty="0">
                <a:solidFill>
                  <a:prstClr val="black"/>
                </a:solidFill>
                <a:effectLst/>
                <a:latin typeface="微软雅黑" panose="020B0503020204020204" pitchFamily="34" charset="-122"/>
                <a:ea typeface="微软雅黑" panose="020B0503020204020204" pitchFamily="34" charset="-122"/>
              </a:rPr>
              <a:t>常用的置换算法</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①</a:t>
            </a:r>
            <a:r>
              <a:rPr lang="zh-CN" altLang="en-US" sz="2400" dirty="0">
                <a:solidFill>
                  <a:srgbClr val="000099"/>
                </a:solidFill>
                <a:effectLst/>
                <a:latin typeface="宋体" panose="02010600030101010101" pitchFamily="2" charset="-122"/>
              </a:rPr>
              <a:t> </a:t>
            </a:r>
            <a:r>
              <a:rPr lang="zh-CN" altLang="en-US" sz="2400" dirty="0">
                <a:solidFill>
                  <a:srgbClr val="000099"/>
                </a:solidFill>
                <a:effectLst/>
                <a:latin typeface="Times New Roman" panose="02020603050405020304" pitchFamily="18" charset="0"/>
              </a:rPr>
              <a:t>最佳算法</a:t>
            </a:r>
            <a:r>
              <a:rPr lang="en-US" altLang="zh-CN" sz="2400" dirty="0">
                <a:solidFill>
                  <a:srgbClr val="000099"/>
                </a:solidFill>
                <a:effectLst/>
                <a:latin typeface="Times New Roman" panose="02020603050405020304" pitchFamily="18" charset="0"/>
              </a:rPr>
              <a:t>(OPT</a:t>
            </a:r>
            <a:r>
              <a:rPr lang="zh-CN" altLang="en-US" sz="2400" dirty="0">
                <a:solidFill>
                  <a:srgbClr val="000099"/>
                </a:solidFill>
                <a:effectLst/>
                <a:latin typeface="Times New Roman" panose="02020603050405020304" pitchFamily="18" charset="0"/>
              </a:rPr>
              <a:t>算法</a:t>
            </a:r>
            <a:r>
              <a:rPr lang="en-US" altLang="zh-CN" sz="2400" dirty="0">
                <a:solidFill>
                  <a:srgbClr val="000099"/>
                </a:solidFill>
                <a:effectLst/>
                <a:latin typeface="Times New Roman" panose="02020603050405020304" pitchFamily="18" charset="0"/>
              </a:rPr>
              <a:t>) </a:t>
            </a:r>
          </a:p>
          <a:p>
            <a:pPr eaLnBrk="1" hangingPunct="1">
              <a:lnSpc>
                <a:spcPct val="120000"/>
              </a:lnSpc>
              <a:spcBef>
                <a:spcPct val="20000"/>
              </a:spcBef>
              <a:buClr>
                <a:schemeClr val="tx2"/>
              </a:buClr>
              <a:buSzPct val="95000"/>
              <a:buFont typeface="Wingdings" panose="05000000000000000000" pitchFamily="2" charset="2"/>
              <a:buNone/>
              <a:defRPr/>
            </a:pPr>
            <a:r>
              <a:rPr lang="en-US" altLang="zh-CN" sz="2400" dirty="0">
                <a:solidFill>
                  <a:srgbClr val="000099"/>
                </a:solidFill>
                <a:effectLst/>
                <a:latin typeface="Times New Roman" panose="02020603050405020304" pitchFamily="18" charset="0"/>
              </a:rPr>
              <a:t>      </a:t>
            </a:r>
            <a:r>
              <a:rPr kumimoji="1" lang="zh-CN" altLang="en-US" sz="2400" b="0" dirty="0">
                <a:solidFill>
                  <a:schemeClr val="tx1"/>
                </a:solidFill>
                <a:effectLst/>
                <a:latin typeface="Times New Roman" panose="02020603050405020304" pitchFamily="18" charset="0"/>
              </a:rPr>
              <a:t>当要调入一新页而必须先淘汰一旧页时，所淘汰的那一页</a:t>
            </a:r>
          </a:p>
          <a:p>
            <a:pPr eaLnBrk="1" hangingPunct="1">
              <a:lnSpc>
                <a:spcPct val="120000"/>
              </a:lnSpc>
              <a:spcBef>
                <a:spcPct val="20000"/>
              </a:spcBef>
              <a:buClr>
                <a:schemeClr val="tx2"/>
              </a:buClr>
              <a:buSzPct val="95000"/>
              <a:buFont typeface="Wingdings" panose="05000000000000000000" pitchFamily="2" charset="2"/>
              <a:buNone/>
              <a:defRPr/>
            </a:pPr>
            <a:r>
              <a:rPr kumimoji="1" lang="zh-CN" altLang="en-US" sz="2400" b="0" dirty="0">
                <a:solidFill>
                  <a:schemeClr val="tx1"/>
                </a:solidFill>
                <a:effectLst/>
                <a:latin typeface="Times New Roman" panose="02020603050405020304" pitchFamily="18" charset="0"/>
              </a:rPr>
              <a:t>      应是以后不再要用的，或者是在最长的时间以后才会用到</a:t>
            </a:r>
          </a:p>
          <a:p>
            <a:pPr eaLnBrk="1" hangingPunct="1">
              <a:lnSpc>
                <a:spcPct val="120000"/>
              </a:lnSpc>
              <a:spcBef>
                <a:spcPct val="20000"/>
              </a:spcBef>
              <a:buClr>
                <a:schemeClr val="tx2"/>
              </a:buClr>
              <a:buSzPct val="95000"/>
              <a:buFont typeface="Wingdings" panose="05000000000000000000" pitchFamily="2" charset="2"/>
              <a:buNone/>
              <a:defRPr/>
            </a:pPr>
            <a:r>
              <a:rPr kumimoji="1" lang="zh-CN" altLang="en-US" sz="2400" b="0" dirty="0">
                <a:solidFill>
                  <a:schemeClr val="tx1"/>
                </a:solidFill>
                <a:effectLst/>
                <a:latin typeface="Times New Roman" panose="02020603050405020304" pitchFamily="18" charset="0"/>
              </a:rPr>
              <a:t>      的那页。</a:t>
            </a:r>
            <a:r>
              <a:rPr lang="zh-CN" altLang="en-US" sz="2400" b="0" dirty="0">
                <a:solidFill>
                  <a:srgbClr val="000099"/>
                </a:solidFill>
                <a:effectLst/>
                <a:latin typeface="Times New Roman" panose="02020603050405020304" pitchFamily="18" charset="0"/>
              </a:rPr>
              <a:t> </a:t>
            </a:r>
          </a:p>
        </p:txBody>
      </p:sp>
    </p:spTree>
    <p:extLst>
      <p:ext uri="{BB962C8B-B14F-4D97-AF65-F5344CB8AC3E}">
        <p14:creationId xmlns:p14="http://schemas.microsoft.com/office/powerpoint/2010/main" val="15560179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6">
            <a:extLst>
              <a:ext uri="{FF2B5EF4-FFF2-40B4-BE49-F238E27FC236}">
                <a16:creationId xmlns:a16="http://schemas.microsoft.com/office/drawing/2014/main" id="{16EF0D28-2B39-796B-EDA9-A30EADE669A6}"/>
              </a:ext>
            </a:extLst>
          </p:cNvPr>
          <p:cNvSpPr>
            <a:spLocks noChangeArrowheads="1"/>
          </p:cNvSpPr>
          <p:nvPr/>
        </p:nvSpPr>
        <p:spPr bwMode="auto">
          <a:xfrm>
            <a:off x="487821" y="1447616"/>
            <a:ext cx="10739955" cy="4162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30000"/>
              </a:lnSpc>
              <a:buFont typeface="Wingdings" panose="05000000000000000000" pitchFamily="2" charset="2"/>
              <a:buNone/>
            </a:pPr>
            <a:r>
              <a:rPr kumimoji="1" lang="en-US" altLang="zh-CN" sz="2400" dirty="0">
                <a:solidFill>
                  <a:schemeClr val="tx1"/>
                </a:solidFill>
                <a:latin typeface="宋体" panose="02010600030101010101" pitchFamily="2" charset="-122"/>
              </a:rPr>
              <a:t>ⅰ </a:t>
            </a:r>
            <a:r>
              <a:rPr kumimoji="1" lang="zh-CN" altLang="en-US" sz="2400" dirty="0">
                <a:solidFill>
                  <a:schemeClr val="tx1"/>
                </a:solidFill>
                <a:latin typeface="Times New Roman" panose="02020603050405020304" pitchFamily="18" charset="0"/>
              </a:rPr>
              <a:t>什么是先进先出淘汰算法</a:t>
            </a:r>
          </a:p>
          <a:p>
            <a:pPr lvl="1" eaLnBrk="1" hangingPunct="1">
              <a:lnSpc>
                <a:spcPct val="130000"/>
              </a:lnSpc>
              <a:buFont typeface="Wingdings" panose="05000000000000000000" pitchFamily="2" charset="2"/>
              <a:buNone/>
            </a:pPr>
            <a:r>
              <a:rPr kumimoji="1" lang="zh-CN" altLang="en-US" sz="2400" b="0" dirty="0">
                <a:solidFill>
                  <a:schemeClr val="tx1"/>
                </a:solidFill>
                <a:latin typeface="Times New Roman" panose="02020603050405020304" pitchFamily="18" charset="0"/>
              </a:rPr>
              <a:t>      总是选择在主存中居留时间最长 </a:t>
            </a:r>
            <a:r>
              <a:rPr kumimoji="1" lang="en-US" altLang="zh-CN" sz="2400" b="0" dirty="0">
                <a:solidFill>
                  <a:schemeClr val="tx1"/>
                </a:solidFill>
                <a:latin typeface="Times New Roman" panose="02020603050405020304" pitchFamily="18" charset="0"/>
              </a:rPr>
              <a:t>(</a:t>
            </a:r>
            <a:r>
              <a:rPr kumimoji="1" lang="zh-CN" altLang="en-US" sz="2400" b="0" dirty="0">
                <a:solidFill>
                  <a:schemeClr val="tx1"/>
                </a:solidFill>
                <a:latin typeface="Times New Roman" panose="02020603050405020304" pitchFamily="18" charset="0"/>
              </a:rPr>
              <a:t>即最早进入主存</a:t>
            </a:r>
            <a:r>
              <a:rPr kumimoji="1" lang="en-US" altLang="zh-CN" sz="2400" b="0" dirty="0">
                <a:solidFill>
                  <a:schemeClr val="tx1"/>
                </a:solidFill>
                <a:latin typeface="Times New Roman" panose="02020603050405020304" pitchFamily="18" charset="0"/>
              </a:rPr>
              <a:t>)</a:t>
            </a:r>
            <a:r>
              <a:rPr kumimoji="1" lang="zh-CN" altLang="en-US" sz="2400" b="0" dirty="0">
                <a:solidFill>
                  <a:schemeClr val="tx1"/>
                </a:solidFill>
                <a:latin typeface="Times New Roman" panose="02020603050405020304" pitchFamily="18" charset="0"/>
              </a:rPr>
              <a:t>的</a:t>
            </a:r>
            <a:r>
              <a:rPr kumimoji="1" lang="zh-CN" altLang="en-US" sz="2400" b="0" dirty="0" smtClean="0">
                <a:solidFill>
                  <a:schemeClr val="tx1"/>
                </a:solidFill>
                <a:latin typeface="Times New Roman" panose="02020603050405020304" pitchFamily="18" charset="0"/>
              </a:rPr>
              <a:t>一页</a:t>
            </a:r>
            <a:r>
              <a:rPr kumimoji="1" lang="zh-CN" altLang="en-US" sz="2400" b="0" dirty="0">
                <a:solidFill>
                  <a:schemeClr val="tx1"/>
                </a:solidFill>
                <a:latin typeface="Times New Roman" panose="02020603050405020304" pitchFamily="18" charset="0"/>
              </a:rPr>
              <a:t>淘汰。</a:t>
            </a:r>
          </a:p>
          <a:p>
            <a:pPr lvl="1" eaLnBrk="1" hangingPunct="1">
              <a:lnSpc>
                <a:spcPct val="130000"/>
              </a:lnSpc>
              <a:buFont typeface="Wingdings" panose="05000000000000000000" pitchFamily="2" charset="2"/>
              <a:buNone/>
            </a:pPr>
            <a:r>
              <a:rPr kumimoji="1" lang="en-US" altLang="zh-CN" sz="2400" dirty="0">
                <a:solidFill>
                  <a:schemeClr val="tx1"/>
                </a:solidFill>
                <a:latin typeface="宋体" panose="02010600030101010101" pitchFamily="2" charset="-122"/>
              </a:rPr>
              <a:t>ⅱ </a:t>
            </a:r>
            <a:r>
              <a:rPr kumimoji="1" lang="zh-CN" altLang="en-US" sz="2400" dirty="0">
                <a:solidFill>
                  <a:schemeClr val="tx1"/>
                </a:solidFill>
                <a:latin typeface="Times New Roman" panose="02020603050405020304" pitchFamily="18" charset="0"/>
              </a:rPr>
              <a:t>先进先出淘汰算法的实现</a:t>
            </a:r>
          </a:p>
          <a:p>
            <a:pPr marL="1257300" lvl="4" indent="-22860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建立一个页面进入主存的先后次序表；</a:t>
            </a:r>
          </a:p>
          <a:p>
            <a:pPr marL="1257300" lvl="4" indent="-22860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建立一个替换指针，指向最早进入主存的页面；</a:t>
            </a:r>
          </a:p>
          <a:p>
            <a:pPr marL="1257300" lvl="4" indent="-22860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当需要置换一页时，选择</a:t>
            </a:r>
            <a:r>
              <a:rPr lang="zh-CN" altLang="en-US" sz="2400" dirty="0">
                <a:solidFill>
                  <a:prstClr val="black"/>
                </a:solidFill>
                <a:latin typeface="微软雅黑" panose="020B0503020204020204" pitchFamily="34" charset="-122"/>
                <a:ea typeface="微软雅黑" panose="020B0503020204020204" pitchFamily="34" charset="-122"/>
              </a:rPr>
              <a:t>替换指向的那一页，然后调整替换指针的内容。</a:t>
            </a:r>
          </a:p>
        </p:txBody>
      </p:sp>
      <p:sp>
        <p:nvSpPr>
          <p:cNvPr id="4" name="Rectangle 7">
            <a:extLst>
              <a:ext uri="{FF2B5EF4-FFF2-40B4-BE49-F238E27FC236}">
                <a16:creationId xmlns:a16="http://schemas.microsoft.com/office/drawing/2014/main" id="{073E1C8B-2B9F-3A59-B3BA-9A439D958780}"/>
              </a:ext>
            </a:extLst>
          </p:cNvPr>
          <p:cNvSpPr>
            <a:spLocks noChangeArrowheads="1"/>
          </p:cNvSpPr>
          <p:nvPr/>
        </p:nvSpPr>
        <p:spPr bwMode="auto">
          <a:xfrm>
            <a:off x="644984" y="830079"/>
            <a:ext cx="5980113"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Font typeface="Wingdings" panose="05000000000000000000" pitchFamily="2" charset="2"/>
              <a:buNone/>
            </a:pPr>
            <a:r>
              <a:rPr lang="en-US" altLang="zh-CN" sz="2400">
                <a:solidFill>
                  <a:srgbClr val="000099"/>
                </a:solidFill>
                <a:latin typeface="Times New Roman" panose="02020603050405020304" pitchFamily="18" charset="0"/>
              </a:rPr>
              <a:t>②</a:t>
            </a:r>
            <a:r>
              <a:rPr lang="en-US" altLang="zh-CN" sz="2400">
                <a:solidFill>
                  <a:srgbClr val="000099"/>
                </a:solidFill>
                <a:latin typeface="宋体" panose="02010600030101010101" pitchFamily="2" charset="-122"/>
              </a:rPr>
              <a:t> </a:t>
            </a:r>
            <a:r>
              <a:rPr lang="zh-CN" altLang="en-US" sz="2400">
                <a:solidFill>
                  <a:srgbClr val="000099"/>
                </a:solidFill>
                <a:latin typeface="Times New Roman" panose="02020603050405020304" pitchFamily="18" charset="0"/>
              </a:rPr>
              <a:t>先进先出淘汰算法</a:t>
            </a:r>
            <a:r>
              <a:rPr lang="en-US" altLang="zh-CN" sz="2400">
                <a:solidFill>
                  <a:srgbClr val="000099"/>
                </a:solidFill>
                <a:latin typeface="Times New Roman" panose="02020603050405020304" pitchFamily="18" charset="0"/>
              </a:rPr>
              <a:t>(FIFO</a:t>
            </a:r>
            <a:r>
              <a:rPr lang="zh-CN" altLang="en-US" sz="2400">
                <a:solidFill>
                  <a:srgbClr val="000099"/>
                </a:solidFill>
                <a:latin typeface="Times New Roman" panose="02020603050405020304" pitchFamily="18" charset="0"/>
              </a:rPr>
              <a:t>算法</a:t>
            </a:r>
            <a:r>
              <a:rPr lang="en-US" altLang="zh-CN" sz="2400">
                <a:solidFill>
                  <a:srgbClr val="000099"/>
                </a:solidFill>
                <a:latin typeface="Times New Roman" panose="02020603050405020304" pitchFamily="18" charset="0"/>
              </a:rPr>
              <a:t>)</a:t>
            </a:r>
            <a:r>
              <a:rPr lang="en-US" altLang="zh-CN" sz="2400">
                <a:solidFill>
                  <a:srgbClr val="CC3300"/>
                </a:solidFill>
                <a:latin typeface="Times New Roman" panose="02020603050405020304" pitchFamily="18" charset="0"/>
              </a:rPr>
              <a:t>     </a:t>
            </a:r>
          </a:p>
        </p:txBody>
      </p:sp>
    </p:spTree>
    <p:extLst>
      <p:ext uri="{BB962C8B-B14F-4D97-AF65-F5344CB8AC3E}">
        <p14:creationId xmlns:p14="http://schemas.microsoft.com/office/powerpoint/2010/main" val="2987589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5">
            <a:extLst>
              <a:ext uri="{FF2B5EF4-FFF2-40B4-BE49-F238E27FC236}">
                <a16:creationId xmlns:a16="http://schemas.microsoft.com/office/drawing/2014/main" id="{AB45CCD3-01AC-F599-7647-354444CB6E44}"/>
              </a:ext>
            </a:extLst>
          </p:cNvPr>
          <p:cNvSpPr>
            <a:spLocks noChangeArrowheads="1"/>
          </p:cNvSpPr>
          <p:nvPr/>
        </p:nvSpPr>
        <p:spPr bwMode="auto">
          <a:xfrm>
            <a:off x="487822" y="830079"/>
            <a:ext cx="4094162" cy="210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30000"/>
              </a:lnSpc>
              <a:buFont typeface="Wingdings" panose="05000000000000000000" pitchFamily="2" charset="2"/>
              <a:buNone/>
            </a:pPr>
            <a:r>
              <a:rPr kumimoji="1" lang="en-US" altLang="zh-CN" sz="2400" dirty="0">
                <a:solidFill>
                  <a:schemeClr val="tx1"/>
                </a:solidFill>
                <a:latin typeface="宋体" panose="02010600030101010101" pitchFamily="2" charset="-122"/>
              </a:rPr>
              <a:t>ⅲ </a:t>
            </a:r>
            <a:r>
              <a:rPr kumimoji="1" lang="zh-CN" altLang="en-US" sz="2400" dirty="0">
                <a:solidFill>
                  <a:schemeClr val="tx1"/>
                </a:solidFill>
                <a:latin typeface="Times New Roman" panose="02020603050405020304" pitchFamily="18" charset="0"/>
              </a:rPr>
              <a:t>页号表</a:t>
            </a:r>
          </a:p>
          <a:p>
            <a:pPr eaLnBrk="1" hangingPunct="1">
              <a:lnSpc>
                <a:spcPct val="120000"/>
              </a:lnSpc>
              <a:spcBef>
                <a:spcPct val="20000"/>
              </a:spcBef>
              <a:buFont typeface="Wingdings" panose="05000000000000000000" pitchFamily="2" charset="2"/>
              <a:buNone/>
            </a:pPr>
            <a:r>
              <a:rPr kumimoji="1" lang="zh-CN" altLang="en-US" sz="2400" b="0" dirty="0">
                <a:solidFill>
                  <a:schemeClr val="tx1"/>
                </a:solidFill>
                <a:latin typeface="Times New Roman" panose="02020603050405020304" pitchFamily="18" charset="0"/>
              </a:rPr>
              <a:t>              页号表记录页面进入</a:t>
            </a:r>
          </a:p>
          <a:p>
            <a:pPr eaLnBrk="1" hangingPunct="1">
              <a:lnSpc>
                <a:spcPct val="120000"/>
              </a:lnSpc>
              <a:spcBef>
                <a:spcPct val="20000"/>
              </a:spcBef>
              <a:buFont typeface="Wingdings" panose="05000000000000000000" pitchFamily="2" charset="2"/>
              <a:buNone/>
            </a:pPr>
            <a:r>
              <a:rPr kumimoji="1" lang="zh-CN" altLang="en-US" sz="2400" b="0" dirty="0">
                <a:solidFill>
                  <a:schemeClr val="tx1"/>
                </a:solidFill>
                <a:latin typeface="Times New Roman" panose="02020603050405020304" pitchFamily="18" charset="0"/>
              </a:rPr>
              <a:t>              主存的先后次序：             </a:t>
            </a:r>
          </a:p>
          <a:p>
            <a:pPr eaLnBrk="1" hangingPunct="1">
              <a:lnSpc>
                <a:spcPct val="120000"/>
              </a:lnSpc>
              <a:spcBef>
                <a:spcPct val="20000"/>
              </a:spcBef>
              <a:buFont typeface="Wingdings" panose="05000000000000000000" pitchFamily="2" charset="2"/>
              <a:buNone/>
            </a:pPr>
            <a:r>
              <a:rPr kumimoji="1" lang="zh-CN" altLang="en-US" sz="2400" b="0" dirty="0">
                <a:solidFill>
                  <a:schemeClr val="tx1"/>
                </a:solidFill>
                <a:latin typeface="Times New Roman" panose="02020603050405020304" pitchFamily="18" charset="0"/>
              </a:rPr>
              <a:t>              </a:t>
            </a:r>
            <a:r>
              <a:rPr kumimoji="1" lang="en-US" altLang="zh-CN" sz="2400" b="0" dirty="0">
                <a:solidFill>
                  <a:schemeClr val="tx1"/>
                </a:solidFill>
                <a:latin typeface="Times New Roman" panose="02020603050405020304" pitchFamily="18" charset="0"/>
              </a:rPr>
              <a:t>2</a:t>
            </a:r>
            <a:r>
              <a:rPr kumimoji="1" lang="en-US" altLang="zh-CN" sz="2400" b="0" dirty="0">
                <a:solidFill>
                  <a:schemeClr val="tx1"/>
                </a:solidFill>
                <a:latin typeface="Times New Roman" panose="02020603050405020304" pitchFamily="18" charset="0"/>
                <a:sym typeface="Symbol" panose="05050102010706020507" pitchFamily="18" charset="2"/>
              </a:rPr>
              <a:t>451</a:t>
            </a:r>
            <a:r>
              <a:rPr kumimoji="1" lang="en-US" altLang="zh-CN" sz="2400" b="0" dirty="0">
                <a:solidFill>
                  <a:schemeClr val="tx1"/>
                </a:solidFill>
                <a:latin typeface="Times New Roman" panose="02020603050405020304" pitchFamily="18" charset="0"/>
              </a:rPr>
              <a:t>     </a:t>
            </a:r>
          </a:p>
        </p:txBody>
      </p:sp>
      <p:grpSp>
        <p:nvGrpSpPr>
          <p:cNvPr id="4" name="Group 27">
            <a:extLst>
              <a:ext uri="{FF2B5EF4-FFF2-40B4-BE49-F238E27FC236}">
                <a16:creationId xmlns:a16="http://schemas.microsoft.com/office/drawing/2014/main" id="{FDB03D7C-63D4-0514-F3BD-66AEE05BF1AA}"/>
              </a:ext>
            </a:extLst>
          </p:cNvPr>
          <p:cNvGrpSpPr>
            <a:grpSpLocks/>
          </p:cNvGrpSpPr>
          <p:nvPr/>
        </p:nvGrpSpPr>
        <p:grpSpPr bwMode="auto">
          <a:xfrm>
            <a:off x="5893259" y="1727993"/>
            <a:ext cx="1538288" cy="1241425"/>
            <a:chOff x="3226" y="934"/>
            <a:chExt cx="969" cy="782"/>
          </a:xfrm>
        </p:grpSpPr>
        <p:sp>
          <p:nvSpPr>
            <p:cNvPr id="5" name="Rectangle 7">
              <a:extLst>
                <a:ext uri="{FF2B5EF4-FFF2-40B4-BE49-F238E27FC236}">
                  <a16:creationId xmlns:a16="http://schemas.microsoft.com/office/drawing/2014/main" id="{FFC06F80-8D17-DC31-950D-60AADC0817EF}"/>
                </a:ext>
              </a:extLst>
            </p:cNvPr>
            <p:cNvSpPr>
              <a:spLocks noChangeArrowheads="1"/>
            </p:cNvSpPr>
            <p:nvPr/>
          </p:nvSpPr>
          <p:spPr bwMode="auto">
            <a:xfrm>
              <a:off x="3347" y="942"/>
              <a:ext cx="56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a:solidFill>
                    <a:srgbClr val="000000"/>
                  </a:solidFill>
                  <a:latin typeface="宋体" panose="02010600030101010101" pitchFamily="2" charset="-122"/>
                </a:rPr>
                <a:t>替换指针</a:t>
              </a:r>
              <a:endParaRPr kumimoji="1" lang="zh-CN" altLang="en-US" sz="1600">
                <a:solidFill>
                  <a:schemeClr val="tx1"/>
                </a:solidFill>
                <a:latin typeface="Times New Roman" panose="02020603050405020304" pitchFamily="18" charset="0"/>
              </a:endParaRPr>
            </a:p>
          </p:txBody>
        </p:sp>
        <p:sp>
          <p:nvSpPr>
            <p:cNvPr id="6" name="Rectangle 8">
              <a:extLst>
                <a:ext uri="{FF2B5EF4-FFF2-40B4-BE49-F238E27FC236}">
                  <a16:creationId xmlns:a16="http://schemas.microsoft.com/office/drawing/2014/main" id="{D1B26BDB-DA1D-34CB-2E25-ECE5766F60A5}"/>
                </a:ext>
              </a:extLst>
            </p:cNvPr>
            <p:cNvSpPr>
              <a:spLocks noChangeArrowheads="1"/>
            </p:cNvSpPr>
            <p:nvPr/>
          </p:nvSpPr>
          <p:spPr bwMode="auto">
            <a:xfrm>
              <a:off x="3519" y="934"/>
              <a:ext cx="51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rgbClr val="000000"/>
                  </a:solidFill>
                  <a:latin typeface="Times New Roman" panose="02020603050405020304" pitchFamily="18" charset="0"/>
                </a:rPr>
                <a:t>                </a:t>
              </a:r>
              <a:endParaRPr kumimoji="1" lang="en-US" altLang="zh-CN" sz="1600">
                <a:solidFill>
                  <a:schemeClr val="tx1"/>
                </a:solidFill>
                <a:latin typeface="Times New Roman" panose="02020603050405020304" pitchFamily="18" charset="0"/>
              </a:endParaRPr>
            </a:p>
          </p:txBody>
        </p:sp>
        <p:sp>
          <p:nvSpPr>
            <p:cNvPr id="7" name="Rectangle 10">
              <a:extLst>
                <a:ext uri="{FF2B5EF4-FFF2-40B4-BE49-F238E27FC236}">
                  <a16:creationId xmlns:a16="http://schemas.microsoft.com/office/drawing/2014/main" id="{976FAE4E-389F-E34C-6EA9-02EDCAFD79D2}"/>
                </a:ext>
              </a:extLst>
            </p:cNvPr>
            <p:cNvSpPr>
              <a:spLocks noChangeArrowheads="1"/>
            </p:cNvSpPr>
            <p:nvPr/>
          </p:nvSpPr>
          <p:spPr bwMode="auto">
            <a:xfrm>
              <a:off x="3226" y="1562"/>
              <a:ext cx="96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a:solidFill>
                    <a:srgbClr val="000000"/>
                  </a:solidFill>
                  <a:latin typeface="宋体" panose="02010600030101010101" pitchFamily="2" charset="-122"/>
                </a:rPr>
                <a:t>指向最老的一页</a:t>
              </a:r>
              <a:endParaRPr kumimoji="1" lang="zh-CN" altLang="en-US" sz="1600">
                <a:solidFill>
                  <a:schemeClr val="tx1"/>
                </a:solidFill>
                <a:latin typeface="Times New Roman" panose="02020603050405020304" pitchFamily="18" charset="0"/>
              </a:endParaRPr>
            </a:p>
          </p:txBody>
        </p:sp>
        <p:sp>
          <p:nvSpPr>
            <p:cNvPr id="8" name="Rectangle 11">
              <a:extLst>
                <a:ext uri="{FF2B5EF4-FFF2-40B4-BE49-F238E27FC236}">
                  <a16:creationId xmlns:a16="http://schemas.microsoft.com/office/drawing/2014/main" id="{217AE96E-AA59-28C5-DE6F-F75E3C47F4B7}"/>
                </a:ext>
              </a:extLst>
            </p:cNvPr>
            <p:cNvSpPr>
              <a:spLocks noChangeArrowheads="1"/>
            </p:cNvSpPr>
            <p:nvPr/>
          </p:nvSpPr>
          <p:spPr bwMode="auto">
            <a:xfrm>
              <a:off x="3273" y="1165"/>
              <a:ext cx="681" cy="246"/>
            </a:xfrm>
            <a:prstGeom prst="rect">
              <a:avLst/>
            </a:prstGeom>
            <a:solidFill>
              <a:srgbClr val="FFCCFF"/>
            </a:solid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a:solidFill>
                  <a:srgbClr val="4138FA"/>
                </a:solidFill>
                <a:effectLst>
                  <a:outerShdw blurRad="38100" dist="38100" dir="2700000" algn="tl">
                    <a:srgbClr val="000000"/>
                  </a:outerShdw>
                </a:effectLst>
              </a:endParaRPr>
            </a:p>
          </p:txBody>
        </p:sp>
      </p:grpSp>
      <p:sp>
        <p:nvSpPr>
          <p:cNvPr id="9" name="Line 19">
            <a:extLst>
              <a:ext uri="{FF2B5EF4-FFF2-40B4-BE49-F238E27FC236}">
                <a16:creationId xmlns:a16="http://schemas.microsoft.com/office/drawing/2014/main" id="{04A30239-2535-535E-110E-4D2423FECF2D}"/>
              </a:ext>
            </a:extLst>
          </p:cNvPr>
          <p:cNvSpPr>
            <a:spLocks noChangeShapeType="1"/>
          </p:cNvSpPr>
          <p:nvPr/>
        </p:nvSpPr>
        <p:spPr bwMode="auto">
          <a:xfrm>
            <a:off x="7002922" y="2301081"/>
            <a:ext cx="1060450" cy="1587"/>
          </a:xfrm>
          <a:prstGeom prst="line">
            <a:avLst/>
          </a:prstGeom>
          <a:noFill/>
          <a:ln w="190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grpSp>
        <p:nvGrpSpPr>
          <p:cNvPr id="10" name="Group 28">
            <a:extLst>
              <a:ext uri="{FF2B5EF4-FFF2-40B4-BE49-F238E27FC236}">
                <a16:creationId xmlns:a16="http://schemas.microsoft.com/office/drawing/2014/main" id="{814ACDE9-E223-AC0A-EEDE-943690ED1E31}"/>
              </a:ext>
            </a:extLst>
          </p:cNvPr>
          <p:cNvGrpSpPr>
            <a:grpSpLocks/>
          </p:cNvGrpSpPr>
          <p:nvPr/>
        </p:nvGrpSpPr>
        <p:grpSpPr bwMode="auto">
          <a:xfrm>
            <a:off x="8042734" y="1924843"/>
            <a:ext cx="884238" cy="2481263"/>
            <a:chOff x="4580" y="1058"/>
            <a:chExt cx="557" cy="1563"/>
          </a:xfrm>
        </p:grpSpPr>
        <p:sp>
          <p:nvSpPr>
            <p:cNvPr id="11" name="Rectangle 9">
              <a:extLst>
                <a:ext uri="{FF2B5EF4-FFF2-40B4-BE49-F238E27FC236}">
                  <a16:creationId xmlns:a16="http://schemas.microsoft.com/office/drawing/2014/main" id="{CB757E2E-7ECE-0505-D8E7-021533D67AB9}"/>
                </a:ext>
              </a:extLst>
            </p:cNvPr>
            <p:cNvSpPr>
              <a:spLocks noChangeArrowheads="1"/>
            </p:cNvSpPr>
            <p:nvPr/>
          </p:nvSpPr>
          <p:spPr bwMode="auto">
            <a:xfrm>
              <a:off x="4756" y="1058"/>
              <a:ext cx="27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a:solidFill>
                    <a:srgbClr val="000000"/>
                  </a:solidFill>
                  <a:latin typeface="宋体" panose="02010600030101010101" pitchFamily="2" charset="-122"/>
                </a:rPr>
                <a:t>页号</a:t>
              </a:r>
              <a:endParaRPr kumimoji="1" lang="zh-CN" altLang="en-US" sz="1600">
                <a:solidFill>
                  <a:schemeClr val="tx1"/>
                </a:solidFill>
                <a:latin typeface="Times New Roman" panose="02020603050405020304" pitchFamily="18" charset="0"/>
              </a:endParaRPr>
            </a:p>
          </p:txBody>
        </p:sp>
        <p:sp>
          <p:nvSpPr>
            <p:cNvPr id="12" name="Rectangle 12">
              <a:extLst>
                <a:ext uri="{FF2B5EF4-FFF2-40B4-BE49-F238E27FC236}">
                  <a16:creationId xmlns:a16="http://schemas.microsoft.com/office/drawing/2014/main" id="{2B1C367D-D514-72B9-CC49-DD478555A4A3}"/>
                </a:ext>
              </a:extLst>
            </p:cNvPr>
            <p:cNvSpPr>
              <a:spLocks noChangeArrowheads="1"/>
            </p:cNvSpPr>
            <p:nvPr/>
          </p:nvSpPr>
          <p:spPr bwMode="auto">
            <a:xfrm>
              <a:off x="4589" y="1282"/>
              <a:ext cx="541" cy="1339"/>
            </a:xfrm>
            <a:prstGeom prst="rect">
              <a:avLst/>
            </a:prstGeom>
            <a:solidFill>
              <a:srgbClr val="FFCCFF"/>
            </a:solid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a:solidFill>
                  <a:srgbClr val="4138FA"/>
                </a:solidFill>
                <a:effectLst>
                  <a:outerShdw blurRad="38100" dist="38100" dir="2700000" algn="tl">
                    <a:srgbClr val="000000"/>
                  </a:outerShdw>
                </a:effectLst>
              </a:endParaRPr>
            </a:p>
          </p:txBody>
        </p:sp>
        <p:sp>
          <p:nvSpPr>
            <p:cNvPr id="13" name="Rectangle 13">
              <a:extLst>
                <a:ext uri="{FF2B5EF4-FFF2-40B4-BE49-F238E27FC236}">
                  <a16:creationId xmlns:a16="http://schemas.microsoft.com/office/drawing/2014/main" id="{6896E68B-344E-59DE-68D4-1AA454C0355B}"/>
                </a:ext>
              </a:extLst>
            </p:cNvPr>
            <p:cNvSpPr>
              <a:spLocks noChangeArrowheads="1"/>
            </p:cNvSpPr>
            <p:nvPr/>
          </p:nvSpPr>
          <p:spPr bwMode="auto">
            <a:xfrm>
              <a:off x="4693" y="1384"/>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rgbClr val="000000"/>
                  </a:solidFill>
                  <a:latin typeface="Times New Roman" panose="02020603050405020304" pitchFamily="18" charset="0"/>
                </a:rPr>
                <a:t>  </a:t>
              </a:r>
              <a:endParaRPr kumimoji="1" lang="en-US" altLang="zh-CN" sz="1600">
                <a:solidFill>
                  <a:schemeClr val="tx1"/>
                </a:solidFill>
                <a:latin typeface="Times New Roman" panose="02020603050405020304" pitchFamily="18" charset="0"/>
              </a:endParaRPr>
            </a:p>
          </p:txBody>
        </p:sp>
        <p:sp>
          <p:nvSpPr>
            <p:cNvPr id="14" name="Rectangle 14">
              <a:extLst>
                <a:ext uri="{FF2B5EF4-FFF2-40B4-BE49-F238E27FC236}">
                  <a16:creationId xmlns:a16="http://schemas.microsoft.com/office/drawing/2014/main" id="{0B1209E8-70C9-2E75-72DA-5CF1FCFDA5E4}"/>
                </a:ext>
              </a:extLst>
            </p:cNvPr>
            <p:cNvSpPr>
              <a:spLocks noChangeArrowheads="1"/>
            </p:cNvSpPr>
            <p:nvPr/>
          </p:nvSpPr>
          <p:spPr bwMode="auto">
            <a:xfrm>
              <a:off x="4807" y="1384"/>
              <a:ext cx="17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rgbClr val="000000"/>
                  </a:solidFill>
                  <a:latin typeface="Times New Roman" panose="02020603050405020304" pitchFamily="18" charset="0"/>
                </a:rPr>
                <a:t> 2</a:t>
              </a:r>
              <a:endParaRPr kumimoji="1" lang="en-US" altLang="zh-CN" sz="1600">
                <a:solidFill>
                  <a:schemeClr val="tx1"/>
                </a:solidFill>
                <a:latin typeface="Times New Roman" panose="02020603050405020304" pitchFamily="18" charset="0"/>
              </a:endParaRPr>
            </a:p>
          </p:txBody>
        </p:sp>
        <p:sp>
          <p:nvSpPr>
            <p:cNvPr id="15" name="Rectangle 15">
              <a:extLst>
                <a:ext uri="{FF2B5EF4-FFF2-40B4-BE49-F238E27FC236}">
                  <a16:creationId xmlns:a16="http://schemas.microsoft.com/office/drawing/2014/main" id="{574DA892-D448-D94B-4FF4-D0CC47C9E52C}"/>
                </a:ext>
              </a:extLst>
            </p:cNvPr>
            <p:cNvSpPr>
              <a:spLocks noChangeArrowheads="1"/>
            </p:cNvSpPr>
            <p:nvPr/>
          </p:nvSpPr>
          <p:spPr bwMode="auto">
            <a:xfrm>
              <a:off x="4745" y="1656"/>
              <a:ext cx="3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rgbClr val="000000"/>
                  </a:solidFill>
                  <a:latin typeface="Times New Roman" panose="02020603050405020304" pitchFamily="18" charset="0"/>
                </a:rPr>
                <a:t>   4</a:t>
              </a:r>
              <a:endParaRPr kumimoji="1" lang="en-US" altLang="zh-CN" sz="1600">
                <a:solidFill>
                  <a:schemeClr val="tx1"/>
                </a:solidFill>
                <a:latin typeface="Times New Roman" panose="02020603050405020304" pitchFamily="18" charset="0"/>
              </a:endParaRPr>
            </a:p>
          </p:txBody>
        </p:sp>
        <p:sp>
          <p:nvSpPr>
            <p:cNvPr id="16" name="Rectangle 16">
              <a:extLst>
                <a:ext uri="{FF2B5EF4-FFF2-40B4-BE49-F238E27FC236}">
                  <a16:creationId xmlns:a16="http://schemas.microsoft.com/office/drawing/2014/main" id="{3E1FF257-3AB4-4181-A310-B0B73B705746}"/>
                </a:ext>
              </a:extLst>
            </p:cNvPr>
            <p:cNvSpPr>
              <a:spLocks noChangeArrowheads="1"/>
            </p:cNvSpPr>
            <p:nvPr/>
          </p:nvSpPr>
          <p:spPr bwMode="auto">
            <a:xfrm>
              <a:off x="4751" y="1965"/>
              <a:ext cx="29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rgbClr val="000000"/>
                  </a:solidFill>
                  <a:latin typeface="Times New Roman" panose="02020603050405020304" pitchFamily="18" charset="0"/>
                </a:rPr>
                <a:t>   5</a:t>
              </a:r>
              <a:endParaRPr kumimoji="1" lang="en-US" altLang="zh-CN" sz="1600">
                <a:solidFill>
                  <a:schemeClr val="tx1"/>
                </a:solidFill>
                <a:latin typeface="Times New Roman" panose="02020603050405020304" pitchFamily="18" charset="0"/>
              </a:endParaRPr>
            </a:p>
          </p:txBody>
        </p:sp>
        <p:sp>
          <p:nvSpPr>
            <p:cNvPr id="17" name="Rectangle 17">
              <a:extLst>
                <a:ext uri="{FF2B5EF4-FFF2-40B4-BE49-F238E27FC236}">
                  <a16:creationId xmlns:a16="http://schemas.microsoft.com/office/drawing/2014/main" id="{F2B14FE9-3FD6-4723-E6DE-0412599C4583}"/>
                </a:ext>
              </a:extLst>
            </p:cNvPr>
            <p:cNvSpPr>
              <a:spLocks noChangeArrowheads="1"/>
            </p:cNvSpPr>
            <p:nvPr/>
          </p:nvSpPr>
          <p:spPr bwMode="auto">
            <a:xfrm>
              <a:off x="4760" y="2310"/>
              <a:ext cx="22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rgbClr val="000000"/>
                  </a:solidFill>
                  <a:latin typeface="Times New Roman" panose="02020603050405020304" pitchFamily="18" charset="0"/>
                </a:rPr>
                <a:t>   1</a:t>
              </a:r>
              <a:endParaRPr kumimoji="1" lang="en-US" altLang="zh-CN" sz="1600">
                <a:solidFill>
                  <a:schemeClr val="tx1"/>
                </a:solidFill>
                <a:latin typeface="Times New Roman" panose="02020603050405020304" pitchFamily="18" charset="0"/>
              </a:endParaRPr>
            </a:p>
          </p:txBody>
        </p:sp>
        <p:sp>
          <p:nvSpPr>
            <p:cNvPr id="18" name="Line 18">
              <a:extLst>
                <a:ext uri="{FF2B5EF4-FFF2-40B4-BE49-F238E27FC236}">
                  <a16:creationId xmlns:a16="http://schemas.microsoft.com/office/drawing/2014/main" id="{0A68B714-0909-B06A-C02D-21ACC20B0F64}"/>
                </a:ext>
              </a:extLst>
            </p:cNvPr>
            <p:cNvSpPr>
              <a:spLocks noChangeShapeType="1"/>
            </p:cNvSpPr>
            <p:nvPr/>
          </p:nvSpPr>
          <p:spPr bwMode="auto">
            <a:xfrm>
              <a:off x="4589" y="1887"/>
              <a:ext cx="548"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9" name="Line 20">
              <a:extLst>
                <a:ext uri="{FF2B5EF4-FFF2-40B4-BE49-F238E27FC236}">
                  <a16:creationId xmlns:a16="http://schemas.microsoft.com/office/drawing/2014/main" id="{4849A26A-822E-0E1B-00F0-1BEDE93A67FB}"/>
                </a:ext>
              </a:extLst>
            </p:cNvPr>
            <p:cNvSpPr>
              <a:spLocks noChangeShapeType="1"/>
            </p:cNvSpPr>
            <p:nvPr/>
          </p:nvSpPr>
          <p:spPr bwMode="auto">
            <a:xfrm>
              <a:off x="4589" y="2183"/>
              <a:ext cx="548"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20" name="Line 21">
              <a:extLst>
                <a:ext uri="{FF2B5EF4-FFF2-40B4-BE49-F238E27FC236}">
                  <a16:creationId xmlns:a16="http://schemas.microsoft.com/office/drawing/2014/main" id="{1612780B-C74E-45C1-920C-A725DE09D049}"/>
                </a:ext>
              </a:extLst>
            </p:cNvPr>
            <p:cNvSpPr>
              <a:spLocks noChangeShapeType="1"/>
            </p:cNvSpPr>
            <p:nvPr/>
          </p:nvSpPr>
          <p:spPr bwMode="auto">
            <a:xfrm>
              <a:off x="4580" y="1616"/>
              <a:ext cx="54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grpSp>
      <p:sp>
        <p:nvSpPr>
          <p:cNvPr id="21" name="Line 22">
            <a:extLst>
              <a:ext uri="{FF2B5EF4-FFF2-40B4-BE49-F238E27FC236}">
                <a16:creationId xmlns:a16="http://schemas.microsoft.com/office/drawing/2014/main" id="{BF47C3B3-A812-11B1-879F-99B3A1B1E7BB}"/>
              </a:ext>
            </a:extLst>
          </p:cNvPr>
          <p:cNvSpPr>
            <a:spLocks noChangeShapeType="1"/>
          </p:cNvSpPr>
          <p:nvPr/>
        </p:nvSpPr>
        <p:spPr bwMode="auto">
          <a:xfrm>
            <a:off x="6760034" y="2472531"/>
            <a:ext cx="1295400" cy="48895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grpSp>
        <p:nvGrpSpPr>
          <p:cNvPr id="22" name="Group 29">
            <a:extLst>
              <a:ext uri="{FF2B5EF4-FFF2-40B4-BE49-F238E27FC236}">
                <a16:creationId xmlns:a16="http://schemas.microsoft.com/office/drawing/2014/main" id="{BA1AE8A2-8053-96A0-1700-80C3622E7C5E}"/>
              </a:ext>
            </a:extLst>
          </p:cNvPr>
          <p:cNvGrpSpPr>
            <a:grpSpLocks/>
          </p:cNvGrpSpPr>
          <p:nvPr/>
        </p:nvGrpSpPr>
        <p:grpSpPr bwMode="auto">
          <a:xfrm>
            <a:off x="8895222" y="2189956"/>
            <a:ext cx="711200" cy="409575"/>
            <a:chOff x="5117" y="1225"/>
            <a:chExt cx="448" cy="258"/>
          </a:xfrm>
        </p:grpSpPr>
        <p:sp>
          <p:nvSpPr>
            <p:cNvPr id="23" name="Line 24">
              <a:extLst>
                <a:ext uri="{FF2B5EF4-FFF2-40B4-BE49-F238E27FC236}">
                  <a16:creationId xmlns:a16="http://schemas.microsoft.com/office/drawing/2014/main" id="{4C87668E-A7AC-047B-6E6C-FD1342EE13EC}"/>
                </a:ext>
              </a:extLst>
            </p:cNvPr>
            <p:cNvSpPr>
              <a:spLocks noChangeShapeType="1"/>
            </p:cNvSpPr>
            <p:nvPr/>
          </p:nvSpPr>
          <p:spPr bwMode="auto">
            <a:xfrm flipV="1">
              <a:off x="5117" y="1337"/>
              <a:ext cx="231" cy="146"/>
            </a:xfrm>
            <a:prstGeom prst="line">
              <a:avLst/>
            </a:prstGeom>
            <a:noFill/>
            <a:ln w="9525">
              <a:solidFill>
                <a:schemeClr val="tx1"/>
              </a:solidFill>
              <a:round/>
              <a:headEnd type="triangle" w="sm"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24" name="Text Box 25">
              <a:extLst>
                <a:ext uri="{FF2B5EF4-FFF2-40B4-BE49-F238E27FC236}">
                  <a16:creationId xmlns:a16="http://schemas.microsoft.com/office/drawing/2014/main" id="{855D6002-38AC-8A90-5304-245BAD1CFA0C}"/>
                </a:ext>
              </a:extLst>
            </p:cNvPr>
            <p:cNvSpPr txBox="1">
              <a:spLocks noChangeArrowheads="1"/>
            </p:cNvSpPr>
            <p:nvPr/>
          </p:nvSpPr>
          <p:spPr bwMode="auto">
            <a:xfrm>
              <a:off x="5336" y="1225"/>
              <a:ext cx="22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lang="en-US" altLang="zh-CN" sz="1600">
                  <a:solidFill>
                    <a:schemeClr val="tx1"/>
                  </a:solidFill>
                  <a:latin typeface="Times New Roman" panose="02020603050405020304" pitchFamily="18" charset="0"/>
                </a:rPr>
                <a:t>6</a:t>
              </a:r>
            </a:p>
          </p:txBody>
        </p:sp>
      </p:grpSp>
      <p:sp>
        <p:nvSpPr>
          <p:cNvPr id="25" name="Rectangle 26">
            <a:extLst>
              <a:ext uri="{FF2B5EF4-FFF2-40B4-BE49-F238E27FC236}">
                <a16:creationId xmlns:a16="http://schemas.microsoft.com/office/drawing/2014/main" id="{A616CD57-B606-1D20-E005-AD9DD81558A0}"/>
              </a:ext>
            </a:extLst>
          </p:cNvPr>
          <p:cNvSpPr>
            <a:spLocks noChangeArrowheads="1"/>
          </p:cNvSpPr>
          <p:nvPr/>
        </p:nvSpPr>
        <p:spPr bwMode="auto">
          <a:xfrm>
            <a:off x="689434" y="3131954"/>
            <a:ext cx="4868863" cy="2856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kumimoji="1" lang="en-US" altLang="zh-CN" sz="2000" b="1" dirty="0">
                <a:solidFill>
                  <a:schemeClr val="tx1"/>
                </a:solidFill>
                <a:latin typeface="Times New Roman" panose="02020603050405020304" pitchFamily="18" charset="0"/>
              </a:rPr>
              <a:t>            </a:t>
            </a:r>
            <a:r>
              <a:rPr kumimoji="1" lang="zh-CN" altLang="en-US" sz="2400" b="1" dirty="0">
                <a:solidFill>
                  <a:schemeClr val="tx1"/>
                </a:solidFill>
                <a:latin typeface="Times New Roman" panose="02020603050405020304" pitchFamily="18" charset="0"/>
              </a:rPr>
              <a:t>当要调入第</a:t>
            </a:r>
            <a:r>
              <a:rPr kumimoji="1" lang="en-US" altLang="zh-CN" sz="2400" b="1" dirty="0">
                <a:solidFill>
                  <a:schemeClr val="tx1"/>
                </a:solidFill>
                <a:latin typeface="Times New Roman" panose="02020603050405020304" pitchFamily="18" charset="0"/>
              </a:rPr>
              <a:t>6</a:t>
            </a:r>
            <a:r>
              <a:rPr kumimoji="1" lang="zh-CN" altLang="en-US" sz="2400" b="1" dirty="0">
                <a:solidFill>
                  <a:schemeClr val="tx1"/>
                </a:solidFill>
                <a:latin typeface="Times New Roman" panose="02020603050405020304" pitchFamily="18" charset="0"/>
              </a:rPr>
              <a:t>页时：</a:t>
            </a:r>
          </a:p>
          <a:p>
            <a:pPr marL="1257300" lvl="4" indent="-22860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置换第</a:t>
            </a:r>
            <a:r>
              <a:rPr lang="en-US" altLang="zh-CN" sz="2400" dirty="0">
                <a:solidFill>
                  <a:prstClr val="black"/>
                </a:solidFill>
                <a:latin typeface="微软雅黑" panose="020B0503020204020204" pitchFamily="34" charset="-122"/>
                <a:ea typeface="微软雅黑" panose="020B0503020204020204" pitchFamily="34" charset="-122"/>
              </a:rPr>
              <a:t>2</a:t>
            </a:r>
            <a:r>
              <a:rPr lang="zh-CN" altLang="en-US" sz="2400" dirty="0">
                <a:solidFill>
                  <a:prstClr val="black"/>
                </a:solidFill>
                <a:latin typeface="微软雅黑" panose="020B0503020204020204" pitchFamily="34" charset="-122"/>
                <a:ea typeface="微软雅黑" panose="020B0503020204020204" pitchFamily="34" charset="-122"/>
              </a:rPr>
              <a:t>页</a:t>
            </a:r>
          </a:p>
          <a:p>
            <a:pPr marL="1257300" lvl="4" indent="-22860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将</a:t>
            </a:r>
            <a:r>
              <a:rPr lang="zh-CN" altLang="en-US" sz="2400" dirty="0">
                <a:solidFill>
                  <a:prstClr val="black"/>
                </a:solidFill>
                <a:latin typeface="微软雅黑" panose="020B0503020204020204" pitchFamily="34" charset="-122"/>
                <a:ea typeface="微软雅黑" panose="020B0503020204020204" pitchFamily="34" charset="-122"/>
              </a:rPr>
              <a:t>第</a:t>
            </a:r>
            <a:r>
              <a:rPr lang="en-US" altLang="zh-CN" sz="2400" dirty="0">
                <a:solidFill>
                  <a:prstClr val="black"/>
                </a:solidFill>
                <a:latin typeface="微软雅黑" panose="020B0503020204020204" pitchFamily="34" charset="-122"/>
                <a:ea typeface="微软雅黑" panose="020B0503020204020204" pitchFamily="34" charset="-122"/>
              </a:rPr>
              <a:t>2</a:t>
            </a:r>
            <a:r>
              <a:rPr lang="zh-CN" altLang="en-US" sz="2400" dirty="0">
                <a:solidFill>
                  <a:prstClr val="black"/>
                </a:solidFill>
                <a:latin typeface="微软雅黑" panose="020B0503020204020204" pitchFamily="34" charset="-122"/>
                <a:ea typeface="微软雅黑" panose="020B0503020204020204" pitchFamily="34" charset="-122"/>
              </a:rPr>
              <a:t>页改为</a:t>
            </a:r>
            <a:r>
              <a:rPr lang="en-US" altLang="zh-CN" sz="2400" dirty="0">
                <a:solidFill>
                  <a:prstClr val="black"/>
                </a:solidFill>
                <a:latin typeface="微软雅黑" panose="020B0503020204020204" pitchFamily="34" charset="-122"/>
                <a:ea typeface="微软雅黑" panose="020B0503020204020204" pitchFamily="34" charset="-122"/>
              </a:rPr>
              <a:t>6</a:t>
            </a:r>
          </a:p>
          <a:p>
            <a:pPr marL="1257300" lvl="4" indent="-22860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替换指针指向第</a:t>
            </a:r>
            <a:r>
              <a:rPr lang="en-US" altLang="zh-CN" sz="2400" dirty="0">
                <a:solidFill>
                  <a:prstClr val="black"/>
                </a:solidFill>
                <a:latin typeface="微软雅黑" panose="020B0503020204020204" pitchFamily="34" charset="-122"/>
                <a:ea typeface="微软雅黑" panose="020B0503020204020204" pitchFamily="34" charset="-122"/>
              </a:rPr>
              <a:t>4</a:t>
            </a:r>
            <a:r>
              <a:rPr lang="zh-CN" altLang="en-US" sz="2400" dirty="0">
                <a:solidFill>
                  <a:prstClr val="black"/>
                </a:solidFill>
                <a:latin typeface="微软雅黑" panose="020B0503020204020204" pitchFamily="34" charset="-122"/>
                <a:ea typeface="微软雅黑" panose="020B0503020204020204" pitchFamily="34" charset="-122"/>
              </a:rPr>
              <a:t>页</a:t>
            </a:r>
          </a:p>
          <a:p>
            <a:pPr eaLnBrk="1" hangingPunct="1">
              <a:lnSpc>
                <a:spcPct val="120000"/>
              </a:lnSpc>
              <a:buFont typeface="Wingdings" panose="05000000000000000000" pitchFamily="2" charset="2"/>
              <a:buNone/>
            </a:pPr>
            <a:r>
              <a:rPr kumimoji="1" lang="zh-CN" altLang="en-US" sz="2000" b="0" dirty="0">
                <a:solidFill>
                  <a:schemeClr val="tx1"/>
                </a:solidFill>
                <a:latin typeface="Times New Roman" panose="02020603050405020304" pitchFamily="18" charset="0"/>
              </a:rPr>
              <a:t>              </a:t>
            </a:r>
          </a:p>
        </p:txBody>
      </p:sp>
      <p:sp>
        <p:nvSpPr>
          <p:cNvPr id="26" name="Text Box 30">
            <a:extLst>
              <a:ext uri="{FF2B5EF4-FFF2-40B4-BE49-F238E27FC236}">
                <a16:creationId xmlns:a16="http://schemas.microsoft.com/office/drawing/2014/main" id="{EC292B86-00C5-1F19-0C71-29ACB39AB65A}"/>
              </a:ext>
            </a:extLst>
          </p:cNvPr>
          <p:cNvSpPr txBox="1">
            <a:spLocks noChangeArrowheads="1"/>
          </p:cNvSpPr>
          <p:nvPr/>
        </p:nvSpPr>
        <p:spPr bwMode="auto">
          <a:xfrm>
            <a:off x="6550484" y="4826793"/>
            <a:ext cx="2711451" cy="33855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dirty="0">
                <a:solidFill>
                  <a:schemeClr val="tx1"/>
                </a:solidFill>
                <a:latin typeface="Times New Roman" panose="02020603050405020304" pitchFamily="18" charset="0"/>
              </a:rPr>
              <a:t>先进先出淘汰算法图例子</a:t>
            </a:r>
          </a:p>
        </p:txBody>
      </p:sp>
    </p:spTree>
    <p:extLst>
      <p:ext uri="{BB962C8B-B14F-4D97-AF65-F5344CB8AC3E}">
        <p14:creationId xmlns:p14="http://schemas.microsoft.com/office/powerpoint/2010/main" val="16237572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5">
            <a:extLst>
              <a:ext uri="{FF2B5EF4-FFF2-40B4-BE49-F238E27FC236}">
                <a16:creationId xmlns:a16="http://schemas.microsoft.com/office/drawing/2014/main" id="{E7F8DE93-FBF5-AB86-15D6-B729EE8052BA}"/>
              </a:ext>
            </a:extLst>
          </p:cNvPr>
          <p:cNvSpPr>
            <a:spLocks noChangeArrowheads="1"/>
          </p:cNvSpPr>
          <p:nvPr/>
        </p:nvSpPr>
        <p:spPr bwMode="auto">
          <a:xfrm>
            <a:off x="487822" y="1069975"/>
            <a:ext cx="4994275" cy="2319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30000"/>
              </a:lnSpc>
              <a:buFont typeface="Wingdings" panose="05000000000000000000" pitchFamily="2" charset="2"/>
              <a:buNone/>
            </a:pPr>
            <a:r>
              <a:rPr kumimoji="1" lang="en-US" altLang="zh-CN" sz="2400" b="1" dirty="0">
                <a:solidFill>
                  <a:schemeClr val="tx1"/>
                </a:solidFill>
                <a:latin typeface="宋体" panose="02010600030101010101" pitchFamily="2" charset="-122"/>
              </a:rPr>
              <a:t>ⅳ </a:t>
            </a:r>
            <a:r>
              <a:rPr kumimoji="1" lang="zh-CN" altLang="en-US" sz="2400" b="1" dirty="0">
                <a:solidFill>
                  <a:schemeClr val="tx1"/>
                </a:solidFill>
                <a:latin typeface="Times New Roman" panose="02020603050405020304" pitchFamily="18" charset="0"/>
              </a:rPr>
              <a:t>在存储分块表中建立次序表</a:t>
            </a:r>
          </a:p>
          <a:p>
            <a:pPr lvl="1" eaLnBrk="1" hangingPunct="1">
              <a:lnSpc>
                <a:spcPct val="130000"/>
              </a:lnSpc>
              <a:buFont typeface="Wingdings" panose="05000000000000000000" pitchFamily="2" charset="2"/>
              <a:buNone/>
            </a:pPr>
            <a:r>
              <a:rPr kumimoji="1" lang="zh-CN" altLang="en-US" sz="2400" b="0" dirty="0">
                <a:solidFill>
                  <a:schemeClr val="tx1"/>
                </a:solidFill>
                <a:latin typeface="Times New Roman" panose="02020603050405020304" pitchFamily="18" charset="0"/>
              </a:rPr>
              <a:t>      在存储分块表中记录页面进</a:t>
            </a:r>
          </a:p>
          <a:p>
            <a:pPr lvl="1" eaLnBrk="1" hangingPunct="1">
              <a:lnSpc>
                <a:spcPct val="130000"/>
              </a:lnSpc>
              <a:buFont typeface="Wingdings" panose="05000000000000000000" pitchFamily="2" charset="2"/>
              <a:buNone/>
            </a:pPr>
            <a:r>
              <a:rPr kumimoji="1" lang="zh-CN" altLang="en-US" sz="2400" b="0" dirty="0">
                <a:solidFill>
                  <a:schemeClr val="tx1"/>
                </a:solidFill>
                <a:latin typeface="Times New Roman" panose="02020603050405020304" pitchFamily="18" charset="0"/>
              </a:rPr>
              <a:t>      入主存的先后次序：</a:t>
            </a:r>
          </a:p>
          <a:p>
            <a:pPr eaLnBrk="1" hangingPunct="1">
              <a:lnSpc>
                <a:spcPct val="130000"/>
              </a:lnSpc>
              <a:buFont typeface="Wingdings" panose="05000000000000000000" pitchFamily="2" charset="2"/>
              <a:buNone/>
            </a:pPr>
            <a:r>
              <a:rPr kumimoji="1" lang="zh-CN" altLang="en-US" sz="2400" b="0" dirty="0">
                <a:solidFill>
                  <a:schemeClr val="tx1"/>
                </a:solidFill>
                <a:latin typeface="Times New Roman" panose="02020603050405020304" pitchFamily="18" charset="0"/>
                <a:sym typeface="Symbol" panose="05050102010706020507" pitchFamily="18" charset="2"/>
              </a:rPr>
              <a:t>              </a:t>
            </a:r>
            <a:r>
              <a:rPr kumimoji="1" lang="en-US" altLang="zh-CN" sz="2400" b="0" dirty="0">
                <a:solidFill>
                  <a:schemeClr val="tx1"/>
                </a:solidFill>
                <a:latin typeface="Times New Roman" panose="02020603050405020304" pitchFamily="18" charset="0"/>
                <a:sym typeface="Symbol" panose="05050102010706020507" pitchFamily="18" charset="2"/>
              </a:rPr>
              <a:t>451</a:t>
            </a:r>
            <a:r>
              <a:rPr kumimoji="1" lang="en-US" altLang="zh-CN" sz="2400" b="0" dirty="0">
                <a:solidFill>
                  <a:schemeClr val="tx1"/>
                </a:solidFill>
                <a:latin typeface="Times New Roman" panose="02020603050405020304" pitchFamily="18" charset="0"/>
              </a:rPr>
              <a:t>2</a:t>
            </a:r>
          </a:p>
        </p:txBody>
      </p:sp>
      <p:sp>
        <p:nvSpPr>
          <p:cNvPr id="4" name="Rectangle 26">
            <a:extLst>
              <a:ext uri="{FF2B5EF4-FFF2-40B4-BE49-F238E27FC236}">
                <a16:creationId xmlns:a16="http://schemas.microsoft.com/office/drawing/2014/main" id="{4CCA9C21-209F-9655-6C50-6A44F5F4C931}"/>
              </a:ext>
            </a:extLst>
          </p:cNvPr>
          <p:cNvSpPr>
            <a:spLocks noChangeArrowheads="1"/>
          </p:cNvSpPr>
          <p:nvPr/>
        </p:nvSpPr>
        <p:spPr bwMode="auto">
          <a:xfrm>
            <a:off x="713247" y="3429000"/>
            <a:ext cx="3340100" cy="173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kumimoji="1" lang="en-US" altLang="zh-CN" sz="2000" b="0">
                <a:solidFill>
                  <a:schemeClr val="tx1"/>
                </a:solidFill>
                <a:latin typeface="Times New Roman" panose="02020603050405020304" pitchFamily="18" charset="0"/>
              </a:rPr>
              <a:t>            </a:t>
            </a:r>
            <a:r>
              <a:rPr kumimoji="1" lang="zh-CN" altLang="en-US" sz="2400" b="0">
                <a:solidFill>
                  <a:schemeClr val="tx1"/>
                </a:solidFill>
                <a:latin typeface="Times New Roman" panose="02020603050405020304" pitchFamily="18" charset="0"/>
              </a:rPr>
              <a:t>当要调入第</a:t>
            </a:r>
            <a:r>
              <a:rPr kumimoji="1" lang="en-US" altLang="zh-CN" sz="2400" b="0">
                <a:solidFill>
                  <a:schemeClr val="tx1"/>
                </a:solidFill>
                <a:latin typeface="Times New Roman" panose="02020603050405020304" pitchFamily="18" charset="0"/>
              </a:rPr>
              <a:t>6</a:t>
            </a:r>
            <a:r>
              <a:rPr kumimoji="1" lang="zh-CN" altLang="en-US" sz="2400" b="0">
                <a:solidFill>
                  <a:schemeClr val="tx1"/>
                </a:solidFill>
                <a:latin typeface="Times New Roman" panose="02020603050405020304" pitchFamily="18" charset="0"/>
              </a:rPr>
              <a:t>页时：</a:t>
            </a:r>
          </a:p>
          <a:p>
            <a:pPr eaLnBrk="1" hangingPunct="1">
              <a:lnSpc>
                <a:spcPct val="130000"/>
              </a:lnSpc>
              <a:buClrTx/>
              <a:buSzTx/>
              <a:buFontTx/>
              <a:buNone/>
            </a:pPr>
            <a:r>
              <a:rPr kumimoji="1" lang="zh-CN" altLang="en-US" sz="2400" b="0">
                <a:solidFill>
                  <a:schemeClr val="tx1"/>
                </a:solidFill>
                <a:latin typeface="Times New Roman" panose="02020603050405020304" pitchFamily="18" charset="0"/>
              </a:rPr>
              <a:t>           如何处理 </a:t>
            </a:r>
            <a:r>
              <a:rPr kumimoji="1" lang="en-US" altLang="zh-CN" sz="2400" b="0">
                <a:solidFill>
                  <a:schemeClr val="tx1"/>
                </a:solidFill>
                <a:latin typeface="Times New Roman" panose="02020603050405020304" pitchFamily="18" charset="0"/>
              </a:rPr>
              <a:t>? </a:t>
            </a:r>
          </a:p>
          <a:p>
            <a:pPr eaLnBrk="1" hangingPunct="1">
              <a:lnSpc>
                <a:spcPct val="130000"/>
              </a:lnSpc>
              <a:buClrTx/>
              <a:buSzTx/>
              <a:buFontTx/>
              <a:buNone/>
            </a:pPr>
            <a:r>
              <a:rPr kumimoji="1" lang="en-US" altLang="zh-CN" sz="2400" b="0">
                <a:solidFill>
                  <a:schemeClr val="tx1"/>
                </a:solidFill>
                <a:latin typeface="Times New Roman" panose="02020603050405020304" pitchFamily="18" charset="0"/>
                <a:sym typeface="Symbol" panose="05050102010706020507" pitchFamily="18" charset="2"/>
              </a:rPr>
              <a:t>           51</a:t>
            </a:r>
            <a:r>
              <a:rPr kumimoji="1" lang="en-US" altLang="zh-CN" sz="2400" b="0">
                <a:solidFill>
                  <a:schemeClr val="tx1"/>
                </a:solidFill>
                <a:latin typeface="Times New Roman" panose="02020603050405020304" pitchFamily="18" charset="0"/>
              </a:rPr>
              <a:t>2 </a:t>
            </a:r>
            <a:r>
              <a:rPr kumimoji="1" lang="en-US" altLang="zh-CN" sz="2400" b="0">
                <a:solidFill>
                  <a:schemeClr val="tx1"/>
                </a:solidFill>
                <a:latin typeface="Times New Roman" panose="02020603050405020304" pitchFamily="18" charset="0"/>
                <a:sym typeface="Symbol" panose="05050102010706020507" pitchFamily="18" charset="2"/>
              </a:rPr>
              <a:t> 6</a:t>
            </a:r>
          </a:p>
        </p:txBody>
      </p:sp>
      <p:grpSp>
        <p:nvGrpSpPr>
          <p:cNvPr id="5" name="Group 115">
            <a:extLst>
              <a:ext uri="{FF2B5EF4-FFF2-40B4-BE49-F238E27FC236}">
                <a16:creationId xmlns:a16="http://schemas.microsoft.com/office/drawing/2014/main" id="{C4AC0C3B-2F76-88C9-5CEA-B728672C731E}"/>
              </a:ext>
            </a:extLst>
          </p:cNvPr>
          <p:cNvGrpSpPr>
            <a:grpSpLocks/>
          </p:cNvGrpSpPr>
          <p:nvPr/>
        </p:nvGrpSpPr>
        <p:grpSpPr bwMode="auto">
          <a:xfrm>
            <a:off x="6518651" y="860058"/>
            <a:ext cx="3557587" cy="2384425"/>
            <a:chOff x="3297" y="524"/>
            <a:chExt cx="2241" cy="1502"/>
          </a:xfrm>
        </p:grpSpPr>
        <p:sp>
          <p:nvSpPr>
            <p:cNvPr id="6" name="Line 29">
              <a:extLst>
                <a:ext uri="{FF2B5EF4-FFF2-40B4-BE49-F238E27FC236}">
                  <a16:creationId xmlns:a16="http://schemas.microsoft.com/office/drawing/2014/main" id="{45C61C8F-F480-3B40-988C-DE13213E5EF3}"/>
                </a:ext>
              </a:extLst>
            </p:cNvPr>
            <p:cNvSpPr>
              <a:spLocks noChangeShapeType="1"/>
            </p:cNvSpPr>
            <p:nvPr/>
          </p:nvSpPr>
          <p:spPr bwMode="auto">
            <a:xfrm>
              <a:off x="3380" y="751"/>
              <a:ext cx="118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7" name="Line 30">
              <a:extLst>
                <a:ext uri="{FF2B5EF4-FFF2-40B4-BE49-F238E27FC236}">
                  <a16:creationId xmlns:a16="http://schemas.microsoft.com/office/drawing/2014/main" id="{45C2DD13-C607-9B74-EEAE-BAB2FFA101BB}"/>
                </a:ext>
              </a:extLst>
            </p:cNvPr>
            <p:cNvSpPr>
              <a:spLocks noChangeShapeType="1"/>
            </p:cNvSpPr>
            <p:nvPr/>
          </p:nvSpPr>
          <p:spPr bwMode="auto">
            <a:xfrm>
              <a:off x="3380" y="751"/>
              <a:ext cx="0" cy="124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8" name="Line 31">
              <a:extLst>
                <a:ext uri="{FF2B5EF4-FFF2-40B4-BE49-F238E27FC236}">
                  <a16:creationId xmlns:a16="http://schemas.microsoft.com/office/drawing/2014/main" id="{1C43BABF-D244-54DD-0B4F-2A1A6C2F94C7}"/>
                </a:ext>
              </a:extLst>
            </p:cNvPr>
            <p:cNvSpPr>
              <a:spLocks noChangeShapeType="1"/>
            </p:cNvSpPr>
            <p:nvPr/>
          </p:nvSpPr>
          <p:spPr bwMode="auto">
            <a:xfrm>
              <a:off x="3373" y="914"/>
              <a:ext cx="118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9" name="Line 32">
              <a:extLst>
                <a:ext uri="{FF2B5EF4-FFF2-40B4-BE49-F238E27FC236}">
                  <a16:creationId xmlns:a16="http://schemas.microsoft.com/office/drawing/2014/main" id="{F6713C51-F3CE-0DA6-78BB-FE727E3D2429}"/>
                </a:ext>
              </a:extLst>
            </p:cNvPr>
            <p:cNvSpPr>
              <a:spLocks noChangeShapeType="1"/>
            </p:cNvSpPr>
            <p:nvPr/>
          </p:nvSpPr>
          <p:spPr bwMode="auto">
            <a:xfrm>
              <a:off x="3387" y="1067"/>
              <a:ext cx="118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0" name="Line 33">
              <a:extLst>
                <a:ext uri="{FF2B5EF4-FFF2-40B4-BE49-F238E27FC236}">
                  <a16:creationId xmlns:a16="http://schemas.microsoft.com/office/drawing/2014/main" id="{8DB29E8D-A836-8A9B-F9DB-BBD5CFD8F6E0}"/>
                </a:ext>
              </a:extLst>
            </p:cNvPr>
            <p:cNvSpPr>
              <a:spLocks noChangeShapeType="1"/>
            </p:cNvSpPr>
            <p:nvPr/>
          </p:nvSpPr>
          <p:spPr bwMode="auto">
            <a:xfrm>
              <a:off x="3370" y="1230"/>
              <a:ext cx="118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1" name="Line 34">
              <a:extLst>
                <a:ext uri="{FF2B5EF4-FFF2-40B4-BE49-F238E27FC236}">
                  <a16:creationId xmlns:a16="http://schemas.microsoft.com/office/drawing/2014/main" id="{0886C562-0ADD-F9C5-A44F-8FF699B05009}"/>
                </a:ext>
              </a:extLst>
            </p:cNvPr>
            <p:cNvSpPr>
              <a:spLocks noChangeShapeType="1"/>
            </p:cNvSpPr>
            <p:nvPr/>
          </p:nvSpPr>
          <p:spPr bwMode="auto">
            <a:xfrm>
              <a:off x="3373" y="1384"/>
              <a:ext cx="118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2" name="Line 35">
              <a:extLst>
                <a:ext uri="{FF2B5EF4-FFF2-40B4-BE49-F238E27FC236}">
                  <a16:creationId xmlns:a16="http://schemas.microsoft.com/office/drawing/2014/main" id="{28C70312-33A9-5D6F-2BF2-B7412D795DD0}"/>
                </a:ext>
              </a:extLst>
            </p:cNvPr>
            <p:cNvSpPr>
              <a:spLocks noChangeShapeType="1"/>
            </p:cNvSpPr>
            <p:nvPr/>
          </p:nvSpPr>
          <p:spPr bwMode="auto">
            <a:xfrm>
              <a:off x="3377" y="1528"/>
              <a:ext cx="118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3" name="Line 36">
              <a:extLst>
                <a:ext uri="{FF2B5EF4-FFF2-40B4-BE49-F238E27FC236}">
                  <a16:creationId xmlns:a16="http://schemas.microsoft.com/office/drawing/2014/main" id="{E0128934-7D15-E03C-657A-87DA9E7A0A90}"/>
                </a:ext>
              </a:extLst>
            </p:cNvPr>
            <p:cNvSpPr>
              <a:spLocks noChangeShapeType="1"/>
            </p:cNvSpPr>
            <p:nvPr/>
          </p:nvSpPr>
          <p:spPr bwMode="auto">
            <a:xfrm>
              <a:off x="3370" y="1681"/>
              <a:ext cx="118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4" name="Line 37">
              <a:extLst>
                <a:ext uri="{FF2B5EF4-FFF2-40B4-BE49-F238E27FC236}">
                  <a16:creationId xmlns:a16="http://schemas.microsoft.com/office/drawing/2014/main" id="{38B4D3AA-F64C-A01D-579F-B6105D4D2183}"/>
                </a:ext>
              </a:extLst>
            </p:cNvPr>
            <p:cNvSpPr>
              <a:spLocks noChangeShapeType="1"/>
            </p:cNvSpPr>
            <p:nvPr/>
          </p:nvSpPr>
          <p:spPr bwMode="auto">
            <a:xfrm>
              <a:off x="3373" y="1835"/>
              <a:ext cx="118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5" name="Line 38">
              <a:extLst>
                <a:ext uri="{FF2B5EF4-FFF2-40B4-BE49-F238E27FC236}">
                  <a16:creationId xmlns:a16="http://schemas.microsoft.com/office/drawing/2014/main" id="{F0FD60F5-6BFE-0A8C-97DA-39484B429FE0}"/>
                </a:ext>
              </a:extLst>
            </p:cNvPr>
            <p:cNvSpPr>
              <a:spLocks noChangeShapeType="1"/>
            </p:cNvSpPr>
            <p:nvPr/>
          </p:nvSpPr>
          <p:spPr bwMode="auto">
            <a:xfrm>
              <a:off x="3377" y="1989"/>
              <a:ext cx="118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6" name="Line 39">
              <a:extLst>
                <a:ext uri="{FF2B5EF4-FFF2-40B4-BE49-F238E27FC236}">
                  <a16:creationId xmlns:a16="http://schemas.microsoft.com/office/drawing/2014/main" id="{0147E77E-CF04-9AE0-A639-18AC99503942}"/>
                </a:ext>
              </a:extLst>
            </p:cNvPr>
            <p:cNvSpPr>
              <a:spLocks noChangeShapeType="1"/>
            </p:cNvSpPr>
            <p:nvPr/>
          </p:nvSpPr>
          <p:spPr bwMode="auto">
            <a:xfrm>
              <a:off x="3635" y="754"/>
              <a:ext cx="0" cy="124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7" name="Line 40">
              <a:extLst>
                <a:ext uri="{FF2B5EF4-FFF2-40B4-BE49-F238E27FC236}">
                  <a16:creationId xmlns:a16="http://schemas.microsoft.com/office/drawing/2014/main" id="{02846D73-245F-EFC1-FE46-E68EC32C9FB0}"/>
                </a:ext>
              </a:extLst>
            </p:cNvPr>
            <p:cNvSpPr>
              <a:spLocks noChangeShapeType="1"/>
            </p:cNvSpPr>
            <p:nvPr/>
          </p:nvSpPr>
          <p:spPr bwMode="auto">
            <a:xfrm>
              <a:off x="3993" y="757"/>
              <a:ext cx="0" cy="124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8" name="Line 41">
              <a:extLst>
                <a:ext uri="{FF2B5EF4-FFF2-40B4-BE49-F238E27FC236}">
                  <a16:creationId xmlns:a16="http://schemas.microsoft.com/office/drawing/2014/main" id="{2D9045B3-63D4-4C5A-5A4D-88C140D9A9FC}"/>
                </a:ext>
              </a:extLst>
            </p:cNvPr>
            <p:cNvSpPr>
              <a:spLocks noChangeShapeType="1"/>
            </p:cNvSpPr>
            <p:nvPr/>
          </p:nvSpPr>
          <p:spPr bwMode="auto">
            <a:xfrm>
              <a:off x="4571" y="751"/>
              <a:ext cx="0" cy="124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9" name="Text Box 42">
              <a:extLst>
                <a:ext uri="{FF2B5EF4-FFF2-40B4-BE49-F238E27FC236}">
                  <a16:creationId xmlns:a16="http://schemas.microsoft.com/office/drawing/2014/main" id="{F2AB76E2-91B9-6CDA-6027-E8B642A126EF}"/>
                </a:ext>
              </a:extLst>
            </p:cNvPr>
            <p:cNvSpPr txBox="1">
              <a:spLocks noChangeArrowheads="1"/>
            </p:cNvSpPr>
            <p:nvPr/>
          </p:nvSpPr>
          <p:spPr bwMode="auto">
            <a:xfrm>
              <a:off x="3431" y="1797"/>
              <a:ext cx="19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7</a:t>
              </a:r>
            </a:p>
          </p:txBody>
        </p:sp>
        <p:sp>
          <p:nvSpPr>
            <p:cNvPr id="20" name="Text Box 43">
              <a:extLst>
                <a:ext uri="{FF2B5EF4-FFF2-40B4-BE49-F238E27FC236}">
                  <a16:creationId xmlns:a16="http://schemas.microsoft.com/office/drawing/2014/main" id="{03C81EAC-9022-29F4-FD31-6E0C0FD61E85}"/>
                </a:ext>
              </a:extLst>
            </p:cNvPr>
            <p:cNvSpPr txBox="1">
              <a:spLocks noChangeArrowheads="1"/>
            </p:cNvSpPr>
            <p:nvPr/>
          </p:nvSpPr>
          <p:spPr bwMode="auto">
            <a:xfrm>
              <a:off x="3437" y="882"/>
              <a:ext cx="19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a:t>
              </a:r>
            </a:p>
          </p:txBody>
        </p:sp>
        <p:sp>
          <p:nvSpPr>
            <p:cNvPr id="21" name="Text Box 44">
              <a:extLst>
                <a:ext uri="{FF2B5EF4-FFF2-40B4-BE49-F238E27FC236}">
                  <a16:creationId xmlns:a16="http://schemas.microsoft.com/office/drawing/2014/main" id="{197B7B70-AA44-C32D-E5DA-BAE100D2686D}"/>
                </a:ext>
              </a:extLst>
            </p:cNvPr>
            <p:cNvSpPr txBox="1">
              <a:spLocks noChangeArrowheads="1"/>
            </p:cNvSpPr>
            <p:nvPr/>
          </p:nvSpPr>
          <p:spPr bwMode="auto">
            <a:xfrm>
              <a:off x="3431" y="724"/>
              <a:ext cx="1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22" name="Text Box 45">
              <a:extLst>
                <a:ext uri="{FF2B5EF4-FFF2-40B4-BE49-F238E27FC236}">
                  <a16:creationId xmlns:a16="http://schemas.microsoft.com/office/drawing/2014/main" id="{06DBBA6A-4207-C3A5-911F-5C476A57F4AB}"/>
                </a:ext>
              </a:extLst>
            </p:cNvPr>
            <p:cNvSpPr txBox="1">
              <a:spLocks noChangeArrowheads="1"/>
            </p:cNvSpPr>
            <p:nvPr/>
          </p:nvSpPr>
          <p:spPr bwMode="auto">
            <a:xfrm>
              <a:off x="3422" y="1040"/>
              <a:ext cx="1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a:t>
              </a:r>
            </a:p>
          </p:txBody>
        </p:sp>
        <p:sp>
          <p:nvSpPr>
            <p:cNvPr id="23" name="Text Box 46">
              <a:extLst>
                <a:ext uri="{FF2B5EF4-FFF2-40B4-BE49-F238E27FC236}">
                  <a16:creationId xmlns:a16="http://schemas.microsoft.com/office/drawing/2014/main" id="{DF8E88B6-4E17-F5FA-BF0C-043FFC82EB7A}"/>
                </a:ext>
              </a:extLst>
            </p:cNvPr>
            <p:cNvSpPr txBox="1">
              <a:spLocks noChangeArrowheads="1"/>
            </p:cNvSpPr>
            <p:nvPr/>
          </p:nvSpPr>
          <p:spPr bwMode="auto">
            <a:xfrm>
              <a:off x="3422" y="1201"/>
              <a:ext cx="1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3</a:t>
              </a:r>
            </a:p>
          </p:txBody>
        </p:sp>
        <p:sp>
          <p:nvSpPr>
            <p:cNvPr id="24" name="Text Box 47">
              <a:extLst>
                <a:ext uri="{FF2B5EF4-FFF2-40B4-BE49-F238E27FC236}">
                  <a16:creationId xmlns:a16="http://schemas.microsoft.com/office/drawing/2014/main" id="{CE9426F3-B46D-34C4-5E75-8E491E7E5047}"/>
                </a:ext>
              </a:extLst>
            </p:cNvPr>
            <p:cNvSpPr txBox="1">
              <a:spLocks noChangeArrowheads="1"/>
            </p:cNvSpPr>
            <p:nvPr/>
          </p:nvSpPr>
          <p:spPr bwMode="auto">
            <a:xfrm>
              <a:off x="3431" y="1344"/>
              <a:ext cx="1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4</a:t>
              </a:r>
            </a:p>
          </p:txBody>
        </p:sp>
        <p:sp>
          <p:nvSpPr>
            <p:cNvPr id="25" name="Text Box 48">
              <a:extLst>
                <a:ext uri="{FF2B5EF4-FFF2-40B4-BE49-F238E27FC236}">
                  <a16:creationId xmlns:a16="http://schemas.microsoft.com/office/drawing/2014/main" id="{2161CE3D-C9D4-16F3-AB19-216FA2697A3C}"/>
                </a:ext>
              </a:extLst>
            </p:cNvPr>
            <p:cNvSpPr txBox="1">
              <a:spLocks noChangeArrowheads="1"/>
            </p:cNvSpPr>
            <p:nvPr/>
          </p:nvSpPr>
          <p:spPr bwMode="auto">
            <a:xfrm>
              <a:off x="3431" y="1496"/>
              <a:ext cx="1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5</a:t>
              </a:r>
            </a:p>
          </p:txBody>
        </p:sp>
        <p:sp>
          <p:nvSpPr>
            <p:cNvPr id="26" name="Text Box 49">
              <a:extLst>
                <a:ext uri="{FF2B5EF4-FFF2-40B4-BE49-F238E27FC236}">
                  <a16:creationId xmlns:a16="http://schemas.microsoft.com/office/drawing/2014/main" id="{1AEB4468-051A-42E8-E6DB-82BAE8A93EC5}"/>
                </a:ext>
              </a:extLst>
            </p:cNvPr>
            <p:cNvSpPr txBox="1">
              <a:spLocks noChangeArrowheads="1"/>
            </p:cNvSpPr>
            <p:nvPr/>
          </p:nvSpPr>
          <p:spPr bwMode="auto">
            <a:xfrm>
              <a:off x="3431" y="1646"/>
              <a:ext cx="1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6</a:t>
              </a:r>
            </a:p>
          </p:txBody>
        </p:sp>
        <p:sp>
          <p:nvSpPr>
            <p:cNvPr id="27" name="Text Box 50">
              <a:extLst>
                <a:ext uri="{FF2B5EF4-FFF2-40B4-BE49-F238E27FC236}">
                  <a16:creationId xmlns:a16="http://schemas.microsoft.com/office/drawing/2014/main" id="{B8E6BD3F-DA97-2A45-F1B5-9DA7E26EDB3B}"/>
                </a:ext>
              </a:extLst>
            </p:cNvPr>
            <p:cNvSpPr txBox="1">
              <a:spLocks noChangeArrowheads="1"/>
            </p:cNvSpPr>
            <p:nvPr/>
          </p:nvSpPr>
          <p:spPr bwMode="auto">
            <a:xfrm>
              <a:off x="3723" y="1052"/>
              <a:ext cx="19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4</a:t>
              </a:r>
            </a:p>
          </p:txBody>
        </p:sp>
        <p:sp>
          <p:nvSpPr>
            <p:cNvPr id="28" name="Text Box 51">
              <a:extLst>
                <a:ext uri="{FF2B5EF4-FFF2-40B4-BE49-F238E27FC236}">
                  <a16:creationId xmlns:a16="http://schemas.microsoft.com/office/drawing/2014/main" id="{EBBC7997-A975-9F32-14E8-A30A2FC52A60}"/>
                </a:ext>
              </a:extLst>
            </p:cNvPr>
            <p:cNvSpPr txBox="1">
              <a:spLocks noChangeArrowheads="1"/>
            </p:cNvSpPr>
            <p:nvPr/>
          </p:nvSpPr>
          <p:spPr bwMode="auto">
            <a:xfrm>
              <a:off x="3723" y="1354"/>
              <a:ext cx="19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a:t>
              </a:r>
            </a:p>
          </p:txBody>
        </p:sp>
        <p:sp>
          <p:nvSpPr>
            <p:cNvPr id="29" name="Text Box 52">
              <a:extLst>
                <a:ext uri="{FF2B5EF4-FFF2-40B4-BE49-F238E27FC236}">
                  <a16:creationId xmlns:a16="http://schemas.microsoft.com/office/drawing/2014/main" id="{EAE71191-E72D-73FF-EC19-0066AD7D6440}"/>
                </a:ext>
              </a:extLst>
            </p:cNvPr>
            <p:cNvSpPr txBox="1">
              <a:spLocks noChangeArrowheads="1"/>
            </p:cNvSpPr>
            <p:nvPr/>
          </p:nvSpPr>
          <p:spPr bwMode="auto">
            <a:xfrm>
              <a:off x="3742" y="1656"/>
              <a:ext cx="19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5</a:t>
              </a:r>
            </a:p>
          </p:txBody>
        </p:sp>
        <p:sp>
          <p:nvSpPr>
            <p:cNvPr id="30" name="Text Box 53">
              <a:extLst>
                <a:ext uri="{FF2B5EF4-FFF2-40B4-BE49-F238E27FC236}">
                  <a16:creationId xmlns:a16="http://schemas.microsoft.com/office/drawing/2014/main" id="{356AC914-A008-3717-799D-CBE9B6CAE722}"/>
                </a:ext>
              </a:extLst>
            </p:cNvPr>
            <p:cNvSpPr txBox="1">
              <a:spLocks noChangeArrowheads="1"/>
            </p:cNvSpPr>
            <p:nvPr/>
          </p:nvSpPr>
          <p:spPr bwMode="auto">
            <a:xfrm>
              <a:off x="3752" y="1814"/>
              <a:ext cx="19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a:t>
              </a:r>
            </a:p>
          </p:txBody>
        </p:sp>
        <p:sp>
          <p:nvSpPr>
            <p:cNvPr id="31" name="Text Box 54">
              <a:extLst>
                <a:ext uri="{FF2B5EF4-FFF2-40B4-BE49-F238E27FC236}">
                  <a16:creationId xmlns:a16="http://schemas.microsoft.com/office/drawing/2014/main" id="{D84F5CF9-38B7-D357-836E-A7DD8A45CE2C}"/>
                </a:ext>
              </a:extLst>
            </p:cNvPr>
            <p:cNvSpPr txBox="1">
              <a:spLocks noChangeArrowheads="1"/>
            </p:cNvSpPr>
            <p:nvPr/>
          </p:nvSpPr>
          <p:spPr bwMode="auto">
            <a:xfrm>
              <a:off x="4153" y="1033"/>
              <a:ext cx="19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sym typeface="Symbol" panose="05050102010706020507" pitchFamily="18" charset="2"/>
                </a:rPr>
                <a:t>6</a:t>
              </a:r>
            </a:p>
          </p:txBody>
        </p:sp>
        <p:sp>
          <p:nvSpPr>
            <p:cNvPr id="32" name="Text Box 55">
              <a:extLst>
                <a:ext uri="{FF2B5EF4-FFF2-40B4-BE49-F238E27FC236}">
                  <a16:creationId xmlns:a16="http://schemas.microsoft.com/office/drawing/2014/main" id="{40271E34-A92F-C103-742A-2E99C793F3BE}"/>
                </a:ext>
              </a:extLst>
            </p:cNvPr>
            <p:cNvSpPr txBox="1">
              <a:spLocks noChangeArrowheads="1"/>
            </p:cNvSpPr>
            <p:nvPr/>
          </p:nvSpPr>
          <p:spPr bwMode="auto">
            <a:xfrm>
              <a:off x="4163" y="1342"/>
              <a:ext cx="19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sym typeface="Symbol" panose="05050102010706020507" pitchFamily="18" charset="2"/>
                </a:rPr>
                <a:t></a:t>
              </a:r>
            </a:p>
          </p:txBody>
        </p:sp>
        <p:sp>
          <p:nvSpPr>
            <p:cNvPr id="33" name="Text Box 56">
              <a:extLst>
                <a:ext uri="{FF2B5EF4-FFF2-40B4-BE49-F238E27FC236}">
                  <a16:creationId xmlns:a16="http://schemas.microsoft.com/office/drawing/2014/main" id="{63084889-92A6-1DC3-8969-10749F89F39E}"/>
                </a:ext>
              </a:extLst>
            </p:cNvPr>
            <p:cNvSpPr txBox="1">
              <a:spLocks noChangeArrowheads="1"/>
            </p:cNvSpPr>
            <p:nvPr/>
          </p:nvSpPr>
          <p:spPr bwMode="auto">
            <a:xfrm>
              <a:off x="4182" y="1664"/>
              <a:ext cx="19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7</a:t>
              </a:r>
            </a:p>
          </p:txBody>
        </p:sp>
        <p:sp>
          <p:nvSpPr>
            <p:cNvPr id="34" name="Text Box 57">
              <a:extLst>
                <a:ext uri="{FF2B5EF4-FFF2-40B4-BE49-F238E27FC236}">
                  <a16:creationId xmlns:a16="http://schemas.microsoft.com/office/drawing/2014/main" id="{F21737C4-8D32-838F-305D-67A800E26E37}"/>
                </a:ext>
              </a:extLst>
            </p:cNvPr>
            <p:cNvSpPr txBox="1">
              <a:spLocks noChangeArrowheads="1"/>
            </p:cNvSpPr>
            <p:nvPr/>
          </p:nvSpPr>
          <p:spPr bwMode="auto">
            <a:xfrm>
              <a:off x="4173" y="1814"/>
              <a:ext cx="1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rPr>
                <a:t>4</a:t>
              </a:r>
            </a:p>
          </p:txBody>
        </p:sp>
        <p:sp>
          <p:nvSpPr>
            <p:cNvPr id="35" name="Text Box 58">
              <a:extLst>
                <a:ext uri="{FF2B5EF4-FFF2-40B4-BE49-F238E27FC236}">
                  <a16:creationId xmlns:a16="http://schemas.microsoft.com/office/drawing/2014/main" id="{76855E35-4876-6E8D-FF86-A76F62C10C28}"/>
                </a:ext>
              </a:extLst>
            </p:cNvPr>
            <p:cNvSpPr txBox="1">
              <a:spLocks noChangeArrowheads="1"/>
            </p:cNvSpPr>
            <p:nvPr/>
          </p:nvSpPr>
          <p:spPr bwMode="auto">
            <a:xfrm>
              <a:off x="4973" y="965"/>
              <a:ext cx="421" cy="21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   2</a:t>
              </a:r>
            </a:p>
          </p:txBody>
        </p:sp>
        <p:sp>
          <p:nvSpPr>
            <p:cNvPr id="36" name="Text Box 59">
              <a:extLst>
                <a:ext uri="{FF2B5EF4-FFF2-40B4-BE49-F238E27FC236}">
                  <a16:creationId xmlns:a16="http://schemas.microsoft.com/office/drawing/2014/main" id="{DDA974BF-BCFE-BC65-CC19-AF5E272766A7}"/>
                </a:ext>
              </a:extLst>
            </p:cNvPr>
            <p:cNvSpPr txBox="1">
              <a:spLocks noChangeArrowheads="1"/>
            </p:cNvSpPr>
            <p:nvPr/>
          </p:nvSpPr>
          <p:spPr bwMode="auto">
            <a:xfrm>
              <a:off x="4846" y="733"/>
              <a:ext cx="6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替换指针</a:t>
              </a:r>
            </a:p>
          </p:txBody>
        </p:sp>
        <p:sp>
          <p:nvSpPr>
            <p:cNvPr id="37" name="Line 60">
              <a:extLst>
                <a:ext uri="{FF2B5EF4-FFF2-40B4-BE49-F238E27FC236}">
                  <a16:creationId xmlns:a16="http://schemas.microsoft.com/office/drawing/2014/main" id="{19C50ECC-ADEB-8834-B306-2C9A8F531D4E}"/>
                </a:ext>
              </a:extLst>
            </p:cNvPr>
            <p:cNvSpPr>
              <a:spLocks noChangeShapeType="1"/>
            </p:cNvSpPr>
            <p:nvPr/>
          </p:nvSpPr>
          <p:spPr bwMode="auto">
            <a:xfrm flipH="1">
              <a:off x="4563" y="1066"/>
              <a:ext cx="407"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8" name="Line 61">
              <a:extLst>
                <a:ext uri="{FF2B5EF4-FFF2-40B4-BE49-F238E27FC236}">
                  <a16:creationId xmlns:a16="http://schemas.microsoft.com/office/drawing/2014/main" id="{94C28D85-35B4-C87A-E0A7-D98AD99AEDEE}"/>
                </a:ext>
              </a:extLst>
            </p:cNvPr>
            <p:cNvSpPr>
              <a:spLocks noChangeShapeType="1"/>
            </p:cNvSpPr>
            <p:nvPr/>
          </p:nvSpPr>
          <p:spPr bwMode="auto">
            <a:xfrm>
              <a:off x="4460" y="1131"/>
              <a:ext cx="0" cy="5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9" name="Line 62">
              <a:extLst>
                <a:ext uri="{FF2B5EF4-FFF2-40B4-BE49-F238E27FC236}">
                  <a16:creationId xmlns:a16="http://schemas.microsoft.com/office/drawing/2014/main" id="{98B5805B-BB99-9980-71C4-F90F752218E9}"/>
                </a:ext>
              </a:extLst>
            </p:cNvPr>
            <p:cNvSpPr>
              <a:spLocks noChangeShapeType="1"/>
            </p:cNvSpPr>
            <p:nvPr/>
          </p:nvSpPr>
          <p:spPr bwMode="auto">
            <a:xfrm flipH="1">
              <a:off x="4338" y="1733"/>
              <a:ext cx="122"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nvGrpSpPr>
            <p:cNvPr id="40" name="Group 63">
              <a:extLst>
                <a:ext uri="{FF2B5EF4-FFF2-40B4-BE49-F238E27FC236}">
                  <a16:creationId xmlns:a16="http://schemas.microsoft.com/office/drawing/2014/main" id="{03E4CB98-295E-FAED-0187-5EEA9D007CBC}"/>
                </a:ext>
              </a:extLst>
            </p:cNvPr>
            <p:cNvGrpSpPr>
              <a:grpSpLocks/>
            </p:cNvGrpSpPr>
            <p:nvPr/>
          </p:nvGrpSpPr>
          <p:grpSpPr bwMode="auto">
            <a:xfrm>
              <a:off x="4336" y="1780"/>
              <a:ext cx="124" cy="148"/>
              <a:chOff x="3582" y="1900"/>
              <a:chExt cx="138" cy="181"/>
            </a:xfrm>
          </p:grpSpPr>
          <p:sp>
            <p:nvSpPr>
              <p:cNvPr id="45" name="Line 64">
                <a:extLst>
                  <a:ext uri="{FF2B5EF4-FFF2-40B4-BE49-F238E27FC236}">
                    <a16:creationId xmlns:a16="http://schemas.microsoft.com/office/drawing/2014/main" id="{DC4A00BA-EBC9-2001-EFE3-0394391A0009}"/>
                  </a:ext>
                </a:extLst>
              </p:cNvPr>
              <p:cNvSpPr>
                <a:spLocks noChangeShapeType="1"/>
              </p:cNvSpPr>
              <p:nvPr/>
            </p:nvSpPr>
            <p:spPr bwMode="auto">
              <a:xfrm>
                <a:off x="3720" y="190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6" name="Line 65">
                <a:extLst>
                  <a:ext uri="{FF2B5EF4-FFF2-40B4-BE49-F238E27FC236}">
                    <a16:creationId xmlns:a16="http://schemas.microsoft.com/office/drawing/2014/main" id="{36CFE7D6-66D5-CAAB-89C6-3FD2D93B61FC}"/>
                  </a:ext>
                </a:extLst>
              </p:cNvPr>
              <p:cNvSpPr>
                <a:spLocks noChangeShapeType="1"/>
              </p:cNvSpPr>
              <p:nvPr/>
            </p:nvSpPr>
            <p:spPr bwMode="auto">
              <a:xfrm flipH="1">
                <a:off x="3582" y="2081"/>
                <a:ext cx="136"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grpSp>
          <p:nvGrpSpPr>
            <p:cNvPr id="41" name="Group 66">
              <a:extLst>
                <a:ext uri="{FF2B5EF4-FFF2-40B4-BE49-F238E27FC236}">
                  <a16:creationId xmlns:a16="http://schemas.microsoft.com/office/drawing/2014/main" id="{5409208C-AC2E-EC1C-86DE-54F2FE4BE3F0}"/>
                </a:ext>
              </a:extLst>
            </p:cNvPr>
            <p:cNvGrpSpPr>
              <a:grpSpLocks/>
            </p:cNvGrpSpPr>
            <p:nvPr/>
          </p:nvGrpSpPr>
          <p:grpSpPr bwMode="auto">
            <a:xfrm>
              <a:off x="4075" y="1428"/>
              <a:ext cx="122" cy="491"/>
              <a:chOff x="3291" y="1468"/>
              <a:chExt cx="136" cy="601"/>
            </a:xfrm>
          </p:grpSpPr>
          <p:sp>
            <p:nvSpPr>
              <p:cNvPr id="43" name="Line 67">
                <a:extLst>
                  <a:ext uri="{FF2B5EF4-FFF2-40B4-BE49-F238E27FC236}">
                    <a16:creationId xmlns:a16="http://schemas.microsoft.com/office/drawing/2014/main" id="{232563EE-D48E-6A0A-805A-018A28A37976}"/>
                  </a:ext>
                </a:extLst>
              </p:cNvPr>
              <p:cNvSpPr>
                <a:spLocks noChangeShapeType="1"/>
              </p:cNvSpPr>
              <p:nvPr/>
            </p:nvSpPr>
            <p:spPr bwMode="auto">
              <a:xfrm flipV="1">
                <a:off x="3298" y="1480"/>
                <a:ext cx="0" cy="5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4" name="Line 68">
                <a:extLst>
                  <a:ext uri="{FF2B5EF4-FFF2-40B4-BE49-F238E27FC236}">
                    <a16:creationId xmlns:a16="http://schemas.microsoft.com/office/drawing/2014/main" id="{9ABE9313-B962-505D-3BA9-B77695982EC5}"/>
                  </a:ext>
                </a:extLst>
              </p:cNvPr>
              <p:cNvSpPr>
                <a:spLocks noChangeShapeType="1"/>
              </p:cNvSpPr>
              <p:nvPr/>
            </p:nvSpPr>
            <p:spPr bwMode="auto">
              <a:xfrm>
                <a:off x="3291" y="1468"/>
                <a:ext cx="136"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42" name="Text Box 69">
              <a:extLst>
                <a:ext uri="{FF2B5EF4-FFF2-40B4-BE49-F238E27FC236}">
                  <a16:creationId xmlns:a16="http://schemas.microsoft.com/office/drawing/2014/main" id="{CE55E4D6-9887-5440-E5BA-4297F248E830}"/>
                </a:ext>
              </a:extLst>
            </p:cNvPr>
            <p:cNvSpPr txBox="1">
              <a:spLocks noChangeArrowheads="1"/>
            </p:cNvSpPr>
            <p:nvPr/>
          </p:nvSpPr>
          <p:spPr bwMode="auto">
            <a:xfrm>
              <a:off x="3297" y="524"/>
              <a:ext cx="122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块号  页号      指针</a:t>
              </a:r>
            </a:p>
          </p:txBody>
        </p:sp>
      </p:grpSp>
      <p:grpSp>
        <p:nvGrpSpPr>
          <p:cNvPr id="47" name="Group 116">
            <a:extLst>
              <a:ext uri="{FF2B5EF4-FFF2-40B4-BE49-F238E27FC236}">
                <a16:creationId xmlns:a16="http://schemas.microsoft.com/office/drawing/2014/main" id="{2A5ED77F-CED7-94D4-BB56-C140C6F60863}"/>
              </a:ext>
            </a:extLst>
          </p:cNvPr>
          <p:cNvGrpSpPr>
            <a:grpSpLocks/>
          </p:cNvGrpSpPr>
          <p:nvPr/>
        </p:nvGrpSpPr>
        <p:grpSpPr bwMode="auto">
          <a:xfrm>
            <a:off x="6521826" y="3520708"/>
            <a:ext cx="3530600" cy="2454275"/>
            <a:chOff x="3308" y="2299"/>
            <a:chExt cx="2224" cy="1546"/>
          </a:xfrm>
        </p:grpSpPr>
        <p:sp>
          <p:nvSpPr>
            <p:cNvPr id="48" name="Line 73">
              <a:extLst>
                <a:ext uri="{FF2B5EF4-FFF2-40B4-BE49-F238E27FC236}">
                  <a16:creationId xmlns:a16="http://schemas.microsoft.com/office/drawing/2014/main" id="{3B9ACACC-7334-2728-170F-2E8A7DD3124E}"/>
                </a:ext>
              </a:extLst>
            </p:cNvPr>
            <p:cNvSpPr>
              <a:spLocks noChangeShapeType="1"/>
            </p:cNvSpPr>
            <p:nvPr/>
          </p:nvSpPr>
          <p:spPr bwMode="auto">
            <a:xfrm>
              <a:off x="3381" y="2513"/>
              <a:ext cx="11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9" name="Line 74">
              <a:extLst>
                <a:ext uri="{FF2B5EF4-FFF2-40B4-BE49-F238E27FC236}">
                  <a16:creationId xmlns:a16="http://schemas.microsoft.com/office/drawing/2014/main" id="{CAFBE4A5-D011-1E9D-5533-E3C6C81A633A}"/>
                </a:ext>
              </a:extLst>
            </p:cNvPr>
            <p:cNvSpPr>
              <a:spLocks noChangeShapeType="1"/>
            </p:cNvSpPr>
            <p:nvPr/>
          </p:nvSpPr>
          <p:spPr bwMode="auto">
            <a:xfrm>
              <a:off x="3381" y="2513"/>
              <a:ext cx="0" cy="13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0" name="Line 75">
              <a:extLst>
                <a:ext uri="{FF2B5EF4-FFF2-40B4-BE49-F238E27FC236}">
                  <a16:creationId xmlns:a16="http://schemas.microsoft.com/office/drawing/2014/main" id="{B9A88001-2AC7-8C9F-22F4-B958D6DD04EC}"/>
                </a:ext>
              </a:extLst>
            </p:cNvPr>
            <p:cNvSpPr>
              <a:spLocks noChangeShapeType="1"/>
            </p:cNvSpPr>
            <p:nvPr/>
          </p:nvSpPr>
          <p:spPr bwMode="auto">
            <a:xfrm>
              <a:off x="3375" y="2684"/>
              <a:ext cx="117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1" name="Line 76">
              <a:extLst>
                <a:ext uri="{FF2B5EF4-FFF2-40B4-BE49-F238E27FC236}">
                  <a16:creationId xmlns:a16="http://schemas.microsoft.com/office/drawing/2014/main" id="{DDC70A8F-2C57-6D0B-8127-32909054B98D}"/>
                </a:ext>
              </a:extLst>
            </p:cNvPr>
            <p:cNvSpPr>
              <a:spLocks noChangeShapeType="1"/>
            </p:cNvSpPr>
            <p:nvPr/>
          </p:nvSpPr>
          <p:spPr bwMode="auto">
            <a:xfrm>
              <a:off x="3388" y="2846"/>
              <a:ext cx="117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2" name="Line 77">
              <a:extLst>
                <a:ext uri="{FF2B5EF4-FFF2-40B4-BE49-F238E27FC236}">
                  <a16:creationId xmlns:a16="http://schemas.microsoft.com/office/drawing/2014/main" id="{624C4D54-4269-F22A-1010-A76D8A699B01}"/>
                </a:ext>
              </a:extLst>
            </p:cNvPr>
            <p:cNvSpPr>
              <a:spLocks noChangeShapeType="1"/>
            </p:cNvSpPr>
            <p:nvPr/>
          </p:nvSpPr>
          <p:spPr bwMode="auto">
            <a:xfrm>
              <a:off x="3371" y="3017"/>
              <a:ext cx="11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3" name="Line 78">
              <a:extLst>
                <a:ext uri="{FF2B5EF4-FFF2-40B4-BE49-F238E27FC236}">
                  <a16:creationId xmlns:a16="http://schemas.microsoft.com/office/drawing/2014/main" id="{E4D7C14A-A154-2B39-590C-6EC75DFE1387}"/>
                </a:ext>
              </a:extLst>
            </p:cNvPr>
            <p:cNvSpPr>
              <a:spLocks noChangeShapeType="1"/>
            </p:cNvSpPr>
            <p:nvPr/>
          </p:nvSpPr>
          <p:spPr bwMode="auto">
            <a:xfrm>
              <a:off x="3375" y="3179"/>
              <a:ext cx="117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4" name="Line 79">
              <a:extLst>
                <a:ext uri="{FF2B5EF4-FFF2-40B4-BE49-F238E27FC236}">
                  <a16:creationId xmlns:a16="http://schemas.microsoft.com/office/drawing/2014/main" id="{223FAEA1-37A7-F2FE-7707-421A602374E2}"/>
                </a:ext>
              </a:extLst>
            </p:cNvPr>
            <p:cNvSpPr>
              <a:spLocks noChangeShapeType="1"/>
            </p:cNvSpPr>
            <p:nvPr/>
          </p:nvSpPr>
          <p:spPr bwMode="auto">
            <a:xfrm>
              <a:off x="3378" y="3331"/>
              <a:ext cx="117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5" name="Line 80">
              <a:extLst>
                <a:ext uri="{FF2B5EF4-FFF2-40B4-BE49-F238E27FC236}">
                  <a16:creationId xmlns:a16="http://schemas.microsoft.com/office/drawing/2014/main" id="{74DF536B-E52E-B33B-5A01-9739AED85655}"/>
                </a:ext>
              </a:extLst>
            </p:cNvPr>
            <p:cNvSpPr>
              <a:spLocks noChangeShapeType="1"/>
            </p:cNvSpPr>
            <p:nvPr/>
          </p:nvSpPr>
          <p:spPr bwMode="auto">
            <a:xfrm>
              <a:off x="3371" y="3493"/>
              <a:ext cx="11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6" name="Line 81">
              <a:extLst>
                <a:ext uri="{FF2B5EF4-FFF2-40B4-BE49-F238E27FC236}">
                  <a16:creationId xmlns:a16="http://schemas.microsoft.com/office/drawing/2014/main" id="{183CC4BE-51FE-799F-CF1E-C7B83CB466D2}"/>
                </a:ext>
              </a:extLst>
            </p:cNvPr>
            <p:cNvSpPr>
              <a:spLocks noChangeShapeType="1"/>
            </p:cNvSpPr>
            <p:nvPr/>
          </p:nvSpPr>
          <p:spPr bwMode="auto">
            <a:xfrm>
              <a:off x="3375" y="3654"/>
              <a:ext cx="117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7" name="Line 82">
              <a:extLst>
                <a:ext uri="{FF2B5EF4-FFF2-40B4-BE49-F238E27FC236}">
                  <a16:creationId xmlns:a16="http://schemas.microsoft.com/office/drawing/2014/main" id="{425763EF-5530-98AC-38DE-736FEA2D3F59}"/>
                </a:ext>
              </a:extLst>
            </p:cNvPr>
            <p:cNvSpPr>
              <a:spLocks noChangeShapeType="1"/>
            </p:cNvSpPr>
            <p:nvPr/>
          </p:nvSpPr>
          <p:spPr bwMode="auto">
            <a:xfrm>
              <a:off x="3378" y="3816"/>
              <a:ext cx="117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8" name="Line 83">
              <a:extLst>
                <a:ext uri="{FF2B5EF4-FFF2-40B4-BE49-F238E27FC236}">
                  <a16:creationId xmlns:a16="http://schemas.microsoft.com/office/drawing/2014/main" id="{D0D1A3EC-A90C-B789-CABD-60005F0A86D8}"/>
                </a:ext>
              </a:extLst>
            </p:cNvPr>
            <p:cNvSpPr>
              <a:spLocks noChangeShapeType="1"/>
            </p:cNvSpPr>
            <p:nvPr/>
          </p:nvSpPr>
          <p:spPr bwMode="auto">
            <a:xfrm>
              <a:off x="3636" y="2516"/>
              <a:ext cx="0" cy="13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9" name="Line 84">
              <a:extLst>
                <a:ext uri="{FF2B5EF4-FFF2-40B4-BE49-F238E27FC236}">
                  <a16:creationId xmlns:a16="http://schemas.microsoft.com/office/drawing/2014/main" id="{F4812A19-1986-8FEE-859D-1383C510DC25}"/>
                </a:ext>
              </a:extLst>
            </p:cNvPr>
            <p:cNvSpPr>
              <a:spLocks noChangeShapeType="1"/>
            </p:cNvSpPr>
            <p:nvPr/>
          </p:nvSpPr>
          <p:spPr bwMode="auto">
            <a:xfrm>
              <a:off x="3992" y="2519"/>
              <a:ext cx="0" cy="13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0" name="Line 85">
              <a:extLst>
                <a:ext uri="{FF2B5EF4-FFF2-40B4-BE49-F238E27FC236}">
                  <a16:creationId xmlns:a16="http://schemas.microsoft.com/office/drawing/2014/main" id="{D1450295-EBC5-5B27-95B1-8933FF550486}"/>
                </a:ext>
              </a:extLst>
            </p:cNvPr>
            <p:cNvSpPr>
              <a:spLocks noChangeShapeType="1"/>
            </p:cNvSpPr>
            <p:nvPr/>
          </p:nvSpPr>
          <p:spPr bwMode="auto">
            <a:xfrm>
              <a:off x="4569" y="2513"/>
              <a:ext cx="0" cy="13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1" name="Text Box 86">
              <a:extLst>
                <a:ext uri="{FF2B5EF4-FFF2-40B4-BE49-F238E27FC236}">
                  <a16:creationId xmlns:a16="http://schemas.microsoft.com/office/drawing/2014/main" id="{622C3889-9C0C-C9E5-D885-77749CDDC8ED}"/>
                </a:ext>
              </a:extLst>
            </p:cNvPr>
            <p:cNvSpPr txBox="1">
              <a:spLocks noChangeArrowheads="1"/>
            </p:cNvSpPr>
            <p:nvPr/>
          </p:nvSpPr>
          <p:spPr bwMode="auto">
            <a:xfrm>
              <a:off x="3441" y="3626"/>
              <a:ext cx="1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7</a:t>
              </a:r>
            </a:p>
          </p:txBody>
        </p:sp>
        <p:sp>
          <p:nvSpPr>
            <p:cNvPr id="62" name="Text Box 87">
              <a:extLst>
                <a:ext uri="{FF2B5EF4-FFF2-40B4-BE49-F238E27FC236}">
                  <a16:creationId xmlns:a16="http://schemas.microsoft.com/office/drawing/2014/main" id="{18C077B0-AA78-6A0D-EDD3-386B0D095CE5}"/>
                </a:ext>
              </a:extLst>
            </p:cNvPr>
            <p:cNvSpPr txBox="1">
              <a:spLocks noChangeArrowheads="1"/>
            </p:cNvSpPr>
            <p:nvPr/>
          </p:nvSpPr>
          <p:spPr bwMode="auto">
            <a:xfrm>
              <a:off x="3438" y="2653"/>
              <a:ext cx="19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a:t>
              </a:r>
            </a:p>
          </p:txBody>
        </p:sp>
        <p:sp>
          <p:nvSpPr>
            <p:cNvPr id="63" name="Text Box 88">
              <a:extLst>
                <a:ext uri="{FF2B5EF4-FFF2-40B4-BE49-F238E27FC236}">
                  <a16:creationId xmlns:a16="http://schemas.microsoft.com/office/drawing/2014/main" id="{4640C35B-FD8D-659C-5392-95BD2C690201}"/>
                </a:ext>
              </a:extLst>
            </p:cNvPr>
            <p:cNvSpPr txBox="1">
              <a:spLocks noChangeArrowheads="1"/>
            </p:cNvSpPr>
            <p:nvPr/>
          </p:nvSpPr>
          <p:spPr bwMode="auto">
            <a:xfrm>
              <a:off x="3440" y="2485"/>
              <a:ext cx="1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64" name="Text Box 89">
              <a:extLst>
                <a:ext uri="{FF2B5EF4-FFF2-40B4-BE49-F238E27FC236}">
                  <a16:creationId xmlns:a16="http://schemas.microsoft.com/office/drawing/2014/main" id="{B879B09B-3174-46D3-EB82-1A6A5125E14C}"/>
                </a:ext>
              </a:extLst>
            </p:cNvPr>
            <p:cNvSpPr txBox="1">
              <a:spLocks noChangeArrowheads="1"/>
            </p:cNvSpPr>
            <p:nvPr/>
          </p:nvSpPr>
          <p:spPr bwMode="auto">
            <a:xfrm>
              <a:off x="3422" y="2827"/>
              <a:ext cx="1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a:t>
              </a:r>
            </a:p>
          </p:txBody>
        </p:sp>
        <p:sp>
          <p:nvSpPr>
            <p:cNvPr id="65" name="Text Box 90">
              <a:extLst>
                <a:ext uri="{FF2B5EF4-FFF2-40B4-BE49-F238E27FC236}">
                  <a16:creationId xmlns:a16="http://schemas.microsoft.com/office/drawing/2014/main" id="{07BCB566-1DC5-F7B8-D492-B3506680622C}"/>
                </a:ext>
              </a:extLst>
            </p:cNvPr>
            <p:cNvSpPr txBox="1">
              <a:spLocks noChangeArrowheads="1"/>
            </p:cNvSpPr>
            <p:nvPr/>
          </p:nvSpPr>
          <p:spPr bwMode="auto">
            <a:xfrm>
              <a:off x="3431" y="2978"/>
              <a:ext cx="1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3</a:t>
              </a:r>
            </a:p>
          </p:txBody>
        </p:sp>
        <p:sp>
          <p:nvSpPr>
            <p:cNvPr id="66" name="Text Box 91">
              <a:extLst>
                <a:ext uri="{FF2B5EF4-FFF2-40B4-BE49-F238E27FC236}">
                  <a16:creationId xmlns:a16="http://schemas.microsoft.com/office/drawing/2014/main" id="{13360837-749C-300F-7C6C-A2EE152EC786}"/>
                </a:ext>
              </a:extLst>
            </p:cNvPr>
            <p:cNvSpPr txBox="1">
              <a:spLocks noChangeArrowheads="1"/>
            </p:cNvSpPr>
            <p:nvPr/>
          </p:nvSpPr>
          <p:spPr bwMode="auto">
            <a:xfrm>
              <a:off x="3431" y="3137"/>
              <a:ext cx="1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4</a:t>
              </a:r>
            </a:p>
          </p:txBody>
        </p:sp>
        <p:sp>
          <p:nvSpPr>
            <p:cNvPr id="67" name="Text Box 92">
              <a:extLst>
                <a:ext uri="{FF2B5EF4-FFF2-40B4-BE49-F238E27FC236}">
                  <a16:creationId xmlns:a16="http://schemas.microsoft.com/office/drawing/2014/main" id="{93839D4D-C25B-F3C2-AE7C-BBDDD3A7F153}"/>
                </a:ext>
              </a:extLst>
            </p:cNvPr>
            <p:cNvSpPr txBox="1">
              <a:spLocks noChangeArrowheads="1"/>
            </p:cNvSpPr>
            <p:nvPr/>
          </p:nvSpPr>
          <p:spPr bwMode="auto">
            <a:xfrm>
              <a:off x="3431" y="3297"/>
              <a:ext cx="1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5</a:t>
              </a:r>
            </a:p>
          </p:txBody>
        </p:sp>
        <p:sp>
          <p:nvSpPr>
            <p:cNvPr id="68" name="Text Box 93">
              <a:extLst>
                <a:ext uri="{FF2B5EF4-FFF2-40B4-BE49-F238E27FC236}">
                  <a16:creationId xmlns:a16="http://schemas.microsoft.com/office/drawing/2014/main" id="{44A76A65-6BC8-0955-6821-79286D3732DA}"/>
                </a:ext>
              </a:extLst>
            </p:cNvPr>
            <p:cNvSpPr txBox="1">
              <a:spLocks noChangeArrowheads="1"/>
            </p:cNvSpPr>
            <p:nvPr/>
          </p:nvSpPr>
          <p:spPr bwMode="auto">
            <a:xfrm>
              <a:off x="3431" y="3465"/>
              <a:ext cx="1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6</a:t>
              </a:r>
            </a:p>
          </p:txBody>
        </p:sp>
        <p:sp>
          <p:nvSpPr>
            <p:cNvPr id="69" name="Text Box 94">
              <a:extLst>
                <a:ext uri="{FF2B5EF4-FFF2-40B4-BE49-F238E27FC236}">
                  <a16:creationId xmlns:a16="http://schemas.microsoft.com/office/drawing/2014/main" id="{240A9BBE-0BF7-0669-0DBC-B58E87F200C4}"/>
                </a:ext>
              </a:extLst>
            </p:cNvPr>
            <p:cNvSpPr txBox="1">
              <a:spLocks noChangeArrowheads="1"/>
            </p:cNvSpPr>
            <p:nvPr/>
          </p:nvSpPr>
          <p:spPr bwMode="auto">
            <a:xfrm>
              <a:off x="3723" y="2830"/>
              <a:ext cx="1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6</a:t>
              </a:r>
            </a:p>
          </p:txBody>
        </p:sp>
        <p:sp>
          <p:nvSpPr>
            <p:cNvPr id="70" name="Text Box 95">
              <a:extLst>
                <a:ext uri="{FF2B5EF4-FFF2-40B4-BE49-F238E27FC236}">
                  <a16:creationId xmlns:a16="http://schemas.microsoft.com/office/drawing/2014/main" id="{C024981B-E244-2EE0-89A1-297E7DE84FB7}"/>
                </a:ext>
              </a:extLst>
            </p:cNvPr>
            <p:cNvSpPr txBox="1">
              <a:spLocks noChangeArrowheads="1"/>
            </p:cNvSpPr>
            <p:nvPr/>
          </p:nvSpPr>
          <p:spPr bwMode="auto">
            <a:xfrm>
              <a:off x="3723" y="3149"/>
              <a:ext cx="1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a:t>
              </a:r>
            </a:p>
          </p:txBody>
        </p:sp>
        <p:sp>
          <p:nvSpPr>
            <p:cNvPr id="71" name="Text Box 96">
              <a:extLst>
                <a:ext uri="{FF2B5EF4-FFF2-40B4-BE49-F238E27FC236}">
                  <a16:creationId xmlns:a16="http://schemas.microsoft.com/office/drawing/2014/main" id="{6217EB47-B235-F8CE-B222-56D51A365010}"/>
                </a:ext>
              </a:extLst>
            </p:cNvPr>
            <p:cNvSpPr txBox="1">
              <a:spLocks noChangeArrowheads="1"/>
            </p:cNvSpPr>
            <p:nvPr/>
          </p:nvSpPr>
          <p:spPr bwMode="auto">
            <a:xfrm>
              <a:off x="3742" y="3466"/>
              <a:ext cx="1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5</a:t>
              </a:r>
            </a:p>
          </p:txBody>
        </p:sp>
        <p:sp>
          <p:nvSpPr>
            <p:cNvPr id="72" name="Text Box 97">
              <a:extLst>
                <a:ext uri="{FF2B5EF4-FFF2-40B4-BE49-F238E27FC236}">
                  <a16:creationId xmlns:a16="http://schemas.microsoft.com/office/drawing/2014/main" id="{0976DFD6-EECC-BB99-142A-920B1B851E09}"/>
                </a:ext>
              </a:extLst>
            </p:cNvPr>
            <p:cNvSpPr txBox="1">
              <a:spLocks noChangeArrowheads="1"/>
            </p:cNvSpPr>
            <p:nvPr/>
          </p:nvSpPr>
          <p:spPr bwMode="auto">
            <a:xfrm>
              <a:off x="3752" y="3633"/>
              <a:ext cx="1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a:t>
              </a:r>
            </a:p>
          </p:txBody>
        </p:sp>
        <p:sp>
          <p:nvSpPr>
            <p:cNvPr id="73" name="Text Box 98">
              <a:extLst>
                <a:ext uri="{FF2B5EF4-FFF2-40B4-BE49-F238E27FC236}">
                  <a16:creationId xmlns:a16="http://schemas.microsoft.com/office/drawing/2014/main" id="{19DB9089-5786-EDF0-C47A-A4078E282901}"/>
                </a:ext>
              </a:extLst>
            </p:cNvPr>
            <p:cNvSpPr txBox="1">
              <a:spLocks noChangeArrowheads="1"/>
            </p:cNvSpPr>
            <p:nvPr/>
          </p:nvSpPr>
          <p:spPr bwMode="auto">
            <a:xfrm>
              <a:off x="4152" y="2810"/>
              <a:ext cx="1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sym typeface="Symbol" panose="05050102010706020507" pitchFamily="18" charset="2"/>
                </a:rPr>
                <a:t></a:t>
              </a:r>
            </a:p>
          </p:txBody>
        </p:sp>
        <p:sp>
          <p:nvSpPr>
            <p:cNvPr id="74" name="Text Box 99">
              <a:extLst>
                <a:ext uri="{FF2B5EF4-FFF2-40B4-BE49-F238E27FC236}">
                  <a16:creationId xmlns:a16="http://schemas.microsoft.com/office/drawing/2014/main" id="{38CF8689-B3C4-BE0C-E098-659F355957DC}"/>
                </a:ext>
              </a:extLst>
            </p:cNvPr>
            <p:cNvSpPr txBox="1">
              <a:spLocks noChangeArrowheads="1"/>
            </p:cNvSpPr>
            <p:nvPr/>
          </p:nvSpPr>
          <p:spPr bwMode="auto">
            <a:xfrm>
              <a:off x="4162" y="3146"/>
              <a:ext cx="18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a:t>
              </a:r>
            </a:p>
          </p:txBody>
        </p:sp>
        <p:sp>
          <p:nvSpPr>
            <p:cNvPr id="75" name="Text Box 100">
              <a:extLst>
                <a:ext uri="{FF2B5EF4-FFF2-40B4-BE49-F238E27FC236}">
                  <a16:creationId xmlns:a16="http://schemas.microsoft.com/office/drawing/2014/main" id="{42A71FF0-3CED-D76A-7DFE-1673FC2F25B2}"/>
                </a:ext>
              </a:extLst>
            </p:cNvPr>
            <p:cNvSpPr txBox="1">
              <a:spLocks noChangeArrowheads="1"/>
            </p:cNvSpPr>
            <p:nvPr/>
          </p:nvSpPr>
          <p:spPr bwMode="auto">
            <a:xfrm>
              <a:off x="4180" y="3473"/>
              <a:ext cx="19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7</a:t>
              </a:r>
            </a:p>
          </p:txBody>
        </p:sp>
        <p:sp>
          <p:nvSpPr>
            <p:cNvPr id="76" name="Text Box 101">
              <a:extLst>
                <a:ext uri="{FF2B5EF4-FFF2-40B4-BE49-F238E27FC236}">
                  <a16:creationId xmlns:a16="http://schemas.microsoft.com/office/drawing/2014/main" id="{5262BED1-CBE3-E7BD-A9F9-ACCDA5B92662}"/>
                </a:ext>
              </a:extLst>
            </p:cNvPr>
            <p:cNvSpPr txBox="1">
              <a:spLocks noChangeArrowheads="1"/>
            </p:cNvSpPr>
            <p:nvPr/>
          </p:nvSpPr>
          <p:spPr bwMode="auto">
            <a:xfrm>
              <a:off x="4171" y="3633"/>
              <a:ext cx="1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4</a:t>
              </a:r>
            </a:p>
          </p:txBody>
        </p:sp>
        <p:sp>
          <p:nvSpPr>
            <p:cNvPr id="77" name="Text Box 102">
              <a:extLst>
                <a:ext uri="{FF2B5EF4-FFF2-40B4-BE49-F238E27FC236}">
                  <a16:creationId xmlns:a16="http://schemas.microsoft.com/office/drawing/2014/main" id="{F6FDD0EB-4AFB-8919-F37D-83CAC410F9A4}"/>
                </a:ext>
              </a:extLst>
            </p:cNvPr>
            <p:cNvSpPr txBox="1">
              <a:spLocks noChangeArrowheads="1"/>
            </p:cNvSpPr>
            <p:nvPr/>
          </p:nvSpPr>
          <p:spPr bwMode="auto">
            <a:xfrm>
              <a:off x="4969" y="2740"/>
              <a:ext cx="419" cy="21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   6</a:t>
              </a:r>
            </a:p>
          </p:txBody>
        </p:sp>
        <p:sp>
          <p:nvSpPr>
            <p:cNvPr id="78" name="Text Box 103">
              <a:extLst>
                <a:ext uri="{FF2B5EF4-FFF2-40B4-BE49-F238E27FC236}">
                  <a16:creationId xmlns:a16="http://schemas.microsoft.com/office/drawing/2014/main" id="{677935C4-8B2B-77E4-65F5-FCFFB4340B98}"/>
                </a:ext>
              </a:extLst>
            </p:cNvPr>
            <p:cNvSpPr txBox="1">
              <a:spLocks noChangeArrowheads="1"/>
            </p:cNvSpPr>
            <p:nvPr/>
          </p:nvSpPr>
          <p:spPr bwMode="auto">
            <a:xfrm>
              <a:off x="4842" y="2494"/>
              <a:ext cx="69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替换指针</a:t>
              </a:r>
            </a:p>
          </p:txBody>
        </p:sp>
        <p:sp>
          <p:nvSpPr>
            <p:cNvPr id="79" name="Line 104">
              <a:extLst>
                <a:ext uri="{FF2B5EF4-FFF2-40B4-BE49-F238E27FC236}">
                  <a16:creationId xmlns:a16="http://schemas.microsoft.com/office/drawing/2014/main" id="{EDB88D5D-3168-5E73-7581-B3F9244524C9}"/>
                </a:ext>
              </a:extLst>
            </p:cNvPr>
            <p:cNvSpPr>
              <a:spLocks noChangeShapeType="1"/>
            </p:cNvSpPr>
            <p:nvPr/>
          </p:nvSpPr>
          <p:spPr bwMode="auto">
            <a:xfrm>
              <a:off x="5170" y="2981"/>
              <a:ext cx="0" cy="5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80" name="Line 105">
              <a:extLst>
                <a:ext uri="{FF2B5EF4-FFF2-40B4-BE49-F238E27FC236}">
                  <a16:creationId xmlns:a16="http://schemas.microsoft.com/office/drawing/2014/main" id="{079503BB-48E2-AB62-1A36-67F19C475268}"/>
                </a:ext>
              </a:extLst>
            </p:cNvPr>
            <p:cNvSpPr>
              <a:spLocks noChangeShapeType="1"/>
            </p:cNvSpPr>
            <p:nvPr/>
          </p:nvSpPr>
          <p:spPr bwMode="auto">
            <a:xfrm flipH="1">
              <a:off x="4561" y="3505"/>
              <a:ext cx="609"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nvGrpSpPr>
            <p:cNvPr id="81" name="Group 106">
              <a:extLst>
                <a:ext uri="{FF2B5EF4-FFF2-40B4-BE49-F238E27FC236}">
                  <a16:creationId xmlns:a16="http://schemas.microsoft.com/office/drawing/2014/main" id="{47004558-8B7C-83F7-21A4-269EEDD83EB1}"/>
                </a:ext>
              </a:extLst>
            </p:cNvPr>
            <p:cNvGrpSpPr>
              <a:grpSpLocks/>
            </p:cNvGrpSpPr>
            <p:nvPr/>
          </p:nvGrpSpPr>
          <p:grpSpPr bwMode="auto">
            <a:xfrm>
              <a:off x="4342" y="3577"/>
              <a:ext cx="124" cy="156"/>
              <a:chOff x="3582" y="1900"/>
              <a:chExt cx="138" cy="181"/>
            </a:xfrm>
          </p:grpSpPr>
          <p:sp>
            <p:nvSpPr>
              <p:cNvPr id="88" name="Line 107">
                <a:extLst>
                  <a:ext uri="{FF2B5EF4-FFF2-40B4-BE49-F238E27FC236}">
                    <a16:creationId xmlns:a16="http://schemas.microsoft.com/office/drawing/2014/main" id="{80D8E3CB-67AE-4431-4CE6-95B82E2DB7D7}"/>
                  </a:ext>
                </a:extLst>
              </p:cNvPr>
              <p:cNvSpPr>
                <a:spLocks noChangeShapeType="1"/>
              </p:cNvSpPr>
              <p:nvPr/>
            </p:nvSpPr>
            <p:spPr bwMode="auto">
              <a:xfrm>
                <a:off x="3720" y="190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89" name="Line 108">
                <a:extLst>
                  <a:ext uri="{FF2B5EF4-FFF2-40B4-BE49-F238E27FC236}">
                    <a16:creationId xmlns:a16="http://schemas.microsoft.com/office/drawing/2014/main" id="{40925CE1-D919-DB2B-6689-E53C170DA8AA}"/>
                  </a:ext>
                </a:extLst>
              </p:cNvPr>
              <p:cNvSpPr>
                <a:spLocks noChangeShapeType="1"/>
              </p:cNvSpPr>
              <p:nvPr/>
            </p:nvSpPr>
            <p:spPr bwMode="auto">
              <a:xfrm flipH="1">
                <a:off x="3582" y="2081"/>
                <a:ext cx="136"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grpSp>
          <p:nvGrpSpPr>
            <p:cNvPr id="82" name="Group 109">
              <a:extLst>
                <a:ext uri="{FF2B5EF4-FFF2-40B4-BE49-F238E27FC236}">
                  <a16:creationId xmlns:a16="http://schemas.microsoft.com/office/drawing/2014/main" id="{0A3CD1CB-3672-DBDB-B5ED-8A8830FA1F2B}"/>
                </a:ext>
              </a:extLst>
            </p:cNvPr>
            <p:cNvGrpSpPr>
              <a:grpSpLocks/>
            </p:cNvGrpSpPr>
            <p:nvPr/>
          </p:nvGrpSpPr>
          <p:grpSpPr bwMode="auto">
            <a:xfrm>
              <a:off x="4058" y="3265"/>
              <a:ext cx="122" cy="517"/>
              <a:chOff x="3291" y="1468"/>
              <a:chExt cx="136" cy="601"/>
            </a:xfrm>
          </p:grpSpPr>
          <p:sp>
            <p:nvSpPr>
              <p:cNvPr id="86" name="Line 110">
                <a:extLst>
                  <a:ext uri="{FF2B5EF4-FFF2-40B4-BE49-F238E27FC236}">
                    <a16:creationId xmlns:a16="http://schemas.microsoft.com/office/drawing/2014/main" id="{38DE5E1E-A9C1-98D5-B299-311BED27B50A}"/>
                  </a:ext>
                </a:extLst>
              </p:cNvPr>
              <p:cNvSpPr>
                <a:spLocks noChangeShapeType="1"/>
              </p:cNvSpPr>
              <p:nvPr/>
            </p:nvSpPr>
            <p:spPr bwMode="auto">
              <a:xfrm flipV="1">
                <a:off x="3298" y="1480"/>
                <a:ext cx="0" cy="5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87" name="Line 111">
                <a:extLst>
                  <a:ext uri="{FF2B5EF4-FFF2-40B4-BE49-F238E27FC236}">
                    <a16:creationId xmlns:a16="http://schemas.microsoft.com/office/drawing/2014/main" id="{DF381B47-5B66-A378-C8D3-C2A1B2A79538}"/>
                  </a:ext>
                </a:extLst>
              </p:cNvPr>
              <p:cNvSpPr>
                <a:spLocks noChangeShapeType="1"/>
              </p:cNvSpPr>
              <p:nvPr/>
            </p:nvSpPr>
            <p:spPr bwMode="auto">
              <a:xfrm>
                <a:off x="3291" y="1468"/>
                <a:ext cx="136"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83" name="Line 112">
              <a:extLst>
                <a:ext uri="{FF2B5EF4-FFF2-40B4-BE49-F238E27FC236}">
                  <a16:creationId xmlns:a16="http://schemas.microsoft.com/office/drawing/2014/main" id="{9E14AB78-1F6A-8C33-8254-CEF239275F6A}"/>
                </a:ext>
              </a:extLst>
            </p:cNvPr>
            <p:cNvSpPr>
              <a:spLocks noChangeShapeType="1"/>
            </p:cNvSpPr>
            <p:nvPr/>
          </p:nvSpPr>
          <p:spPr bwMode="auto">
            <a:xfrm flipV="1">
              <a:off x="4064" y="2924"/>
              <a:ext cx="0" cy="2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84" name="Line 113">
              <a:extLst>
                <a:ext uri="{FF2B5EF4-FFF2-40B4-BE49-F238E27FC236}">
                  <a16:creationId xmlns:a16="http://schemas.microsoft.com/office/drawing/2014/main" id="{3B579C07-72F4-B089-084E-F535718DB134}"/>
                </a:ext>
              </a:extLst>
            </p:cNvPr>
            <p:cNvSpPr>
              <a:spLocks noChangeShapeType="1"/>
            </p:cNvSpPr>
            <p:nvPr/>
          </p:nvSpPr>
          <p:spPr bwMode="auto">
            <a:xfrm>
              <a:off x="4058" y="2914"/>
              <a:ext cx="122"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85" name="Text Box 114">
              <a:extLst>
                <a:ext uri="{FF2B5EF4-FFF2-40B4-BE49-F238E27FC236}">
                  <a16:creationId xmlns:a16="http://schemas.microsoft.com/office/drawing/2014/main" id="{39892041-9714-23F6-6B36-7C8F625D03A2}"/>
                </a:ext>
              </a:extLst>
            </p:cNvPr>
            <p:cNvSpPr txBox="1">
              <a:spLocks noChangeArrowheads="1"/>
            </p:cNvSpPr>
            <p:nvPr/>
          </p:nvSpPr>
          <p:spPr bwMode="auto">
            <a:xfrm>
              <a:off x="3308" y="2299"/>
              <a:ext cx="121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块号  页号      指针</a:t>
              </a:r>
            </a:p>
          </p:txBody>
        </p:sp>
      </p:grpSp>
      <p:sp>
        <p:nvSpPr>
          <p:cNvPr id="90" name="Text Box 117">
            <a:extLst>
              <a:ext uri="{FF2B5EF4-FFF2-40B4-BE49-F238E27FC236}">
                <a16:creationId xmlns:a16="http://schemas.microsoft.com/office/drawing/2014/main" id="{978F1B30-578F-5688-83AC-C1AE9CD5321F}"/>
              </a:ext>
            </a:extLst>
          </p:cNvPr>
          <p:cNvSpPr txBox="1">
            <a:spLocks noChangeArrowheads="1"/>
          </p:cNvSpPr>
          <p:nvPr/>
        </p:nvSpPr>
        <p:spPr bwMode="auto">
          <a:xfrm>
            <a:off x="6102726" y="6233746"/>
            <a:ext cx="3041650"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a:solidFill>
                  <a:schemeClr val="tx1"/>
                </a:solidFill>
                <a:latin typeface="Times New Roman" panose="02020603050405020304" pitchFamily="18" charset="0"/>
              </a:rPr>
              <a:t>先进先出淘汰算法存储块构造</a:t>
            </a:r>
          </a:p>
        </p:txBody>
      </p:sp>
    </p:spTree>
    <p:extLst>
      <p:ext uri="{BB962C8B-B14F-4D97-AF65-F5344CB8AC3E}">
        <p14:creationId xmlns:p14="http://schemas.microsoft.com/office/powerpoint/2010/main" val="21031686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4">
            <a:extLst>
              <a:ext uri="{FF2B5EF4-FFF2-40B4-BE49-F238E27FC236}">
                <a16:creationId xmlns:a16="http://schemas.microsoft.com/office/drawing/2014/main" id="{3071E234-C96F-F871-378D-92A59B3D5A5E}"/>
              </a:ext>
            </a:extLst>
          </p:cNvPr>
          <p:cNvSpPr>
            <a:spLocks noChangeArrowheads="1"/>
          </p:cNvSpPr>
          <p:nvPr/>
        </p:nvSpPr>
        <p:spPr bwMode="auto">
          <a:xfrm>
            <a:off x="573547" y="830079"/>
            <a:ext cx="5980112"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Font typeface="Wingdings" panose="05000000000000000000" pitchFamily="2" charset="2"/>
              <a:buNone/>
            </a:pPr>
            <a:r>
              <a:rPr lang="en-US" altLang="zh-CN" sz="2400" dirty="0">
                <a:solidFill>
                  <a:srgbClr val="000099"/>
                </a:solidFill>
                <a:latin typeface="宋体" panose="02010600030101010101" pitchFamily="2" charset="-122"/>
              </a:rPr>
              <a:t>③ </a:t>
            </a:r>
            <a:r>
              <a:rPr lang="zh-CN" altLang="en-US" sz="2400" dirty="0">
                <a:solidFill>
                  <a:srgbClr val="000099"/>
                </a:solidFill>
                <a:latin typeface="Times New Roman" panose="02020603050405020304" pitchFamily="18" charset="0"/>
              </a:rPr>
              <a:t>最久未使用淘汰算法</a:t>
            </a:r>
            <a:r>
              <a:rPr lang="en-US" altLang="zh-CN" sz="2400" dirty="0">
                <a:solidFill>
                  <a:srgbClr val="000099"/>
                </a:solidFill>
                <a:latin typeface="Times New Roman" panose="02020603050405020304" pitchFamily="18" charset="0"/>
              </a:rPr>
              <a:t>(LRU</a:t>
            </a:r>
            <a:r>
              <a:rPr lang="zh-CN" altLang="en-US" sz="2400" dirty="0">
                <a:solidFill>
                  <a:srgbClr val="000099"/>
                </a:solidFill>
                <a:latin typeface="Times New Roman" panose="02020603050405020304" pitchFamily="18" charset="0"/>
              </a:rPr>
              <a:t>算法</a:t>
            </a:r>
            <a:r>
              <a:rPr lang="en-US" altLang="zh-CN" sz="2400" dirty="0">
                <a:solidFill>
                  <a:srgbClr val="000099"/>
                </a:solidFill>
                <a:latin typeface="Times New Roman" panose="02020603050405020304" pitchFamily="18" charset="0"/>
              </a:rPr>
              <a:t>)</a:t>
            </a:r>
          </a:p>
        </p:txBody>
      </p:sp>
      <p:sp>
        <p:nvSpPr>
          <p:cNvPr id="4" name="Rectangle 5">
            <a:extLst>
              <a:ext uri="{FF2B5EF4-FFF2-40B4-BE49-F238E27FC236}">
                <a16:creationId xmlns:a16="http://schemas.microsoft.com/office/drawing/2014/main" id="{B66AA200-9035-7222-9E6C-3CF2B1B4A7E1}"/>
              </a:ext>
            </a:extLst>
          </p:cNvPr>
          <p:cNvSpPr>
            <a:spLocks noChangeArrowheads="1"/>
          </p:cNvSpPr>
          <p:nvPr/>
        </p:nvSpPr>
        <p:spPr bwMode="auto">
          <a:xfrm>
            <a:off x="487822" y="1396817"/>
            <a:ext cx="8375650" cy="5334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30000"/>
              </a:lnSpc>
              <a:buFont typeface="Wingdings" panose="05000000000000000000" pitchFamily="2" charset="2"/>
              <a:buNone/>
            </a:pPr>
            <a:r>
              <a:rPr kumimoji="1" lang="en-US" altLang="zh-CN" sz="2400" b="1" dirty="0">
                <a:solidFill>
                  <a:schemeClr val="tx1"/>
                </a:solidFill>
                <a:latin typeface="宋体" panose="02010600030101010101" pitchFamily="2" charset="-122"/>
              </a:rPr>
              <a:t>ⅰ </a:t>
            </a:r>
            <a:r>
              <a:rPr kumimoji="1" lang="zh-CN" altLang="en-US" sz="2400" b="1" dirty="0">
                <a:solidFill>
                  <a:schemeClr val="tx1"/>
                </a:solidFill>
                <a:latin typeface="Times New Roman" panose="02020603050405020304" pitchFamily="18" charset="0"/>
              </a:rPr>
              <a:t>什么是最久未使用淘汰算法</a:t>
            </a:r>
          </a:p>
          <a:p>
            <a:pPr lvl="1" eaLnBrk="1" hangingPunct="1">
              <a:lnSpc>
                <a:spcPct val="130000"/>
              </a:lnSpc>
              <a:buFont typeface="Wingdings" panose="05000000000000000000" pitchFamily="2" charset="2"/>
              <a:buNone/>
            </a:pPr>
            <a:r>
              <a:rPr kumimoji="1" lang="zh-CN" altLang="en-US" sz="2400" b="0" dirty="0">
                <a:solidFill>
                  <a:schemeClr val="tx1"/>
                </a:solidFill>
                <a:latin typeface="Times New Roman" panose="02020603050405020304" pitchFamily="18" charset="0"/>
              </a:rPr>
              <a:t>      总是选择最长时间未被使用的那一页淘汰。</a:t>
            </a:r>
          </a:p>
          <a:p>
            <a:pPr lvl="1" eaLnBrk="1" hangingPunct="1">
              <a:lnSpc>
                <a:spcPct val="130000"/>
              </a:lnSpc>
              <a:buFont typeface="Wingdings" panose="05000000000000000000" pitchFamily="2" charset="2"/>
              <a:buNone/>
            </a:pPr>
            <a:r>
              <a:rPr kumimoji="1" lang="en-US" altLang="zh-CN" sz="2400" b="1" dirty="0">
                <a:solidFill>
                  <a:schemeClr val="tx1"/>
                </a:solidFill>
                <a:latin typeface="宋体" panose="02010600030101010101" pitchFamily="2" charset="-122"/>
              </a:rPr>
              <a:t>ⅱ </a:t>
            </a:r>
            <a:r>
              <a:rPr kumimoji="1" lang="zh-CN" altLang="en-US" sz="2400" b="1" dirty="0">
                <a:solidFill>
                  <a:schemeClr val="tx1"/>
                </a:solidFill>
                <a:latin typeface="Times New Roman" panose="02020603050405020304" pitchFamily="18" charset="0"/>
              </a:rPr>
              <a:t>最久未使用淘汰算法的实现</a:t>
            </a:r>
          </a:p>
          <a:p>
            <a:pPr marL="1257300" lvl="4" indent="-22860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用引用位考察页面的使用情况</a:t>
            </a:r>
            <a:r>
              <a:rPr lang="zh-CN" altLang="en-US" sz="2400" dirty="0">
                <a:solidFill>
                  <a:prstClr val="black"/>
                </a:solidFill>
                <a:latin typeface="微软雅黑" panose="020B0503020204020204" pitchFamily="34" charset="-122"/>
                <a:ea typeface="微软雅黑" panose="020B0503020204020204" pitchFamily="34" charset="-122"/>
              </a:rPr>
              <a:t>；</a:t>
            </a:r>
          </a:p>
          <a:p>
            <a:pPr marL="1257300" lvl="4" indent="-22860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当访问页面时，将引用位置</a:t>
            </a:r>
            <a:r>
              <a:rPr lang="en-US" altLang="zh-CN" sz="2400"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1</a:t>
            </a:r>
            <a:r>
              <a:rPr lang="zh-CN" altLang="en-US" sz="2400"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，并记时</a:t>
            </a:r>
            <a:r>
              <a:rPr lang="zh-CN" altLang="en-US" sz="2400" dirty="0">
                <a:solidFill>
                  <a:prstClr val="black"/>
                </a:solidFill>
                <a:latin typeface="微软雅黑" panose="020B0503020204020204" pitchFamily="34" charset="-122"/>
                <a:ea typeface="微软雅黑" panose="020B0503020204020204" pitchFamily="34" charset="-122"/>
              </a:rPr>
              <a:t>；</a:t>
            </a:r>
          </a:p>
          <a:p>
            <a:pPr marL="1257300" lvl="4" indent="-22860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sym typeface="Symbol" panose="05050102010706020507" pitchFamily="18" charset="2"/>
              </a:rPr>
              <a:t>当要淘汰一页时，选择时间最长的一页淘汰</a:t>
            </a:r>
            <a:r>
              <a:rPr lang="zh-CN" altLang="en-US" sz="2400" dirty="0">
                <a:solidFill>
                  <a:prstClr val="black"/>
                </a:solidFill>
                <a:latin typeface="微软雅黑" panose="020B0503020204020204" pitchFamily="34" charset="-122"/>
                <a:ea typeface="微软雅黑" panose="020B0503020204020204" pitchFamily="34" charset="-122"/>
              </a:rPr>
              <a:t>。          </a:t>
            </a:r>
          </a:p>
          <a:p>
            <a:pPr eaLnBrk="1" hangingPunct="1">
              <a:lnSpc>
                <a:spcPct val="130000"/>
              </a:lnSpc>
              <a:buFont typeface="Wingdings" panose="05000000000000000000" pitchFamily="2" charset="2"/>
              <a:buNone/>
            </a:pPr>
            <a:r>
              <a:rPr kumimoji="1" lang="zh-CN" altLang="en-US" sz="2400" b="1" dirty="0">
                <a:solidFill>
                  <a:schemeClr val="tx1"/>
                </a:solidFill>
                <a:latin typeface="Times New Roman" panose="02020603050405020304" pitchFamily="18" charset="0"/>
              </a:rPr>
              <a:t>              要精确实现很困难</a:t>
            </a:r>
          </a:p>
          <a:p>
            <a:pPr marL="1257300" lvl="4" indent="-228600">
              <a:lnSpc>
                <a:spcPct val="150000"/>
              </a:lnSpc>
              <a:spcBef>
                <a:spcPts val="500"/>
              </a:spcBef>
              <a:buClr>
                <a:srgbClr val="FFC000"/>
              </a:buClr>
              <a:buFont typeface="Wingdings" panose="05000000000000000000" pitchFamily="2" charset="2"/>
              <a:buChar char="u"/>
              <a:defRPr/>
            </a:pPr>
            <a:r>
              <a:rPr lang="zh-CN" altLang="en-US" sz="2400" b="1" dirty="0">
                <a:solidFill>
                  <a:prstClr val="black"/>
                </a:solidFill>
                <a:latin typeface="微软雅黑" panose="020B0503020204020204" pitchFamily="34" charset="-122"/>
                <a:ea typeface="微软雅黑" panose="020B0503020204020204" pitchFamily="34" charset="-122"/>
              </a:rPr>
              <a:t>硬件方法：采用计数器</a:t>
            </a:r>
          </a:p>
          <a:p>
            <a:pPr marL="1257300" lvl="4" indent="-228600">
              <a:lnSpc>
                <a:spcPct val="150000"/>
              </a:lnSpc>
              <a:spcBef>
                <a:spcPts val="500"/>
              </a:spcBef>
              <a:buClr>
                <a:srgbClr val="FFC000"/>
              </a:buClr>
              <a:buFont typeface="Wingdings" panose="05000000000000000000" pitchFamily="2" charset="2"/>
              <a:buChar char="u"/>
              <a:defRPr/>
            </a:pPr>
            <a:r>
              <a:rPr lang="zh-CN" altLang="en-US" sz="2400" b="1" dirty="0">
                <a:solidFill>
                  <a:prstClr val="black"/>
                </a:solidFill>
                <a:latin typeface="微软雅黑" panose="020B0503020204020204" pitchFamily="34" charset="-122"/>
                <a:ea typeface="微软雅黑" panose="020B0503020204020204" pitchFamily="34" charset="-122"/>
              </a:rPr>
              <a:t>软件方法：采用页号栈</a:t>
            </a:r>
          </a:p>
        </p:txBody>
      </p:sp>
    </p:spTree>
    <p:extLst>
      <p:ext uri="{BB962C8B-B14F-4D97-AF65-F5344CB8AC3E}">
        <p14:creationId xmlns:p14="http://schemas.microsoft.com/office/powerpoint/2010/main" val="30441902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5">
            <a:extLst>
              <a:ext uri="{FF2B5EF4-FFF2-40B4-BE49-F238E27FC236}">
                <a16:creationId xmlns:a16="http://schemas.microsoft.com/office/drawing/2014/main" id="{5322412F-0695-0E3F-E862-F439F7462632}"/>
              </a:ext>
            </a:extLst>
          </p:cNvPr>
          <p:cNvSpPr>
            <a:spLocks noChangeArrowheads="1"/>
          </p:cNvSpPr>
          <p:nvPr/>
        </p:nvSpPr>
        <p:spPr bwMode="auto">
          <a:xfrm>
            <a:off x="487822" y="830079"/>
            <a:ext cx="7040563" cy="115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30000"/>
              </a:lnSpc>
              <a:buFont typeface="Wingdings" panose="05000000000000000000" pitchFamily="2" charset="2"/>
              <a:buNone/>
            </a:pPr>
            <a:r>
              <a:rPr kumimoji="1" lang="en-US" altLang="zh-CN" sz="2400" b="1" dirty="0">
                <a:solidFill>
                  <a:schemeClr val="tx1"/>
                </a:solidFill>
                <a:latin typeface="宋体" panose="02010600030101010101" pitchFamily="2" charset="-122"/>
              </a:rPr>
              <a:t>ⅲ </a:t>
            </a:r>
            <a:r>
              <a:rPr kumimoji="1" lang="zh-CN" altLang="en-US" sz="2400" b="1" dirty="0">
                <a:solidFill>
                  <a:schemeClr val="tx1"/>
                </a:solidFill>
                <a:latin typeface="Times New Roman" panose="02020603050405020304" pitchFamily="18" charset="0"/>
              </a:rPr>
              <a:t>软件方法：采用页号栈</a:t>
            </a:r>
          </a:p>
          <a:p>
            <a:pPr eaLnBrk="1" hangingPunct="1">
              <a:lnSpc>
                <a:spcPct val="130000"/>
              </a:lnSpc>
              <a:buClrTx/>
              <a:buSzTx/>
              <a:buFontTx/>
              <a:buNone/>
            </a:pPr>
            <a:r>
              <a:rPr kumimoji="1" lang="zh-CN" altLang="en-US" sz="2400" b="0" dirty="0">
                <a:solidFill>
                  <a:schemeClr val="tx1"/>
                </a:solidFill>
                <a:latin typeface="Times New Roman" panose="02020603050405020304" pitchFamily="18" charset="0"/>
              </a:rPr>
              <a:t>              页面访问轨迹：</a:t>
            </a:r>
            <a:r>
              <a:rPr kumimoji="1" lang="en-US" altLang="zh-CN" sz="2400" b="1" dirty="0">
                <a:solidFill>
                  <a:schemeClr val="tx1"/>
                </a:solidFill>
                <a:latin typeface="Times New Roman" panose="02020603050405020304" pitchFamily="18" charset="0"/>
                <a:sym typeface="Symbol" panose="05050102010706020507" pitchFamily="18" charset="2"/>
              </a:rPr>
              <a:t>451 </a:t>
            </a:r>
            <a:r>
              <a:rPr kumimoji="1" lang="en-US" altLang="zh-CN" sz="2400" b="1" dirty="0">
                <a:solidFill>
                  <a:schemeClr val="tx1"/>
                </a:solidFill>
                <a:latin typeface="Times New Roman" panose="02020603050405020304" pitchFamily="18" charset="0"/>
              </a:rPr>
              <a:t>2 </a:t>
            </a:r>
            <a:r>
              <a:rPr kumimoji="1" lang="en-US" altLang="zh-CN" sz="2400" b="1" dirty="0">
                <a:solidFill>
                  <a:schemeClr val="tx1"/>
                </a:solidFill>
                <a:latin typeface="Times New Roman" panose="02020603050405020304" pitchFamily="18" charset="0"/>
                <a:sym typeface="Symbol" panose="05050102010706020507" pitchFamily="18" charset="2"/>
              </a:rPr>
              <a:t></a:t>
            </a:r>
            <a:r>
              <a:rPr kumimoji="1" lang="en-US" altLang="zh-CN" sz="2400" b="1" dirty="0">
                <a:solidFill>
                  <a:schemeClr val="tx1"/>
                </a:solidFill>
                <a:latin typeface="Times New Roman" panose="02020603050405020304" pitchFamily="18" charset="0"/>
              </a:rPr>
              <a:t>5 </a:t>
            </a:r>
            <a:r>
              <a:rPr kumimoji="1" lang="en-US" altLang="zh-CN" sz="2400" b="1" dirty="0">
                <a:solidFill>
                  <a:schemeClr val="tx1"/>
                </a:solidFill>
                <a:latin typeface="Times New Roman" panose="02020603050405020304" pitchFamily="18" charset="0"/>
                <a:sym typeface="Symbol" panose="05050102010706020507" pitchFamily="18" charset="2"/>
              </a:rPr>
              <a:t></a:t>
            </a:r>
            <a:r>
              <a:rPr kumimoji="1" lang="en-US" altLang="zh-CN" sz="2400" b="1" dirty="0">
                <a:solidFill>
                  <a:schemeClr val="tx1"/>
                </a:solidFill>
                <a:latin typeface="Times New Roman" panose="02020603050405020304" pitchFamily="18" charset="0"/>
              </a:rPr>
              <a:t>6</a:t>
            </a:r>
          </a:p>
        </p:txBody>
      </p:sp>
      <p:grpSp>
        <p:nvGrpSpPr>
          <p:cNvPr id="4" name="Group 67">
            <a:extLst>
              <a:ext uri="{FF2B5EF4-FFF2-40B4-BE49-F238E27FC236}">
                <a16:creationId xmlns:a16="http://schemas.microsoft.com/office/drawing/2014/main" id="{FDA15EE4-3524-D3FD-6862-CFAAD2209D71}"/>
              </a:ext>
            </a:extLst>
          </p:cNvPr>
          <p:cNvGrpSpPr>
            <a:grpSpLocks/>
          </p:cNvGrpSpPr>
          <p:nvPr/>
        </p:nvGrpSpPr>
        <p:grpSpPr bwMode="auto">
          <a:xfrm>
            <a:off x="3138813" y="2496330"/>
            <a:ext cx="865187" cy="1449388"/>
            <a:chOff x="923" y="1322"/>
            <a:chExt cx="545" cy="913"/>
          </a:xfrm>
        </p:grpSpPr>
        <p:grpSp>
          <p:nvGrpSpPr>
            <p:cNvPr id="5" name="Group 64">
              <a:extLst>
                <a:ext uri="{FF2B5EF4-FFF2-40B4-BE49-F238E27FC236}">
                  <a16:creationId xmlns:a16="http://schemas.microsoft.com/office/drawing/2014/main" id="{CF1AF198-BFB6-5A81-48EE-25BAB7DEB1BF}"/>
                </a:ext>
              </a:extLst>
            </p:cNvPr>
            <p:cNvGrpSpPr>
              <a:grpSpLocks/>
            </p:cNvGrpSpPr>
            <p:nvPr/>
          </p:nvGrpSpPr>
          <p:grpSpPr bwMode="auto">
            <a:xfrm>
              <a:off x="923" y="1328"/>
              <a:ext cx="545" cy="907"/>
              <a:chOff x="923" y="1328"/>
              <a:chExt cx="545" cy="907"/>
            </a:xfrm>
          </p:grpSpPr>
          <p:sp>
            <p:nvSpPr>
              <p:cNvPr id="10" name="Text Box 8">
                <a:extLst>
                  <a:ext uri="{FF2B5EF4-FFF2-40B4-BE49-F238E27FC236}">
                    <a16:creationId xmlns:a16="http://schemas.microsoft.com/office/drawing/2014/main" id="{C0911F50-EC47-C933-31D3-242A605ED36E}"/>
                  </a:ext>
                </a:extLst>
              </p:cNvPr>
              <p:cNvSpPr txBox="1">
                <a:spLocks noChangeArrowheads="1"/>
              </p:cNvSpPr>
              <p:nvPr/>
            </p:nvSpPr>
            <p:spPr bwMode="auto">
              <a:xfrm>
                <a:off x="925" y="1328"/>
                <a:ext cx="540" cy="90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endParaRPr kumimoji="1" lang="en-US" altLang="zh-CN" sz="1600" b="1">
                  <a:solidFill>
                    <a:schemeClr val="tx1"/>
                  </a:solidFill>
                  <a:latin typeface="Times New Roman" panose="02020603050405020304" pitchFamily="18" charset="0"/>
                </a:endParaRPr>
              </a:p>
              <a:p>
                <a:pPr eaLnBrk="1" hangingPunct="1">
                  <a:lnSpc>
                    <a:spcPct val="100000"/>
                  </a:lnSpc>
                  <a:spcBef>
                    <a:spcPct val="50000"/>
                  </a:spcBef>
                  <a:buClrTx/>
                  <a:buSzTx/>
                  <a:buFontTx/>
                  <a:buNone/>
                </a:pPr>
                <a:endParaRPr kumimoji="1" lang="en-US" altLang="zh-CN" sz="1600" b="1">
                  <a:solidFill>
                    <a:schemeClr val="tx1"/>
                  </a:solidFill>
                  <a:latin typeface="Times New Roman" panose="02020603050405020304" pitchFamily="18" charset="0"/>
                </a:endParaRPr>
              </a:p>
              <a:p>
                <a:pPr eaLnBrk="1" hangingPunct="1">
                  <a:lnSpc>
                    <a:spcPct val="100000"/>
                  </a:lnSpc>
                  <a:spcBef>
                    <a:spcPct val="50000"/>
                  </a:spcBef>
                  <a:buClrTx/>
                  <a:buSzTx/>
                  <a:buFontTx/>
                  <a:buNone/>
                </a:pPr>
                <a:endParaRPr kumimoji="1" lang="en-US" altLang="zh-CN" sz="1600" b="1">
                  <a:solidFill>
                    <a:schemeClr val="tx1"/>
                  </a:solidFill>
                  <a:latin typeface="Times New Roman" panose="02020603050405020304" pitchFamily="18" charset="0"/>
                </a:endParaRPr>
              </a:p>
            </p:txBody>
          </p:sp>
          <p:sp>
            <p:nvSpPr>
              <p:cNvPr id="11" name="Line 9">
                <a:extLst>
                  <a:ext uri="{FF2B5EF4-FFF2-40B4-BE49-F238E27FC236}">
                    <a16:creationId xmlns:a16="http://schemas.microsoft.com/office/drawing/2014/main" id="{789AF064-47A0-6795-58C0-D0D93E584164}"/>
                  </a:ext>
                </a:extLst>
              </p:cNvPr>
              <p:cNvSpPr>
                <a:spLocks noChangeShapeType="1"/>
              </p:cNvSpPr>
              <p:nvPr/>
            </p:nvSpPr>
            <p:spPr bwMode="auto">
              <a:xfrm>
                <a:off x="925" y="1534"/>
                <a:ext cx="54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2" name="Line 10">
                <a:extLst>
                  <a:ext uri="{FF2B5EF4-FFF2-40B4-BE49-F238E27FC236}">
                    <a16:creationId xmlns:a16="http://schemas.microsoft.com/office/drawing/2014/main" id="{2927F3D2-9EF8-19B9-1567-B04D250CC4B9}"/>
                  </a:ext>
                </a:extLst>
              </p:cNvPr>
              <p:cNvSpPr>
                <a:spLocks noChangeShapeType="1"/>
              </p:cNvSpPr>
              <p:nvPr/>
            </p:nvSpPr>
            <p:spPr bwMode="auto">
              <a:xfrm>
                <a:off x="929" y="1756"/>
                <a:ext cx="539"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3" name="Line 11">
                <a:extLst>
                  <a:ext uri="{FF2B5EF4-FFF2-40B4-BE49-F238E27FC236}">
                    <a16:creationId xmlns:a16="http://schemas.microsoft.com/office/drawing/2014/main" id="{32E60B2E-2419-D7F0-8A66-7E923CF482F4}"/>
                  </a:ext>
                </a:extLst>
              </p:cNvPr>
              <p:cNvSpPr>
                <a:spLocks noChangeShapeType="1"/>
              </p:cNvSpPr>
              <p:nvPr/>
            </p:nvSpPr>
            <p:spPr bwMode="auto">
              <a:xfrm>
                <a:off x="923" y="2000"/>
                <a:ext cx="539"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6" name="Text Box 12">
              <a:extLst>
                <a:ext uri="{FF2B5EF4-FFF2-40B4-BE49-F238E27FC236}">
                  <a16:creationId xmlns:a16="http://schemas.microsoft.com/office/drawing/2014/main" id="{A697B95C-B499-D3F7-6B98-DCB096AE5C15}"/>
                </a:ext>
              </a:extLst>
            </p:cNvPr>
            <p:cNvSpPr txBox="1">
              <a:spLocks noChangeArrowheads="1"/>
            </p:cNvSpPr>
            <p:nvPr/>
          </p:nvSpPr>
          <p:spPr bwMode="auto">
            <a:xfrm>
              <a:off x="1096" y="2005"/>
              <a:ext cx="23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4</a:t>
              </a:r>
            </a:p>
          </p:txBody>
        </p:sp>
        <p:sp>
          <p:nvSpPr>
            <p:cNvPr id="7" name="Text Box 13">
              <a:extLst>
                <a:ext uri="{FF2B5EF4-FFF2-40B4-BE49-F238E27FC236}">
                  <a16:creationId xmlns:a16="http://schemas.microsoft.com/office/drawing/2014/main" id="{4768D5C7-275C-4480-87B1-11DC4739EC2A}"/>
                </a:ext>
              </a:extLst>
            </p:cNvPr>
            <p:cNvSpPr txBox="1">
              <a:spLocks noChangeArrowheads="1"/>
            </p:cNvSpPr>
            <p:nvPr/>
          </p:nvSpPr>
          <p:spPr bwMode="auto">
            <a:xfrm>
              <a:off x="1100" y="1769"/>
              <a:ext cx="23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5</a:t>
              </a:r>
            </a:p>
          </p:txBody>
        </p:sp>
        <p:sp>
          <p:nvSpPr>
            <p:cNvPr id="8" name="Text Box 14">
              <a:extLst>
                <a:ext uri="{FF2B5EF4-FFF2-40B4-BE49-F238E27FC236}">
                  <a16:creationId xmlns:a16="http://schemas.microsoft.com/office/drawing/2014/main" id="{43D6FB13-4B36-E648-CC1B-38010EECFC28}"/>
                </a:ext>
              </a:extLst>
            </p:cNvPr>
            <p:cNvSpPr txBox="1">
              <a:spLocks noChangeArrowheads="1"/>
            </p:cNvSpPr>
            <p:nvPr/>
          </p:nvSpPr>
          <p:spPr bwMode="auto">
            <a:xfrm>
              <a:off x="1099" y="1540"/>
              <a:ext cx="23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a:t>
              </a:r>
            </a:p>
          </p:txBody>
        </p:sp>
        <p:sp>
          <p:nvSpPr>
            <p:cNvPr id="9" name="Text Box 15">
              <a:extLst>
                <a:ext uri="{FF2B5EF4-FFF2-40B4-BE49-F238E27FC236}">
                  <a16:creationId xmlns:a16="http://schemas.microsoft.com/office/drawing/2014/main" id="{10EBFD5D-9CC9-90CC-D237-8F0488DF9F73}"/>
                </a:ext>
              </a:extLst>
            </p:cNvPr>
            <p:cNvSpPr txBox="1">
              <a:spLocks noChangeArrowheads="1"/>
            </p:cNvSpPr>
            <p:nvPr/>
          </p:nvSpPr>
          <p:spPr bwMode="auto">
            <a:xfrm>
              <a:off x="1101" y="1322"/>
              <a:ext cx="23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a:t>
              </a:r>
            </a:p>
          </p:txBody>
        </p:sp>
      </p:grpSp>
      <p:grpSp>
        <p:nvGrpSpPr>
          <p:cNvPr id="14" name="Group 66">
            <a:extLst>
              <a:ext uri="{FF2B5EF4-FFF2-40B4-BE49-F238E27FC236}">
                <a16:creationId xmlns:a16="http://schemas.microsoft.com/office/drawing/2014/main" id="{AD26CB76-FC6D-7E09-3FD2-8C8EF86D35F2}"/>
              </a:ext>
            </a:extLst>
          </p:cNvPr>
          <p:cNvGrpSpPr>
            <a:grpSpLocks/>
          </p:cNvGrpSpPr>
          <p:nvPr/>
        </p:nvGrpSpPr>
        <p:grpSpPr bwMode="auto">
          <a:xfrm>
            <a:off x="4059563" y="2632855"/>
            <a:ext cx="1135062" cy="404813"/>
            <a:chOff x="1503" y="1444"/>
            <a:chExt cx="715" cy="255"/>
          </a:xfrm>
        </p:grpSpPr>
        <p:sp>
          <p:nvSpPr>
            <p:cNvPr id="15" name="Text Box 17">
              <a:extLst>
                <a:ext uri="{FF2B5EF4-FFF2-40B4-BE49-F238E27FC236}">
                  <a16:creationId xmlns:a16="http://schemas.microsoft.com/office/drawing/2014/main" id="{94BFD40F-EA0E-7FF2-522B-14937B24F38D}"/>
                </a:ext>
              </a:extLst>
            </p:cNvPr>
            <p:cNvSpPr txBox="1">
              <a:spLocks noChangeArrowheads="1"/>
            </p:cNvSpPr>
            <p:nvPr/>
          </p:nvSpPr>
          <p:spPr bwMode="auto">
            <a:xfrm>
              <a:off x="1503" y="1444"/>
              <a:ext cx="715" cy="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80000"/>
                </a:lnSpc>
                <a:spcBef>
                  <a:spcPct val="0"/>
                </a:spcBef>
                <a:buClrTx/>
                <a:buSzTx/>
                <a:buFontTx/>
                <a:buNone/>
              </a:pPr>
              <a:r>
                <a:rPr kumimoji="1" lang="zh-CN" altLang="en-US" sz="1600" b="1">
                  <a:solidFill>
                    <a:schemeClr val="tx1"/>
                  </a:solidFill>
                  <a:latin typeface="Times New Roman" panose="02020603050405020304" pitchFamily="18" charset="0"/>
                </a:rPr>
                <a:t>访问第</a:t>
              </a:r>
              <a:r>
                <a:rPr kumimoji="1" lang="en-US" altLang="zh-CN" sz="1600" b="1">
                  <a:solidFill>
                    <a:schemeClr val="tx1"/>
                  </a:solidFill>
                  <a:latin typeface="Times New Roman" panose="02020603050405020304" pitchFamily="18" charset="0"/>
                </a:rPr>
                <a:t>5</a:t>
              </a:r>
              <a:r>
                <a:rPr kumimoji="1" lang="zh-CN" altLang="en-US" sz="1600" b="1">
                  <a:solidFill>
                    <a:schemeClr val="tx1"/>
                  </a:solidFill>
                  <a:latin typeface="Times New Roman" panose="02020603050405020304" pitchFamily="18" charset="0"/>
                </a:rPr>
                <a:t>页    </a:t>
              </a:r>
              <a:endParaRPr kumimoji="1" lang="zh-CN" altLang="en-US" sz="1600" b="1">
                <a:solidFill>
                  <a:schemeClr val="tx1"/>
                </a:solidFill>
                <a:latin typeface="Times New Roman" panose="02020603050405020304" pitchFamily="18" charset="0"/>
                <a:sym typeface="Symbol" panose="05050102010706020507" pitchFamily="18" charset="2"/>
              </a:endParaRPr>
            </a:p>
          </p:txBody>
        </p:sp>
        <p:sp>
          <p:nvSpPr>
            <p:cNvPr id="16" name="Line 18">
              <a:extLst>
                <a:ext uri="{FF2B5EF4-FFF2-40B4-BE49-F238E27FC236}">
                  <a16:creationId xmlns:a16="http://schemas.microsoft.com/office/drawing/2014/main" id="{167B12D7-2F08-108B-C721-87CD7B08E82F}"/>
                </a:ext>
              </a:extLst>
            </p:cNvPr>
            <p:cNvSpPr>
              <a:spLocks noChangeShapeType="1"/>
            </p:cNvSpPr>
            <p:nvPr/>
          </p:nvSpPr>
          <p:spPr bwMode="auto">
            <a:xfrm>
              <a:off x="1526" y="1699"/>
              <a:ext cx="615"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grpSp>
        <p:nvGrpSpPr>
          <p:cNvPr id="17" name="Group 70">
            <a:extLst>
              <a:ext uri="{FF2B5EF4-FFF2-40B4-BE49-F238E27FC236}">
                <a16:creationId xmlns:a16="http://schemas.microsoft.com/office/drawing/2014/main" id="{3A555480-88E7-A17E-9D38-392585FC9C90}"/>
              </a:ext>
            </a:extLst>
          </p:cNvPr>
          <p:cNvGrpSpPr>
            <a:grpSpLocks/>
          </p:cNvGrpSpPr>
          <p:nvPr/>
        </p:nvGrpSpPr>
        <p:grpSpPr bwMode="auto">
          <a:xfrm>
            <a:off x="6228088" y="2643968"/>
            <a:ext cx="1222375" cy="404812"/>
            <a:chOff x="2869" y="1415"/>
            <a:chExt cx="770" cy="255"/>
          </a:xfrm>
        </p:grpSpPr>
        <p:sp>
          <p:nvSpPr>
            <p:cNvPr id="18" name="Text Box 29">
              <a:extLst>
                <a:ext uri="{FF2B5EF4-FFF2-40B4-BE49-F238E27FC236}">
                  <a16:creationId xmlns:a16="http://schemas.microsoft.com/office/drawing/2014/main" id="{FA36CB83-F4E7-4F80-71CA-5407958DEA2C}"/>
                </a:ext>
              </a:extLst>
            </p:cNvPr>
            <p:cNvSpPr txBox="1">
              <a:spLocks noChangeArrowheads="1"/>
            </p:cNvSpPr>
            <p:nvPr/>
          </p:nvSpPr>
          <p:spPr bwMode="auto">
            <a:xfrm>
              <a:off x="2869" y="1415"/>
              <a:ext cx="770" cy="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80000"/>
                </a:lnSpc>
                <a:spcBef>
                  <a:spcPct val="0"/>
                </a:spcBef>
                <a:buClrTx/>
                <a:buSzTx/>
                <a:buFontTx/>
                <a:buNone/>
              </a:pPr>
              <a:r>
                <a:rPr kumimoji="1" lang="zh-CN" altLang="en-US" sz="1600" b="1">
                  <a:solidFill>
                    <a:schemeClr val="tx1"/>
                  </a:solidFill>
                  <a:latin typeface="Times New Roman" panose="02020603050405020304" pitchFamily="18" charset="0"/>
                </a:rPr>
                <a:t>访问第</a:t>
              </a:r>
              <a:r>
                <a:rPr kumimoji="1" lang="en-US" altLang="zh-CN" sz="1600" b="1">
                  <a:solidFill>
                    <a:schemeClr val="tx1"/>
                  </a:solidFill>
                  <a:latin typeface="Times New Roman" panose="02020603050405020304" pitchFamily="18" charset="0"/>
                </a:rPr>
                <a:t>6</a:t>
              </a:r>
              <a:r>
                <a:rPr kumimoji="1" lang="zh-CN" altLang="en-US" sz="1600" b="1">
                  <a:solidFill>
                    <a:schemeClr val="tx1"/>
                  </a:solidFill>
                  <a:latin typeface="Times New Roman" panose="02020603050405020304" pitchFamily="18" charset="0"/>
                </a:rPr>
                <a:t>页    </a:t>
              </a:r>
              <a:endParaRPr kumimoji="1" lang="zh-CN" altLang="en-US" sz="1600" b="1">
                <a:solidFill>
                  <a:schemeClr val="tx1"/>
                </a:solidFill>
                <a:latin typeface="Times New Roman" panose="02020603050405020304" pitchFamily="18" charset="0"/>
                <a:sym typeface="Symbol" panose="05050102010706020507" pitchFamily="18" charset="2"/>
              </a:endParaRPr>
            </a:p>
          </p:txBody>
        </p:sp>
        <p:sp>
          <p:nvSpPr>
            <p:cNvPr id="19" name="Line 30">
              <a:extLst>
                <a:ext uri="{FF2B5EF4-FFF2-40B4-BE49-F238E27FC236}">
                  <a16:creationId xmlns:a16="http://schemas.microsoft.com/office/drawing/2014/main" id="{EBC6A1FA-D9DB-3716-AE9E-3EA19A93103E}"/>
                </a:ext>
              </a:extLst>
            </p:cNvPr>
            <p:cNvSpPr>
              <a:spLocks noChangeShapeType="1"/>
            </p:cNvSpPr>
            <p:nvPr/>
          </p:nvSpPr>
          <p:spPr bwMode="auto">
            <a:xfrm>
              <a:off x="2910" y="1670"/>
              <a:ext cx="616"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grpSp>
        <p:nvGrpSpPr>
          <p:cNvPr id="20" name="Group 71">
            <a:extLst>
              <a:ext uri="{FF2B5EF4-FFF2-40B4-BE49-F238E27FC236}">
                <a16:creationId xmlns:a16="http://schemas.microsoft.com/office/drawing/2014/main" id="{EBA0CBCC-DB25-B0FD-8857-8DFBF9D674F3}"/>
              </a:ext>
            </a:extLst>
          </p:cNvPr>
          <p:cNvGrpSpPr>
            <a:grpSpLocks/>
          </p:cNvGrpSpPr>
          <p:nvPr/>
        </p:nvGrpSpPr>
        <p:grpSpPr bwMode="auto">
          <a:xfrm>
            <a:off x="5934400" y="3775855"/>
            <a:ext cx="1600200" cy="682625"/>
            <a:chOff x="2684" y="2128"/>
            <a:chExt cx="1008" cy="430"/>
          </a:xfrm>
        </p:grpSpPr>
        <p:sp>
          <p:nvSpPr>
            <p:cNvPr id="21" name="Line 41">
              <a:extLst>
                <a:ext uri="{FF2B5EF4-FFF2-40B4-BE49-F238E27FC236}">
                  <a16:creationId xmlns:a16="http://schemas.microsoft.com/office/drawing/2014/main" id="{2E38F5C6-B563-0A0C-F90B-D05B05F63C33}"/>
                </a:ext>
              </a:extLst>
            </p:cNvPr>
            <p:cNvSpPr>
              <a:spLocks noChangeShapeType="1"/>
            </p:cNvSpPr>
            <p:nvPr/>
          </p:nvSpPr>
          <p:spPr bwMode="auto">
            <a:xfrm>
              <a:off x="2684" y="2128"/>
              <a:ext cx="428" cy="248"/>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2" name="Text Box 42">
              <a:extLst>
                <a:ext uri="{FF2B5EF4-FFF2-40B4-BE49-F238E27FC236}">
                  <a16:creationId xmlns:a16="http://schemas.microsoft.com/office/drawing/2014/main" id="{47912AC0-92C2-ED13-898C-ACA4AAD83732}"/>
                </a:ext>
              </a:extLst>
            </p:cNvPr>
            <p:cNvSpPr txBox="1">
              <a:spLocks noChangeArrowheads="1"/>
            </p:cNvSpPr>
            <p:nvPr/>
          </p:nvSpPr>
          <p:spPr bwMode="auto">
            <a:xfrm>
              <a:off x="2923" y="2377"/>
              <a:ext cx="769" cy="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80000"/>
                </a:lnSpc>
                <a:spcBef>
                  <a:spcPct val="0"/>
                </a:spcBef>
                <a:buClrTx/>
                <a:buSzTx/>
                <a:buFontTx/>
                <a:buNone/>
              </a:pPr>
              <a:r>
                <a:rPr kumimoji="1" lang="zh-CN" altLang="en-US" sz="1600" b="1">
                  <a:solidFill>
                    <a:schemeClr val="tx1"/>
                  </a:solidFill>
                  <a:latin typeface="Times New Roman" panose="02020603050405020304" pitchFamily="18" charset="0"/>
                </a:rPr>
                <a:t>淘汰第</a:t>
              </a:r>
              <a:r>
                <a:rPr kumimoji="1" lang="en-US" altLang="zh-CN" sz="1600" b="1">
                  <a:solidFill>
                    <a:schemeClr val="tx1"/>
                  </a:solidFill>
                  <a:latin typeface="Times New Roman" panose="02020603050405020304" pitchFamily="18" charset="0"/>
                </a:rPr>
                <a:t>4</a:t>
              </a:r>
              <a:r>
                <a:rPr kumimoji="1" lang="zh-CN" altLang="en-US" sz="1600" b="1">
                  <a:solidFill>
                    <a:schemeClr val="tx1"/>
                  </a:solidFill>
                  <a:latin typeface="Times New Roman" panose="02020603050405020304" pitchFamily="18" charset="0"/>
                </a:rPr>
                <a:t>页    </a:t>
              </a:r>
              <a:endParaRPr kumimoji="1" lang="zh-CN" altLang="en-US" sz="1600" b="1">
                <a:solidFill>
                  <a:schemeClr val="tx1"/>
                </a:solidFill>
                <a:latin typeface="Times New Roman" panose="02020603050405020304" pitchFamily="18" charset="0"/>
                <a:sym typeface="Symbol" panose="05050102010706020507" pitchFamily="18" charset="2"/>
              </a:endParaRPr>
            </a:p>
          </p:txBody>
        </p:sp>
      </p:grpSp>
      <p:grpSp>
        <p:nvGrpSpPr>
          <p:cNvPr id="23" name="Group 68">
            <a:extLst>
              <a:ext uri="{FF2B5EF4-FFF2-40B4-BE49-F238E27FC236}">
                <a16:creationId xmlns:a16="http://schemas.microsoft.com/office/drawing/2014/main" id="{552B2B63-E2AD-64C7-8D6F-5F3D6F345DE4}"/>
              </a:ext>
            </a:extLst>
          </p:cNvPr>
          <p:cNvGrpSpPr>
            <a:grpSpLocks/>
          </p:cNvGrpSpPr>
          <p:nvPr/>
        </p:nvGrpSpPr>
        <p:grpSpPr bwMode="auto">
          <a:xfrm>
            <a:off x="5169225" y="2469343"/>
            <a:ext cx="865188" cy="1477962"/>
            <a:chOff x="2202" y="1305"/>
            <a:chExt cx="545" cy="931"/>
          </a:xfrm>
        </p:grpSpPr>
        <p:sp>
          <p:nvSpPr>
            <p:cNvPr id="24" name="Text Box 45">
              <a:extLst>
                <a:ext uri="{FF2B5EF4-FFF2-40B4-BE49-F238E27FC236}">
                  <a16:creationId xmlns:a16="http://schemas.microsoft.com/office/drawing/2014/main" id="{4CAA87A1-D610-2B9C-4FCE-730B9F05F9F1}"/>
                </a:ext>
              </a:extLst>
            </p:cNvPr>
            <p:cNvSpPr txBox="1">
              <a:spLocks noChangeArrowheads="1"/>
            </p:cNvSpPr>
            <p:nvPr/>
          </p:nvSpPr>
          <p:spPr bwMode="auto">
            <a:xfrm>
              <a:off x="2204" y="1329"/>
              <a:ext cx="540" cy="90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endParaRPr kumimoji="1" lang="en-US" altLang="zh-CN" sz="1600" b="1">
                <a:solidFill>
                  <a:schemeClr val="tx1"/>
                </a:solidFill>
                <a:latin typeface="Times New Roman" panose="02020603050405020304" pitchFamily="18" charset="0"/>
              </a:endParaRPr>
            </a:p>
            <a:p>
              <a:pPr eaLnBrk="1" hangingPunct="1">
                <a:lnSpc>
                  <a:spcPct val="100000"/>
                </a:lnSpc>
                <a:spcBef>
                  <a:spcPct val="50000"/>
                </a:spcBef>
                <a:buClrTx/>
                <a:buSzTx/>
                <a:buFontTx/>
                <a:buNone/>
              </a:pPr>
              <a:endParaRPr kumimoji="1" lang="en-US" altLang="zh-CN" sz="1600" b="1">
                <a:solidFill>
                  <a:schemeClr val="tx1"/>
                </a:solidFill>
                <a:latin typeface="Times New Roman" panose="02020603050405020304" pitchFamily="18" charset="0"/>
              </a:endParaRPr>
            </a:p>
            <a:p>
              <a:pPr eaLnBrk="1" hangingPunct="1">
                <a:lnSpc>
                  <a:spcPct val="100000"/>
                </a:lnSpc>
                <a:spcBef>
                  <a:spcPct val="50000"/>
                </a:spcBef>
                <a:buClrTx/>
                <a:buSzTx/>
                <a:buFontTx/>
                <a:buNone/>
              </a:pPr>
              <a:endParaRPr kumimoji="1" lang="en-US" altLang="zh-CN" sz="1600" b="1">
                <a:solidFill>
                  <a:schemeClr val="tx1"/>
                </a:solidFill>
                <a:latin typeface="Times New Roman" panose="02020603050405020304" pitchFamily="18" charset="0"/>
              </a:endParaRPr>
            </a:p>
          </p:txBody>
        </p:sp>
        <p:sp>
          <p:nvSpPr>
            <p:cNvPr id="25" name="Line 46">
              <a:extLst>
                <a:ext uri="{FF2B5EF4-FFF2-40B4-BE49-F238E27FC236}">
                  <a16:creationId xmlns:a16="http://schemas.microsoft.com/office/drawing/2014/main" id="{A3CE13A0-902C-5AC0-7BFA-75AEAC10660D}"/>
                </a:ext>
              </a:extLst>
            </p:cNvPr>
            <p:cNvSpPr>
              <a:spLocks noChangeShapeType="1"/>
            </p:cNvSpPr>
            <p:nvPr/>
          </p:nvSpPr>
          <p:spPr bwMode="auto">
            <a:xfrm>
              <a:off x="2204" y="1535"/>
              <a:ext cx="54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6" name="Line 47">
              <a:extLst>
                <a:ext uri="{FF2B5EF4-FFF2-40B4-BE49-F238E27FC236}">
                  <a16:creationId xmlns:a16="http://schemas.microsoft.com/office/drawing/2014/main" id="{971B4633-FAA9-1F74-A129-29350B8C57D1}"/>
                </a:ext>
              </a:extLst>
            </p:cNvPr>
            <p:cNvSpPr>
              <a:spLocks noChangeShapeType="1"/>
            </p:cNvSpPr>
            <p:nvPr/>
          </p:nvSpPr>
          <p:spPr bwMode="auto">
            <a:xfrm>
              <a:off x="2208" y="1757"/>
              <a:ext cx="539"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7" name="Line 48">
              <a:extLst>
                <a:ext uri="{FF2B5EF4-FFF2-40B4-BE49-F238E27FC236}">
                  <a16:creationId xmlns:a16="http://schemas.microsoft.com/office/drawing/2014/main" id="{4919FB77-D7F9-8415-318E-2D560E5F3919}"/>
                </a:ext>
              </a:extLst>
            </p:cNvPr>
            <p:cNvSpPr>
              <a:spLocks noChangeShapeType="1"/>
            </p:cNvSpPr>
            <p:nvPr/>
          </p:nvSpPr>
          <p:spPr bwMode="auto">
            <a:xfrm>
              <a:off x="2202" y="2001"/>
              <a:ext cx="539"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8" name="Text Box 49">
              <a:extLst>
                <a:ext uri="{FF2B5EF4-FFF2-40B4-BE49-F238E27FC236}">
                  <a16:creationId xmlns:a16="http://schemas.microsoft.com/office/drawing/2014/main" id="{08B45F32-5782-D6B4-3D1F-B44E1431C3D6}"/>
                </a:ext>
              </a:extLst>
            </p:cNvPr>
            <p:cNvSpPr txBox="1">
              <a:spLocks noChangeArrowheads="1"/>
            </p:cNvSpPr>
            <p:nvPr/>
          </p:nvSpPr>
          <p:spPr bwMode="auto">
            <a:xfrm>
              <a:off x="2377" y="2015"/>
              <a:ext cx="23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dirty="0">
                  <a:solidFill>
                    <a:schemeClr val="tx1"/>
                  </a:solidFill>
                  <a:latin typeface="Times New Roman" panose="02020603050405020304" pitchFamily="18" charset="0"/>
                </a:rPr>
                <a:t>4</a:t>
              </a:r>
            </a:p>
          </p:txBody>
        </p:sp>
        <p:sp>
          <p:nvSpPr>
            <p:cNvPr id="29" name="Text Box 50">
              <a:extLst>
                <a:ext uri="{FF2B5EF4-FFF2-40B4-BE49-F238E27FC236}">
                  <a16:creationId xmlns:a16="http://schemas.microsoft.com/office/drawing/2014/main" id="{6E7CDC15-9552-9635-0352-6A8A0EC294C9}"/>
                </a:ext>
              </a:extLst>
            </p:cNvPr>
            <p:cNvSpPr txBox="1">
              <a:spLocks noChangeArrowheads="1"/>
            </p:cNvSpPr>
            <p:nvPr/>
          </p:nvSpPr>
          <p:spPr bwMode="auto">
            <a:xfrm>
              <a:off x="2371" y="1752"/>
              <a:ext cx="23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a:t>
              </a:r>
            </a:p>
          </p:txBody>
        </p:sp>
        <p:sp>
          <p:nvSpPr>
            <p:cNvPr id="30" name="Text Box 51">
              <a:extLst>
                <a:ext uri="{FF2B5EF4-FFF2-40B4-BE49-F238E27FC236}">
                  <a16:creationId xmlns:a16="http://schemas.microsoft.com/office/drawing/2014/main" id="{AC29C234-28FC-9B31-86DA-52A3A63905D9}"/>
                </a:ext>
              </a:extLst>
            </p:cNvPr>
            <p:cNvSpPr txBox="1">
              <a:spLocks noChangeArrowheads="1"/>
            </p:cNvSpPr>
            <p:nvPr/>
          </p:nvSpPr>
          <p:spPr bwMode="auto">
            <a:xfrm>
              <a:off x="2368" y="1523"/>
              <a:ext cx="23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a:t>
              </a:r>
            </a:p>
          </p:txBody>
        </p:sp>
        <p:sp>
          <p:nvSpPr>
            <p:cNvPr id="31" name="Text Box 52">
              <a:extLst>
                <a:ext uri="{FF2B5EF4-FFF2-40B4-BE49-F238E27FC236}">
                  <a16:creationId xmlns:a16="http://schemas.microsoft.com/office/drawing/2014/main" id="{A8FB3269-DB6F-16DA-0654-ADB15642CC89}"/>
                </a:ext>
              </a:extLst>
            </p:cNvPr>
            <p:cNvSpPr txBox="1">
              <a:spLocks noChangeArrowheads="1"/>
            </p:cNvSpPr>
            <p:nvPr/>
          </p:nvSpPr>
          <p:spPr bwMode="auto">
            <a:xfrm>
              <a:off x="2362" y="1305"/>
              <a:ext cx="23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5</a:t>
              </a:r>
            </a:p>
          </p:txBody>
        </p:sp>
      </p:grpSp>
      <p:grpSp>
        <p:nvGrpSpPr>
          <p:cNvPr id="32" name="Group 72">
            <a:extLst>
              <a:ext uri="{FF2B5EF4-FFF2-40B4-BE49-F238E27FC236}">
                <a16:creationId xmlns:a16="http://schemas.microsoft.com/office/drawing/2014/main" id="{547B039B-8D7D-0EDF-B8F9-F77460C80809}"/>
              </a:ext>
            </a:extLst>
          </p:cNvPr>
          <p:cNvGrpSpPr>
            <a:grpSpLocks/>
          </p:cNvGrpSpPr>
          <p:nvPr/>
        </p:nvGrpSpPr>
        <p:grpSpPr bwMode="auto">
          <a:xfrm>
            <a:off x="7528250" y="2428068"/>
            <a:ext cx="865188" cy="1477962"/>
            <a:chOff x="3688" y="1306"/>
            <a:chExt cx="545" cy="931"/>
          </a:xfrm>
        </p:grpSpPr>
        <p:sp>
          <p:nvSpPr>
            <p:cNvPr id="33" name="Text Box 54">
              <a:extLst>
                <a:ext uri="{FF2B5EF4-FFF2-40B4-BE49-F238E27FC236}">
                  <a16:creationId xmlns:a16="http://schemas.microsoft.com/office/drawing/2014/main" id="{AACDA064-AD9B-9745-D592-D48BA40E53A0}"/>
                </a:ext>
              </a:extLst>
            </p:cNvPr>
            <p:cNvSpPr txBox="1">
              <a:spLocks noChangeArrowheads="1"/>
            </p:cNvSpPr>
            <p:nvPr/>
          </p:nvSpPr>
          <p:spPr bwMode="auto">
            <a:xfrm>
              <a:off x="3690" y="1330"/>
              <a:ext cx="540" cy="90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endParaRPr kumimoji="1" lang="en-US" altLang="zh-CN" sz="1600" b="1">
                <a:solidFill>
                  <a:schemeClr val="tx1"/>
                </a:solidFill>
                <a:latin typeface="Times New Roman" panose="02020603050405020304" pitchFamily="18" charset="0"/>
              </a:endParaRPr>
            </a:p>
            <a:p>
              <a:pPr eaLnBrk="1" hangingPunct="1">
                <a:lnSpc>
                  <a:spcPct val="100000"/>
                </a:lnSpc>
                <a:spcBef>
                  <a:spcPct val="50000"/>
                </a:spcBef>
                <a:buClrTx/>
                <a:buSzTx/>
                <a:buFontTx/>
                <a:buNone/>
              </a:pPr>
              <a:endParaRPr kumimoji="1" lang="en-US" altLang="zh-CN" sz="1600" b="1">
                <a:solidFill>
                  <a:schemeClr val="tx1"/>
                </a:solidFill>
                <a:latin typeface="Times New Roman" panose="02020603050405020304" pitchFamily="18" charset="0"/>
              </a:endParaRPr>
            </a:p>
            <a:p>
              <a:pPr eaLnBrk="1" hangingPunct="1">
                <a:lnSpc>
                  <a:spcPct val="100000"/>
                </a:lnSpc>
                <a:spcBef>
                  <a:spcPct val="50000"/>
                </a:spcBef>
                <a:buClrTx/>
                <a:buSzTx/>
                <a:buFontTx/>
                <a:buNone/>
              </a:pPr>
              <a:endParaRPr kumimoji="1" lang="en-US" altLang="zh-CN" sz="1600" b="1">
                <a:solidFill>
                  <a:schemeClr val="tx1"/>
                </a:solidFill>
                <a:latin typeface="Times New Roman" panose="02020603050405020304" pitchFamily="18" charset="0"/>
              </a:endParaRPr>
            </a:p>
          </p:txBody>
        </p:sp>
        <p:sp>
          <p:nvSpPr>
            <p:cNvPr id="34" name="Line 55">
              <a:extLst>
                <a:ext uri="{FF2B5EF4-FFF2-40B4-BE49-F238E27FC236}">
                  <a16:creationId xmlns:a16="http://schemas.microsoft.com/office/drawing/2014/main" id="{367DCF80-793A-2897-D0EE-B8B52A46C6BA}"/>
                </a:ext>
              </a:extLst>
            </p:cNvPr>
            <p:cNvSpPr>
              <a:spLocks noChangeShapeType="1"/>
            </p:cNvSpPr>
            <p:nvPr/>
          </p:nvSpPr>
          <p:spPr bwMode="auto">
            <a:xfrm>
              <a:off x="3690" y="1536"/>
              <a:ext cx="54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5" name="Line 56">
              <a:extLst>
                <a:ext uri="{FF2B5EF4-FFF2-40B4-BE49-F238E27FC236}">
                  <a16:creationId xmlns:a16="http://schemas.microsoft.com/office/drawing/2014/main" id="{45984FB5-480A-9F69-99A6-776ADEF0D49C}"/>
                </a:ext>
              </a:extLst>
            </p:cNvPr>
            <p:cNvSpPr>
              <a:spLocks noChangeShapeType="1"/>
            </p:cNvSpPr>
            <p:nvPr/>
          </p:nvSpPr>
          <p:spPr bwMode="auto">
            <a:xfrm>
              <a:off x="3694" y="1758"/>
              <a:ext cx="539"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6" name="Line 57">
              <a:extLst>
                <a:ext uri="{FF2B5EF4-FFF2-40B4-BE49-F238E27FC236}">
                  <a16:creationId xmlns:a16="http://schemas.microsoft.com/office/drawing/2014/main" id="{9DEBE22F-3576-27BE-D07C-73A48E0CD6DE}"/>
                </a:ext>
              </a:extLst>
            </p:cNvPr>
            <p:cNvSpPr>
              <a:spLocks noChangeShapeType="1"/>
            </p:cNvSpPr>
            <p:nvPr/>
          </p:nvSpPr>
          <p:spPr bwMode="auto">
            <a:xfrm>
              <a:off x="3688" y="2002"/>
              <a:ext cx="539"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7" name="Text Box 58">
              <a:extLst>
                <a:ext uri="{FF2B5EF4-FFF2-40B4-BE49-F238E27FC236}">
                  <a16:creationId xmlns:a16="http://schemas.microsoft.com/office/drawing/2014/main" id="{C1F2639F-6922-A689-B7E0-83373C88331F}"/>
                </a:ext>
              </a:extLst>
            </p:cNvPr>
            <p:cNvSpPr txBox="1">
              <a:spLocks noChangeArrowheads="1"/>
            </p:cNvSpPr>
            <p:nvPr/>
          </p:nvSpPr>
          <p:spPr bwMode="auto">
            <a:xfrm>
              <a:off x="3872" y="2016"/>
              <a:ext cx="23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a:t>
              </a:r>
            </a:p>
          </p:txBody>
        </p:sp>
        <p:sp>
          <p:nvSpPr>
            <p:cNvPr id="38" name="Text Box 59">
              <a:extLst>
                <a:ext uri="{FF2B5EF4-FFF2-40B4-BE49-F238E27FC236}">
                  <a16:creationId xmlns:a16="http://schemas.microsoft.com/office/drawing/2014/main" id="{1D432271-AF16-74D1-6C1A-AB016CA1170F}"/>
                </a:ext>
              </a:extLst>
            </p:cNvPr>
            <p:cNvSpPr txBox="1">
              <a:spLocks noChangeArrowheads="1"/>
            </p:cNvSpPr>
            <p:nvPr/>
          </p:nvSpPr>
          <p:spPr bwMode="auto">
            <a:xfrm>
              <a:off x="3857" y="1753"/>
              <a:ext cx="23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a:t>
              </a:r>
            </a:p>
          </p:txBody>
        </p:sp>
        <p:sp>
          <p:nvSpPr>
            <p:cNvPr id="39" name="Text Box 60">
              <a:extLst>
                <a:ext uri="{FF2B5EF4-FFF2-40B4-BE49-F238E27FC236}">
                  <a16:creationId xmlns:a16="http://schemas.microsoft.com/office/drawing/2014/main" id="{5B13BFF6-7009-DE70-1C95-AECC5AAB0952}"/>
                </a:ext>
              </a:extLst>
            </p:cNvPr>
            <p:cNvSpPr txBox="1">
              <a:spLocks noChangeArrowheads="1"/>
            </p:cNvSpPr>
            <p:nvPr/>
          </p:nvSpPr>
          <p:spPr bwMode="auto">
            <a:xfrm>
              <a:off x="3854" y="1524"/>
              <a:ext cx="23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5</a:t>
              </a:r>
            </a:p>
          </p:txBody>
        </p:sp>
        <p:sp>
          <p:nvSpPr>
            <p:cNvPr id="40" name="Text Box 61">
              <a:extLst>
                <a:ext uri="{FF2B5EF4-FFF2-40B4-BE49-F238E27FC236}">
                  <a16:creationId xmlns:a16="http://schemas.microsoft.com/office/drawing/2014/main" id="{ED34A1BF-8DEB-5D6B-294C-5C7D6D418E99}"/>
                </a:ext>
              </a:extLst>
            </p:cNvPr>
            <p:cNvSpPr txBox="1">
              <a:spLocks noChangeArrowheads="1"/>
            </p:cNvSpPr>
            <p:nvPr/>
          </p:nvSpPr>
          <p:spPr bwMode="auto">
            <a:xfrm>
              <a:off x="3857" y="1306"/>
              <a:ext cx="23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6</a:t>
              </a:r>
            </a:p>
          </p:txBody>
        </p:sp>
      </p:grpSp>
      <p:sp>
        <p:nvSpPr>
          <p:cNvPr id="41" name="Text Box 65">
            <a:extLst>
              <a:ext uri="{FF2B5EF4-FFF2-40B4-BE49-F238E27FC236}">
                <a16:creationId xmlns:a16="http://schemas.microsoft.com/office/drawing/2014/main" id="{82D19225-7F47-15AE-352D-D698D419686F}"/>
              </a:ext>
            </a:extLst>
          </p:cNvPr>
          <p:cNvSpPr txBox="1">
            <a:spLocks noChangeArrowheads="1"/>
          </p:cNvSpPr>
          <p:nvPr/>
        </p:nvSpPr>
        <p:spPr bwMode="auto">
          <a:xfrm>
            <a:off x="3026100" y="4039380"/>
            <a:ext cx="1135063" cy="896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10000"/>
              </a:lnSpc>
              <a:spcBef>
                <a:spcPct val="0"/>
              </a:spcBef>
              <a:buClrTx/>
              <a:buSzTx/>
              <a:buFontTx/>
              <a:buNone/>
            </a:pPr>
            <a:r>
              <a:rPr kumimoji="1" lang="zh-CN" altLang="en-US" sz="1600" b="0">
                <a:solidFill>
                  <a:schemeClr val="tx1"/>
                </a:solidFill>
                <a:latin typeface="Times New Roman" panose="02020603050405020304" pitchFamily="18" charset="0"/>
              </a:rPr>
              <a:t>访问</a:t>
            </a:r>
            <a:r>
              <a:rPr kumimoji="1" lang="en-US" altLang="zh-CN" sz="1600" b="0">
                <a:solidFill>
                  <a:schemeClr val="tx1"/>
                </a:solidFill>
                <a:latin typeface="Times New Roman" panose="02020603050405020304" pitchFamily="18" charset="0"/>
              </a:rPr>
              <a:t>4</a:t>
            </a:r>
            <a:r>
              <a:rPr kumimoji="1" lang="zh-CN" altLang="en-US" sz="1600" b="0">
                <a:solidFill>
                  <a:schemeClr val="tx1"/>
                </a:solidFill>
                <a:latin typeface="Times New Roman" panose="02020603050405020304" pitchFamily="18" charset="0"/>
              </a:rPr>
              <a:t>、</a:t>
            </a:r>
            <a:r>
              <a:rPr kumimoji="1" lang="en-US" altLang="zh-CN" sz="1600" b="0">
                <a:solidFill>
                  <a:schemeClr val="tx1"/>
                </a:solidFill>
                <a:latin typeface="Times New Roman" panose="02020603050405020304" pitchFamily="18" charset="0"/>
              </a:rPr>
              <a:t>5</a:t>
            </a:r>
            <a:r>
              <a:rPr kumimoji="1" lang="zh-CN" altLang="en-US" sz="1600" b="0">
                <a:solidFill>
                  <a:schemeClr val="tx1"/>
                </a:solidFill>
                <a:latin typeface="Times New Roman" panose="02020603050405020304" pitchFamily="18" charset="0"/>
              </a:rPr>
              <a:t>、</a:t>
            </a:r>
            <a:r>
              <a:rPr kumimoji="1" lang="en-US" altLang="zh-CN" sz="1600" b="0">
                <a:solidFill>
                  <a:schemeClr val="tx1"/>
                </a:solidFill>
                <a:latin typeface="Times New Roman" panose="02020603050405020304" pitchFamily="18" charset="0"/>
              </a:rPr>
              <a:t>1</a:t>
            </a:r>
            <a:r>
              <a:rPr kumimoji="1" lang="zh-CN" altLang="en-US" sz="1600" b="0">
                <a:solidFill>
                  <a:schemeClr val="tx1"/>
                </a:solidFill>
                <a:latin typeface="Times New Roman" panose="02020603050405020304" pitchFamily="18" charset="0"/>
              </a:rPr>
              <a:t>、</a:t>
            </a:r>
            <a:r>
              <a:rPr kumimoji="1" lang="en-US" altLang="zh-CN" sz="1600" b="0">
                <a:solidFill>
                  <a:schemeClr val="tx1"/>
                </a:solidFill>
                <a:latin typeface="Times New Roman" panose="02020603050405020304" pitchFamily="18" charset="0"/>
              </a:rPr>
              <a:t>2</a:t>
            </a:r>
            <a:r>
              <a:rPr kumimoji="1" lang="zh-CN" altLang="en-US" sz="1600" b="0">
                <a:solidFill>
                  <a:schemeClr val="tx1"/>
                </a:solidFill>
                <a:latin typeface="Times New Roman" panose="02020603050405020304" pitchFamily="18" charset="0"/>
              </a:rPr>
              <a:t>页后栈的内容</a:t>
            </a:r>
            <a:r>
              <a:rPr kumimoji="1" lang="zh-CN" altLang="en-US" sz="1600">
                <a:solidFill>
                  <a:schemeClr val="tx1"/>
                </a:solidFill>
                <a:latin typeface="Times New Roman" panose="02020603050405020304" pitchFamily="18" charset="0"/>
              </a:rPr>
              <a:t>    </a:t>
            </a:r>
            <a:endParaRPr kumimoji="1" lang="zh-CN" altLang="en-US" sz="1600">
              <a:solidFill>
                <a:schemeClr val="tx1"/>
              </a:solidFill>
              <a:latin typeface="Times New Roman" panose="02020603050405020304" pitchFamily="18" charset="0"/>
              <a:sym typeface="Symbol" panose="05050102010706020507" pitchFamily="18" charset="2"/>
            </a:endParaRPr>
          </a:p>
        </p:txBody>
      </p:sp>
      <p:sp>
        <p:nvSpPr>
          <p:cNvPr id="42" name="Text Box 69">
            <a:extLst>
              <a:ext uri="{FF2B5EF4-FFF2-40B4-BE49-F238E27FC236}">
                <a16:creationId xmlns:a16="http://schemas.microsoft.com/office/drawing/2014/main" id="{721897FE-5918-3B2B-33C6-DB6978188638}"/>
              </a:ext>
            </a:extLst>
          </p:cNvPr>
          <p:cNvSpPr txBox="1">
            <a:spLocks noChangeArrowheads="1"/>
          </p:cNvSpPr>
          <p:nvPr/>
        </p:nvSpPr>
        <p:spPr bwMode="auto">
          <a:xfrm>
            <a:off x="5027938" y="4039380"/>
            <a:ext cx="1135062" cy="896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10000"/>
              </a:lnSpc>
              <a:spcBef>
                <a:spcPct val="0"/>
              </a:spcBef>
              <a:buClrTx/>
              <a:buSzTx/>
              <a:buFontTx/>
              <a:buNone/>
            </a:pPr>
            <a:r>
              <a:rPr kumimoji="1" lang="zh-CN" altLang="en-US" sz="1600" b="0" dirty="0">
                <a:solidFill>
                  <a:schemeClr val="tx1"/>
                </a:solidFill>
                <a:latin typeface="Times New Roman" panose="02020603050405020304" pitchFamily="18" charset="0"/>
              </a:rPr>
              <a:t>访问第</a:t>
            </a:r>
            <a:r>
              <a:rPr kumimoji="1" lang="en-US" altLang="zh-CN" sz="1600" b="0" dirty="0">
                <a:solidFill>
                  <a:schemeClr val="tx1"/>
                </a:solidFill>
                <a:latin typeface="Times New Roman" panose="02020603050405020304" pitchFamily="18" charset="0"/>
              </a:rPr>
              <a:t>5</a:t>
            </a:r>
            <a:r>
              <a:rPr kumimoji="1" lang="zh-CN" altLang="en-US" sz="1600" b="0" dirty="0">
                <a:solidFill>
                  <a:schemeClr val="tx1"/>
                </a:solidFill>
                <a:latin typeface="Times New Roman" panose="02020603050405020304" pitchFamily="18" charset="0"/>
              </a:rPr>
              <a:t>页后，调整栈的内容</a:t>
            </a:r>
            <a:r>
              <a:rPr kumimoji="1" lang="zh-CN" altLang="en-US" sz="1600" dirty="0">
                <a:solidFill>
                  <a:schemeClr val="tx1"/>
                </a:solidFill>
                <a:latin typeface="Times New Roman" panose="02020603050405020304" pitchFamily="18" charset="0"/>
              </a:rPr>
              <a:t>    </a:t>
            </a:r>
            <a:endParaRPr kumimoji="1" lang="zh-CN" altLang="en-US" sz="1600" dirty="0">
              <a:solidFill>
                <a:schemeClr val="tx1"/>
              </a:solidFill>
              <a:latin typeface="Times New Roman" panose="02020603050405020304" pitchFamily="18" charset="0"/>
              <a:sym typeface="Symbol" panose="05050102010706020507" pitchFamily="18" charset="2"/>
            </a:endParaRPr>
          </a:p>
        </p:txBody>
      </p:sp>
      <p:sp>
        <p:nvSpPr>
          <p:cNvPr id="43" name="Text Box 73">
            <a:extLst>
              <a:ext uri="{FF2B5EF4-FFF2-40B4-BE49-F238E27FC236}">
                <a16:creationId xmlns:a16="http://schemas.microsoft.com/office/drawing/2014/main" id="{34DF1A3C-9B6D-7F2F-B871-AD0CA3DC993C}"/>
              </a:ext>
            </a:extLst>
          </p:cNvPr>
          <p:cNvSpPr txBox="1">
            <a:spLocks noChangeArrowheads="1"/>
          </p:cNvSpPr>
          <p:nvPr/>
        </p:nvSpPr>
        <p:spPr bwMode="auto">
          <a:xfrm>
            <a:off x="7479038" y="4039380"/>
            <a:ext cx="1135062" cy="896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10000"/>
              </a:lnSpc>
              <a:spcBef>
                <a:spcPct val="0"/>
              </a:spcBef>
              <a:buClrTx/>
              <a:buSzTx/>
              <a:buFontTx/>
              <a:buNone/>
            </a:pPr>
            <a:r>
              <a:rPr kumimoji="1" lang="zh-CN" altLang="en-US" sz="1600" b="0">
                <a:solidFill>
                  <a:schemeClr val="tx1"/>
                </a:solidFill>
                <a:latin typeface="Times New Roman" panose="02020603050405020304" pitchFamily="18" charset="0"/>
              </a:rPr>
              <a:t>访问第</a:t>
            </a:r>
            <a:r>
              <a:rPr kumimoji="1" lang="en-US" altLang="zh-CN" sz="1600" b="0">
                <a:solidFill>
                  <a:schemeClr val="tx1"/>
                </a:solidFill>
                <a:latin typeface="Times New Roman" panose="02020603050405020304" pitchFamily="18" charset="0"/>
              </a:rPr>
              <a:t>6</a:t>
            </a:r>
            <a:r>
              <a:rPr kumimoji="1" lang="zh-CN" altLang="en-US" sz="1600" b="0">
                <a:solidFill>
                  <a:schemeClr val="tx1"/>
                </a:solidFill>
                <a:latin typeface="Times New Roman" panose="02020603050405020304" pitchFamily="18" charset="0"/>
              </a:rPr>
              <a:t>页后，栈的内容</a:t>
            </a:r>
            <a:r>
              <a:rPr kumimoji="1" lang="zh-CN" altLang="en-US" sz="1600">
                <a:solidFill>
                  <a:schemeClr val="tx1"/>
                </a:solidFill>
                <a:latin typeface="Times New Roman" panose="02020603050405020304" pitchFamily="18" charset="0"/>
              </a:rPr>
              <a:t>    </a:t>
            </a:r>
            <a:endParaRPr kumimoji="1" lang="zh-CN" altLang="en-US" sz="1600">
              <a:solidFill>
                <a:schemeClr val="tx1"/>
              </a:solidFill>
              <a:latin typeface="Times New Roman" panose="02020603050405020304" pitchFamily="18" charset="0"/>
              <a:sym typeface="Symbol" panose="05050102010706020507" pitchFamily="18" charset="2"/>
            </a:endParaRPr>
          </a:p>
        </p:txBody>
      </p:sp>
      <p:sp>
        <p:nvSpPr>
          <p:cNvPr id="44" name="Text Box 74">
            <a:extLst>
              <a:ext uri="{FF2B5EF4-FFF2-40B4-BE49-F238E27FC236}">
                <a16:creationId xmlns:a16="http://schemas.microsoft.com/office/drawing/2014/main" id="{8F0B8A6A-8FA0-C847-62DA-3EEF1652E2E7}"/>
              </a:ext>
            </a:extLst>
          </p:cNvPr>
          <p:cNvSpPr txBox="1">
            <a:spLocks noChangeArrowheads="1"/>
          </p:cNvSpPr>
          <p:nvPr/>
        </p:nvSpPr>
        <p:spPr bwMode="auto">
          <a:xfrm>
            <a:off x="4673925" y="5388755"/>
            <a:ext cx="2882900"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a:solidFill>
                  <a:schemeClr val="tx1"/>
                </a:solidFill>
                <a:latin typeface="Times New Roman" panose="02020603050405020304" pitchFamily="18" charset="0"/>
              </a:rPr>
              <a:t>用页号栈记录最近访问的页</a:t>
            </a:r>
          </a:p>
        </p:txBody>
      </p:sp>
    </p:spTree>
    <p:extLst>
      <p:ext uri="{BB962C8B-B14F-4D97-AF65-F5344CB8AC3E}">
        <p14:creationId xmlns:p14="http://schemas.microsoft.com/office/powerpoint/2010/main" val="41598947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4">
            <a:extLst>
              <a:ext uri="{FF2B5EF4-FFF2-40B4-BE49-F238E27FC236}">
                <a16:creationId xmlns:a16="http://schemas.microsoft.com/office/drawing/2014/main" id="{F3FD8329-36BA-0D82-B633-3041F957D0D6}"/>
              </a:ext>
            </a:extLst>
          </p:cNvPr>
          <p:cNvSpPr>
            <a:spLocks noChangeArrowheads="1"/>
          </p:cNvSpPr>
          <p:nvPr/>
        </p:nvSpPr>
        <p:spPr bwMode="auto">
          <a:xfrm>
            <a:off x="630697" y="830079"/>
            <a:ext cx="5980113"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spcBef>
                <a:spcPct val="20000"/>
              </a:spcBef>
              <a:buFont typeface="Wingdings" panose="05000000000000000000" pitchFamily="2" charset="2"/>
              <a:buNone/>
            </a:pPr>
            <a:r>
              <a:rPr lang="en-US" altLang="zh-CN" sz="2400">
                <a:solidFill>
                  <a:srgbClr val="000099"/>
                </a:solidFill>
                <a:latin typeface="宋体" panose="02010600030101010101" pitchFamily="2" charset="-122"/>
              </a:rPr>
              <a:t>④ </a:t>
            </a:r>
            <a:r>
              <a:rPr lang="en-US" altLang="zh-CN" sz="2400">
                <a:solidFill>
                  <a:srgbClr val="000099"/>
                </a:solidFill>
                <a:latin typeface="Times New Roman" panose="02020603050405020304" pitchFamily="18" charset="0"/>
              </a:rPr>
              <a:t>LRU</a:t>
            </a:r>
            <a:r>
              <a:rPr lang="zh-CN" altLang="en-US" sz="2400">
                <a:solidFill>
                  <a:srgbClr val="000099"/>
                </a:solidFill>
                <a:latin typeface="Times New Roman" panose="02020603050405020304" pitchFamily="18" charset="0"/>
              </a:rPr>
              <a:t>近似淘汰算法</a:t>
            </a:r>
          </a:p>
        </p:txBody>
      </p:sp>
      <p:grpSp>
        <p:nvGrpSpPr>
          <p:cNvPr id="4" name="Group 30">
            <a:extLst>
              <a:ext uri="{FF2B5EF4-FFF2-40B4-BE49-F238E27FC236}">
                <a16:creationId xmlns:a16="http://schemas.microsoft.com/office/drawing/2014/main" id="{22C7F81E-4B39-3EF8-59C5-C0341FE0D177}"/>
              </a:ext>
            </a:extLst>
          </p:cNvPr>
          <p:cNvGrpSpPr>
            <a:grpSpLocks/>
          </p:cNvGrpSpPr>
          <p:nvPr/>
        </p:nvGrpSpPr>
        <p:grpSpPr bwMode="auto">
          <a:xfrm>
            <a:off x="3897772" y="919346"/>
            <a:ext cx="5426075" cy="5108575"/>
            <a:chOff x="1247" y="799"/>
            <a:chExt cx="3418" cy="3218"/>
          </a:xfrm>
        </p:grpSpPr>
        <p:sp>
          <p:nvSpPr>
            <p:cNvPr id="5" name="AutoShape 7">
              <a:extLst>
                <a:ext uri="{FF2B5EF4-FFF2-40B4-BE49-F238E27FC236}">
                  <a16:creationId xmlns:a16="http://schemas.microsoft.com/office/drawing/2014/main" id="{52F80CA1-ED6B-FAA2-37A8-E376527915EF}"/>
                </a:ext>
              </a:extLst>
            </p:cNvPr>
            <p:cNvSpPr>
              <a:spLocks noChangeArrowheads="1"/>
            </p:cNvSpPr>
            <p:nvPr/>
          </p:nvSpPr>
          <p:spPr bwMode="auto">
            <a:xfrm>
              <a:off x="2054" y="799"/>
              <a:ext cx="785" cy="298"/>
            </a:xfrm>
            <a:prstGeom prst="flowChartTerminator">
              <a:avLst/>
            </a:prstGeom>
            <a:solidFill>
              <a:srgbClr val="FFCCFF"/>
            </a:solid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a:solidFill>
                  <a:srgbClr val="4138FA"/>
                </a:solidFill>
                <a:effectLst>
                  <a:outerShdw blurRad="38100" dist="38100" dir="2700000" algn="tl">
                    <a:srgbClr val="000000"/>
                  </a:outerShdw>
                </a:effectLst>
              </a:endParaRPr>
            </a:p>
          </p:txBody>
        </p:sp>
        <p:sp>
          <p:nvSpPr>
            <p:cNvPr id="6" name="Text Box 8">
              <a:extLst>
                <a:ext uri="{FF2B5EF4-FFF2-40B4-BE49-F238E27FC236}">
                  <a16:creationId xmlns:a16="http://schemas.microsoft.com/office/drawing/2014/main" id="{FD5D7B45-6316-28EA-91FD-3782502A2602}"/>
                </a:ext>
              </a:extLst>
            </p:cNvPr>
            <p:cNvSpPr txBox="1">
              <a:spLocks noChangeArrowheads="1"/>
            </p:cNvSpPr>
            <p:nvPr/>
          </p:nvSpPr>
          <p:spPr bwMode="auto">
            <a:xfrm>
              <a:off x="2237" y="822"/>
              <a:ext cx="552" cy="289"/>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a:t>
              </a:r>
              <a:r>
                <a:rPr kumimoji="1" lang="zh-CN" altLang="en-US" sz="1600">
                  <a:solidFill>
                    <a:schemeClr val="tx1"/>
                  </a:solidFill>
                  <a:latin typeface="Times New Roman" panose="02020603050405020304" pitchFamily="18" charset="0"/>
                </a:rPr>
                <a:t>入口</a:t>
              </a:r>
            </a:p>
          </p:txBody>
        </p:sp>
        <p:sp>
          <p:nvSpPr>
            <p:cNvPr id="7" name="Text Box 9">
              <a:extLst>
                <a:ext uri="{FF2B5EF4-FFF2-40B4-BE49-F238E27FC236}">
                  <a16:creationId xmlns:a16="http://schemas.microsoft.com/office/drawing/2014/main" id="{EBEE82FA-2E6E-EB2A-5C08-C2F3B657E28F}"/>
                </a:ext>
              </a:extLst>
            </p:cNvPr>
            <p:cNvSpPr txBox="1">
              <a:spLocks noChangeArrowheads="1"/>
            </p:cNvSpPr>
            <p:nvPr/>
          </p:nvSpPr>
          <p:spPr bwMode="auto">
            <a:xfrm>
              <a:off x="1629" y="1264"/>
              <a:ext cx="1635" cy="311"/>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a:solidFill>
                    <a:schemeClr val="tx1"/>
                  </a:solidFill>
                  <a:latin typeface="Times New Roman" panose="02020603050405020304" pitchFamily="18" charset="0"/>
                </a:rPr>
                <a:t>读出替换指针指向的块号</a:t>
              </a:r>
            </a:p>
          </p:txBody>
        </p:sp>
        <p:sp>
          <p:nvSpPr>
            <p:cNvPr id="8" name="Text Box 10">
              <a:extLst>
                <a:ext uri="{FF2B5EF4-FFF2-40B4-BE49-F238E27FC236}">
                  <a16:creationId xmlns:a16="http://schemas.microsoft.com/office/drawing/2014/main" id="{7C32E7FA-BFD2-3144-4F2E-C0E8DCA241DC}"/>
                </a:ext>
              </a:extLst>
            </p:cNvPr>
            <p:cNvSpPr txBox="1">
              <a:spLocks noChangeArrowheads="1"/>
            </p:cNvSpPr>
            <p:nvPr/>
          </p:nvSpPr>
          <p:spPr bwMode="auto">
            <a:xfrm>
              <a:off x="1544" y="1742"/>
              <a:ext cx="1804" cy="310"/>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a:solidFill>
                    <a:schemeClr val="tx1"/>
                  </a:solidFill>
                  <a:latin typeface="Times New Roman" panose="02020603050405020304" pitchFamily="18" charset="0"/>
                </a:rPr>
                <a:t>移动指针指向下一个存储块</a:t>
              </a:r>
            </a:p>
          </p:txBody>
        </p:sp>
        <p:grpSp>
          <p:nvGrpSpPr>
            <p:cNvPr id="9" name="Group 11">
              <a:extLst>
                <a:ext uri="{FF2B5EF4-FFF2-40B4-BE49-F238E27FC236}">
                  <a16:creationId xmlns:a16="http://schemas.microsoft.com/office/drawing/2014/main" id="{3BDDDF33-210B-5AA7-DFD0-40B4B7937234}"/>
                </a:ext>
              </a:extLst>
            </p:cNvPr>
            <p:cNvGrpSpPr>
              <a:grpSpLocks/>
            </p:cNvGrpSpPr>
            <p:nvPr/>
          </p:nvGrpSpPr>
          <p:grpSpPr bwMode="auto">
            <a:xfrm>
              <a:off x="1809" y="2208"/>
              <a:ext cx="1275" cy="406"/>
              <a:chOff x="1859" y="2119"/>
              <a:chExt cx="1387" cy="417"/>
            </a:xfrm>
          </p:grpSpPr>
          <p:sp>
            <p:nvSpPr>
              <p:cNvPr id="26" name="AutoShape 12">
                <a:extLst>
                  <a:ext uri="{FF2B5EF4-FFF2-40B4-BE49-F238E27FC236}">
                    <a16:creationId xmlns:a16="http://schemas.microsoft.com/office/drawing/2014/main" id="{0710D69A-9158-9823-20E3-C9AC02EA83AC}"/>
                  </a:ext>
                </a:extLst>
              </p:cNvPr>
              <p:cNvSpPr>
                <a:spLocks noChangeArrowheads="1"/>
              </p:cNvSpPr>
              <p:nvPr/>
            </p:nvSpPr>
            <p:spPr bwMode="auto">
              <a:xfrm>
                <a:off x="1859" y="2119"/>
                <a:ext cx="1387" cy="387"/>
              </a:xfrm>
              <a:prstGeom prst="flowChartDecision">
                <a:avLst/>
              </a:prstGeom>
              <a:solidFill>
                <a:srgbClr val="FFCCFF"/>
              </a:solidFill>
              <a:ln w="9525">
                <a:solidFill>
                  <a:srgbClr val="000000"/>
                </a:solidFill>
                <a:miter lim="800000"/>
                <a:headEnd/>
                <a:tailEnd/>
              </a:ln>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27" name="Text Box 13">
                <a:extLst>
                  <a:ext uri="{FF2B5EF4-FFF2-40B4-BE49-F238E27FC236}">
                    <a16:creationId xmlns:a16="http://schemas.microsoft.com/office/drawing/2014/main" id="{B3BD123C-CE25-274E-5C28-B91B8CD764BA}"/>
                  </a:ext>
                </a:extLst>
              </p:cNvPr>
              <p:cNvSpPr txBox="1">
                <a:spLocks noChangeArrowheads="1"/>
              </p:cNvSpPr>
              <p:nvPr/>
            </p:nvSpPr>
            <p:spPr bwMode="auto">
              <a:xfrm>
                <a:off x="2064" y="2172"/>
                <a:ext cx="1052" cy="364"/>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a:t>
                </a:r>
                <a:r>
                  <a:rPr kumimoji="1" lang="zh-CN" altLang="en-US" sz="1600">
                    <a:solidFill>
                      <a:schemeClr val="tx1"/>
                    </a:solidFill>
                    <a:latin typeface="Times New Roman" panose="02020603050405020304" pitchFamily="18" charset="0"/>
                  </a:rPr>
                  <a:t>引用位为</a:t>
                </a:r>
                <a:r>
                  <a:rPr kumimoji="1" lang="en-US" altLang="zh-CN" sz="1600">
                    <a:solidFill>
                      <a:schemeClr val="tx1"/>
                    </a:solidFill>
                    <a:latin typeface="Times New Roman" panose="02020603050405020304" pitchFamily="18" charset="0"/>
                  </a:rPr>
                  <a:t>0 ?</a:t>
                </a:r>
              </a:p>
            </p:txBody>
          </p:sp>
        </p:grpSp>
        <p:sp>
          <p:nvSpPr>
            <p:cNvPr id="10" name="Text Box 14">
              <a:extLst>
                <a:ext uri="{FF2B5EF4-FFF2-40B4-BE49-F238E27FC236}">
                  <a16:creationId xmlns:a16="http://schemas.microsoft.com/office/drawing/2014/main" id="{88246E38-7F9F-9EC1-99D4-F69D147328D2}"/>
                </a:ext>
              </a:extLst>
            </p:cNvPr>
            <p:cNvSpPr txBox="1">
              <a:spLocks noChangeArrowheads="1"/>
            </p:cNvSpPr>
            <p:nvPr/>
          </p:nvSpPr>
          <p:spPr bwMode="auto">
            <a:xfrm>
              <a:off x="1247" y="2764"/>
              <a:ext cx="2399" cy="310"/>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00000"/>
                </a:lnSpc>
                <a:spcBef>
                  <a:spcPct val="0"/>
                </a:spcBef>
                <a:buClrTx/>
                <a:buSzTx/>
                <a:buFontTx/>
                <a:buNone/>
              </a:pPr>
              <a:r>
                <a:rPr kumimoji="1" lang="zh-CN" altLang="en-US" sz="1600">
                  <a:solidFill>
                    <a:schemeClr val="tx1"/>
                  </a:solidFill>
                  <a:latin typeface="Times New Roman" panose="02020603050405020304" pitchFamily="18" charset="0"/>
                </a:rPr>
                <a:t>选择该页淘汰，记录该页的页号</a:t>
              </a:r>
              <a:r>
                <a:rPr kumimoji="1" lang="zh-CN" altLang="en-US" sz="1600">
                  <a:solidFill>
                    <a:schemeClr val="tx1"/>
                  </a:solidFill>
                  <a:latin typeface="宋体" panose="02010600030101010101" pitchFamily="2" charset="-122"/>
                </a:rPr>
                <a:t>、块号</a:t>
              </a:r>
              <a:endParaRPr kumimoji="1" lang="zh-CN" altLang="en-US" sz="1600">
                <a:solidFill>
                  <a:schemeClr val="tx1"/>
                </a:solidFill>
                <a:latin typeface="Times New Roman" panose="02020603050405020304" pitchFamily="18" charset="0"/>
              </a:endParaRPr>
            </a:p>
          </p:txBody>
        </p:sp>
        <p:sp>
          <p:nvSpPr>
            <p:cNvPr id="11" name="Text Box 15">
              <a:extLst>
                <a:ext uri="{FF2B5EF4-FFF2-40B4-BE49-F238E27FC236}">
                  <a16:creationId xmlns:a16="http://schemas.microsoft.com/office/drawing/2014/main" id="{FC97636B-A935-2D2B-37CF-B2B262EC1943}"/>
                </a:ext>
              </a:extLst>
            </p:cNvPr>
            <p:cNvSpPr txBox="1">
              <a:spLocks noChangeArrowheads="1"/>
            </p:cNvSpPr>
            <p:nvPr/>
          </p:nvSpPr>
          <p:spPr bwMode="auto">
            <a:xfrm>
              <a:off x="1433" y="3240"/>
              <a:ext cx="2027" cy="312"/>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00000"/>
                </a:lnSpc>
                <a:spcBef>
                  <a:spcPct val="0"/>
                </a:spcBef>
                <a:buClrTx/>
                <a:buSzTx/>
                <a:buFontTx/>
                <a:buNone/>
              </a:pPr>
              <a:r>
                <a:rPr kumimoji="1" lang="zh-CN" altLang="en-US" sz="1600">
                  <a:solidFill>
                    <a:schemeClr val="tx1"/>
                  </a:solidFill>
                  <a:latin typeface="Times New Roman" panose="02020603050405020304" pitchFamily="18" charset="0"/>
                </a:rPr>
                <a:t>将该页所在的</a:t>
              </a:r>
              <a:r>
                <a:rPr kumimoji="1" lang="zh-CN" altLang="en-US" sz="1600">
                  <a:solidFill>
                    <a:schemeClr val="tx1"/>
                  </a:solidFill>
                  <a:latin typeface="宋体" panose="02010600030101010101" pitchFamily="2" charset="-122"/>
                </a:rPr>
                <a:t>块号送到</a:t>
              </a:r>
              <a:r>
                <a:rPr kumimoji="1" lang="zh-CN" altLang="en-US" sz="1600">
                  <a:solidFill>
                    <a:schemeClr val="tx1"/>
                  </a:solidFill>
                  <a:latin typeface="Times New Roman" panose="02020603050405020304" pitchFamily="18" charset="0"/>
                </a:rPr>
                <a:t>替换指针</a:t>
              </a:r>
            </a:p>
          </p:txBody>
        </p:sp>
        <p:sp>
          <p:nvSpPr>
            <p:cNvPr id="12" name="AutoShape 16">
              <a:extLst>
                <a:ext uri="{FF2B5EF4-FFF2-40B4-BE49-F238E27FC236}">
                  <a16:creationId xmlns:a16="http://schemas.microsoft.com/office/drawing/2014/main" id="{E7B47F44-7F61-0751-30D7-7629E13046BC}"/>
                </a:ext>
              </a:extLst>
            </p:cNvPr>
            <p:cNvSpPr>
              <a:spLocks noChangeArrowheads="1"/>
            </p:cNvSpPr>
            <p:nvPr/>
          </p:nvSpPr>
          <p:spPr bwMode="auto">
            <a:xfrm>
              <a:off x="2054" y="3717"/>
              <a:ext cx="785" cy="300"/>
            </a:xfrm>
            <a:prstGeom prst="flowChartTerminator">
              <a:avLst/>
            </a:prstGeom>
            <a:solidFill>
              <a:srgbClr val="FFCCFF"/>
            </a:solidFill>
            <a:ln w="9525">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a:solidFill>
                  <a:srgbClr val="4138FA"/>
                </a:solidFill>
                <a:effectLst>
                  <a:outerShdw blurRad="38100" dist="38100" dir="2700000" algn="tl">
                    <a:srgbClr val="000000"/>
                  </a:outerShdw>
                </a:effectLst>
              </a:endParaRPr>
            </a:p>
          </p:txBody>
        </p:sp>
        <p:sp>
          <p:nvSpPr>
            <p:cNvPr id="13" name="Text Box 17">
              <a:extLst>
                <a:ext uri="{FF2B5EF4-FFF2-40B4-BE49-F238E27FC236}">
                  <a16:creationId xmlns:a16="http://schemas.microsoft.com/office/drawing/2014/main" id="{25380222-EE38-75D6-4A3D-07E468E536D3}"/>
                </a:ext>
              </a:extLst>
            </p:cNvPr>
            <p:cNvSpPr txBox="1">
              <a:spLocks noChangeArrowheads="1"/>
            </p:cNvSpPr>
            <p:nvPr/>
          </p:nvSpPr>
          <p:spPr bwMode="auto">
            <a:xfrm>
              <a:off x="2192" y="3707"/>
              <a:ext cx="552" cy="288"/>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00000"/>
                </a:lnSpc>
                <a:spcBef>
                  <a:spcPct val="0"/>
                </a:spcBef>
                <a:buClrTx/>
                <a:buSzTx/>
                <a:buFontTx/>
                <a:buNone/>
              </a:pPr>
              <a:r>
                <a:rPr kumimoji="1" lang="zh-CN" altLang="en-US" sz="1600">
                  <a:solidFill>
                    <a:schemeClr val="tx1"/>
                  </a:solidFill>
                  <a:latin typeface="Times New Roman" panose="02020603050405020304" pitchFamily="18" charset="0"/>
                </a:rPr>
                <a:t>返回</a:t>
              </a:r>
            </a:p>
          </p:txBody>
        </p:sp>
        <p:sp>
          <p:nvSpPr>
            <p:cNvPr id="14" name="Line 18">
              <a:extLst>
                <a:ext uri="{FF2B5EF4-FFF2-40B4-BE49-F238E27FC236}">
                  <a16:creationId xmlns:a16="http://schemas.microsoft.com/office/drawing/2014/main" id="{B67A8634-1E17-5265-C3E8-B1946CD2C087}"/>
                </a:ext>
              </a:extLst>
            </p:cNvPr>
            <p:cNvSpPr>
              <a:spLocks noChangeShapeType="1"/>
            </p:cNvSpPr>
            <p:nvPr/>
          </p:nvSpPr>
          <p:spPr bwMode="auto">
            <a:xfrm>
              <a:off x="2446" y="1100"/>
              <a:ext cx="0" cy="167"/>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5" name="Line 19">
              <a:extLst>
                <a:ext uri="{FF2B5EF4-FFF2-40B4-BE49-F238E27FC236}">
                  <a16:creationId xmlns:a16="http://schemas.microsoft.com/office/drawing/2014/main" id="{D85AECC9-B6D8-A9B8-339F-CBF824ECD2B1}"/>
                </a:ext>
              </a:extLst>
            </p:cNvPr>
            <p:cNvSpPr>
              <a:spLocks noChangeShapeType="1"/>
            </p:cNvSpPr>
            <p:nvPr/>
          </p:nvSpPr>
          <p:spPr bwMode="auto">
            <a:xfrm>
              <a:off x="2446" y="1575"/>
              <a:ext cx="0" cy="167"/>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6" name="Line 20">
              <a:extLst>
                <a:ext uri="{FF2B5EF4-FFF2-40B4-BE49-F238E27FC236}">
                  <a16:creationId xmlns:a16="http://schemas.microsoft.com/office/drawing/2014/main" id="{5DD56AC7-DE8D-8C04-5125-81D7BB7498A4}"/>
                </a:ext>
              </a:extLst>
            </p:cNvPr>
            <p:cNvSpPr>
              <a:spLocks noChangeShapeType="1"/>
            </p:cNvSpPr>
            <p:nvPr/>
          </p:nvSpPr>
          <p:spPr bwMode="auto">
            <a:xfrm>
              <a:off x="2446" y="2052"/>
              <a:ext cx="0" cy="167"/>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7" name="Line 21">
              <a:extLst>
                <a:ext uri="{FF2B5EF4-FFF2-40B4-BE49-F238E27FC236}">
                  <a16:creationId xmlns:a16="http://schemas.microsoft.com/office/drawing/2014/main" id="{C43AD415-8A2E-B96A-2595-A2208DA196A1}"/>
                </a:ext>
              </a:extLst>
            </p:cNvPr>
            <p:cNvSpPr>
              <a:spLocks noChangeShapeType="1"/>
            </p:cNvSpPr>
            <p:nvPr/>
          </p:nvSpPr>
          <p:spPr bwMode="auto">
            <a:xfrm>
              <a:off x="2446" y="2585"/>
              <a:ext cx="0" cy="167"/>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8" name="Line 22">
              <a:extLst>
                <a:ext uri="{FF2B5EF4-FFF2-40B4-BE49-F238E27FC236}">
                  <a16:creationId xmlns:a16="http://schemas.microsoft.com/office/drawing/2014/main" id="{0FD5D24D-1771-4C80-8AFF-70C4A78CD6C8}"/>
                </a:ext>
              </a:extLst>
            </p:cNvPr>
            <p:cNvSpPr>
              <a:spLocks noChangeShapeType="1"/>
            </p:cNvSpPr>
            <p:nvPr/>
          </p:nvSpPr>
          <p:spPr bwMode="auto">
            <a:xfrm>
              <a:off x="2446" y="3074"/>
              <a:ext cx="0" cy="166"/>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9" name="Line 23">
              <a:extLst>
                <a:ext uri="{FF2B5EF4-FFF2-40B4-BE49-F238E27FC236}">
                  <a16:creationId xmlns:a16="http://schemas.microsoft.com/office/drawing/2014/main" id="{065E59C3-C543-8143-567D-5E3EE0041392}"/>
                </a:ext>
              </a:extLst>
            </p:cNvPr>
            <p:cNvSpPr>
              <a:spLocks noChangeShapeType="1"/>
            </p:cNvSpPr>
            <p:nvPr/>
          </p:nvSpPr>
          <p:spPr bwMode="auto">
            <a:xfrm>
              <a:off x="2457" y="3552"/>
              <a:ext cx="0" cy="165"/>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20" name="Text Box 24">
              <a:extLst>
                <a:ext uri="{FF2B5EF4-FFF2-40B4-BE49-F238E27FC236}">
                  <a16:creationId xmlns:a16="http://schemas.microsoft.com/office/drawing/2014/main" id="{B9976A56-07A1-AEC4-7D20-3388C92B1F42}"/>
                </a:ext>
              </a:extLst>
            </p:cNvPr>
            <p:cNvSpPr txBox="1">
              <a:spLocks noChangeArrowheads="1"/>
            </p:cNvSpPr>
            <p:nvPr/>
          </p:nvSpPr>
          <p:spPr bwMode="auto">
            <a:xfrm>
              <a:off x="3709" y="2208"/>
              <a:ext cx="956" cy="311"/>
            </a:xfrm>
            <a:prstGeom prst="rect">
              <a:avLst/>
            </a:prstGeom>
            <a:solidFill>
              <a:srgbClr val="FFCCFF"/>
            </a:solidFill>
            <a:ln w="9525">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ctr" eaLnBrk="1" hangingPunct="1">
                <a:lnSpc>
                  <a:spcPct val="100000"/>
                </a:lnSpc>
                <a:spcBef>
                  <a:spcPct val="0"/>
                </a:spcBef>
                <a:buClrTx/>
                <a:buSzTx/>
                <a:buFontTx/>
                <a:buNone/>
              </a:pPr>
              <a:r>
                <a:rPr kumimoji="1" lang="zh-CN" altLang="en-US" sz="1600">
                  <a:solidFill>
                    <a:schemeClr val="tx1"/>
                  </a:solidFill>
                  <a:latin typeface="Times New Roman" panose="02020603050405020304" pitchFamily="18" charset="0"/>
                </a:rPr>
                <a:t>置引用位为</a:t>
              </a:r>
              <a:r>
                <a:rPr kumimoji="1" lang="en-US" altLang="zh-CN" sz="1600">
                  <a:solidFill>
                    <a:schemeClr val="tx1"/>
                  </a:solidFill>
                  <a:latin typeface="Times New Roman" panose="02020603050405020304" pitchFamily="18" charset="0"/>
                </a:rPr>
                <a:t>0</a:t>
              </a:r>
            </a:p>
          </p:txBody>
        </p:sp>
        <p:sp>
          <p:nvSpPr>
            <p:cNvPr id="21" name="Line 25">
              <a:extLst>
                <a:ext uri="{FF2B5EF4-FFF2-40B4-BE49-F238E27FC236}">
                  <a16:creationId xmlns:a16="http://schemas.microsoft.com/office/drawing/2014/main" id="{C6327968-E1CD-8BF9-B2C4-388490D70ADD}"/>
                </a:ext>
              </a:extLst>
            </p:cNvPr>
            <p:cNvSpPr>
              <a:spLocks noChangeShapeType="1"/>
            </p:cNvSpPr>
            <p:nvPr/>
          </p:nvSpPr>
          <p:spPr bwMode="auto">
            <a:xfrm>
              <a:off x="3084" y="2408"/>
              <a:ext cx="625"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22" name="Line 26">
              <a:extLst>
                <a:ext uri="{FF2B5EF4-FFF2-40B4-BE49-F238E27FC236}">
                  <a16:creationId xmlns:a16="http://schemas.microsoft.com/office/drawing/2014/main" id="{144D6077-C0ED-A856-4778-9975B53D3FD1}"/>
                </a:ext>
              </a:extLst>
            </p:cNvPr>
            <p:cNvSpPr>
              <a:spLocks noChangeShapeType="1"/>
            </p:cNvSpPr>
            <p:nvPr/>
          </p:nvSpPr>
          <p:spPr bwMode="auto">
            <a:xfrm flipH="1">
              <a:off x="2446" y="1634"/>
              <a:ext cx="1731" cy="0"/>
            </a:xfrm>
            <a:prstGeom prst="line">
              <a:avLst/>
            </a:prstGeom>
            <a:noFill/>
            <a:ln w="9525">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23" name="Line 27">
              <a:extLst>
                <a:ext uri="{FF2B5EF4-FFF2-40B4-BE49-F238E27FC236}">
                  <a16:creationId xmlns:a16="http://schemas.microsoft.com/office/drawing/2014/main" id="{5D5DCE6C-839E-E8F0-C998-F1087EE82B4A}"/>
                </a:ext>
              </a:extLst>
            </p:cNvPr>
            <p:cNvSpPr>
              <a:spLocks noChangeShapeType="1"/>
            </p:cNvSpPr>
            <p:nvPr/>
          </p:nvSpPr>
          <p:spPr bwMode="auto">
            <a:xfrm>
              <a:off x="4177" y="1634"/>
              <a:ext cx="0" cy="58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24" name="Text Box 28">
              <a:extLst>
                <a:ext uri="{FF2B5EF4-FFF2-40B4-BE49-F238E27FC236}">
                  <a16:creationId xmlns:a16="http://schemas.microsoft.com/office/drawing/2014/main" id="{D1835106-BD19-5E0B-F125-5B1286B0E6A6}"/>
                </a:ext>
              </a:extLst>
            </p:cNvPr>
            <p:cNvSpPr txBox="1">
              <a:spLocks noChangeArrowheads="1"/>
            </p:cNvSpPr>
            <p:nvPr/>
          </p:nvSpPr>
          <p:spPr bwMode="auto">
            <a:xfrm>
              <a:off x="2520" y="2567"/>
              <a:ext cx="382" cy="360"/>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400">
                  <a:solidFill>
                    <a:schemeClr val="tx1"/>
                  </a:solidFill>
                  <a:latin typeface="Times New Roman" panose="02020603050405020304" pitchFamily="18" charset="0"/>
                </a:rPr>
                <a:t>Y</a:t>
              </a:r>
            </a:p>
          </p:txBody>
        </p:sp>
        <p:sp>
          <p:nvSpPr>
            <p:cNvPr id="25" name="Text Box 29">
              <a:extLst>
                <a:ext uri="{FF2B5EF4-FFF2-40B4-BE49-F238E27FC236}">
                  <a16:creationId xmlns:a16="http://schemas.microsoft.com/office/drawing/2014/main" id="{44AA7078-6FA3-319E-CA72-AAFD80022356}"/>
                </a:ext>
              </a:extLst>
            </p:cNvPr>
            <p:cNvSpPr txBox="1">
              <a:spLocks noChangeArrowheads="1"/>
            </p:cNvSpPr>
            <p:nvPr/>
          </p:nvSpPr>
          <p:spPr bwMode="auto">
            <a:xfrm>
              <a:off x="3114" y="2212"/>
              <a:ext cx="381" cy="361"/>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400">
                  <a:solidFill>
                    <a:schemeClr val="tx1"/>
                  </a:solidFill>
                  <a:latin typeface="Times New Roman" panose="02020603050405020304" pitchFamily="18" charset="0"/>
                </a:rPr>
                <a:t>N</a:t>
              </a:r>
            </a:p>
          </p:txBody>
        </p:sp>
      </p:grpSp>
      <p:sp>
        <p:nvSpPr>
          <p:cNvPr id="28" name="Text Box 31">
            <a:extLst>
              <a:ext uri="{FF2B5EF4-FFF2-40B4-BE49-F238E27FC236}">
                <a16:creationId xmlns:a16="http://schemas.microsoft.com/office/drawing/2014/main" id="{3333F7D5-F4B7-C5B8-C58D-73FAC7E07A36}"/>
              </a:ext>
            </a:extLst>
          </p:cNvPr>
          <p:cNvSpPr txBox="1">
            <a:spLocks noChangeArrowheads="1"/>
          </p:cNvSpPr>
          <p:nvPr/>
        </p:nvSpPr>
        <p:spPr bwMode="auto">
          <a:xfrm>
            <a:off x="4734385" y="6129521"/>
            <a:ext cx="2070100"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en-US" altLang="zh-CN" sz="1600" b="0">
                <a:solidFill>
                  <a:schemeClr val="tx1"/>
                </a:solidFill>
                <a:latin typeface="Times New Roman" panose="02020603050405020304" pitchFamily="18" charset="0"/>
              </a:rPr>
              <a:t>LRU</a:t>
            </a:r>
            <a:r>
              <a:rPr kumimoji="1" lang="zh-CN" altLang="en-US" sz="1600" b="0">
                <a:solidFill>
                  <a:schemeClr val="tx1"/>
                </a:solidFill>
                <a:latin typeface="Times New Roman" panose="02020603050405020304" pitchFamily="18" charset="0"/>
              </a:rPr>
              <a:t>近似算法流程图</a:t>
            </a:r>
          </a:p>
        </p:txBody>
      </p:sp>
      <p:sp>
        <p:nvSpPr>
          <p:cNvPr id="29" name="Rectangle 32">
            <a:extLst>
              <a:ext uri="{FF2B5EF4-FFF2-40B4-BE49-F238E27FC236}">
                <a16:creationId xmlns:a16="http://schemas.microsoft.com/office/drawing/2014/main" id="{A7614DFC-62F0-A6FA-B1D8-9BA3479D262A}"/>
              </a:ext>
            </a:extLst>
          </p:cNvPr>
          <p:cNvSpPr>
            <a:spLocks noChangeArrowheads="1"/>
          </p:cNvSpPr>
          <p:nvPr/>
        </p:nvSpPr>
        <p:spPr bwMode="auto">
          <a:xfrm>
            <a:off x="487822" y="1353954"/>
            <a:ext cx="2482850" cy="521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lvl="1" eaLnBrk="1" hangingPunct="1">
              <a:lnSpc>
                <a:spcPct val="130000"/>
              </a:lnSpc>
              <a:buFont typeface="Wingdings" panose="05000000000000000000" pitchFamily="2" charset="2"/>
              <a:buNone/>
            </a:pPr>
            <a:r>
              <a:rPr kumimoji="1" lang="en-US" altLang="zh-CN" sz="2400" b="1" dirty="0">
                <a:solidFill>
                  <a:schemeClr val="tx1"/>
                </a:solidFill>
                <a:latin typeface="宋体" panose="02010600030101010101" pitchFamily="2" charset="-122"/>
              </a:rPr>
              <a:t>ⅰ </a:t>
            </a:r>
            <a:r>
              <a:rPr kumimoji="1" lang="zh-CN" altLang="en-US" sz="2400" b="1" dirty="0">
                <a:solidFill>
                  <a:schemeClr val="tx1"/>
                </a:solidFill>
                <a:latin typeface="Times New Roman" panose="02020603050405020304" pitchFamily="18" charset="0"/>
              </a:rPr>
              <a:t>流程图</a:t>
            </a:r>
          </a:p>
        </p:txBody>
      </p:sp>
    </p:spTree>
    <p:extLst>
      <p:ext uri="{BB962C8B-B14F-4D97-AF65-F5344CB8AC3E}">
        <p14:creationId xmlns:p14="http://schemas.microsoft.com/office/powerpoint/2010/main" val="393438676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4">
            <a:extLst>
              <a:ext uri="{FF2B5EF4-FFF2-40B4-BE49-F238E27FC236}">
                <a16:creationId xmlns:a16="http://schemas.microsoft.com/office/drawing/2014/main" id="{340070EC-A5DF-3694-167F-9CF83A22AE34}"/>
              </a:ext>
            </a:extLst>
          </p:cNvPr>
          <p:cNvSpPr>
            <a:spLocks noChangeArrowheads="1"/>
          </p:cNvSpPr>
          <p:nvPr/>
        </p:nvSpPr>
        <p:spPr bwMode="auto">
          <a:xfrm>
            <a:off x="1136134" y="1111436"/>
            <a:ext cx="5980112" cy="525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kumimoji="1" lang="en-US" altLang="zh-CN" sz="2400" b="1" dirty="0">
                <a:solidFill>
                  <a:schemeClr val="tx1"/>
                </a:solidFill>
                <a:latin typeface="Times New Roman" panose="02020603050405020304" pitchFamily="18" charset="0"/>
              </a:rPr>
              <a:t>ⅱ LRU</a:t>
            </a:r>
            <a:r>
              <a:rPr kumimoji="1" lang="zh-CN" altLang="en-US" sz="2400" b="1" dirty="0">
                <a:solidFill>
                  <a:schemeClr val="tx1"/>
                </a:solidFill>
                <a:latin typeface="Times New Roman" panose="02020603050405020304" pitchFamily="18" charset="0"/>
              </a:rPr>
              <a:t>近似淘汰算法举例</a:t>
            </a:r>
          </a:p>
        </p:txBody>
      </p:sp>
      <p:grpSp>
        <p:nvGrpSpPr>
          <p:cNvPr id="4" name="Group 29">
            <a:extLst>
              <a:ext uri="{FF2B5EF4-FFF2-40B4-BE49-F238E27FC236}">
                <a16:creationId xmlns:a16="http://schemas.microsoft.com/office/drawing/2014/main" id="{E7EFDA2F-B29D-5907-9040-7CCA5D2AC46C}"/>
              </a:ext>
            </a:extLst>
          </p:cNvPr>
          <p:cNvGrpSpPr>
            <a:grpSpLocks/>
          </p:cNvGrpSpPr>
          <p:nvPr/>
        </p:nvGrpSpPr>
        <p:grpSpPr bwMode="auto">
          <a:xfrm>
            <a:off x="2707674" y="1914711"/>
            <a:ext cx="4025900" cy="2854325"/>
            <a:chOff x="401" y="881"/>
            <a:chExt cx="2536" cy="1798"/>
          </a:xfrm>
        </p:grpSpPr>
        <p:sp>
          <p:nvSpPr>
            <p:cNvPr id="5" name="Line 30">
              <a:extLst>
                <a:ext uri="{FF2B5EF4-FFF2-40B4-BE49-F238E27FC236}">
                  <a16:creationId xmlns:a16="http://schemas.microsoft.com/office/drawing/2014/main" id="{F213E224-C6C1-50F8-7D39-AD15EA2FBB62}"/>
                </a:ext>
              </a:extLst>
            </p:cNvPr>
            <p:cNvSpPr>
              <a:spLocks noChangeShapeType="1"/>
            </p:cNvSpPr>
            <p:nvPr/>
          </p:nvSpPr>
          <p:spPr bwMode="auto">
            <a:xfrm>
              <a:off x="532" y="1150"/>
              <a:ext cx="14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 name="Line 31">
              <a:extLst>
                <a:ext uri="{FF2B5EF4-FFF2-40B4-BE49-F238E27FC236}">
                  <a16:creationId xmlns:a16="http://schemas.microsoft.com/office/drawing/2014/main" id="{EE7274E9-C624-884B-8ED8-A4BEA06BE39E}"/>
                </a:ext>
              </a:extLst>
            </p:cNvPr>
            <p:cNvSpPr>
              <a:spLocks noChangeShapeType="1"/>
            </p:cNvSpPr>
            <p:nvPr/>
          </p:nvSpPr>
          <p:spPr bwMode="auto">
            <a:xfrm>
              <a:off x="532" y="1150"/>
              <a:ext cx="0" cy="152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7" name="Line 32">
              <a:extLst>
                <a:ext uri="{FF2B5EF4-FFF2-40B4-BE49-F238E27FC236}">
                  <a16:creationId xmlns:a16="http://schemas.microsoft.com/office/drawing/2014/main" id="{8F24D0C2-AA10-9AE1-5F11-7CCBE9465FC5}"/>
                </a:ext>
              </a:extLst>
            </p:cNvPr>
            <p:cNvSpPr>
              <a:spLocks noChangeShapeType="1"/>
            </p:cNvSpPr>
            <p:nvPr/>
          </p:nvSpPr>
          <p:spPr bwMode="auto">
            <a:xfrm>
              <a:off x="525" y="1349"/>
              <a:ext cx="14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8" name="Line 33">
              <a:extLst>
                <a:ext uri="{FF2B5EF4-FFF2-40B4-BE49-F238E27FC236}">
                  <a16:creationId xmlns:a16="http://schemas.microsoft.com/office/drawing/2014/main" id="{65EAF470-812B-7563-E19B-5AA68E4DAE0A}"/>
                </a:ext>
              </a:extLst>
            </p:cNvPr>
            <p:cNvSpPr>
              <a:spLocks noChangeShapeType="1"/>
            </p:cNvSpPr>
            <p:nvPr/>
          </p:nvSpPr>
          <p:spPr bwMode="auto">
            <a:xfrm>
              <a:off x="540" y="1537"/>
              <a:ext cx="14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9" name="Line 34">
              <a:extLst>
                <a:ext uri="{FF2B5EF4-FFF2-40B4-BE49-F238E27FC236}">
                  <a16:creationId xmlns:a16="http://schemas.microsoft.com/office/drawing/2014/main" id="{A215B658-2E1B-9306-961C-81055EE59A80}"/>
                </a:ext>
              </a:extLst>
            </p:cNvPr>
            <p:cNvSpPr>
              <a:spLocks noChangeShapeType="1"/>
            </p:cNvSpPr>
            <p:nvPr/>
          </p:nvSpPr>
          <p:spPr bwMode="auto">
            <a:xfrm>
              <a:off x="521" y="1736"/>
              <a:ext cx="14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0" name="Line 35">
              <a:extLst>
                <a:ext uri="{FF2B5EF4-FFF2-40B4-BE49-F238E27FC236}">
                  <a16:creationId xmlns:a16="http://schemas.microsoft.com/office/drawing/2014/main" id="{0296B29B-C2DC-7256-F1E8-C6FEBE994ADC}"/>
                </a:ext>
              </a:extLst>
            </p:cNvPr>
            <p:cNvSpPr>
              <a:spLocks noChangeShapeType="1"/>
            </p:cNvSpPr>
            <p:nvPr/>
          </p:nvSpPr>
          <p:spPr bwMode="auto">
            <a:xfrm>
              <a:off x="525" y="1924"/>
              <a:ext cx="14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1" name="Line 36">
              <a:extLst>
                <a:ext uri="{FF2B5EF4-FFF2-40B4-BE49-F238E27FC236}">
                  <a16:creationId xmlns:a16="http://schemas.microsoft.com/office/drawing/2014/main" id="{0EA20D80-4AC1-0B36-99CE-87DABE0AB3EE}"/>
                </a:ext>
              </a:extLst>
            </p:cNvPr>
            <p:cNvSpPr>
              <a:spLocks noChangeShapeType="1"/>
            </p:cNvSpPr>
            <p:nvPr/>
          </p:nvSpPr>
          <p:spPr bwMode="auto">
            <a:xfrm>
              <a:off x="529" y="2101"/>
              <a:ext cx="14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2" name="Line 37">
              <a:extLst>
                <a:ext uri="{FF2B5EF4-FFF2-40B4-BE49-F238E27FC236}">
                  <a16:creationId xmlns:a16="http://schemas.microsoft.com/office/drawing/2014/main" id="{9D828DC6-BFB0-62A1-8BA9-16D08935E5B6}"/>
                </a:ext>
              </a:extLst>
            </p:cNvPr>
            <p:cNvSpPr>
              <a:spLocks noChangeShapeType="1"/>
            </p:cNvSpPr>
            <p:nvPr/>
          </p:nvSpPr>
          <p:spPr bwMode="auto">
            <a:xfrm>
              <a:off x="521" y="2289"/>
              <a:ext cx="14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3" name="Line 38">
              <a:extLst>
                <a:ext uri="{FF2B5EF4-FFF2-40B4-BE49-F238E27FC236}">
                  <a16:creationId xmlns:a16="http://schemas.microsoft.com/office/drawing/2014/main" id="{E4D08935-D98C-C966-B247-CE2D43DDBB92}"/>
                </a:ext>
              </a:extLst>
            </p:cNvPr>
            <p:cNvSpPr>
              <a:spLocks noChangeShapeType="1"/>
            </p:cNvSpPr>
            <p:nvPr/>
          </p:nvSpPr>
          <p:spPr bwMode="auto">
            <a:xfrm>
              <a:off x="525" y="2477"/>
              <a:ext cx="14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4" name="Line 39">
              <a:extLst>
                <a:ext uri="{FF2B5EF4-FFF2-40B4-BE49-F238E27FC236}">
                  <a16:creationId xmlns:a16="http://schemas.microsoft.com/office/drawing/2014/main" id="{C1FE3DF7-D153-1BA8-87DC-E23E8063A0A9}"/>
                </a:ext>
              </a:extLst>
            </p:cNvPr>
            <p:cNvSpPr>
              <a:spLocks noChangeShapeType="1"/>
            </p:cNvSpPr>
            <p:nvPr/>
          </p:nvSpPr>
          <p:spPr bwMode="auto">
            <a:xfrm>
              <a:off x="529" y="2665"/>
              <a:ext cx="14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5" name="Line 40">
              <a:extLst>
                <a:ext uri="{FF2B5EF4-FFF2-40B4-BE49-F238E27FC236}">
                  <a16:creationId xmlns:a16="http://schemas.microsoft.com/office/drawing/2014/main" id="{C2C83B3D-B2F1-CE5D-0D7A-5F3715399BD8}"/>
                </a:ext>
              </a:extLst>
            </p:cNvPr>
            <p:cNvSpPr>
              <a:spLocks noChangeShapeType="1"/>
            </p:cNvSpPr>
            <p:nvPr/>
          </p:nvSpPr>
          <p:spPr bwMode="auto">
            <a:xfrm>
              <a:off x="817" y="1153"/>
              <a:ext cx="0" cy="15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6" name="Line 41">
              <a:extLst>
                <a:ext uri="{FF2B5EF4-FFF2-40B4-BE49-F238E27FC236}">
                  <a16:creationId xmlns:a16="http://schemas.microsoft.com/office/drawing/2014/main" id="{1420AA01-86E3-C6D2-8144-2F82E9D7E250}"/>
                </a:ext>
              </a:extLst>
            </p:cNvPr>
            <p:cNvSpPr>
              <a:spLocks noChangeShapeType="1"/>
            </p:cNvSpPr>
            <p:nvPr/>
          </p:nvSpPr>
          <p:spPr bwMode="auto">
            <a:xfrm>
              <a:off x="1155" y="1157"/>
              <a:ext cx="0" cy="15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7" name="Line 42">
              <a:extLst>
                <a:ext uri="{FF2B5EF4-FFF2-40B4-BE49-F238E27FC236}">
                  <a16:creationId xmlns:a16="http://schemas.microsoft.com/office/drawing/2014/main" id="{C68A1C81-5703-B86F-100E-0A0AC2597DC0}"/>
                </a:ext>
              </a:extLst>
            </p:cNvPr>
            <p:cNvSpPr>
              <a:spLocks noChangeShapeType="1"/>
            </p:cNvSpPr>
            <p:nvPr/>
          </p:nvSpPr>
          <p:spPr bwMode="auto">
            <a:xfrm>
              <a:off x="1992" y="1150"/>
              <a:ext cx="0" cy="152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8" name="Text Box 43">
              <a:extLst>
                <a:ext uri="{FF2B5EF4-FFF2-40B4-BE49-F238E27FC236}">
                  <a16:creationId xmlns:a16="http://schemas.microsoft.com/office/drawing/2014/main" id="{99C51092-A595-6CCE-DCA0-BF6913E09E75}"/>
                </a:ext>
              </a:extLst>
            </p:cNvPr>
            <p:cNvSpPr txBox="1">
              <a:spLocks noChangeArrowheads="1"/>
            </p:cNvSpPr>
            <p:nvPr/>
          </p:nvSpPr>
          <p:spPr bwMode="auto">
            <a:xfrm>
              <a:off x="619" y="2454"/>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7</a:t>
              </a:r>
            </a:p>
          </p:txBody>
        </p:sp>
        <p:sp>
          <p:nvSpPr>
            <p:cNvPr id="19" name="Text Box 44">
              <a:extLst>
                <a:ext uri="{FF2B5EF4-FFF2-40B4-BE49-F238E27FC236}">
                  <a16:creationId xmlns:a16="http://schemas.microsoft.com/office/drawing/2014/main" id="{6D53D973-F36A-628F-9794-83655E1FEF67}"/>
                </a:ext>
              </a:extLst>
            </p:cNvPr>
            <p:cNvSpPr txBox="1">
              <a:spLocks noChangeArrowheads="1"/>
            </p:cNvSpPr>
            <p:nvPr/>
          </p:nvSpPr>
          <p:spPr bwMode="auto">
            <a:xfrm>
              <a:off x="606" y="1312"/>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a:t>
              </a:r>
            </a:p>
          </p:txBody>
        </p:sp>
        <p:sp>
          <p:nvSpPr>
            <p:cNvPr id="20" name="Text Box 45">
              <a:extLst>
                <a:ext uri="{FF2B5EF4-FFF2-40B4-BE49-F238E27FC236}">
                  <a16:creationId xmlns:a16="http://schemas.microsoft.com/office/drawing/2014/main" id="{FB168FD4-EAEE-5FE5-1E6E-DBC32E1DA1B1}"/>
                </a:ext>
              </a:extLst>
            </p:cNvPr>
            <p:cNvSpPr txBox="1">
              <a:spLocks noChangeArrowheads="1"/>
            </p:cNvSpPr>
            <p:nvPr/>
          </p:nvSpPr>
          <p:spPr bwMode="auto">
            <a:xfrm>
              <a:off x="608" y="1117"/>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21" name="Text Box 46">
              <a:extLst>
                <a:ext uri="{FF2B5EF4-FFF2-40B4-BE49-F238E27FC236}">
                  <a16:creationId xmlns:a16="http://schemas.microsoft.com/office/drawing/2014/main" id="{3D80C346-5114-038F-FB93-7EC9D032BA69}"/>
                </a:ext>
              </a:extLst>
            </p:cNvPr>
            <p:cNvSpPr txBox="1">
              <a:spLocks noChangeArrowheads="1"/>
            </p:cNvSpPr>
            <p:nvPr/>
          </p:nvSpPr>
          <p:spPr bwMode="auto">
            <a:xfrm>
              <a:off x="608" y="1515"/>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a:t>
              </a:r>
            </a:p>
          </p:txBody>
        </p:sp>
        <p:sp>
          <p:nvSpPr>
            <p:cNvPr id="22" name="Text Box 47">
              <a:extLst>
                <a:ext uri="{FF2B5EF4-FFF2-40B4-BE49-F238E27FC236}">
                  <a16:creationId xmlns:a16="http://schemas.microsoft.com/office/drawing/2014/main" id="{BA26CB45-63CA-E307-50C0-8A7E1A3213FC}"/>
                </a:ext>
              </a:extLst>
            </p:cNvPr>
            <p:cNvSpPr txBox="1">
              <a:spLocks noChangeArrowheads="1"/>
            </p:cNvSpPr>
            <p:nvPr/>
          </p:nvSpPr>
          <p:spPr bwMode="auto">
            <a:xfrm>
              <a:off x="608" y="1701"/>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3</a:t>
              </a:r>
            </a:p>
          </p:txBody>
        </p:sp>
        <p:sp>
          <p:nvSpPr>
            <p:cNvPr id="23" name="Text Box 48">
              <a:extLst>
                <a:ext uri="{FF2B5EF4-FFF2-40B4-BE49-F238E27FC236}">
                  <a16:creationId xmlns:a16="http://schemas.microsoft.com/office/drawing/2014/main" id="{F5B023FE-31BE-6B96-6D31-544620E4DB5C}"/>
                </a:ext>
              </a:extLst>
            </p:cNvPr>
            <p:cNvSpPr txBox="1">
              <a:spLocks noChangeArrowheads="1"/>
            </p:cNvSpPr>
            <p:nvPr/>
          </p:nvSpPr>
          <p:spPr bwMode="auto">
            <a:xfrm>
              <a:off x="608" y="1886"/>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4</a:t>
              </a:r>
            </a:p>
          </p:txBody>
        </p:sp>
        <p:sp>
          <p:nvSpPr>
            <p:cNvPr id="24" name="Text Box 49">
              <a:extLst>
                <a:ext uri="{FF2B5EF4-FFF2-40B4-BE49-F238E27FC236}">
                  <a16:creationId xmlns:a16="http://schemas.microsoft.com/office/drawing/2014/main" id="{F6813971-57EE-6F45-FD77-607B946247D6}"/>
                </a:ext>
              </a:extLst>
            </p:cNvPr>
            <p:cNvSpPr txBox="1">
              <a:spLocks noChangeArrowheads="1"/>
            </p:cNvSpPr>
            <p:nvPr/>
          </p:nvSpPr>
          <p:spPr bwMode="auto">
            <a:xfrm>
              <a:off x="608" y="2062"/>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5</a:t>
              </a:r>
            </a:p>
          </p:txBody>
        </p:sp>
        <p:sp>
          <p:nvSpPr>
            <p:cNvPr id="25" name="Text Box 50">
              <a:extLst>
                <a:ext uri="{FF2B5EF4-FFF2-40B4-BE49-F238E27FC236}">
                  <a16:creationId xmlns:a16="http://schemas.microsoft.com/office/drawing/2014/main" id="{6F7AFAB1-449B-7450-DDBD-0B1DF3548322}"/>
                </a:ext>
              </a:extLst>
            </p:cNvPr>
            <p:cNvSpPr txBox="1">
              <a:spLocks noChangeArrowheads="1"/>
            </p:cNvSpPr>
            <p:nvPr/>
          </p:nvSpPr>
          <p:spPr bwMode="auto">
            <a:xfrm>
              <a:off x="608" y="2257"/>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6</a:t>
              </a:r>
            </a:p>
          </p:txBody>
        </p:sp>
        <p:sp>
          <p:nvSpPr>
            <p:cNvPr id="26" name="Text Box 51">
              <a:extLst>
                <a:ext uri="{FF2B5EF4-FFF2-40B4-BE49-F238E27FC236}">
                  <a16:creationId xmlns:a16="http://schemas.microsoft.com/office/drawing/2014/main" id="{49F7E1BE-9101-4F3F-0131-578C567FA969}"/>
                </a:ext>
              </a:extLst>
            </p:cNvPr>
            <p:cNvSpPr txBox="1">
              <a:spLocks noChangeArrowheads="1"/>
            </p:cNvSpPr>
            <p:nvPr/>
          </p:nvSpPr>
          <p:spPr bwMode="auto">
            <a:xfrm>
              <a:off x="915" y="1518"/>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4</a:t>
              </a:r>
            </a:p>
          </p:txBody>
        </p:sp>
        <p:sp>
          <p:nvSpPr>
            <p:cNvPr id="27" name="Text Box 52">
              <a:extLst>
                <a:ext uri="{FF2B5EF4-FFF2-40B4-BE49-F238E27FC236}">
                  <a16:creationId xmlns:a16="http://schemas.microsoft.com/office/drawing/2014/main" id="{165C0CA5-A531-AA1C-2DF8-2A84A33EEFFE}"/>
                </a:ext>
              </a:extLst>
            </p:cNvPr>
            <p:cNvSpPr txBox="1">
              <a:spLocks noChangeArrowheads="1"/>
            </p:cNvSpPr>
            <p:nvPr/>
          </p:nvSpPr>
          <p:spPr bwMode="auto">
            <a:xfrm>
              <a:off x="915" y="1889"/>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a:t>
              </a:r>
            </a:p>
          </p:txBody>
        </p:sp>
        <p:sp>
          <p:nvSpPr>
            <p:cNvPr id="28" name="Text Box 53">
              <a:extLst>
                <a:ext uri="{FF2B5EF4-FFF2-40B4-BE49-F238E27FC236}">
                  <a16:creationId xmlns:a16="http://schemas.microsoft.com/office/drawing/2014/main" id="{9C482FE4-007A-BB2F-D741-E6677DFE7527}"/>
                </a:ext>
              </a:extLst>
            </p:cNvPr>
            <p:cNvSpPr txBox="1">
              <a:spLocks noChangeArrowheads="1"/>
            </p:cNvSpPr>
            <p:nvPr/>
          </p:nvSpPr>
          <p:spPr bwMode="auto">
            <a:xfrm>
              <a:off x="936" y="2269"/>
              <a:ext cx="2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5</a:t>
              </a:r>
            </a:p>
          </p:txBody>
        </p:sp>
        <p:sp>
          <p:nvSpPr>
            <p:cNvPr id="29" name="Text Box 54">
              <a:extLst>
                <a:ext uri="{FF2B5EF4-FFF2-40B4-BE49-F238E27FC236}">
                  <a16:creationId xmlns:a16="http://schemas.microsoft.com/office/drawing/2014/main" id="{E1E7D146-1C8C-E84D-350F-C0438BDB05F9}"/>
                </a:ext>
              </a:extLst>
            </p:cNvPr>
            <p:cNvSpPr txBox="1">
              <a:spLocks noChangeArrowheads="1"/>
            </p:cNvSpPr>
            <p:nvPr/>
          </p:nvSpPr>
          <p:spPr bwMode="auto">
            <a:xfrm>
              <a:off x="947" y="2452"/>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a:t>
              </a:r>
            </a:p>
          </p:txBody>
        </p:sp>
        <p:sp>
          <p:nvSpPr>
            <p:cNvPr id="30" name="Text Box 55">
              <a:extLst>
                <a:ext uri="{FF2B5EF4-FFF2-40B4-BE49-F238E27FC236}">
                  <a16:creationId xmlns:a16="http://schemas.microsoft.com/office/drawing/2014/main" id="{8904F63A-F9E2-DD72-0EE8-571AAA69F5F4}"/>
                </a:ext>
              </a:extLst>
            </p:cNvPr>
            <p:cNvSpPr txBox="1">
              <a:spLocks noChangeArrowheads="1"/>
            </p:cNvSpPr>
            <p:nvPr/>
          </p:nvSpPr>
          <p:spPr bwMode="auto">
            <a:xfrm>
              <a:off x="1706" y="1495"/>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sym typeface="Symbol" panose="05050102010706020507" pitchFamily="18" charset="2"/>
                </a:rPr>
                <a:t>4</a:t>
              </a:r>
            </a:p>
          </p:txBody>
        </p:sp>
        <p:sp>
          <p:nvSpPr>
            <p:cNvPr id="31" name="Text Box 56">
              <a:extLst>
                <a:ext uri="{FF2B5EF4-FFF2-40B4-BE49-F238E27FC236}">
                  <a16:creationId xmlns:a16="http://schemas.microsoft.com/office/drawing/2014/main" id="{4A5A1F90-F520-B85A-0FD6-074211CA0303}"/>
                </a:ext>
              </a:extLst>
            </p:cNvPr>
            <p:cNvSpPr txBox="1">
              <a:spLocks noChangeArrowheads="1"/>
            </p:cNvSpPr>
            <p:nvPr/>
          </p:nvSpPr>
          <p:spPr bwMode="auto">
            <a:xfrm>
              <a:off x="1256" y="2260"/>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sym typeface="Symbol" panose="05050102010706020507" pitchFamily="18" charset="2"/>
                </a:rPr>
                <a:t>1</a:t>
              </a:r>
            </a:p>
          </p:txBody>
        </p:sp>
        <p:sp>
          <p:nvSpPr>
            <p:cNvPr id="32" name="Text Box 57">
              <a:extLst>
                <a:ext uri="{FF2B5EF4-FFF2-40B4-BE49-F238E27FC236}">
                  <a16:creationId xmlns:a16="http://schemas.microsoft.com/office/drawing/2014/main" id="{E39894F9-9AA3-0001-2637-49AC08BAD6A0}"/>
                </a:ext>
              </a:extLst>
            </p:cNvPr>
            <p:cNvSpPr txBox="1">
              <a:spLocks noChangeArrowheads="1"/>
            </p:cNvSpPr>
            <p:nvPr/>
          </p:nvSpPr>
          <p:spPr bwMode="auto">
            <a:xfrm>
              <a:off x="1678" y="2266"/>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7</a:t>
              </a:r>
            </a:p>
          </p:txBody>
        </p:sp>
        <p:sp>
          <p:nvSpPr>
            <p:cNvPr id="33" name="Text Box 58">
              <a:extLst>
                <a:ext uri="{FF2B5EF4-FFF2-40B4-BE49-F238E27FC236}">
                  <a16:creationId xmlns:a16="http://schemas.microsoft.com/office/drawing/2014/main" id="{D628D794-ACA9-23FA-8DF8-F27A55D0E266}"/>
                </a:ext>
              </a:extLst>
            </p:cNvPr>
            <p:cNvSpPr txBox="1">
              <a:spLocks noChangeArrowheads="1"/>
            </p:cNvSpPr>
            <p:nvPr/>
          </p:nvSpPr>
          <p:spPr bwMode="auto">
            <a:xfrm>
              <a:off x="1667" y="2452"/>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a:t>
              </a:r>
            </a:p>
          </p:txBody>
        </p:sp>
        <p:sp>
          <p:nvSpPr>
            <p:cNvPr id="34" name="Text Box 59">
              <a:extLst>
                <a:ext uri="{FF2B5EF4-FFF2-40B4-BE49-F238E27FC236}">
                  <a16:creationId xmlns:a16="http://schemas.microsoft.com/office/drawing/2014/main" id="{E0FB6FB6-AEA1-B059-F263-76F21E92A618}"/>
                </a:ext>
              </a:extLst>
            </p:cNvPr>
            <p:cNvSpPr txBox="1">
              <a:spLocks noChangeArrowheads="1"/>
            </p:cNvSpPr>
            <p:nvPr/>
          </p:nvSpPr>
          <p:spPr bwMode="auto">
            <a:xfrm>
              <a:off x="2308" y="1888"/>
              <a:ext cx="391" cy="21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  4</a:t>
              </a:r>
            </a:p>
          </p:txBody>
        </p:sp>
        <p:sp>
          <p:nvSpPr>
            <p:cNvPr id="35" name="Text Box 60">
              <a:extLst>
                <a:ext uri="{FF2B5EF4-FFF2-40B4-BE49-F238E27FC236}">
                  <a16:creationId xmlns:a16="http://schemas.microsoft.com/office/drawing/2014/main" id="{6CE986D7-4AAD-63E9-C751-4EAF5A77A6D4}"/>
                </a:ext>
              </a:extLst>
            </p:cNvPr>
            <p:cNvSpPr txBox="1">
              <a:spLocks noChangeArrowheads="1"/>
            </p:cNvSpPr>
            <p:nvPr/>
          </p:nvSpPr>
          <p:spPr bwMode="auto">
            <a:xfrm>
              <a:off x="2166" y="1620"/>
              <a:ext cx="77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替换指针</a:t>
              </a:r>
            </a:p>
          </p:txBody>
        </p:sp>
        <p:sp>
          <p:nvSpPr>
            <p:cNvPr id="36" name="Line 61">
              <a:extLst>
                <a:ext uri="{FF2B5EF4-FFF2-40B4-BE49-F238E27FC236}">
                  <a16:creationId xmlns:a16="http://schemas.microsoft.com/office/drawing/2014/main" id="{F9557139-98D7-0DBD-B792-6058F963EFC7}"/>
                </a:ext>
              </a:extLst>
            </p:cNvPr>
            <p:cNvSpPr>
              <a:spLocks noChangeShapeType="1"/>
            </p:cNvSpPr>
            <p:nvPr/>
          </p:nvSpPr>
          <p:spPr bwMode="auto">
            <a:xfrm flipH="1">
              <a:off x="2018" y="1979"/>
              <a:ext cx="317"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nvGrpSpPr>
            <p:cNvPr id="37" name="Group 62">
              <a:extLst>
                <a:ext uri="{FF2B5EF4-FFF2-40B4-BE49-F238E27FC236}">
                  <a16:creationId xmlns:a16="http://schemas.microsoft.com/office/drawing/2014/main" id="{D8D5C591-3963-18F5-1B4C-DCE703C70CF1}"/>
                </a:ext>
              </a:extLst>
            </p:cNvPr>
            <p:cNvGrpSpPr>
              <a:grpSpLocks/>
            </p:cNvGrpSpPr>
            <p:nvPr/>
          </p:nvGrpSpPr>
          <p:grpSpPr bwMode="auto">
            <a:xfrm>
              <a:off x="1804" y="2035"/>
              <a:ext cx="136" cy="317"/>
              <a:chOff x="1804" y="2035"/>
              <a:chExt cx="136" cy="317"/>
            </a:xfrm>
          </p:grpSpPr>
          <p:sp>
            <p:nvSpPr>
              <p:cNvPr id="52" name="Line 63">
                <a:extLst>
                  <a:ext uri="{FF2B5EF4-FFF2-40B4-BE49-F238E27FC236}">
                    <a16:creationId xmlns:a16="http://schemas.microsoft.com/office/drawing/2014/main" id="{622B7436-721D-1D20-1AED-B6DB1ADB6EC2}"/>
                  </a:ext>
                </a:extLst>
              </p:cNvPr>
              <p:cNvSpPr>
                <a:spLocks noChangeShapeType="1"/>
              </p:cNvSpPr>
              <p:nvPr/>
            </p:nvSpPr>
            <p:spPr bwMode="auto">
              <a:xfrm>
                <a:off x="1940" y="2035"/>
                <a:ext cx="0" cy="3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3" name="Line 64">
                <a:extLst>
                  <a:ext uri="{FF2B5EF4-FFF2-40B4-BE49-F238E27FC236}">
                    <a16:creationId xmlns:a16="http://schemas.microsoft.com/office/drawing/2014/main" id="{C8F85D71-4C35-A789-9B3F-4BAC3E8C03C4}"/>
                  </a:ext>
                </a:extLst>
              </p:cNvPr>
              <p:cNvSpPr>
                <a:spLocks noChangeShapeType="1"/>
              </p:cNvSpPr>
              <p:nvPr/>
            </p:nvSpPr>
            <p:spPr bwMode="auto">
              <a:xfrm flipH="1">
                <a:off x="1804" y="2352"/>
                <a:ext cx="136"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grpSp>
          <p:nvGrpSpPr>
            <p:cNvPr id="38" name="Group 65">
              <a:extLst>
                <a:ext uri="{FF2B5EF4-FFF2-40B4-BE49-F238E27FC236}">
                  <a16:creationId xmlns:a16="http://schemas.microsoft.com/office/drawing/2014/main" id="{95BFA378-406F-BD81-1134-9C4D2C2225D7}"/>
                </a:ext>
              </a:extLst>
            </p:cNvPr>
            <p:cNvGrpSpPr>
              <a:grpSpLocks/>
            </p:cNvGrpSpPr>
            <p:nvPr/>
          </p:nvGrpSpPr>
          <p:grpSpPr bwMode="auto">
            <a:xfrm>
              <a:off x="1802" y="2410"/>
              <a:ext cx="138" cy="181"/>
              <a:chOff x="3582" y="1900"/>
              <a:chExt cx="138" cy="181"/>
            </a:xfrm>
          </p:grpSpPr>
          <p:sp>
            <p:nvSpPr>
              <p:cNvPr id="50" name="Line 66">
                <a:extLst>
                  <a:ext uri="{FF2B5EF4-FFF2-40B4-BE49-F238E27FC236}">
                    <a16:creationId xmlns:a16="http://schemas.microsoft.com/office/drawing/2014/main" id="{E2C67D07-C29F-1C36-1483-D239A7D80895}"/>
                  </a:ext>
                </a:extLst>
              </p:cNvPr>
              <p:cNvSpPr>
                <a:spLocks noChangeShapeType="1"/>
              </p:cNvSpPr>
              <p:nvPr/>
            </p:nvSpPr>
            <p:spPr bwMode="auto">
              <a:xfrm>
                <a:off x="3720" y="190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1" name="Line 67">
                <a:extLst>
                  <a:ext uri="{FF2B5EF4-FFF2-40B4-BE49-F238E27FC236}">
                    <a16:creationId xmlns:a16="http://schemas.microsoft.com/office/drawing/2014/main" id="{44167C98-C220-4CC1-6977-C92A95ABC0E0}"/>
                  </a:ext>
                </a:extLst>
              </p:cNvPr>
              <p:cNvSpPr>
                <a:spLocks noChangeShapeType="1"/>
              </p:cNvSpPr>
              <p:nvPr/>
            </p:nvSpPr>
            <p:spPr bwMode="auto">
              <a:xfrm flipH="1">
                <a:off x="3582" y="2081"/>
                <a:ext cx="136"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39" name="Line 68">
              <a:extLst>
                <a:ext uri="{FF2B5EF4-FFF2-40B4-BE49-F238E27FC236}">
                  <a16:creationId xmlns:a16="http://schemas.microsoft.com/office/drawing/2014/main" id="{0E7025FA-E773-819F-6A67-D27F12A3C73D}"/>
                </a:ext>
              </a:extLst>
            </p:cNvPr>
            <p:cNvSpPr>
              <a:spLocks noChangeShapeType="1"/>
            </p:cNvSpPr>
            <p:nvPr/>
          </p:nvSpPr>
          <p:spPr bwMode="auto">
            <a:xfrm flipV="1">
              <a:off x="1614" y="1630"/>
              <a:ext cx="0" cy="9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0" name="Line 69">
              <a:extLst>
                <a:ext uri="{FF2B5EF4-FFF2-40B4-BE49-F238E27FC236}">
                  <a16:creationId xmlns:a16="http://schemas.microsoft.com/office/drawing/2014/main" id="{99A4CEBA-A658-EC9C-98D8-573BF939A7F9}"/>
                </a:ext>
              </a:extLst>
            </p:cNvPr>
            <p:cNvSpPr>
              <a:spLocks noChangeShapeType="1"/>
            </p:cNvSpPr>
            <p:nvPr/>
          </p:nvSpPr>
          <p:spPr bwMode="auto">
            <a:xfrm>
              <a:off x="1607" y="1618"/>
              <a:ext cx="136"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1" name="Text Box 70">
              <a:extLst>
                <a:ext uri="{FF2B5EF4-FFF2-40B4-BE49-F238E27FC236}">
                  <a16:creationId xmlns:a16="http://schemas.microsoft.com/office/drawing/2014/main" id="{97A86EE1-6990-2580-BB6D-8F7D2FA59394}"/>
                </a:ext>
              </a:extLst>
            </p:cNvPr>
            <p:cNvSpPr txBox="1">
              <a:spLocks noChangeArrowheads="1"/>
            </p:cNvSpPr>
            <p:nvPr/>
          </p:nvSpPr>
          <p:spPr bwMode="auto">
            <a:xfrm>
              <a:off x="401" y="881"/>
              <a:ext cx="169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块号 页号 引用位   指针</a:t>
              </a:r>
            </a:p>
          </p:txBody>
        </p:sp>
        <p:sp>
          <p:nvSpPr>
            <p:cNvPr id="42" name="Line 71">
              <a:extLst>
                <a:ext uri="{FF2B5EF4-FFF2-40B4-BE49-F238E27FC236}">
                  <a16:creationId xmlns:a16="http://schemas.microsoft.com/office/drawing/2014/main" id="{5F7F55FC-A5C3-ABAE-E473-30004A203D8B}"/>
                </a:ext>
              </a:extLst>
            </p:cNvPr>
            <p:cNvSpPr>
              <a:spLocks noChangeShapeType="1"/>
            </p:cNvSpPr>
            <p:nvPr/>
          </p:nvSpPr>
          <p:spPr bwMode="auto">
            <a:xfrm>
              <a:off x="1531" y="1137"/>
              <a:ext cx="0" cy="15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3" name="Text Box 72">
              <a:extLst>
                <a:ext uri="{FF2B5EF4-FFF2-40B4-BE49-F238E27FC236}">
                  <a16:creationId xmlns:a16="http://schemas.microsoft.com/office/drawing/2014/main" id="{76D60501-E438-EE40-3CDA-59E3C6D1DF17}"/>
                </a:ext>
              </a:extLst>
            </p:cNvPr>
            <p:cNvSpPr txBox="1">
              <a:spLocks noChangeArrowheads="1"/>
            </p:cNvSpPr>
            <p:nvPr/>
          </p:nvSpPr>
          <p:spPr bwMode="auto">
            <a:xfrm>
              <a:off x="1674" y="1888"/>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sym typeface="Symbol" panose="05050102010706020507" pitchFamily="18" charset="2"/>
                </a:rPr>
                <a:t>6</a:t>
              </a:r>
            </a:p>
          </p:txBody>
        </p:sp>
        <p:grpSp>
          <p:nvGrpSpPr>
            <p:cNvPr id="44" name="Group 73">
              <a:extLst>
                <a:ext uri="{FF2B5EF4-FFF2-40B4-BE49-F238E27FC236}">
                  <a16:creationId xmlns:a16="http://schemas.microsoft.com/office/drawing/2014/main" id="{43E70860-B5DB-BA1F-034E-243C27234832}"/>
                </a:ext>
              </a:extLst>
            </p:cNvPr>
            <p:cNvGrpSpPr>
              <a:grpSpLocks/>
            </p:cNvGrpSpPr>
            <p:nvPr/>
          </p:nvGrpSpPr>
          <p:grpSpPr bwMode="auto">
            <a:xfrm>
              <a:off x="1803" y="1618"/>
              <a:ext cx="136" cy="365"/>
              <a:chOff x="1804" y="1987"/>
              <a:chExt cx="136" cy="365"/>
            </a:xfrm>
          </p:grpSpPr>
          <p:sp>
            <p:nvSpPr>
              <p:cNvPr id="48" name="Line 74">
                <a:extLst>
                  <a:ext uri="{FF2B5EF4-FFF2-40B4-BE49-F238E27FC236}">
                    <a16:creationId xmlns:a16="http://schemas.microsoft.com/office/drawing/2014/main" id="{B4AD3ACB-6E04-97B9-875D-43ABB219C5C2}"/>
                  </a:ext>
                </a:extLst>
              </p:cNvPr>
              <p:cNvSpPr>
                <a:spLocks noChangeShapeType="1"/>
              </p:cNvSpPr>
              <p:nvPr/>
            </p:nvSpPr>
            <p:spPr bwMode="auto">
              <a:xfrm>
                <a:off x="1940" y="198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9" name="Line 75">
                <a:extLst>
                  <a:ext uri="{FF2B5EF4-FFF2-40B4-BE49-F238E27FC236}">
                    <a16:creationId xmlns:a16="http://schemas.microsoft.com/office/drawing/2014/main" id="{694DB8BA-C1E5-7A36-7785-FE1474AEC5F1}"/>
                  </a:ext>
                </a:extLst>
              </p:cNvPr>
              <p:cNvSpPr>
                <a:spLocks noChangeShapeType="1"/>
              </p:cNvSpPr>
              <p:nvPr/>
            </p:nvSpPr>
            <p:spPr bwMode="auto">
              <a:xfrm flipH="1">
                <a:off x="1804" y="2352"/>
                <a:ext cx="136"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45" name="Text Box 76">
              <a:extLst>
                <a:ext uri="{FF2B5EF4-FFF2-40B4-BE49-F238E27FC236}">
                  <a16:creationId xmlns:a16="http://schemas.microsoft.com/office/drawing/2014/main" id="{E55BC0E3-6DBD-1D51-CC4C-98A1CF497345}"/>
                </a:ext>
              </a:extLst>
            </p:cNvPr>
            <p:cNvSpPr txBox="1">
              <a:spLocks noChangeArrowheads="1"/>
            </p:cNvSpPr>
            <p:nvPr/>
          </p:nvSpPr>
          <p:spPr bwMode="auto">
            <a:xfrm>
              <a:off x="1259" y="1513"/>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46" name="Text Box 77">
              <a:extLst>
                <a:ext uri="{FF2B5EF4-FFF2-40B4-BE49-F238E27FC236}">
                  <a16:creationId xmlns:a16="http://schemas.microsoft.com/office/drawing/2014/main" id="{F10AFD18-50A0-4F76-454A-574C8A5ABCBF}"/>
                </a:ext>
              </a:extLst>
            </p:cNvPr>
            <p:cNvSpPr txBox="1">
              <a:spLocks noChangeArrowheads="1"/>
            </p:cNvSpPr>
            <p:nvPr/>
          </p:nvSpPr>
          <p:spPr bwMode="auto">
            <a:xfrm>
              <a:off x="1250" y="2444"/>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47" name="Text Box 78">
              <a:extLst>
                <a:ext uri="{FF2B5EF4-FFF2-40B4-BE49-F238E27FC236}">
                  <a16:creationId xmlns:a16="http://schemas.microsoft.com/office/drawing/2014/main" id="{BDEDE1F2-610C-E895-7887-D158F6D74C23}"/>
                </a:ext>
              </a:extLst>
            </p:cNvPr>
            <p:cNvSpPr txBox="1">
              <a:spLocks noChangeArrowheads="1"/>
            </p:cNvSpPr>
            <p:nvPr/>
          </p:nvSpPr>
          <p:spPr bwMode="auto">
            <a:xfrm>
              <a:off x="1259" y="1885"/>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a:t>
              </a:r>
            </a:p>
          </p:txBody>
        </p:sp>
      </p:grpSp>
      <p:grpSp>
        <p:nvGrpSpPr>
          <p:cNvPr id="54" name="Group 79">
            <a:extLst>
              <a:ext uri="{FF2B5EF4-FFF2-40B4-BE49-F238E27FC236}">
                <a16:creationId xmlns:a16="http://schemas.microsoft.com/office/drawing/2014/main" id="{A894D226-D0BC-6ACA-2F02-D7BC091897C9}"/>
              </a:ext>
            </a:extLst>
          </p:cNvPr>
          <p:cNvGrpSpPr>
            <a:grpSpLocks/>
          </p:cNvGrpSpPr>
          <p:nvPr/>
        </p:nvGrpSpPr>
        <p:grpSpPr bwMode="auto">
          <a:xfrm>
            <a:off x="6595462" y="1898836"/>
            <a:ext cx="4025900" cy="2854325"/>
            <a:chOff x="2925" y="839"/>
            <a:chExt cx="2536" cy="1798"/>
          </a:xfrm>
        </p:grpSpPr>
        <p:sp>
          <p:nvSpPr>
            <p:cNvPr id="55" name="Line 80">
              <a:extLst>
                <a:ext uri="{FF2B5EF4-FFF2-40B4-BE49-F238E27FC236}">
                  <a16:creationId xmlns:a16="http://schemas.microsoft.com/office/drawing/2014/main" id="{DA6562D2-2E77-7E34-16A5-9C31402B0B2C}"/>
                </a:ext>
              </a:extLst>
            </p:cNvPr>
            <p:cNvSpPr>
              <a:spLocks noChangeShapeType="1"/>
            </p:cNvSpPr>
            <p:nvPr/>
          </p:nvSpPr>
          <p:spPr bwMode="auto">
            <a:xfrm>
              <a:off x="3056" y="1108"/>
              <a:ext cx="14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6" name="Line 81">
              <a:extLst>
                <a:ext uri="{FF2B5EF4-FFF2-40B4-BE49-F238E27FC236}">
                  <a16:creationId xmlns:a16="http://schemas.microsoft.com/office/drawing/2014/main" id="{57E94FA7-A6C0-801D-F19C-E6C430A33EE0}"/>
                </a:ext>
              </a:extLst>
            </p:cNvPr>
            <p:cNvSpPr>
              <a:spLocks noChangeShapeType="1"/>
            </p:cNvSpPr>
            <p:nvPr/>
          </p:nvSpPr>
          <p:spPr bwMode="auto">
            <a:xfrm>
              <a:off x="3056" y="1108"/>
              <a:ext cx="0" cy="152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7" name="Line 82">
              <a:extLst>
                <a:ext uri="{FF2B5EF4-FFF2-40B4-BE49-F238E27FC236}">
                  <a16:creationId xmlns:a16="http://schemas.microsoft.com/office/drawing/2014/main" id="{9E3F7658-7A41-A780-5804-669C87DD9E26}"/>
                </a:ext>
              </a:extLst>
            </p:cNvPr>
            <p:cNvSpPr>
              <a:spLocks noChangeShapeType="1"/>
            </p:cNvSpPr>
            <p:nvPr/>
          </p:nvSpPr>
          <p:spPr bwMode="auto">
            <a:xfrm>
              <a:off x="3049" y="1307"/>
              <a:ext cx="14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8" name="Line 83">
              <a:extLst>
                <a:ext uri="{FF2B5EF4-FFF2-40B4-BE49-F238E27FC236}">
                  <a16:creationId xmlns:a16="http://schemas.microsoft.com/office/drawing/2014/main" id="{25B9CAA2-168A-7027-B147-65C151F91F58}"/>
                </a:ext>
              </a:extLst>
            </p:cNvPr>
            <p:cNvSpPr>
              <a:spLocks noChangeShapeType="1"/>
            </p:cNvSpPr>
            <p:nvPr/>
          </p:nvSpPr>
          <p:spPr bwMode="auto">
            <a:xfrm>
              <a:off x="3064" y="1495"/>
              <a:ext cx="14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9" name="Line 84">
              <a:extLst>
                <a:ext uri="{FF2B5EF4-FFF2-40B4-BE49-F238E27FC236}">
                  <a16:creationId xmlns:a16="http://schemas.microsoft.com/office/drawing/2014/main" id="{FE8D3EA1-4B9D-7CBC-902E-2047099273FC}"/>
                </a:ext>
              </a:extLst>
            </p:cNvPr>
            <p:cNvSpPr>
              <a:spLocks noChangeShapeType="1"/>
            </p:cNvSpPr>
            <p:nvPr/>
          </p:nvSpPr>
          <p:spPr bwMode="auto">
            <a:xfrm>
              <a:off x="3045" y="1694"/>
              <a:ext cx="14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0" name="Line 85">
              <a:extLst>
                <a:ext uri="{FF2B5EF4-FFF2-40B4-BE49-F238E27FC236}">
                  <a16:creationId xmlns:a16="http://schemas.microsoft.com/office/drawing/2014/main" id="{8B6C52F5-C300-3C06-BE52-B0572B0D346F}"/>
                </a:ext>
              </a:extLst>
            </p:cNvPr>
            <p:cNvSpPr>
              <a:spLocks noChangeShapeType="1"/>
            </p:cNvSpPr>
            <p:nvPr/>
          </p:nvSpPr>
          <p:spPr bwMode="auto">
            <a:xfrm>
              <a:off x="3049" y="1882"/>
              <a:ext cx="14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1" name="Line 86">
              <a:extLst>
                <a:ext uri="{FF2B5EF4-FFF2-40B4-BE49-F238E27FC236}">
                  <a16:creationId xmlns:a16="http://schemas.microsoft.com/office/drawing/2014/main" id="{3C2C976A-2FEC-C6B3-5997-B2E4DD47CFD6}"/>
                </a:ext>
              </a:extLst>
            </p:cNvPr>
            <p:cNvSpPr>
              <a:spLocks noChangeShapeType="1"/>
            </p:cNvSpPr>
            <p:nvPr/>
          </p:nvSpPr>
          <p:spPr bwMode="auto">
            <a:xfrm>
              <a:off x="3053" y="2059"/>
              <a:ext cx="14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2" name="Line 87">
              <a:extLst>
                <a:ext uri="{FF2B5EF4-FFF2-40B4-BE49-F238E27FC236}">
                  <a16:creationId xmlns:a16="http://schemas.microsoft.com/office/drawing/2014/main" id="{2205D3AC-6552-A801-B577-F3885CA7D6A7}"/>
                </a:ext>
              </a:extLst>
            </p:cNvPr>
            <p:cNvSpPr>
              <a:spLocks noChangeShapeType="1"/>
            </p:cNvSpPr>
            <p:nvPr/>
          </p:nvSpPr>
          <p:spPr bwMode="auto">
            <a:xfrm>
              <a:off x="3045" y="2247"/>
              <a:ext cx="14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3" name="Line 88">
              <a:extLst>
                <a:ext uri="{FF2B5EF4-FFF2-40B4-BE49-F238E27FC236}">
                  <a16:creationId xmlns:a16="http://schemas.microsoft.com/office/drawing/2014/main" id="{A2E2419F-E0D8-BC80-5A29-3D69C38EECD3}"/>
                </a:ext>
              </a:extLst>
            </p:cNvPr>
            <p:cNvSpPr>
              <a:spLocks noChangeShapeType="1"/>
            </p:cNvSpPr>
            <p:nvPr/>
          </p:nvSpPr>
          <p:spPr bwMode="auto">
            <a:xfrm>
              <a:off x="3049" y="2435"/>
              <a:ext cx="14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4" name="Line 89">
              <a:extLst>
                <a:ext uri="{FF2B5EF4-FFF2-40B4-BE49-F238E27FC236}">
                  <a16:creationId xmlns:a16="http://schemas.microsoft.com/office/drawing/2014/main" id="{1E744052-546D-DA02-AC00-EDDEE71163D1}"/>
                </a:ext>
              </a:extLst>
            </p:cNvPr>
            <p:cNvSpPr>
              <a:spLocks noChangeShapeType="1"/>
            </p:cNvSpPr>
            <p:nvPr/>
          </p:nvSpPr>
          <p:spPr bwMode="auto">
            <a:xfrm>
              <a:off x="3053" y="2623"/>
              <a:ext cx="145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5" name="Line 90">
              <a:extLst>
                <a:ext uri="{FF2B5EF4-FFF2-40B4-BE49-F238E27FC236}">
                  <a16:creationId xmlns:a16="http://schemas.microsoft.com/office/drawing/2014/main" id="{2AF651A8-93D7-A5EB-0D10-B2C8EE863821}"/>
                </a:ext>
              </a:extLst>
            </p:cNvPr>
            <p:cNvSpPr>
              <a:spLocks noChangeShapeType="1"/>
            </p:cNvSpPr>
            <p:nvPr/>
          </p:nvSpPr>
          <p:spPr bwMode="auto">
            <a:xfrm>
              <a:off x="3341" y="1111"/>
              <a:ext cx="0" cy="15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6" name="Line 91">
              <a:extLst>
                <a:ext uri="{FF2B5EF4-FFF2-40B4-BE49-F238E27FC236}">
                  <a16:creationId xmlns:a16="http://schemas.microsoft.com/office/drawing/2014/main" id="{E7C33A65-4862-A301-6721-88CFCD019CF7}"/>
                </a:ext>
              </a:extLst>
            </p:cNvPr>
            <p:cNvSpPr>
              <a:spLocks noChangeShapeType="1"/>
            </p:cNvSpPr>
            <p:nvPr/>
          </p:nvSpPr>
          <p:spPr bwMode="auto">
            <a:xfrm>
              <a:off x="3679" y="1115"/>
              <a:ext cx="0" cy="15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7" name="Line 92">
              <a:extLst>
                <a:ext uri="{FF2B5EF4-FFF2-40B4-BE49-F238E27FC236}">
                  <a16:creationId xmlns:a16="http://schemas.microsoft.com/office/drawing/2014/main" id="{742C500E-1672-E4D8-F98C-82D0C41A79FF}"/>
                </a:ext>
              </a:extLst>
            </p:cNvPr>
            <p:cNvSpPr>
              <a:spLocks noChangeShapeType="1"/>
            </p:cNvSpPr>
            <p:nvPr/>
          </p:nvSpPr>
          <p:spPr bwMode="auto">
            <a:xfrm>
              <a:off x="4516" y="1108"/>
              <a:ext cx="0" cy="152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8" name="Text Box 93">
              <a:extLst>
                <a:ext uri="{FF2B5EF4-FFF2-40B4-BE49-F238E27FC236}">
                  <a16:creationId xmlns:a16="http://schemas.microsoft.com/office/drawing/2014/main" id="{AA7EDEA1-E3B9-3B65-CBA3-FAF1CC9CCEC8}"/>
                </a:ext>
              </a:extLst>
            </p:cNvPr>
            <p:cNvSpPr txBox="1">
              <a:spLocks noChangeArrowheads="1"/>
            </p:cNvSpPr>
            <p:nvPr/>
          </p:nvSpPr>
          <p:spPr bwMode="auto">
            <a:xfrm>
              <a:off x="3143" y="2412"/>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7</a:t>
              </a:r>
            </a:p>
          </p:txBody>
        </p:sp>
        <p:sp>
          <p:nvSpPr>
            <p:cNvPr id="69" name="Text Box 94">
              <a:extLst>
                <a:ext uri="{FF2B5EF4-FFF2-40B4-BE49-F238E27FC236}">
                  <a16:creationId xmlns:a16="http://schemas.microsoft.com/office/drawing/2014/main" id="{1CF0CDDC-427B-1078-26D2-3D95A5B07B22}"/>
                </a:ext>
              </a:extLst>
            </p:cNvPr>
            <p:cNvSpPr txBox="1">
              <a:spLocks noChangeArrowheads="1"/>
            </p:cNvSpPr>
            <p:nvPr/>
          </p:nvSpPr>
          <p:spPr bwMode="auto">
            <a:xfrm>
              <a:off x="3130" y="1270"/>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a:t>
              </a:r>
            </a:p>
          </p:txBody>
        </p:sp>
        <p:sp>
          <p:nvSpPr>
            <p:cNvPr id="70" name="Text Box 95">
              <a:extLst>
                <a:ext uri="{FF2B5EF4-FFF2-40B4-BE49-F238E27FC236}">
                  <a16:creationId xmlns:a16="http://schemas.microsoft.com/office/drawing/2014/main" id="{BE028ACC-FBBC-46C9-D5A7-A469937E97F3}"/>
                </a:ext>
              </a:extLst>
            </p:cNvPr>
            <p:cNvSpPr txBox="1">
              <a:spLocks noChangeArrowheads="1"/>
            </p:cNvSpPr>
            <p:nvPr/>
          </p:nvSpPr>
          <p:spPr bwMode="auto">
            <a:xfrm>
              <a:off x="3132" y="1075"/>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71" name="Text Box 96">
              <a:extLst>
                <a:ext uri="{FF2B5EF4-FFF2-40B4-BE49-F238E27FC236}">
                  <a16:creationId xmlns:a16="http://schemas.microsoft.com/office/drawing/2014/main" id="{904B0B63-2A77-1C9A-D332-6D287D5E8800}"/>
                </a:ext>
              </a:extLst>
            </p:cNvPr>
            <p:cNvSpPr txBox="1">
              <a:spLocks noChangeArrowheads="1"/>
            </p:cNvSpPr>
            <p:nvPr/>
          </p:nvSpPr>
          <p:spPr bwMode="auto">
            <a:xfrm>
              <a:off x="3132" y="1473"/>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a:t>
              </a:r>
            </a:p>
          </p:txBody>
        </p:sp>
        <p:sp>
          <p:nvSpPr>
            <p:cNvPr id="72" name="Text Box 97">
              <a:extLst>
                <a:ext uri="{FF2B5EF4-FFF2-40B4-BE49-F238E27FC236}">
                  <a16:creationId xmlns:a16="http://schemas.microsoft.com/office/drawing/2014/main" id="{39EFF349-859B-03C2-D4A8-46943A9D7C13}"/>
                </a:ext>
              </a:extLst>
            </p:cNvPr>
            <p:cNvSpPr txBox="1">
              <a:spLocks noChangeArrowheads="1"/>
            </p:cNvSpPr>
            <p:nvPr/>
          </p:nvSpPr>
          <p:spPr bwMode="auto">
            <a:xfrm>
              <a:off x="3132" y="1659"/>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3</a:t>
              </a:r>
            </a:p>
          </p:txBody>
        </p:sp>
        <p:sp>
          <p:nvSpPr>
            <p:cNvPr id="73" name="Text Box 98">
              <a:extLst>
                <a:ext uri="{FF2B5EF4-FFF2-40B4-BE49-F238E27FC236}">
                  <a16:creationId xmlns:a16="http://schemas.microsoft.com/office/drawing/2014/main" id="{D8075489-BB0D-E160-A120-54FB01687461}"/>
                </a:ext>
              </a:extLst>
            </p:cNvPr>
            <p:cNvSpPr txBox="1">
              <a:spLocks noChangeArrowheads="1"/>
            </p:cNvSpPr>
            <p:nvPr/>
          </p:nvSpPr>
          <p:spPr bwMode="auto">
            <a:xfrm>
              <a:off x="3132" y="1844"/>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4</a:t>
              </a:r>
            </a:p>
          </p:txBody>
        </p:sp>
        <p:sp>
          <p:nvSpPr>
            <p:cNvPr id="74" name="Text Box 99">
              <a:extLst>
                <a:ext uri="{FF2B5EF4-FFF2-40B4-BE49-F238E27FC236}">
                  <a16:creationId xmlns:a16="http://schemas.microsoft.com/office/drawing/2014/main" id="{C386C5CA-3BDD-ECC5-7362-AD791B29A291}"/>
                </a:ext>
              </a:extLst>
            </p:cNvPr>
            <p:cNvSpPr txBox="1">
              <a:spLocks noChangeArrowheads="1"/>
            </p:cNvSpPr>
            <p:nvPr/>
          </p:nvSpPr>
          <p:spPr bwMode="auto">
            <a:xfrm>
              <a:off x="3132" y="2020"/>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5</a:t>
              </a:r>
            </a:p>
          </p:txBody>
        </p:sp>
        <p:sp>
          <p:nvSpPr>
            <p:cNvPr id="75" name="Text Box 100">
              <a:extLst>
                <a:ext uri="{FF2B5EF4-FFF2-40B4-BE49-F238E27FC236}">
                  <a16:creationId xmlns:a16="http://schemas.microsoft.com/office/drawing/2014/main" id="{B3653659-7199-F313-466B-FBF26AB6BDC7}"/>
                </a:ext>
              </a:extLst>
            </p:cNvPr>
            <p:cNvSpPr txBox="1">
              <a:spLocks noChangeArrowheads="1"/>
            </p:cNvSpPr>
            <p:nvPr/>
          </p:nvSpPr>
          <p:spPr bwMode="auto">
            <a:xfrm>
              <a:off x="3132" y="2215"/>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6</a:t>
              </a:r>
            </a:p>
          </p:txBody>
        </p:sp>
        <p:sp>
          <p:nvSpPr>
            <p:cNvPr id="76" name="Text Box 101">
              <a:extLst>
                <a:ext uri="{FF2B5EF4-FFF2-40B4-BE49-F238E27FC236}">
                  <a16:creationId xmlns:a16="http://schemas.microsoft.com/office/drawing/2014/main" id="{71176A51-3A2E-3E7E-FF2B-0D429F083471}"/>
                </a:ext>
              </a:extLst>
            </p:cNvPr>
            <p:cNvSpPr txBox="1">
              <a:spLocks noChangeArrowheads="1"/>
            </p:cNvSpPr>
            <p:nvPr/>
          </p:nvSpPr>
          <p:spPr bwMode="auto">
            <a:xfrm>
              <a:off x="3439" y="1476"/>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4</a:t>
              </a:r>
            </a:p>
          </p:txBody>
        </p:sp>
        <p:sp>
          <p:nvSpPr>
            <p:cNvPr id="77" name="Text Box 102">
              <a:extLst>
                <a:ext uri="{FF2B5EF4-FFF2-40B4-BE49-F238E27FC236}">
                  <a16:creationId xmlns:a16="http://schemas.microsoft.com/office/drawing/2014/main" id="{501E516F-8087-863F-D734-F4A8C46176DD}"/>
                </a:ext>
              </a:extLst>
            </p:cNvPr>
            <p:cNvSpPr txBox="1">
              <a:spLocks noChangeArrowheads="1"/>
            </p:cNvSpPr>
            <p:nvPr/>
          </p:nvSpPr>
          <p:spPr bwMode="auto">
            <a:xfrm>
              <a:off x="3439" y="1847"/>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a:t>
              </a:r>
            </a:p>
          </p:txBody>
        </p:sp>
        <p:sp>
          <p:nvSpPr>
            <p:cNvPr id="78" name="Text Box 103">
              <a:extLst>
                <a:ext uri="{FF2B5EF4-FFF2-40B4-BE49-F238E27FC236}">
                  <a16:creationId xmlns:a16="http://schemas.microsoft.com/office/drawing/2014/main" id="{A3FC80CE-D690-9649-6C09-7A74E065F1C2}"/>
                </a:ext>
              </a:extLst>
            </p:cNvPr>
            <p:cNvSpPr txBox="1">
              <a:spLocks noChangeArrowheads="1"/>
            </p:cNvSpPr>
            <p:nvPr/>
          </p:nvSpPr>
          <p:spPr bwMode="auto">
            <a:xfrm>
              <a:off x="3460" y="2227"/>
              <a:ext cx="2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5</a:t>
              </a:r>
            </a:p>
          </p:txBody>
        </p:sp>
        <p:sp>
          <p:nvSpPr>
            <p:cNvPr id="79" name="Text Box 104">
              <a:extLst>
                <a:ext uri="{FF2B5EF4-FFF2-40B4-BE49-F238E27FC236}">
                  <a16:creationId xmlns:a16="http://schemas.microsoft.com/office/drawing/2014/main" id="{BA551D95-F9E3-FF23-462B-7FF1CA5321AE}"/>
                </a:ext>
              </a:extLst>
            </p:cNvPr>
            <p:cNvSpPr txBox="1">
              <a:spLocks noChangeArrowheads="1"/>
            </p:cNvSpPr>
            <p:nvPr/>
          </p:nvSpPr>
          <p:spPr bwMode="auto">
            <a:xfrm>
              <a:off x="3471" y="2410"/>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6</a:t>
              </a:r>
            </a:p>
          </p:txBody>
        </p:sp>
        <p:sp>
          <p:nvSpPr>
            <p:cNvPr id="80" name="Text Box 105">
              <a:extLst>
                <a:ext uri="{FF2B5EF4-FFF2-40B4-BE49-F238E27FC236}">
                  <a16:creationId xmlns:a16="http://schemas.microsoft.com/office/drawing/2014/main" id="{6B416CFC-E336-61BC-598E-C4A7D794A19B}"/>
                </a:ext>
              </a:extLst>
            </p:cNvPr>
            <p:cNvSpPr txBox="1">
              <a:spLocks noChangeArrowheads="1"/>
            </p:cNvSpPr>
            <p:nvPr/>
          </p:nvSpPr>
          <p:spPr bwMode="auto">
            <a:xfrm>
              <a:off x="4230" y="1453"/>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sym typeface="Symbol" panose="05050102010706020507" pitchFamily="18" charset="2"/>
                </a:rPr>
                <a:t>4</a:t>
              </a:r>
            </a:p>
          </p:txBody>
        </p:sp>
        <p:sp>
          <p:nvSpPr>
            <p:cNvPr id="81" name="Text Box 106">
              <a:extLst>
                <a:ext uri="{FF2B5EF4-FFF2-40B4-BE49-F238E27FC236}">
                  <a16:creationId xmlns:a16="http://schemas.microsoft.com/office/drawing/2014/main" id="{56C165D2-3C2D-B6A7-6CFC-CD4161156F2F}"/>
                </a:ext>
              </a:extLst>
            </p:cNvPr>
            <p:cNvSpPr txBox="1">
              <a:spLocks noChangeArrowheads="1"/>
            </p:cNvSpPr>
            <p:nvPr/>
          </p:nvSpPr>
          <p:spPr bwMode="auto">
            <a:xfrm>
              <a:off x="3780" y="2218"/>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sym typeface="Symbol" panose="05050102010706020507" pitchFamily="18" charset="2"/>
                </a:rPr>
                <a:t>0</a:t>
              </a:r>
            </a:p>
          </p:txBody>
        </p:sp>
        <p:sp>
          <p:nvSpPr>
            <p:cNvPr id="82" name="Text Box 107">
              <a:extLst>
                <a:ext uri="{FF2B5EF4-FFF2-40B4-BE49-F238E27FC236}">
                  <a16:creationId xmlns:a16="http://schemas.microsoft.com/office/drawing/2014/main" id="{0229FD28-0AC8-C43C-D6AA-29AC8653EA88}"/>
                </a:ext>
              </a:extLst>
            </p:cNvPr>
            <p:cNvSpPr txBox="1">
              <a:spLocks noChangeArrowheads="1"/>
            </p:cNvSpPr>
            <p:nvPr/>
          </p:nvSpPr>
          <p:spPr bwMode="auto">
            <a:xfrm>
              <a:off x="4202" y="2224"/>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7</a:t>
              </a:r>
            </a:p>
          </p:txBody>
        </p:sp>
        <p:sp>
          <p:nvSpPr>
            <p:cNvPr id="83" name="Text Box 108">
              <a:extLst>
                <a:ext uri="{FF2B5EF4-FFF2-40B4-BE49-F238E27FC236}">
                  <a16:creationId xmlns:a16="http://schemas.microsoft.com/office/drawing/2014/main" id="{F0A7EA7C-22D8-3326-E678-B7D4233D4479}"/>
                </a:ext>
              </a:extLst>
            </p:cNvPr>
            <p:cNvSpPr txBox="1">
              <a:spLocks noChangeArrowheads="1"/>
            </p:cNvSpPr>
            <p:nvPr/>
          </p:nvSpPr>
          <p:spPr bwMode="auto">
            <a:xfrm>
              <a:off x="4191" y="2410"/>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a:t>
              </a:r>
            </a:p>
          </p:txBody>
        </p:sp>
        <p:sp>
          <p:nvSpPr>
            <p:cNvPr id="84" name="Text Box 109">
              <a:extLst>
                <a:ext uri="{FF2B5EF4-FFF2-40B4-BE49-F238E27FC236}">
                  <a16:creationId xmlns:a16="http://schemas.microsoft.com/office/drawing/2014/main" id="{B6907A02-2BD4-A1F6-2F5B-496B0E15576E}"/>
                </a:ext>
              </a:extLst>
            </p:cNvPr>
            <p:cNvSpPr txBox="1">
              <a:spLocks noChangeArrowheads="1"/>
            </p:cNvSpPr>
            <p:nvPr/>
          </p:nvSpPr>
          <p:spPr bwMode="auto">
            <a:xfrm>
              <a:off x="4832" y="1846"/>
              <a:ext cx="391" cy="21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  7</a:t>
              </a:r>
            </a:p>
          </p:txBody>
        </p:sp>
        <p:sp>
          <p:nvSpPr>
            <p:cNvPr id="85" name="Text Box 110">
              <a:extLst>
                <a:ext uri="{FF2B5EF4-FFF2-40B4-BE49-F238E27FC236}">
                  <a16:creationId xmlns:a16="http://schemas.microsoft.com/office/drawing/2014/main" id="{D828079F-15F5-44E4-96D8-005C9E7918A7}"/>
                </a:ext>
              </a:extLst>
            </p:cNvPr>
            <p:cNvSpPr txBox="1">
              <a:spLocks noChangeArrowheads="1"/>
            </p:cNvSpPr>
            <p:nvPr/>
          </p:nvSpPr>
          <p:spPr bwMode="auto">
            <a:xfrm>
              <a:off x="4690" y="1578"/>
              <a:ext cx="77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替换指针</a:t>
              </a:r>
            </a:p>
          </p:txBody>
        </p:sp>
        <p:grpSp>
          <p:nvGrpSpPr>
            <p:cNvPr id="86" name="Group 111">
              <a:extLst>
                <a:ext uri="{FF2B5EF4-FFF2-40B4-BE49-F238E27FC236}">
                  <a16:creationId xmlns:a16="http://schemas.microsoft.com/office/drawing/2014/main" id="{06CAE7A0-5831-C108-8BFC-711B5B194B6C}"/>
                </a:ext>
              </a:extLst>
            </p:cNvPr>
            <p:cNvGrpSpPr>
              <a:grpSpLocks/>
            </p:cNvGrpSpPr>
            <p:nvPr/>
          </p:nvGrpSpPr>
          <p:grpSpPr bwMode="auto">
            <a:xfrm>
              <a:off x="4328" y="1993"/>
              <a:ext cx="136" cy="317"/>
              <a:chOff x="1804" y="2035"/>
              <a:chExt cx="136" cy="317"/>
            </a:xfrm>
          </p:grpSpPr>
          <p:sp>
            <p:nvSpPr>
              <p:cNvPr id="103" name="Line 112">
                <a:extLst>
                  <a:ext uri="{FF2B5EF4-FFF2-40B4-BE49-F238E27FC236}">
                    <a16:creationId xmlns:a16="http://schemas.microsoft.com/office/drawing/2014/main" id="{DEAD4A7B-AB17-495A-EAB0-1D31057663BA}"/>
                  </a:ext>
                </a:extLst>
              </p:cNvPr>
              <p:cNvSpPr>
                <a:spLocks noChangeShapeType="1"/>
              </p:cNvSpPr>
              <p:nvPr/>
            </p:nvSpPr>
            <p:spPr bwMode="auto">
              <a:xfrm>
                <a:off x="1940" y="2035"/>
                <a:ext cx="0" cy="3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04" name="Line 113">
                <a:extLst>
                  <a:ext uri="{FF2B5EF4-FFF2-40B4-BE49-F238E27FC236}">
                    <a16:creationId xmlns:a16="http://schemas.microsoft.com/office/drawing/2014/main" id="{25873CCF-6879-15B3-8776-59C08468F757}"/>
                  </a:ext>
                </a:extLst>
              </p:cNvPr>
              <p:cNvSpPr>
                <a:spLocks noChangeShapeType="1"/>
              </p:cNvSpPr>
              <p:nvPr/>
            </p:nvSpPr>
            <p:spPr bwMode="auto">
              <a:xfrm flipH="1">
                <a:off x="1804" y="2352"/>
                <a:ext cx="136"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grpSp>
          <p:nvGrpSpPr>
            <p:cNvPr id="87" name="Group 114">
              <a:extLst>
                <a:ext uri="{FF2B5EF4-FFF2-40B4-BE49-F238E27FC236}">
                  <a16:creationId xmlns:a16="http://schemas.microsoft.com/office/drawing/2014/main" id="{59285489-8128-BA64-0912-A893853456E9}"/>
                </a:ext>
              </a:extLst>
            </p:cNvPr>
            <p:cNvGrpSpPr>
              <a:grpSpLocks/>
            </p:cNvGrpSpPr>
            <p:nvPr/>
          </p:nvGrpSpPr>
          <p:grpSpPr bwMode="auto">
            <a:xfrm>
              <a:off x="4326" y="2368"/>
              <a:ext cx="138" cy="181"/>
              <a:chOff x="3582" y="1900"/>
              <a:chExt cx="138" cy="181"/>
            </a:xfrm>
          </p:grpSpPr>
          <p:sp>
            <p:nvSpPr>
              <p:cNvPr id="101" name="Line 115">
                <a:extLst>
                  <a:ext uri="{FF2B5EF4-FFF2-40B4-BE49-F238E27FC236}">
                    <a16:creationId xmlns:a16="http://schemas.microsoft.com/office/drawing/2014/main" id="{92E8F239-0115-866C-455C-168AE9E2DB2D}"/>
                  </a:ext>
                </a:extLst>
              </p:cNvPr>
              <p:cNvSpPr>
                <a:spLocks noChangeShapeType="1"/>
              </p:cNvSpPr>
              <p:nvPr/>
            </p:nvSpPr>
            <p:spPr bwMode="auto">
              <a:xfrm>
                <a:off x="3720" y="190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02" name="Line 116">
                <a:extLst>
                  <a:ext uri="{FF2B5EF4-FFF2-40B4-BE49-F238E27FC236}">
                    <a16:creationId xmlns:a16="http://schemas.microsoft.com/office/drawing/2014/main" id="{53210A70-0B02-6839-99B3-2F2D8FC62BE9}"/>
                  </a:ext>
                </a:extLst>
              </p:cNvPr>
              <p:cNvSpPr>
                <a:spLocks noChangeShapeType="1"/>
              </p:cNvSpPr>
              <p:nvPr/>
            </p:nvSpPr>
            <p:spPr bwMode="auto">
              <a:xfrm flipH="1">
                <a:off x="3582" y="2081"/>
                <a:ext cx="136"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88" name="Line 117">
              <a:extLst>
                <a:ext uri="{FF2B5EF4-FFF2-40B4-BE49-F238E27FC236}">
                  <a16:creationId xmlns:a16="http://schemas.microsoft.com/office/drawing/2014/main" id="{6DCB05E0-0F14-1BE5-A99E-4276735F2EA9}"/>
                </a:ext>
              </a:extLst>
            </p:cNvPr>
            <p:cNvSpPr>
              <a:spLocks noChangeShapeType="1"/>
            </p:cNvSpPr>
            <p:nvPr/>
          </p:nvSpPr>
          <p:spPr bwMode="auto">
            <a:xfrm flipV="1">
              <a:off x="4138" y="1588"/>
              <a:ext cx="0" cy="9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89" name="Line 118">
              <a:extLst>
                <a:ext uri="{FF2B5EF4-FFF2-40B4-BE49-F238E27FC236}">
                  <a16:creationId xmlns:a16="http://schemas.microsoft.com/office/drawing/2014/main" id="{ED8F212B-056B-C847-D464-3738DB5AD5F9}"/>
                </a:ext>
              </a:extLst>
            </p:cNvPr>
            <p:cNvSpPr>
              <a:spLocks noChangeShapeType="1"/>
            </p:cNvSpPr>
            <p:nvPr/>
          </p:nvSpPr>
          <p:spPr bwMode="auto">
            <a:xfrm>
              <a:off x="4131" y="1576"/>
              <a:ext cx="136"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90" name="Text Box 119">
              <a:extLst>
                <a:ext uri="{FF2B5EF4-FFF2-40B4-BE49-F238E27FC236}">
                  <a16:creationId xmlns:a16="http://schemas.microsoft.com/office/drawing/2014/main" id="{19507129-BD87-41B2-36D2-04BB174F6405}"/>
                </a:ext>
              </a:extLst>
            </p:cNvPr>
            <p:cNvSpPr txBox="1">
              <a:spLocks noChangeArrowheads="1"/>
            </p:cNvSpPr>
            <p:nvPr/>
          </p:nvSpPr>
          <p:spPr bwMode="auto">
            <a:xfrm>
              <a:off x="2925" y="839"/>
              <a:ext cx="169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块号 页号 引用位   指针</a:t>
              </a:r>
            </a:p>
          </p:txBody>
        </p:sp>
        <p:sp>
          <p:nvSpPr>
            <p:cNvPr id="91" name="Line 120">
              <a:extLst>
                <a:ext uri="{FF2B5EF4-FFF2-40B4-BE49-F238E27FC236}">
                  <a16:creationId xmlns:a16="http://schemas.microsoft.com/office/drawing/2014/main" id="{8A6082E5-02BA-F33B-E630-4B0CA1E3737D}"/>
                </a:ext>
              </a:extLst>
            </p:cNvPr>
            <p:cNvSpPr>
              <a:spLocks noChangeShapeType="1"/>
            </p:cNvSpPr>
            <p:nvPr/>
          </p:nvSpPr>
          <p:spPr bwMode="auto">
            <a:xfrm>
              <a:off x="4055" y="1095"/>
              <a:ext cx="0" cy="152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92" name="Text Box 121">
              <a:extLst>
                <a:ext uri="{FF2B5EF4-FFF2-40B4-BE49-F238E27FC236}">
                  <a16:creationId xmlns:a16="http://schemas.microsoft.com/office/drawing/2014/main" id="{215B1E83-A8EE-5926-7F92-D6B8FFC81460}"/>
                </a:ext>
              </a:extLst>
            </p:cNvPr>
            <p:cNvSpPr txBox="1">
              <a:spLocks noChangeArrowheads="1"/>
            </p:cNvSpPr>
            <p:nvPr/>
          </p:nvSpPr>
          <p:spPr bwMode="auto">
            <a:xfrm>
              <a:off x="4198" y="1846"/>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sym typeface="Symbol" panose="05050102010706020507" pitchFamily="18" charset="2"/>
                </a:rPr>
                <a:t>6</a:t>
              </a:r>
            </a:p>
          </p:txBody>
        </p:sp>
        <p:grpSp>
          <p:nvGrpSpPr>
            <p:cNvPr id="93" name="Group 122">
              <a:extLst>
                <a:ext uri="{FF2B5EF4-FFF2-40B4-BE49-F238E27FC236}">
                  <a16:creationId xmlns:a16="http://schemas.microsoft.com/office/drawing/2014/main" id="{2EEC923A-2512-B058-3464-8114CE7A9B04}"/>
                </a:ext>
              </a:extLst>
            </p:cNvPr>
            <p:cNvGrpSpPr>
              <a:grpSpLocks/>
            </p:cNvGrpSpPr>
            <p:nvPr/>
          </p:nvGrpSpPr>
          <p:grpSpPr bwMode="auto">
            <a:xfrm>
              <a:off x="4327" y="1576"/>
              <a:ext cx="136" cy="365"/>
              <a:chOff x="1804" y="1987"/>
              <a:chExt cx="136" cy="365"/>
            </a:xfrm>
          </p:grpSpPr>
          <p:sp>
            <p:nvSpPr>
              <p:cNvPr id="99" name="Line 123">
                <a:extLst>
                  <a:ext uri="{FF2B5EF4-FFF2-40B4-BE49-F238E27FC236}">
                    <a16:creationId xmlns:a16="http://schemas.microsoft.com/office/drawing/2014/main" id="{3EC518DE-FB9D-4756-06E5-CC8A0D71087E}"/>
                  </a:ext>
                </a:extLst>
              </p:cNvPr>
              <p:cNvSpPr>
                <a:spLocks noChangeShapeType="1"/>
              </p:cNvSpPr>
              <p:nvPr/>
            </p:nvSpPr>
            <p:spPr bwMode="auto">
              <a:xfrm>
                <a:off x="1940" y="1987"/>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00" name="Line 124">
                <a:extLst>
                  <a:ext uri="{FF2B5EF4-FFF2-40B4-BE49-F238E27FC236}">
                    <a16:creationId xmlns:a16="http://schemas.microsoft.com/office/drawing/2014/main" id="{80C2D33B-57F6-F17E-547E-B492ED0A93B3}"/>
                  </a:ext>
                </a:extLst>
              </p:cNvPr>
              <p:cNvSpPr>
                <a:spLocks noChangeShapeType="1"/>
              </p:cNvSpPr>
              <p:nvPr/>
            </p:nvSpPr>
            <p:spPr bwMode="auto">
              <a:xfrm flipH="1">
                <a:off x="1804" y="2352"/>
                <a:ext cx="136"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94" name="Text Box 125">
              <a:extLst>
                <a:ext uri="{FF2B5EF4-FFF2-40B4-BE49-F238E27FC236}">
                  <a16:creationId xmlns:a16="http://schemas.microsoft.com/office/drawing/2014/main" id="{90441D86-B3B4-EC7A-E559-AE30A4860DD0}"/>
                </a:ext>
              </a:extLst>
            </p:cNvPr>
            <p:cNvSpPr txBox="1">
              <a:spLocks noChangeArrowheads="1"/>
            </p:cNvSpPr>
            <p:nvPr/>
          </p:nvSpPr>
          <p:spPr bwMode="auto">
            <a:xfrm>
              <a:off x="3783" y="1471"/>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95" name="Text Box 126">
              <a:extLst>
                <a:ext uri="{FF2B5EF4-FFF2-40B4-BE49-F238E27FC236}">
                  <a16:creationId xmlns:a16="http://schemas.microsoft.com/office/drawing/2014/main" id="{FBCF6DA2-32DF-572F-5184-74C96455CE05}"/>
                </a:ext>
              </a:extLst>
            </p:cNvPr>
            <p:cNvSpPr txBox="1">
              <a:spLocks noChangeArrowheads="1"/>
            </p:cNvSpPr>
            <p:nvPr/>
          </p:nvSpPr>
          <p:spPr bwMode="auto">
            <a:xfrm>
              <a:off x="3774" y="2402"/>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a:t>
              </a:r>
            </a:p>
          </p:txBody>
        </p:sp>
        <p:sp>
          <p:nvSpPr>
            <p:cNvPr id="96" name="Text Box 127">
              <a:extLst>
                <a:ext uri="{FF2B5EF4-FFF2-40B4-BE49-F238E27FC236}">
                  <a16:creationId xmlns:a16="http://schemas.microsoft.com/office/drawing/2014/main" id="{56D1F4DF-9118-D363-AE62-3B8CA530CBA7}"/>
                </a:ext>
              </a:extLst>
            </p:cNvPr>
            <p:cNvSpPr txBox="1">
              <a:spLocks noChangeArrowheads="1"/>
            </p:cNvSpPr>
            <p:nvPr/>
          </p:nvSpPr>
          <p:spPr bwMode="auto">
            <a:xfrm>
              <a:off x="3783" y="1843"/>
              <a:ext cx="21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1</a:t>
              </a:r>
            </a:p>
          </p:txBody>
        </p:sp>
        <p:sp>
          <p:nvSpPr>
            <p:cNvPr id="97" name="Line 128">
              <a:extLst>
                <a:ext uri="{FF2B5EF4-FFF2-40B4-BE49-F238E27FC236}">
                  <a16:creationId xmlns:a16="http://schemas.microsoft.com/office/drawing/2014/main" id="{33F2E329-E761-A2F7-EE92-C6BECE05C55A}"/>
                </a:ext>
              </a:extLst>
            </p:cNvPr>
            <p:cNvSpPr>
              <a:spLocks noChangeShapeType="1"/>
            </p:cNvSpPr>
            <p:nvPr/>
          </p:nvSpPr>
          <p:spPr bwMode="auto">
            <a:xfrm>
              <a:off x="5012" y="2091"/>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98" name="Line 129">
              <a:extLst>
                <a:ext uri="{FF2B5EF4-FFF2-40B4-BE49-F238E27FC236}">
                  <a16:creationId xmlns:a16="http://schemas.microsoft.com/office/drawing/2014/main" id="{8F9C2B75-FC54-50B5-A322-F3DC923973E1}"/>
                </a:ext>
              </a:extLst>
            </p:cNvPr>
            <p:cNvSpPr>
              <a:spLocks noChangeShapeType="1"/>
            </p:cNvSpPr>
            <p:nvPr/>
          </p:nvSpPr>
          <p:spPr bwMode="auto">
            <a:xfrm flipH="1">
              <a:off x="4501" y="2456"/>
              <a:ext cx="499" cy="0"/>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105" name="Text Box 130">
            <a:extLst>
              <a:ext uri="{FF2B5EF4-FFF2-40B4-BE49-F238E27FC236}">
                <a16:creationId xmlns:a16="http://schemas.microsoft.com/office/drawing/2014/main" id="{488BBFBF-8A51-37D0-CF25-BFFE24CF52E2}"/>
              </a:ext>
            </a:extLst>
          </p:cNvPr>
          <p:cNvSpPr txBox="1">
            <a:spLocks noChangeArrowheads="1"/>
          </p:cNvSpPr>
          <p:nvPr/>
        </p:nvSpPr>
        <p:spPr bwMode="auto">
          <a:xfrm>
            <a:off x="2818799" y="5553261"/>
            <a:ext cx="4968875" cy="4301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20000"/>
              </a:lnSpc>
              <a:buClrTx/>
              <a:buSzTx/>
              <a:buFontTx/>
              <a:buNone/>
            </a:pPr>
            <a:r>
              <a:rPr kumimoji="1" lang="zh-CN" altLang="en-US" sz="2000" b="1" dirty="0">
                <a:solidFill>
                  <a:schemeClr val="tx1"/>
                </a:solidFill>
                <a:latin typeface="Times New Roman" panose="02020603050405020304" pitchFamily="18" charset="0"/>
              </a:rPr>
              <a:t>当要调入第</a:t>
            </a:r>
            <a:r>
              <a:rPr kumimoji="1" lang="en-US" altLang="zh-CN" sz="2000" b="1" dirty="0">
                <a:solidFill>
                  <a:schemeClr val="tx1"/>
                </a:solidFill>
                <a:latin typeface="Times New Roman" panose="02020603050405020304" pitchFamily="18" charset="0"/>
              </a:rPr>
              <a:t>6</a:t>
            </a:r>
            <a:r>
              <a:rPr kumimoji="1" lang="zh-CN" altLang="en-US" sz="2000" b="1" dirty="0">
                <a:solidFill>
                  <a:schemeClr val="tx1"/>
                </a:solidFill>
                <a:latin typeface="Times New Roman" panose="02020603050405020304" pitchFamily="18" charset="0"/>
              </a:rPr>
              <a:t>页时，如何处理 </a:t>
            </a:r>
            <a:r>
              <a:rPr kumimoji="1" lang="en-US" altLang="zh-CN" sz="2000" b="1" dirty="0">
                <a:solidFill>
                  <a:schemeClr val="tx1"/>
                </a:solidFill>
                <a:latin typeface="Times New Roman" panose="02020603050405020304" pitchFamily="18" charset="0"/>
              </a:rPr>
              <a:t>?</a:t>
            </a:r>
            <a:endParaRPr kumimoji="1" lang="en-US" altLang="zh-CN" sz="2000" b="1" dirty="0">
              <a:solidFill>
                <a:schemeClr val="tx1"/>
              </a:solidFill>
              <a:latin typeface="Times New Roman" panose="02020603050405020304" pitchFamily="18" charset="0"/>
              <a:sym typeface="Symbol" panose="05050102010706020507" pitchFamily="18" charset="2"/>
            </a:endParaRPr>
          </a:p>
        </p:txBody>
      </p:sp>
      <p:sp>
        <p:nvSpPr>
          <p:cNvPr id="106" name="Text Box 131">
            <a:extLst>
              <a:ext uri="{FF2B5EF4-FFF2-40B4-BE49-F238E27FC236}">
                <a16:creationId xmlns:a16="http://schemas.microsoft.com/office/drawing/2014/main" id="{6B8BA056-6429-E902-DAF9-266CFB02207A}"/>
              </a:ext>
            </a:extLst>
          </p:cNvPr>
          <p:cNvSpPr txBox="1">
            <a:spLocks noChangeArrowheads="1"/>
          </p:cNvSpPr>
          <p:nvPr/>
        </p:nvSpPr>
        <p:spPr bwMode="auto">
          <a:xfrm>
            <a:off x="4815874" y="4961123"/>
            <a:ext cx="1897063"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en-US" altLang="zh-CN" sz="1600" b="0">
                <a:solidFill>
                  <a:schemeClr val="tx1"/>
                </a:solidFill>
                <a:latin typeface="Times New Roman" panose="02020603050405020304" pitchFamily="18" charset="0"/>
              </a:rPr>
              <a:t>LRU</a:t>
            </a:r>
            <a:r>
              <a:rPr kumimoji="1" lang="zh-CN" altLang="en-US" sz="1600" b="0">
                <a:solidFill>
                  <a:schemeClr val="tx1"/>
                </a:solidFill>
                <a:latin typeface="Times New Roman" panose="02020603050405020304" pitchFamily="18" charset="0"/>
              </a:rPr>
              <a:t>近似算法举例</a:t>
            </a:r>
          </a:p>
        </p:txBody>
      </p:sp>
    </p:spTree>
    <p:extLst>
      <p:ext uri="{BB962C8B-B14F-4D97-AF65-F5344CB8AC3E}">
        <p14:creationId xmlns:p14="http://schemas.microsoft.com/office/powerpoint/2010/main" val="14995946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主要内容</a:t>
            </a:r>
          </a:p>
        </p:txBody>
      </p:sp>
      <p:sp>
        <p:nvSpPr>
          <p:cNvPr id="6" name="Rectangle 2">
            <a:extLst>
              <a:ext uri="{FF2B5EF4-FFF2-40B4-BE49-F238E27FC236}">
                <a16:creationId xmlns:a16="http://schemas.microsoft.com/office/drawing/2014/main" id="{A66BAB28-7D6A-CA66-AB1F-BC1F188782BA}"/>
              </a:ext>
            </a:extLst>
          </p:cNvPr>
          <p:cNvSpPr>
            <a:spLocks noChangeArrowheads="1"/>
          </p:cNvSpPr>
          <p:nvPr/>
        </p:nvSpPr>
        <p:spPr bwMode="auto">
          <a:xfrm>
            <a:off x="992710" y="1114493"/>
            <a:ext cx="7129462" cy="429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chemeClr val="tx1"/>
                </a:solidFill>
                <a:latin typeface="微软雅黑" panose="020B0503020204020204" pitchFamily="34" charset="-122"/>
                <a:ea typeface="微软雅黑" panose="020B0503020204020204" pitchFamily="34" charset="-122"/>
              </a:rPr>
              <a:t>主存管理概述</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chemeClr val="tx1"/>
                </a:solidFill>
                <a:latin typeface="微软雅黑" panose="020B0503020204020204" pitchFamily="34" charset="-122"/>
                <a:ea typeface="微软雅黑" panose="020B0503020204020204" pitchFamily="34" charset="-122"/>
              </a:rPr>
              <a:t>主存管理的功能</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chemeClr val="tx1"/>
                </a:solidFill>
                <a:latin typeface="微软雅黑" panose="020B0503020204020204" pitchFamily="34" charset="-122"/>
                <a:ea typeface="微软雅黑" panose="020B0503020204020204" pitchFamily="34" charset="-122"/>
              </a:rPr>
              <a:t>分区存储管理</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chemeClr val="tx1"/>
                </a:solidFill>
                <a:latin typeface="微软雅黑" panose="020B0503020204020204" pitchFamily="34" charset="-122"/>
                <a:ea typeface="微软雅黑" panose="020B0503020204020204" pitchFamily="34" charset="-122"/>
              </a:rPr>
              <a:t>页式存储管理</a:t>
            </a:r>
          </a:p>
          <a:p>
            <a:pPr marL="342900" lvl="2" indent="-342900" algn="just">
              <a:lnSpc>
                <a:spcPct val="150000"/>
              </a:lnSpc>
              <a:spcBef>
                <a:spcPts val="1000"/>
              </a:spcBef>
              <a:buClr>
                <a:srgbClr val="FFC000"/>
              </a:buClr>
              <a:buSzPct val="95000"/>
              <a:buFont typeface="Wingdings" panose="05000000000000000000" pitchFamily="2" charset="2"/>
              <a:buChar char="n"/>
              <a:defRPr/>
            </a:pPr>
            <a:r>
              <a:rPr lang="zh-CN" altLang="en-US" sz="3200" b="1" dirty="0">
                <a:solidFill>
                  <a:srgbClr val="FF0000"/>
                </a:solidFill>
                <a:latin typeface="微软雅黑" panose="020B0503020204020204" pitchFamily="34" charset="-122"/>
                <a:ea typeface="微软雅黑" panose="020B0503020204020204" pitchFamily="34" charset="-122"/>
              </a:rPr>
              <a:t>段式及段页式存储管理</a:t>
            </a:r>
          </a:p>
        </p:txBody>
      </p:sp>
    </p:spTree>
    <p:extLst>
      <p:ext uri="{BB962C8B-B14F-4D97-AF65-F5344CB8AC3E}">
        <p14:creationId xmlns:p14="http://schemas.microsoft.com/office/powerpoint/2010/main" val="36808221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3">
            <a:extLst>
              <a:ext uri="{FF2B5EF4-FFF2-40B4-BE49-F238E27FC236}">
                <a16:creationId xmlns:a16="http://schemas.microsoft.com/office/drawing/2014/main" id="{06C1EAB6-A75B-B661-F627-3F7B62A712A5}"/>
              </a:ext>
            </a:extLst>
          </p:cNvPr>
          <p:cNvSpPr>
            <a:spLocks noChangeArrowheads="1"/>
          </p:cNvSpPr>
          <p:nvPr/>
        </p:nvSpPr>
        <p:spPr bwMode="auto">
          <a:xfrm>
            <a:off x="487822" y="830079"/>
            <a:ext cx="8733510" cy="3678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1.  </a:t>
            </a:r>
            <a:r>
              <a:rPr lang="zh-CN" altLang="en-US" sz="2800" b="1" dirty="0">
                <a:solidFill>
                  <a:srgbClr val="335F90"/>
                </a:solidFill>
                <a:latin typeface="Times New Roman" panose="02020603050405020304" pitchFamily="18" charset="0"/>
              </a:rPr>
              <a:t>段式地址空间</a:t>
            </a:r>
          </a:p>
          <a:p>
            <a:pPr marL="0" indent="0" algn="just">
              <a:lnSpc>
                <a:spcPct val="150000"/>
              </a:lnSpc>
              <a:spcBef>
                <a:spcPct val="20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什么是段</a:t>
            </a:r>
          </a:p>
          <a:p>
            <a:pPr eaLnBrk="1" hangingPunct="1">
              <a:lnSpc>
                <a:spcPct val="110000"/>
              </a:lnSpc>
              <a:spcBef>
                <a:spcPct val="20000"/>
              </a:spcBef>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分段是程序中自然划分的一组逻辑意义完整的信息集合。</a:t>
            </a:r>
          </a:p>
          <a:p>
            <a:pPr eaLnBrk="1" hangingPunct="1">
              <a:lnSpc>
                <a:spcPct val="110000"/>
              </a:lnSpc>
              <a:spcBef>
                <a:spcPct val="20000"/>
              </a:spcBef>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分段的例：代码分段、数据分段、栈段页。</a:t>
            </a:r>
          </a:p>
          <a:p>
            <a:pPr marL="0" indent="0" algn="just">
              <a:lnSpc>
                <a:spcPct val="150000"/>
              </a:lnSpc>
              <a:spcBef>
                <a:spcPct val="20000"/>
              </a:spcBef>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程序地址空间</a:t>
            </a:r>
          </a:p>
          <a:p>
            <a:pPr eaLnBrk="1" hangingPunct="1">
              <a:lnSpc>
                <a:spcPct val="110000"/>
              </a:lnSpc>
              <a:spcBef>
                <a:spcPct val="20000"/>
              </a:spcBef>
              <a:buClr>
                <a:schemeClr val="tx2"/>
              </a:buClr>
              <a:buSzPct val="95000"/>
              <a:buFont typeface="Wingdings" panose="05000000000000000000" pitchFamily="2" charset="2"/>
              <a:buNone/>
              <a:defRPr/>
            </a:pPr>
            <a:r>
              <a:rPr lang="zh-CN" altLang="en-US" sz="2400" b="0" dirty="0">
                <a:solidFill>
                  <a:schemeClr val="tx1"/>
                </a:solidFill>
                <a:effectLst/>
                <a:latin typeface="Times New Roman" panose="02020603050405020304" pitchFamily="18" charset="0"/>
              </a:rPr>
              <a:t>              </a:t>
            </a:r>
            <a:r>
              <a:rPr lang="zh-CN" altLang="en-US" sz="2000" b="0" dirty="0">
                <a:solidFill>
                  <a:schemeClr val="tx1"/>
                </a:solidFill>
                <a:effectLst/>
                <a:latin typeface="Times New Roman" panose="02020603050405020304" pitchFamily="18" charset="0"/>
              </a:rPr>
              <a:t>由若干个逻辑分段组成，每个分段有自己的名字，对于一个分段而 </a:t>
            </a:r>
          </a:p>
          <a:p>
            <a:pPr eaLnBrk="1" hangingPunct="1">
              <a:lnSpc>
                <a:spcPct val="110000"/>
              </a:lnSpc>
              <a:spcBef>
                <a:spcPct val="20000"/>
              </a:spcBef>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言，它是一个连续的地址区。</a:t>
            </a:r>
          </a:p>
        </p:txBody>
      </p:sp>
      <p:grpSp>
        <p:nvGrpSpPr>
          <p:cNvPr id="4" name="Group 54">
            <a:extLst>
              <a:ext uri="{FF2B5EF4-FFF2-40B4-BE49-F238E27FC236}">
                <a16:creationId xmlns:a16="http://schemas.microsoft.com/office/drawing/2014/main" id="{EC0179EC-E05D-47F9-BB01-466B4325750B}"/>
              </a:ext>
            </a:extLst>
          </p:cNvPr>
          <p:cNvGrpSpPr>
            <a:grpSpLocks/>
          </p:cNvGrpSpPr>
          <p:nvPr/>
        </p:nvGrpSpPr>
        <p:grpSpPr bwMode="auto">
          <a:xfrm>
            <a:off x="4804907" y="4012760"/>
            <a:ext cx="6415087" cy="2530475"/>
            <a:chOff x="591" y="2538"/>
            <a:chExt cx="4041" cy="1594"/>
          </a:xfrm>
        </p:grpSpPr>
        <p:sp>
          <p:nvSpPr>
            <p:cNvPr id="5" name="Rectangle 38">
              <a:extLst>
                <a:ext uri="{FF2B5EF4-FFF2-40B4-BE49-F238E27FC236}">
                  <a16:creationId xmlns:a16="http://schemas.microsoft.com/office/drawing/2014/main" id="{75217BFF-9F8A-E1F4-56D6-59CE5920D970}"/>
                </a:ext>
              </a:extLst>
            </p:cNvPr>
            <p:cNvSpPr>
              <a:spLocks noChangeArrowheads="1"/>
            </p:cNvSpPr>
            <p:nvPr/>
          </p:nvSpPr>
          <p:spPr bwMode="auto">
            <a:xfrm>
              <a:off x="1044" y="2834"/>
              <a:ext cx="797" cy="1073"/>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6" name="Text Box 39">
              <a:extLst>
                <a:ext uri="{FF2B5EF4-FFF2-40B4-BE49-F238E27FC236}">
                  <a16:creationId xmlns:a16="http://schemas.microsoft.com/office/drawing/2014/main" id="{15020AC3-4B39-27A5-177B-0C052DF6AA12}"/>
                </a:ext>
              </a:extLst>
            </p:cNvPr>
            <p:cNvSpPr txBox="1">
              <a:spLocks noChangeArrowheads="1"/>
            </p:cNvSpPr>
            <p:nvPr/>
          </p:nvSpPr>
          <p:spPr bwMode="auto">
            <a:xfrm>
              <a:off x="804" y="2578"/>
              <a:ext cx="81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code_addr</a:t>
              </a:r>
            </a:p>
          </p:txBody>
        </p:sp>
        <p:sp>
          <p:nvSpPr>
            <p:cNvPr id="7" name="Text Box 40">
              <a:extLst>
                <a:ext uri="{FF2B5EF4-FFF2-40B4-BE49-F238E27FC236}">
                  <a16:creationId xmlns:a16="http://schemas.microsoft.com/office/drawing/2014/main" id="{BEB5CC31-AE17-3907-1B8B-0488F68C8E23}"/>
                </a:ext>
              </a:extLst>
            </p:cNvPr>
            <p:cNvSpPr txBox="1">
              <a:spLocks noChangeArrowheads="1"/>
            </p:cNvSpPr>
            <p:nvPr/>
          </p:nvSpPr>
          <p:spPr bwMode="auto">
            <a:xfrm>
              <a:off x="591" y="3783"/>
              <a:ext cx="57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4KB</a:t>
              </a:r>
              <a:r>
                <a:rPr kumimoji="1" lang="en-US" altLang="zh-CN" sz="1600" b="1">
                  <a:solidFill>
                    <a:schemeClr val="tx1"/>
                  </a:solidFill>
                  <a:latin typeface="Times New Roman" panose="02020603050405020304" pitchFamily="18" charset="0"/>
                  <a:sym typeface="Symbol" panose="05050102010706020507" pitchFamily="18" charset="2"/>
                </a:rPr>
                <a:t></a:t>
              </a:r>
              <a:r>
                <a:rPr kumimoji="1" lang="en-US" altLang="zh-CN" sz="1600" b="1">
                  <a:solidFill>
                    <a:schemeClr val="tx1"/>
                  </a:solidFill>
                  <a:latin typeface="Times New Roman" panose="02020603050405020304" pitchFamily="18" charset="0"/>
                </a:rPr>
                <a:t>1</a:t>
              </a:r>
            </a:p>
          </p:txBody>
        </p:sp>
        <p:sp>
          <p:nvSpPr>
            <p:cNvPr id="8" name="Text Box 41">
              <a:extLst>
                <a:ext uri="{FF2B5EF4-FFF2-40B4-BE49-F238E27FC236}">
                  <a16:creationId xmlns:a16="http://schemas.microsoft.com/office/drawing/2014/main" id="{F87E379B-48A4-10E2-CD4F-D663CED9B624}"/>
                </a:ext>
              </a:extLst>
            </p:cNvPr>
            <p:cNvSpPr txBox="1">
              <a:spLocks noChangeArrowheads="1"/>
            </p:cNvSpPr>
            <p:nvPr/>
          </p:nvSpPr>
          <p:spPr bwMode="auto">
            <a:xfrm>
              <a:off x="897" y="2746"/>
              <a:ext cx="1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9" name="Text Box 42">
              <a:extLst>
                <a:ext uri="{FF2B5EF4-FFF2-40B4-BE49-F238E27FC236}">
                  <a16:creationId xmlns:a16="http://schemas.microsoft.com/office/drawing/2014/main" id="{623C47BD-A96A-B32B-388E-9045030D3A78}"/>
                </a:ext>
              </a:extLst>
            </p:cNvPr>
            <p:cNvSpPr txBox="1">
              <a:spLocks noChangeArrowheads="1"/>
            </p:cNvSpPr>
            <p:nvPr/>
          </p:nvSpPr>
          <p:spPr bwMode="auto">
            <a:xfrm>
              <a:off x="1136" y="3920"/>
              <a:ext cx="63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代码分段</a:t>
              </a:r>
            </a:p>
          </p:txBody>
        </p:sp>
        <p:sp>
          <p:nvSpPr>
            <p:cNvPr id="10" name="Rectangle 43">
              <a:extLst>
                <a:ext uri="{FF2B5EF4-FFF2-40B4-BE49-F238E27FC236}">
                  <a16:creationId xmlns:a16="http://schemas.microsoft.com/office/drawing/2014/main" id="{AF18D1B2-3DDA-68CF-59EB-304690097902}"/>
                </a:ext>
              </a:extLst>
            </p:cNvPr>
            <p:cNvSpPr>
              <a:spLocks noChangeArrowheads="1"/>
            </p:cNvSpPr>
            <p:nvPr/>
          </p:nvSpPr>
          <p:spPr bwMode="auto">
            <a:xfrm>
              <a:off x="2399" y="2794"/>
              <a:ext cx="798" cy="795"/>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11" name="Text Box 44">
              <a:extLst>
                <a:ext uri="{FF2B5EF4-FFF2-40B4-BE49-F238E27FC236}">
                  <a16:creationId xmlns:a16="http://schemas.microsoft.com/office/drawing/2014/main" id="{32DCADCC-D4C5-D8CA-AD5A-1358209A1B0C}"/>
                </a:ext>
              </a:extLst>
            </p:cNvPr>
            <p:cNvSpPr txBox="1">
              <a:spLocks noChangeArrowheads="1"/>
            </p:cNvSpPr>
            <p:nvPr/>
          </p:nvSpPr>
          <p:spPr bwMode="auto">
            <a:xfrm>
              <a:off x="2160" y="2538"/>
              <a:ext cx="77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data_addr</a:t>
              </a:r>
            </a:p>
          </p:txBody>
        </p:sp>
        <p:sp>
          <p:nvSpPr>
            <p:cNvPr id="12" name="Text Box 45">
              <a:extLst>
                <a:ext uri="{FF2B5EF4-FFF2-40B4-BE49-F238E27FC236}">
                  <a16:creationId xmlns:a16="http://schemas.microsoft.com/office/drawing/2014/main" id="{1503F194-6F45-E43B-904E-0FA9F75B6CE0}"/>
                </a:ext>
              </a:extLst>
            </p:cNvPr>
            <p:cNvSpPr txBox="1">
              <a:spLocks noChangeArrowheads="1"/>
            </p:cNvSpPr>
            <p:nvPr/>
          </p:nvSpPr>
          <p:spPr bwMode="auto">
            <a:xfrm>
              <a:off x="1947" y="3474"/>
              <a:ext cx="57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3KB</a:t>
              </a:r>
              <a:r>
                <a:rPr kumimoji="1" lang="en-US" altLang="zh-CN" sz="1600" b="1">
                  <a:solidFill>
                    <a:schemeClr val="tx1"/>
                  </a:solidFill>
                  <a:latin typeface="Times New Roman" panose="02020603050405020304" pitchFamily="18" charset="0"/>
                  <a:sym typeface="Symbol" panose="05050102010706020507" pitchFamily="18" charset="2"/>
                </a:rPr>
                <a:t></a:t>
              </a:r>
              <a:r>
                <a:rPr kumimoji="1" lang="en-US" altLang="zh-CN" sz="1600" b="1">
                  <a:solidFill>
                    <a:schemeClr val="tx1"/>
                  </a:solidFill>
                  <a:latin typeface="Times New Roman" panose="02020603050405020304" pitchFamily="18" charset="0"/>
                </a:rPr>
                <a:t>1</a:t>
              </a:r>
            </a:p>
          </p:txBody>
        </p:sp>
        <p:sp>
          <p:nvSpPr>
            <p:cNvPr id="13" name="Text Box 46">
              <a:extLst>
                <a:ext uri="{FF2B5EF4-FFF2-40B4-BE49-F238E27FC236}">
                  <a16:creationId xmlns:a16="http://schemas.microsoft.com/office/drawing/2014/main" id="{7F4AA9C7-409A-BB8D-7D5E-4ACEE7F6D1F8}"/>
                </a:ext>
              </a:extLst>
            </p:cNvPr>
            <p:cNvSpPr txBox="1">
              <a:spLocks noChangeArrowheads="1"/>
            </p:cNvSpPr>
            <p:nvPr/>
          </p:nvSpPr>
          <p:spPr bwMode="auto">
            <a:xfrm>
              <a:off x="2253" y="2715"/>
              <a:ext cx="15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14" name="Text Box 47">
              <a:extLst>
                <a:ext uri="{FF2B5EF4-FFF2-40B4-BE49-F238E27FC236}">
                  <a16:creationId xmlns:a16="http://schemas.microsoft.com/office/drawing/2014/main" id="{0BC76944-7DEF-2A94-E787-69E28038A775}"/>
                </a:ext>
              </a:extLst>
            </p:cNvPr>
            <p:cNvSpPr txBox="1">
              <a:spLocks noChangeArrowheads="1"/>
            </p:cNvSpPr>
            <p:nvPr/>
          </p:nvSpPr>
          <p:spPr bwMode="auto">
            <a:xfrm>
              <a:off x="2519" y="3629"/>
              <a:ext cx="63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数据分段</a:t>
              </a:r>
            </a:p>
          </p:txBody>
        </p:sp>
        <p:sp>
          <p:nvSpPr>
            <p:cNvPr id="15" name="Rectangle 48">
              <a:extLst>
                <a:ext uri="{FF2B5EF4-FFF2-40B4-BE49-F238E27FC236}">
                  <a16:creationId xmlns:a16="http://schemas.microsoft.com/office/drawing/2014/main" id="{EFAD475D-C735-2567-C19F-CFFA546BCDED}"/>
                </a:ext>
              </a:extLst>
            </p:cNvPr>
            <p:cNvSpPr>
              <a:spLocks noChangeArrowheads="1"/>
            </p:cNvSpPr>
            <p:nvPr/>
          </p:nvSpPr>
          <p:spPr bwMode="auto">
            <a:xfrm>
              <a:off x="3835" y="2794"/>
              <a:ext cx="797" cy="438"/>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16" name="Text Box 49">
              <a:extLst>
                <a:ext uri="{FF2B5EF4-FFF2-40B4-BE49-F238E27FC236}">
                  <a16:creationId xmlns:a16="http://schemas.microsoft.com/office/drawing/2014/main" id="{4A99B4A2-D5AE-8779-437A-DFE706C6A165}"/>
                </a:ext>
              </a:extLst>
            </p:cNvPr>
            <p:cNvSpPr txBox="1">
              <a:spLocks noChangeArrowheads="1"/>
            </p:cNvSpPr>
            <p:nvPr/>
          </p:nvSpPr>
          <p:spPr bwMode="auto">
            <a:xfrm>
              <a:off x="3595" y="2556"/>
              <a:ext cx="758"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stack_addr</a:t>
              </a:r>
            </a:p>
          </p:txBody>
        </p:sp>
        <p:sp>
          <p:nvSpPr>
            <p:cNvPr id="17" name="Text Box 50">
              <a:extLst>
                <a:ext uri="{FF2B5EF4-FFF2-40B4-BE49-F238E27FC236}">
                  <a16:creationId xmlns:a16="http://schemas.microsoft.com/office/drawing/2014/main" id="{DAC5A4F1-D222-705A-8AC7-A133BB6B95D3}"/>
                </a:ext>
              </a:extLst>
            </p:cNvPr>
            <p:cNvSpPr txBox="1">
              <a:spLocks noChangeArrowheads="1"/>
            </p:cNvSpPr>
            <p:nvPr/>
          </p:nvSpPr>
          <p:spPr bwMode="auto">
            <a:xfrm>
              <a:off x="3373" y="3116"/>
              <a:ext cx="56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2KB</a:t>
              </a:r>
              <a:r>
                <a:rPr kumimoji="1" lang="en-US" altLang="zh-CN" sz="1600" b="1">
                  <a:solidFill>
                    <a:schemeClr val="tx1"/>
                  </a:solidFill>
                  <a:latin typeface="Times New Roman" panose="02020603050405020304" pitchFamily="18" charset="0"/>
                  <a:sym typeface="Symbol" panose="05050102010706020507" pitchFamily="18" charset="2"/>
                </a:rPr>
                <a:t></a:t>
              </a:r>
              <a:r>
                <a:rPr kumimoji="1" lang="en-US" altLang="zh-CN" sz="1600" b="1">
                  <a:solidFill>
                    <a:schemeClr val="tx1"/>
                  </a:solidFill>
                  <a:latin typeface="Times New Roman" panose="02020603050405020304" pitchFamily="18" charset="0"/>
                </a:rPr>
                <a:t>1</a:t>
              </a:r>
            </a:p>
          </p:txBody>
        </p:sp>
        <p:sp>
          <p:nvSpPr>
            <p:cNvPr id="18" name="Text Box 51">
              <a:extLst>
                <a:ext uri="{FF2B5EF4-FFF2-40B4-BE49-F238E27FC236}">
                  <a16:creationId xmlns:a16="http://schemas.microsoft.com/office/drawing/2014/main" id="{9BFAA2E4-B04C-6C43-D720-8CEE79B1FC2F}"/>
                </a:ext>
              </a:extLst>
            </p:cNvPr>
            <p:cNvSpPr txBox="1">
              <a:spLocks noChangeArrowheads="1"/>
            </p:cNvSpPr>
            <p:nvPr/>
          </p:nvSpPr>
          <p:spPr bwMode="auto">
            <a:xfrm>
              <a:off x="3688" y="2715"/>
              <a:ext cx="15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19" name="Text Box 52">
              <a:extLst>
                <a:ext uri="{FF2B5EF4-FFF2-40B4-BE49-F238E27FC236}">
                  <a16:creationId xmlns:a16="http://schemas.microsoft.com/office/drawing/2014/main" id="{B3CAFB8D-7378-1E79-D385-01D768C7AFFA}"/>
                </a:ext>
              </a:extLst>
            </p:cNvPr>
            <p:cNvSpPr txBox="1">
              <a:spLocks noChangeArrowheads="1"/>
            </p:cNvSpPr>
            <p:nvPr/>
          </p:nvSpPr>
          <p:spPr bwMode="auto">
            <a:xfrm>
              <a:off x="4034" y="3271"/>
              <a:ext cx="439"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栈段</a:t>
              </a:r>
            </a:p>
          </p:txBody>
        </p:sp>
      </p:grpSp>
      <p:sp>
        <p:nvSpPr>
          <p:cNvPr id="20" name="Text Box 55">
            <a:extLst>
              <a:ext uri="{FF2B5EF4-FFF2-40B4-BE49-F238E27FC236}">
                <a16:creationId xmlns:a16="http://schemas.microsoft.com/office/drawing/2014/main" id="{365FF126-5D27-4141-F92B-69BDE5FA26B4}"/>
              </a:ext>
            </a:extLst>
          </p:cNvPr>
          <p:cNvSpPr txBox="1">
            <a:spLocks noChangeArrowheads="1"/>
          </p:cNvSpPr>
          <p:nvPr/>
        </p:nvSpPr>
        <p:spPr bwMode="auto">
          <a:xfrm>
            <a:off x="7675107" y="6189282"/>
            <a:ext cx="3390900"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dirty="0">
                <a:solidFill>
                  <a:schemeClr val="tx1"/>
                </a:solidFill>
                <a:latin typeface="Times New Roman" panose="02020603050405020304" pitchFamily="18" charset="0"/>
              </a:rPr>
              <a:t>具有段式地址结构的程序地址空间</a:t>
            </a:r>
          </a:p>
        </p:txBody>
      </p:sp>
    </p:spTree>
    <p:extLst>
      <p:ext uri="{BB962C8B-B14F-4D97-AF65-F5344CB8AC3E}">
        <p14:creationId xmlns:p14="http://schemas.microsoft.com/office/powerpoint/2010/main" val="9106566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3">
            <a:extLst>
              <a:ext uri="{FF2B5EF4-FFF2-40B4-BE49-F238E27FC236}">
                <a16:creationId xmlns:a16="http://schemas.microsoft.com/office/drawing/2014/main" id="{199931CC-2A77-4710-2CEA-80AC5B56032F}"/>
              </a:ext>
            </a:extLst>
          </p:cNvPr>
          <p:cNvSpPr>
            <a:spLocks noChangeArrowheads="1"/>
          </p:cNvSpPr>
          <p:nvPr/>
        </p:nvSpPr>
        <p:spPr bwMode="auto">
          <a:xfrm>
            <a:off x="957722" y="830079"/>
            <a:ext cx="5776913"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ct val="20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(3) </a:t>
            </a:r>
            <a:r>
              <a:rPr lang="zh-CN" altLang="en-US" sz="2600" b="1" dirty="0">
                <a:solidFill>
                  <a:prstClr val="black"/>
                </a:solidFill>
                <a:effectLst/>
                <a:latin typeface="微软雅黑" panose="020B0503020204020204" pitchFamily="34" charset="-122"/>
                <a:ea typeface="微软雅黑" panose="020B0503020204020204" pitchFamily="34" charset="-122"/>
              </a:rPr>
              <a:t>段式地址结构        </a:t>
            </a:r>
          </a:p>
        </p:txBody>
      </p:sp>
      <p:grpSp>
        <p:nvGrpSpPr>
          <p:cNvPr id="4" name="Group 21">
            <a:extLst>
              <a:ext uri="{FF2B5EF4-FFF2-40B4-BE49-F238E27FC236}">
                <a16:creationId xmlns:a16="http://schemas.microsoft.com/office/drawing/2014/main" id="{D7BF021C-89E4-EACF-36A0-C96EC3988F40}"/>
              </a:ext>
            </a:extLst>
          </p:cNvPr>
          <p:cNvGrpSpPr>
            <a:grpSpLocks/>
          </p:cNvGrpSpPr>
          <p:nvPr/>
        </p:nvGrpSpPr>
        <p:grpSpPr bwMode="auto">
          <a:xfrm>
            <a:off x="1748297" y="1528579"/>
            <a:ext cx="3897313" cy="433388"/>
            <a:chOff x="912" y="3024"/>
            <a:chExt cx="3360" cy="410"/>
          </a:xfrm>
        </p:grpSpPr>
        <p:sp>
          <p:nvSpPr>
            <p:cNvPr id="5" name="Text Box 22">
              <a:extLst>
                <a:ext uri="{FF2B5EF4-FFF2-40B4-BE49-F238E27FC236}">
                  <a16:creationId xmlns:a16="http://schemas.microsoft.com/office/drawing/2014/main" id="{A50102CE-0A47-8B69-355C-B17AE458CF66}"/>
                </a:ext>
              </a:extLst>
            </p:cNvPr>
            <p:cNvSpPr txBox="1">
              <a:spLocks noChangeArrowheads="1"/>
            </p:cNvSpPr>
            <p:nvPr/>
          </p:nvSpPr>
          <p:spPr bwMode="auto">
            <a:xfrm>
              <a:off x="912" y="3024"/>
              <a:ext cx="3360" cy="40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40000"/>
                </a:lnSpc>
                <a:buClrTx/>
                <a:buSzTx/>
                <a:buFontTx/>
                <a:buNone/>
              </a:pPr>
              <a:r>
                <a:rPr kumimoji="1" lang="en-US" altLang="zh-CN" sz="1600" b="1">
                  <a:solidFill>
                    <a:schemeClr val="tx1"/>
                  </a:solidFill>
                  <a:latin typeface="Times New Roman" panose="02020603050405020304" pitchFamily="18" charset="0"/>
                </a:rPr>
                <a:t>     </a:t>
              </a:r>
              <a:r>
                <a:rPr kumimoji="1" lang="zh-CN" altLang="en-US" sz="1600" b="1">
                  <a:solidFill>
                    <a:schemeClr val="tx1"/>
                  </a:solidFill>
                  <a:latin typeface="Times New Roman" panose="02020603050405020304" pitchFamily="18" charset="0"/>
                </a:rPr>
                <a:t>段 号 </a:t>
              </a:r>
              <a:r>
                <a:rPr kumimoji="1" lang="en-US" altLang="zh-CN" sz="1600" b="1">
                  <a:solidFill>
                    <a:schemeClr val="tx1"/>
                  </a:solidFill>
                  <a:latin typeface="Times New Roman" panose="02020603050405020304" pitchFamily="18" charset="0"/>
                </a:rPr>
                <a:t>s                      </a:t>
              </a:r>
              <a:r>
                <a:rPr kumimoji="1" lang="zh-CN" altLang="en-US" sz="1600" b="1">
                  <a:solidFill>
                    <a:schemeClr val="tx1"/>
                  </a:solidFill>
                  <a:latin typeface="Times New Roman" panose="02020603050405020304" pitchFamily="18" charset="0"/>
                </a:rPr>
                <a:t>段 内 位 移 </a:t>
              </a:r>
              <a:r>
                <a:rPr kumimoji="1" lang="en-US" altLang="zh-CN" sz="1600" b="1">
                  <a:solidFill>
                    <a:schemeClr val="tx1"/>
                  </a:solidFill>
                  <a:latin typeface="Times New Roman" panose="02020603050405020304" pitchFamily="18" charset="0"/>
                </a:rPr>
                <a:t>w</a:t>
              </a:r>
            </a:p>
          </p:txBody>
        </p:sp>
        <p:sp>
          <p:nvSpPr>
            <p:cNvPr id="6" name="Line 23">
              <a:extLst>
                <a:ext uri="{FF2B5EF4-FFF2-40B4-BE49-F238E27FC236}">
                  <a16:creationId xmlns:a16="http://schemas.microsoft.com/office/drawing/2014/main" id="{EC5AEB4B-E9B0-A757-39C1-D4C2148F526A}"/>
                </a:ext>
              </a:extLst>
            </p:cNvPr>
            <p:cNvSpPr>
              <a:spLocks noChangeShapeType="1"/>
            </p:cNvSpPr>
            <p:nvPr/>
          </p:nvSpPr>
          <p:spPr bwMode="auto">
            <a:xfrm>
              <a:off x="2016" y="3024"/>
              <a:ext cx="0" cy="41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7" name="Rectangle 27">
            <a:extLst>
              <a:ext uri="{FF2B5EF4-FFF2-40B4-BE49-F238E27FC236}">
                <a16:creationId xmlns:a16="http://schemas.microsoft.com/office/drawing/2014/main" id="{7C290BD5-9DEF-D3B8-2892-A4508AD4BC4E}"/>
              </a:ext>
            </a:extLst>
          </p:cNvPr>
          <p:cNvSpPr>
            <a:spLocks noChangeArrowheads="1"/>
          </p:cNvSpPr>
          <p:nvPr/>
        </p:nvSpPr>
        <p:spPr bwMode="auto">
          <a:xfrm>
            <a:off x="487822" y="2603317"/>
            <a:ext cx="3224213"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2.  </a:t>
            </a:r>
            <a:r>
              <a:rPr lang="zh-CN" altLang="en-US" sz="2800" b="1" dirty="0">
                <a:solidFill>
                  <a:srgbClr val="335F90"/>
                </a:solidFill>
                <a:latin typeface="Times New Roman" panose="02020603050405020304" pitchFamily="18" charset="0"/>
              </a:rPr>
              <a:t>段式地址变换</a:t>
            </a:r>
          </a:p>
        </p:txBody>
      </p:sp>
      <p:grpSp>
        <p:nvGrpSpPr>
          <p:cNvPr id="8" name="Group 55">
            <a:extLst>
              <a:ext uri="{FF2B5EF4-FFF2-40B4-BE49-F238E27FC236}">
                <a16:creationId xmlns:a16="http://schemas.microsoft.com/office/drawing/2014/main" id="{8D65294D-4206-B11A-999D-6D21C43D9D90}"/>
              </a:ext>
            </a:extLst>
          </p:cNvPr>
          <p:cNvGrpSpPr>
            <a:grpSpLocks/>
          </p:cNvGrpSpPr>
          <p:nvPr/>
        </p:nvGrpSpPr>
        <p:grpSpPr bwMode="auto">
          <a:xfrm>
            <a:off x="4531185" y="2174692"/>
            <a:ext cx="4876800" cy="2747962"/>
            <a:chOff x="355" y="1999"/>
            <a:chExt cx="3072" cy="1731"/>
          </a:xfrm>
        </p:grpSpPr>
        <p:sp>
          <p:nvSpPr>
            <p:cNvPr id="9" name="Text Box 29">
              <a:extLst>
                <a:ext uri="{FF2B5EF4-FFF2-40B4-BE49-F238E27FC236}">
                  <a16:creationId xmlns:a16="http://schemas.microsoft.com/office/drawing/2014/main" id="{C4FFE604-C09C-579E-8AB6-4AD0F5B46538}"/>
                </a:ext>
              </a:extLst>
            </p:cNvPr>
            <p:cNvSpPr txBox="1">
              <a:spLocks noChangeArrowheads="1"/>
            </p:cNvSpPr>
            <p:nvPr/>
          </p:nvSpPr>
          <p:spPr bwMode="auto">
            <a:xfrm>
              <a:off x="1015" y="2822"/>
              <a:ext cx="821" cy="908"/>
            </a:xfrm>
            <a:prstGeom prst="rect">
              <a:avLst/>
            </a:prstGeom>
            <a:solidFill>
              <a:srgbClr val="FFFF99"/>
            </a:solidFill>
            <a:ln w="25400">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a:t>
              </a:r>
            </a:p>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a:t>
              </a:r>
              <a:r>
                <a:rPr kumimoji="1" lang="en-US" altLang="zh-CN" sz="1600" b="0">
                  <a:solidFill>
                    <a:schemeClr val="tx1"/>
                  </a:solidFill>
                  <a:latin typeface="Times New Roman" panose="02020603050405020304" pitchFamily="18" charset="0"/>
                </a:rPr>
                <a:t>L      B</a:t>
              </a:r>
            </a:p>
          </p:txBody>
        </p:sp>
        <p:sp>
          <p:nvSpPr>
            <p:cNvPr id="10" name="AutoShape 30">
              <a:extLst>
                <a:ext uri="{FF2B5EF4-FFF2-40B4-BE49-F238E27FC236}">
                  <a16:creationId xmlns:a16="http://schemas.microsoft.com/office/drawing/2014/main" id="{9A6646BA-C0E8-3F70-F092-48F9977134C3}"/>
                </a:ext>
              </a:extLst>
            </p:cNvPr>
            <p:cNvSpPr>
              <a:spLocks noChangeArrowheads="1"/>
            </p:cNvSpPr>
            <p:nvPr/>
          </p:nvSpPr>
          <p:spPr bwMode="auto">
            <a:xfrm>
              <a:off x="2268" y="2679"/>
              <a:ext cx="747" cy="1051"/>
            </a:xfrm>
            <a:prstGeom prst="flowChartDocument">
              <a:avLst/>
            </a:prstGeom>
            <a:solidFill>
              <a:srgbClr val="CCFF99"/>
            </a:solidFill>
            <a:ln w="25400">
              <a:solidFill>
                <a:srgbClr val="000000"/>
              </a:solidFill>
              <a:miter lim="800000"/>
              <a:headEnd/>
              <a:tailEnd/>
            </a:ln>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a:solidFill>
                  <a:srgbClr val="4138FA"/>
                </a:solidFill>
                <a:effectLst>
                  <a:outerShdw blurRad="38100" dist="38100" dir="2700000" algn="tl">
                    <a:srgbClr val="000000"/>
                  </a:outerShdw>
                </a:effectLst>
              </a:endParaRPr>
            </a:p>
          </p:txBody>
        </p:sp>
        <p:sp>
          <p:nvSpPr>
            <p:cNvPr id="11" name="Text Box 31">
              <a:extLst>
                <a:ext uri="{FF2B5EF4-FFF2-40B4-BE49-F238E27FC236}">
                  <a16:creationId xmlns:a16="http://schemas.microsoft.com/office/drawing/2014/main" id="{1502CE40-3701-251C-52D2-3F66A2174648}"/>
                </a:ext>
              </a:extLst>
            </p:cNvPr>
            <p:cNvSpPr txBox="1">
              <a:spLocks noChangeArrowheads="1"/>
            </p:cNvSpPr>
            <p:nvPr/>
          </p:nvSpPr>
          <p:spPr bwMode="auto">
            <a:xfrm>
              <a:off x="421" y="2249"/>
              <a:ext cx="590" cy="239"/>
            </a:xfrm>
            <a:prstGeom prst="rect">
              <a:avLst/>
            </a:prstGeom>
            <a:solidFill>
              <a:srgbClr val="FFCCCC"/>
            </a:solidFill>
            <a:ln w="25400">
              <a:solidFill>
                <a:srgbClr val="000000"/>
              </a:solidFill>
              <a:miter lim="800000"/>
              <a:headEnd/>
              <a:tailEnd/>
            </a:ln>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  s       w </a:t>
              </a:r>
            </a:p>
          </p:txBody>
        </p:sp>
        <p:sp>
          <p:nvSpPr>
            <p:cNvPr id="12" name="Line 33">
              <a:extLst>
                <a:ext uri="{FF2B5EF4-FFF2-40B4-BE49-F238E27FC236}">
                  <a16:creationId xmlns:a16="http://schemas.microsoft.com/office/drawing/2014/main" id="{906120BA-5224-2072-F7C5-5C5ED1F123B1}"/>
                </a:ext>
              </a:extLst>
            </p:cNvPr>
            <p:cNvSpPr>
              <a:spLocks noChangeShapeType="1"/>
            </p:cNvSpPr>
            <p:nvPr/>
          </p:nvSpPr>
          <p:spPr bwMode="auto">
            <a:xfrm>
              <a:off x="3094" y="2679"/>
              <a:ext cx="0" cy="262"/>
            </a:xfrm>
            <a:prstGeom prst="line">
              <a:avLst/>
            </a:prstGeom>
            <a:noFill/>
            <a:ln w="2540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3" name="Text Box 34">
              <a:extLst>
                <a:ext uri="{FF2B5EF4-FFF2-40B4-BE49-F238E27FC236}">
                  <a16:creationId xmlns:a16="http://schemas.microsoft.com/office/drawing/2014/main" id="{0A267A2F-ABDA-FF46-9B6B-AA15BE2CDB56}"/>
                </a:ext>
              </a:extLst>
            </p:cNvPr>
            <p:cNvSpPr txBox="1">
              <a:spLocks noChangeArrowheads="1"/>
            </p:cNvSpPr>
            <p:nvPr/>
          </p:nvSpPr>
          <p:spPr bwMode="auto">
            <a:xfrm>
              <a:off x="3015" y="2898"/>
              <a:ext cx="412"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a:solidFill>
                    <a:schemeClr val="tx1"/>
                  </a:solidFill>
                  <a:latin typeface="Times New Roman" panose="02020603050405020304" pitchFamily="18" charset="0"/>
                </a:rPr>
                <a:t>B+w</a:t>
              </a:r>
            </a:p>
          </p:txBody>
        </p:sp>
        <p:sp>
          <p:nvSpPr>
            <p:cNvPr id="14" name="Line 35">
              <a:extLst>
                <a:ext uri="{FF2B5EF4-FFF2-40B4-BE49-F238E27FC236}">
                  <a16:creationId xmlns:a16="http://schemas.microsoft.com/office/drawing/2014/main" id="{281E2349-8762-1B71-1867-EFBE67154540}"/>
                </a:ext>
              </a:extLst>
            </p:cNvPr>
            <p:cNvSpPr>
              <a:spLocks noChangeShapeType="1"/>
            </p:cNvSpPr>
            <p:nvPr/>
          </p:nvSpPr>
          <p:spPr bwMode="auto">
            <a:xfrm>
              <a:off x="2268" y="2919"/>
              <a:ext cx="74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5" name="Line 36">
              <a:extLst>
                <a:ext uri="{FF2B5EF4-FFF2-40B4-BE49-F238E27FC236}">
                  <a16:creationId xmlns:a16="http://schemas.microsoft.com/office/drawing/2014/main" id="{1881670C-B608-1764-510B-549A2DD2438D}"/>
                </a:ext>
              </a:extLst>
            </p:cNvPr>
            <p:cNvSpPr>
              <a:spLocks noChangeShapeType="1"/>
            </p:cNvSpPr>
            <p:nvPr/>
          </p:nvSpPr>
          <p:spPr bwMode="auto">
            <a:xfrm>
              <a:off x="2268" y="3062"/>
              <a:ext cx="74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6" name="Line 37">
              <a:extLst>
                <a:ext uri="{FF2B5EF4-FFF2-40B4-BE49-F238E27FC236}">
                  <a16:creationId xmlns:a16="http://schemas.microsoft.com/office/drawing/2014/main" id="{851B5EA8-D7C7-286B-C227-45FD97754C05}"/>
                </a:ext>
              </a:extLst>
            </p:cNvPr>
            <p:cNvSpPr>
              <a:spLocks noChangeShapeType="1"/>
            </p:cNvSpPr>
            <p:nvPr/>
          </p:nvSpPr>
          <p:spPr bwMode="auto">
            <a:xfrm>
              <a:off x="1011" y="3014"/>
              <a:ext cx="825"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7" name="Line 38">
              <a:extLst>
                <a:ext uri="{FF2B5EF4-FFF2-40B4-BE49-F238E27FC236}">
                  <a16:creationId xmlns:a16="http://schemas.microsoft.com/office/drawing/2014/main" id="{9C7366C1-DCA7-F6FE-ACFA-B6EB7ABDA07C}"/>
                </a:ext>
              </a:extLst>
            </p:cNvPr>
            <p:cNvSpPr>
              <a:spLocks noChangeShapeType="1"/>
            </p:cNvSpPr>
            <p:nvPr/>
          </p:nvSpPr>
          <p:spPr bwMode="auto">
            <a:xfrm>
              <a:off x="1011" y="3205"/>
              <a:ext cx="825"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8" name="Line 39">
              <a:extLst>
                <a:ext uri="{FF2B5EF4-FFF2-40B4-BE49-F238E27FC236}">
                  <a16:creationId xmlns:a16="http://schemas.microsoft.com/office/drawing/2014/main" id="{872373E4-0A5A-3CED-7CA4-C516EFD9D2D2}"/>
                </a:ext>
              </a:extLst>
            </p:cNvPr>
            <p:cNvSpPr>
              <a:spLocks noChangeShapeType="1"/>
            </p:cNvSpPr>
            <p:nvPr/>
          </p:nvSpPr>
          <p:spPr bwMode="auto">
            <a:xfrm>
              <a:off x="1247" y="3014"/>
              <a:ext cx="0" cy="191"/>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9" name="Line 40">
              <a:extLst>
                <a:ext uri="{FF2B5EF4-FFF2-40B4-BE49-F238E27FC236}">
                  <a16:creationId xmlns:a16="http://schemas.microsoft.com/office/drawing/2014/main" id="{19DC870A-B3C3-EDB7-8E89-CAAC7FE43157}"/>
                </a:ext>
              </a:extLst>
            </p:cNvPr>
            <p:cNvSpPr>
              <a:spLocks noChangeShapeType="1"/>
            </p:cNvSpPr>
            <p:nvPr/>
          </p:nvSpPr>
          <p:spPr bwMode="auto">
            <a:xfrm>
              <a:off x="1522" y="3014"/>
              <a:ext cx="0" cy="191"/>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20" name="Text Box 41">
              <a:extLst>
                <a:ext uri="{FF2B5EF4-FFF2-40B4-BE49-F238E27FC236}">
                  <a16:creationId xmlns:a16="http://schemas.microsoft.com/office/drawing/2014/main" id="{3D1FFBC4-8103-6D66-1129-C9C6E5F92305}"/>
                </a:ext>
              </a:extLst>
            </p:cNvPr>
            <p:cNvSpPr txBox="1">
              <a:spLocks noChangeArrowheads="1"/>
            </p:cNvSpPr>
            <p:nvPr/>
          </p:nvSpPr>
          <p:spPr bwMode="auto">
            <a:xfrm>
              <a:off x="2387" y="2441"/>
              <a:ext cx="549"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0">
                  <a:solidFill>
                    <a:schemeClr val="tx1"/>
                  </a:solidFill>
                  <a:latin typeface="Times New Roman" panose="02020603050405020304" pitchFamily="18" charset="0"/>
                </a:rPr>
                <a:t>第</a:t>
              </a:r>
              <a:r>
                <a:rPr kumimoji="1" lang="en-US" altLang="zh-CN" sz="1600" b="0">
                  <a:solidFill>
                    <a:schemeClr val="tx1"/>
                  </a:solidFill>
                  <a:latin typeface="Times New Roman" panose="02020603050405020304" pitchFamily="18" charset="0"/>
                </a:rPr>
                <a:t>S</a:t>
              </a:r>
              <a:r>
                <a:rPr kumimoji="1" lang="zh-CN" altLang="en-US" sz="1600" b="0">
                  <a:solidFill>
                    <a:schemeClr val="tx1"/>
                  </a:solidFill>
                  <a:latin typeface="Times New Roman" panose="02020603050405020304" pitchFamily="18" charset="0"/>
                </a:rPr>
                <a:t>段</a:t>
              </a:r>
            </a:p>
          </p:txBody>
        </p:sp>
        <p:sp>
          <p:nvSpPr>
            <p:cNvPr id="21" name="Line 42">
              <a:extLst>
                <a:ext uri="{FF2B5EF4-FFF2-40B4-BE49-F238E27FC236}">
                  <a16:creationId xmlns:a16="http://schemas.microsoft.com/office/drawing/2014/main" id="{857C10BD-9D4D-E947-FFCB-6D2CBAA7534D}"/>
                </a:ext>
              </a:extLst>
            </p:cNvPr>
            <p:cNvSpPr>
              <a:spLocks noChangeShapeType="1"/>
            </p:cNvSpPr>
            <p:nvPr/>
          </p:nvSpPr>
          <p:spPr bwMode="auto">
            <a:xfrm>
              <a:off x="696" y="2249"/>
              <a:ext cx="0" cy="239"/>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22" name="Text Box 43">
              <a:extLst>
                <a:ext uri="{FF2B5EF4-FFF2-40B4-BE49-F238E27FC236}">
                  <a16:creationId xmlns:a16="http://schemas.microsoft.com/office/drawing/2014/main" id="{8FFA6F79-F626-3959-0693-711DBBCF2E86}"/>
                </a:ext>
              </a:extLst>
            </p:cNvPr>
            <p:cNvSpPr txBox="1">
              <a:spLocks noChangeArrowheads="1"/>
            </p:cNvSpPr>
            <p:nvPr/>
          </p:nvSpPr>
          <p:spPr bwMode="auto">
            <a:xfrm>
              <a:off x="355" y="1999"/>
              <a:ext cx="422"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0">
                  <a:solidFill>
                    <a:schemeClr val="tx1"/>
                  </a:solidFill>
                  <a:latin typeface="Times New Roman" panose="02020603050405020304" pitchFamily="18" charset="0"/>
                </a:rPr>
                <a:t>段号</a:t>
              </a:r>
            </a:p>
          </p:txBody>
        </p:sp>
        <p:sp>
          <p:nvSpPr>
            <p:cNvPr id="23" name="Text Box 44">
              <a:extLst>
                <a:ext uri="{FF2B5EF4-FFF2-40B4-BE49-F238E27FC236}">
                  <a16:creationId xmlns:a16="http://schemas.microsoft.com/office/drawing/2014/main" id="{298BB514-DA3F-45CD-76F5-7726783F58EE}"/>
                </a:ext>
              </a:extLst>
            </p:cNvPr>
            <p:cNvSpPr txBox="1">
              <a:spLocks noChangeArrowheads="1"/>
            </p:cNvSpPr>
            <p:nvPr/>
          </p:nvSpPr>
          <p:spPr bwMode="auto">
            <a:xfrm>
              <a:off x="698" y="2000"/>
              <a:ext cx="667"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0">
                  <a:solidFill>
                    <a:schemeClr val="tx1"/>
                  </a:solidFill>
                  <a:latin typeface="Times New Roman" panose="02020603050405020304" pitchFamily="18" charset="0"/>
                </a:rPr>
                <a:t>段内位移</a:t>
              </a:r>
            </a:p>
          </p:txBody>
        </p:sp>
        <p:sp>
          <p:nvSpPr>
            <p:cNvPr id="24" name="Line 45">
              <a:extLst>
                <a:ext uri="{FF2B5EF4-FFF2-40B4-BE49-F238E27FC236}">
                  <a16:creationId xmlns:a16="http://schemas.microsoft.com/office/drawing/2014/main" id="{557DCF00-BFE9-3EA0-E767-2C7AB402AB7A}"/>
                </a:ext>
              </a:extLst>
            </p:cNvPr>
            <p:cNvSpPr>
              <a:spLocks noChangeShapeType="1"/>
            </p:cNvSpPr>
            <p:nvPr/>
          </p:nvSpPr>
          <p:spPr bwMode="auto">
            <a:xfrm>
              <a:off x="540" y="2488"/>
              <a:ext cx="0" cy="52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25" name="Line 46">
              <a:extLst>
                <a:ext uri="{FF2B5EF4-FFF2-40B4-BE49-F238E27FC236}">
                  <a16:creationId xmlns:a16="http://schemas.microsoft.com/office/drawing/2014/main" id="{F51CC2E9-6852-2027-1105-3AD3F762E33D}"/>
                </a:ext>
              </a:extLst>
            </p:cNvPr>
            <p:cNvSpPr>
              <a:spLocks noChangeShapeType="1"/>
            </p:cNvSpPr>
            <p:nvPr/>
          </p:nvSpPr>
          <p:spPr bwMode="auto">
            <a:xfrm>
              <a:off x="540" y="3014"/>
              <a:ext cx="471" cy="0"/>
            </a:xfrm>
            <a:prstGeom prst="line">
              <a:avLst/>
            </a:prstGeom>
            <a:noFill/>
            <a:ln w="254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26" name="Line 47">
              <a:extLst>
                <a:ext uri="{FF2B5EF4-FFF2-40B4-BE49-F238E27FC236}">
                  <a16:creationId xmlns:a16="http://schemas.microsoft.com/office/drawing/2014/main" id="{9018F945-F28B-84F3-E509-32C46DE7FD55}"/>
                </a:ext>
              </a:extLst>
            </p:cNvPr>
            <p:cNvSpPr>
              <a:spLocks noChangeShapeType="1"/>
            </p:cNvSpPr>
            <p:nvPr/>
          </p:nvSpPr>
          <p:spPr bwMode="auto">
            <a:xfrm>
              <a:off x="1758" y="3109"/>
              <a:ext cx="235"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27" name="Line 48">
              <a:extLst>
                <a:ext uri="{FF2B5EF4-FFF2-40B4-BE49-F238E27FC236}">
                  <a16:creationId xmlns:a16="http://schemas.microsoft.com/office/drawing/2014/main" id="{EBCC69E1-1887-D6FD-07B4-9D86556E2489}"/>
                </a:ext>
              </a:extLst>
            </p:cNvPr>
            <p:cNvSpPr>
              <a:spLocks noChangeShapeType="1"/>
            </p:cNvSpPr>
            <p:nvPr/>
          </p:nvSpPr>
          <p:spPr bwMode="auto">
            <a:xfrm flipV="1">
              <a:off x="1993" y="2679"/>
              <a:ext cx="0" cy="43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28" name="Line 49">
              <a:extLst>
                <a:ext uri="{FF2B5EF4-FFF2-40B4-BE49-F238E27FC236}">
                  <a16:creationId xmlns:a16="http://schemas.microsoft.com/office/drawing/2014/main" id="{DBBC4F60-46A2-2FFD-3A30-35F216532A8B}"/>
                </a:ext>
              </a:extLst>
            </p:cNvPr>
            <p:cNvSpPr>
              <a:spLocks noChangeShapeType="1"/>
            </p:cNvSpPr>
            <p:nvPr/>
          </p:nvSpPr>
          <p:spPr bwMode="auto">
            <a:xfrm>
              <a:off x="1993" y="2679"/>
              <a:ext cx="275" cy="0"/>
            </a:xfrm>
            <a:prstGeom prst="line">
              <a:avLst/>
            </a:prstGeom>
            <a:noFill/>
            <a:ln w="2540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29" name="Text Box 50">
              <a:extLst>
                <a:ext uri="{FF2B5EF4-FFF2-40B4-BE49-F238E27FC236}">
                  <a16:creationId xmlns:a16="http://schemas.microsoft.com/office/drawing/2014/main" id="{A38D7338-DC12-A4AD-8D7F-C4AB3EDEABA9}"/>
                </a:ext>
              </a:extLst>
            </p:cNvPr>
            <p:cNvSpPr txBox="1">
              <a:spLocks noChangeArrowheads="1"/>
            </p:cNvSpPr>
            <p:nvPr/>
          </p:nvSpPr>
          <p:spPr bwMode="auto">
            <a:xfrm>
              <a:off x="922" y="2609"/>
              <a:ext cx="108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lang="zh-CN" altLang="en-US" sz="1600" b="0">
                  <a:solidFill>
                    <a:schemeClr val="tx1"/>
                  </a:solidFill>
                </a:rPr>
                <a:t>段号  长度  基址</a:t>
              </a:r>
            </a:p>
          </p:txBody>
        </p:sp>
      </p:grpSp>
      <p:sp>
        <p:nvSpPr>
          <p:cNvPr id="30" name="Rectangle 51">
            <a:extLst>
              <a:ext uri="{FF2B5EF4-FFF2-40B4-BE49-F238E27FC236}">
                <a16:creationId xmlns:a16="http://schemas.microsoft.com/office/drawing/2014/main" id="{C85BAA3E-72D8-A06A-D465-4D2996CC7D79}"/>
              </a:ext>
            </a:extLst>
          </p:cNvPr>
          <p:cNvSpPr>
            <a:spLocks noChangeArrowheads="1"/>
          </p:cNvSpPr>
          <p:nvPr/>
        </p:nvSpPr>
        <p:spPr bwMode="auto">
          <a:xfrm>
            <a:off x="960897" y="3319279"/>
            <a:ext cx="4618037" cy="2979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914400" indent="-341313">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295400" indent="-265113">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714500" indent="-28416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171700" indent="-417513">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6289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30861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5433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4000500" indent="-417513"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30000"/>
              </a:lnSpc>
              <a:buFont typeface="Wingdings" panose="05000000000000000000" pitchFamily="2" charset="2"/>
              <a:buNone/>
            </a:pPr>
            <a:r>
              <a:rPr lang="zh-CN" altLang="en-US" sz="2400" dirty="0">
                <a:solidFill>
                  <a:schemeClr val="tx1"/>
                </a:solidFill>
                <a:latin typeface="Times New Roman" panose="02020603050405020304" pitchFamily="18" charset="0"/>
              </a:rPr>
              <a:t>段式地址步骤</a:t>
            </a:r>
          </a:p>
          <a:p>
            <a:pPr marL="800100" lvl="3" indent="-22860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取出程序地址</a:t>
            </a:r>
            <a:r>
              <a:rPr lang="en-US" altLang="zh-CN" sz="2400" dirty="0">
                <a:solidFill>
                  <a:prstClr val="black"/>
                </a:solidFill>
                <a:latin typeface="微软雅黑" panose="020B0503020204020204" pitchFamily="34" charset="-122"/>
                <a:ea typeface="微软雅黑" panose="020B0503020204020204" pitchFamily="34" charset="-122"/>
              </a:rPr>
              <a:t>(s</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w)</a:t>
            </a:r>
            <a:r>
              <a:rPr lang="zh-CN" altLang="en-US" sz="2400" dirty="0">
                <a:solidFill>
                  <a:prstClr val="black"/>
                </a:solidFill>
                <a:latin typeface="微软雅黑" panose="020B0503020204020204" pitchFamily="34" charset="-122"/>
                <a:ea typeface="微软雅黑" panose="020B0503020204020204" pitchFamily="34" charset="-122"/>
              </a:rPr>
              <a:t>；</a:t>
            </a:r>
          </a:p>
          <a:p>
            <a:pPr marL="800100" lvl="3" indent="-22860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用</a:t>
            </a:r>
            <a:r>
              <a:rPr lang="en-US" altLang="zh-CN" sz="2400" dirty="0">
                <a:solidFill>
                  <a:prstClr val="black"/>
                </a:solidFill>
                <a:latin typeface="微软雅黑" panose="020B0503020204020204" pitchFamily="34" charset="-122"/>
                <a:ea typeface="微软雅黑" panose="020B0503020204020204" pitchFamily="34" charset="-122"/>
              </a:rPr>
              <a:t>s</a:t>
            </a:r>
            <a:r>
              <a:rPr lang="zh-CN" altLang="en-US" sz="2400" dirty="0">
                <a:solidFill>
                  <a:prstClr val="black"/>
                </a:solidFill>
                <a:latin typeface="微软雅黑" panose="020B0503020204020204" pitchFamily="34" charset="-122"/>
                <a:ea typeface="微软雅黑" panose="020B0503020204020204" pitchFamily="34" charset="-122"/>
              </a:rPr>
              <a:t>检索段表；</a:t>
            </a:r>
          </a:p>
          <a:p>
            <a:pPr marL="800100" lvl="3" indent="-228600">
              <a:lnSpc>
                <a:spcPct val="150000"/>
              </a:lnSpc>
              <a:spcBef>
                <a:spcPts val="500"/>
              </a:spcBef>
              <a:buClr>
                <a:srgbClr val="FFC000"/>
              </a:buClr>
              <a:buFont typeface="Wingdings" panose="05000000000000000000" pitchFamily="2" charset="2"/>
              <a:buChar char="u"/>
              <a:defRPr/>
            </a:pPr>
            <a:r>
              <a:rPr lang="zh-CN" altLang="en-US" sz="2400" dirty="0">
                <a:solidFill>
                  <a:prstClr val="black"/>
                </a:solidFill>
                <a:latin typeface="微软雅黑" panose="020B0503020204020204" pitchFamily="34" charset="-122"/>
                <a:ea typeface="微软雅黑" panose="020B0503020204020204" pitchFamily="34" charset="-122"/>
              </a:rPr>
              <a:t>如</a:t>
            </a:r>
            <a:r>
              <a:rPr lang="en-US" altLang="zh-CN" sz="2400" dirty="0">
                <a:solidFill>
                  <a:prstClr val="black"/>
                </a:solidFill>
                <a:latin typeface="微软雅黑" panose="020B0503020204020204" pitchFamily="34" charset="-122"/>
                <a:ea typeface="微软雅黑" panose="020B0503020204020204" pitchFamily="34" charset="-122"/>
              </a:rPr>
              <a:t>w</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0</a:t>
            </a:r>
            <a:r>
              <a:rPr lang="zh-CN" altLang="en-US" sz="2400" dirty="0">
                <a:solidFill>
                  <a:prstClr val="black"/>
                </a:solidFill>
                <a:latin typeface="微软雅黑" panose="020B0503020204020204" pitchFamily="34" charset="-122"/>
                <a:ea typeface="微软雅黑" panose="020B0503020204020204" pitchFamily="34" charset="-122"/>
              </a:rPr>
              <a:t>或</a:t>
            </a:r>
            <a:r>
              <a:rPr lang="en-US" altLang="zh-CN" sz="2400" dirty="0" err="1">
                <a:solidFill>
                  <a:prstClr val="black"/>
                </a:solidFill>
                <a:latin typeface="微软雅黑" panose="020B0503020204020204" pitchFamily="34" charset="-122"/>
                <a:ea typeface="微软雅黑" panose="020B0503020204020204" pitchFamily="34" charset="-122"/>
              </a:rPr>
              <a:t>w≥L</a:t>
            </a:r>
            <a:r>
              <a:rPr lang="zh-CN" altLang="en-US" sz="2400" dirty="0">
                <a:solidFill>
                  <a:prstClr val="black"/>
                </a:solidFill>
                <a:latin typeface="微软雅黑" panose="020B0503020204020204" pitchFamily="34" charset="-122"/>
                <a:ea typeface="微软雅黑" panose="020B0503020204020204" pitchFamily="34" charset="-122"/>
              </a:rPr>
              <a:t>则主存越界；</a:t>
            </a:r>
          </a:p>
          <a:p>
            <a:pPr marL="800100" lvl="3" indent="-228600">
              <a:lnSpc>
                <a:spcPct val="150000"/>
              </a:lnSpc>
              <a:spcBef>
                <a:spcPts val="500"/>
              </a:spcBef>
              <a:buClr>
                <a:srgbClr val="FFC000"/>
              </a:buClr>
              <a:buFont typeface="Wingdings" panose="05000000000000000000" pitchFamily="2" charset="2"/>
              <a:buChar char="u"/>
              <a:defRPr/>
            </a:pPr>
            <a:r>
              <a:rPr lang="en-US" altLang="zh-CN" sz="2400" dirty="0">
                <a:solidFill>
                  <a:prstClr val="black"/>
                </a:solidFill>
                <a:latin typeface="微软雅黑" panose="020B0503020204020204" pitchFamily="34" charset="-122"/>
                <a:ea typeface="微软雅黑" panose="020B0503020204020204" pitchFamily="34" charset="-122"/>
              </a:rPr>
              <a:t>(B</a:t>
            </a:r>
            <a:r>
              <a:rPr lang="zh-CN" altLang="en-US" sz="2400" dirty="0">
                <a:solidFill>
                  <a:prstClr val="black"/>
                </a:solidFill>
                <a:latin typeface="微软雅黑" panose="020B0503020204020204" pitchFamily="34" charset="-122"/>
                <a:ea typeface="微软雅黑" panose="020B0503020204020204" pitchFamily="34" charset="-122"/>
              </a:rPr>
              <a:t>＋</a:t>
            </a:r>
            <a:r>
              <a:rPr lang="en-US" altLang="zh-CN" sz="2400" dirty="0">
                <a:solidFill>
                  <a:prstClr val="black"/>
                </a:solidFill>
                <a:latin typeface="微软雅黑" panose="020B0503020204020204" pitchFamily="34" charset="-122"/>
                <a:ea typeface="微软雅黑" panose="020B0503020204020204" pitchFamily="34" charset="-122"/>
              </a:rPr>
              <a:t>w)</a:t>
            </a:r>
            <a:r>
              <a:rPr lang="zh-CN" altLang="en-US" sz="2400" dirty="0">
                <a:solidFill>
                  <a:prstClr val="black"/>
                </a:solidFill>
                <a:latin typeface="微软雅黑" panose="020B0503020204020204" pitchFamily="34" charset="-122"/>
                <a:ea typeface="微软雅黑" panose="020B0503020204020204" pitchFamily="34" charset="-122"/>
              </a:rPr>
              <a:t>即为所需主存地址</a:t>
            </a:r>
          </a:p>
        </p:txBody>
      </p:sp>
      <p:sp>
        <p:nvSpPr>
          <p:cNvPr id="31" name="Text Box 56">
            <a:extLst>
              <a:ext uri="{FF2B5EF4-FFF2-40B4-BE49-F238E27FC236}">
                <a16:creationId xmlns:a16="http://schemas.microsoft.com/office/drawing/2014/main" id="{2F2DA9E2-0F86-9781-30C4-FF1285FE0DF8}"/>
              </a:ext>
            </a:extLst>
          </p:cNvPr>
          <p:cNvSpPr txBox="1">
            <a:spLocks noChangeArrowheads="1"/>
          </p:cNvSpPr>
          <p:nvPr/>
        </p:nvSpPr>
        <p:spPr bwMode="auto">
          <a:xfrm>
            <a:off x="2791285" y="2111192"/>
            <a:ext cx="1533525"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a:solidFill>
                  <a:schemeClr val="tx1"/>
                </a:solidFill>
                <a:latin typeface="Times New Roman" panose="02020603050405020304" pitchFamily="18" charset="0"/>
              </a:rPr>
              <a:t>段式地址结构</a:t>
            </a:r>
          </a:p>
        </p:txBody>
      </p:sp>
      <p:sp>
        <p:nvSpPr>
          <p:cNvPr id="32" name="Text Box 57">
            <a:extLst>
              <a:ext uri="{FF2B5EF4-FFF2-40B4-BE49-F238E27FC236}">
                <a16:creationId xmlns:a16="http://schemas.microsoft.com/office/drawing/2014/main" id="{57AE8870-B78A-83CF-58D8-292E1A6A615C}"/>
              </a:ext>
            </a:extLst>
          </p:cNvPr>
          <p:cNvSpPr txBox="1">
            <a:spLocks noChangeArrowheads="1"/>
          </p:cNvSpPr>
          <p:nvPr/>
        </p:nvSpPr>
        <p:spPr bwMode="auto">
          <a:xfrm>
            <a:off x="5982160" y="5840229"/>
            <a:ext cx="1765300"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a:solidFill>
                  <a:schemeClr val="tx1"/>
                </a:solidFill>
                <a:latin typeface="Times New Roman" panose="02020603050405020304" pitchFamily="18" charset="0"/>
              </a:rPr>
              <a:t>段式地址变换构</a:t>
            </a:r>
          </a:p>
        </p:txBody>
      </p:sp>
    </p:spTree>
    <p:extLst>
      <p:ext uri="{BB962C8B-B14F-4D97-AF65-F5344CB8AC3E}">
        <p14:creationId xmlns:p14="http://schemas.microsoft.com/office/powerpoint/2010/main" val="6310907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3">
            <a:extLst>
              <a:ext uri="{FF2B5EF4-FFF2-40B4-BE49-F238E27FC236}">
                <a16:creationId xmlns:a16="http://schemas.microsoft.com/office/drawing/2014/main" id="{48A33F0B-F042-E8BA-E951-5D2253E6F3AD}"/>
              </a:ext>
            </a:extLst>
          </p:cNvPr>
          <p:cNvSpPr>
            <a:spLocks noChangeArrowheads="1"/>
          </p:cNvSpPr>
          <p:nvPr/>
        </p:nvSpPr>
        <p:spPr bwMode="auto">
          <a:xfrm>
            <a:off x="487822" y="758385"/>
            <a:ext cx="8375650" cy="5853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3.  </a:t>
            </a:r>
            <a:r>
              <a:rPr lang="zh-CN" altLang="en-US" sz="2800" b="1" dirty="0">
                <a:solidFill>
                  <a:srgbClr val="335F90"/>
                </a:solidFill>
                <a:latin typeface="Times New Roman" panose="02020603050405020304" pitchFamily="18" charset="0"/>
              </a:rPr>
              <a:t>页式系统与段式系统的区别</a:t>
            </a:r>
          </a:p>
          <a:p>
            <a:pPr marL="0" indent="0" algn="just">
              <a:lnSpc>
                <a:spcPct val="150000"/>
              </a:lnSpc>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用户地址空间的区别</a:t>
            </a:r>
          </a:p>
          <a:p>
            <a:pPr lvl="1" eaLnBrk="1" hangingPunct="1">
              <a:lnSpc>
                <a:spcPct val="120000"/>
              </a:lnSpc>
              <a:spcBef>
                <a:spcPct val="20000"/>
              </a:spcBef>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①</a:t>
            </a:r>
            <a:r>
              <a:rPr lang="zh-CN" altLang="en-US" sz="2400" dirty="0">
                <a:solidFill>
                  <a:srgbClr val="000099"/>
                </a:solidFill>
                <a:effectLst/>
                <a:latin typeface="宋体" panose="02010600030101010101" pitchFamily="2" charset="-122"/>
              </a:rPr>
              <a:t> </a:t>
            </a:r>
            <a:r>
              <a:rPr lang="zh-CN" altLang="en-US" sz="2400" dirty="0">
                <a:solidFill>
                  <a:srgbClr val="000099"/>
                </a:solidFill>
                <a:effectLst/>
                <a:latin typeface="Times New Roman" panose="02020603050405020304" pitchFamily="18" charset="0"/>
              </a:rPr>
              <a:t>页式系统中用户地址空间</a:t>
            </a:r>
            <a:r>
              <a:rPr lang="zh-CN" altLang="en-US" sz="2400" dirty="0">
                <a:solidFill>
                  <a:schemeClr val="tx1"/>
                </a:solidFill>
                <a:effectLst/>
                <a:latin typeface="Times New Roman" panose="02020603050405020304" pitchFamily="18" charset="0"/>
              </a:rPr>
              <a:t>：  </a:t>
            </a:r>
            <a:r>
              <a:rPr lang="zh-CN" altLang="en-US" sz="2400" b="1" dirty="0">
                <a:solidFill>
                  <a:schemeClr val="tx1"/>
                </a:solidFill>
                <a:effectLst/>
                <a:latin typeface="Times New Roman" panose="02020603050405020304" pitchFamily="18" charset="0"/>
              </a:rPr>
              <a:t>一维地址空间</a:t>
            </a:r>
          </a:p>
          <a:p>
            <a:pPr lvl="1" eaLnBrk="1" hangingPunct="1">
              <a:lnSpc>
                <a:spcPct val="120000"/>
              </a:lnSpc>
              <a:spcBef>
                <a:spcPct val="20000"/>
              </a:spcBef>
              <a:buClr>
                <a:schemeClr val="tx2"/>
              </a:buClr>
              <a:buSzPct val="95000"/>
              <a:buFont typeface="Wingdings" panose="05000000000000000000" pitchFamily="2" charset="2"/>
              <a:buNone/>
              <a:defRPr/>
            </a:pPr>
            <a:r>
              <a:rPr lang="zh-CN" altLang="en-US" sz="2400" dirty="0">
                <a:solidFill>
                  <a:srgbClr val="000099"/>
                </a:solidFill>
                <a:effectLst/>
                <a:latin typeface="Times New Roman" panose="02020603050405020304" pitchFamily="18" charset="0"/>
              </a:rPr>
              <a:t>②</a:t>
            </a:r>
            <a:r>
              <a:rPr lang="zh-CN" altLang="en-US" sz="2400" dirty="0">
                <a:solidFill>
                  <a:srgbClr val="000099"/>
                </a:solidFill>
                <a:effectLst/>
                <a:latin typeface="宋体" panose="02010600030101010101" pitchFamily="2" charset="-122"/>
              </a:rPr>
              <a:t> </a:t>
            </a:r>
            <a:r>
              <a:rPr lang="zh-CN" altLang="en-US" sz="2400" dirty="0">
                <a:solidFill>
                  <a:srgbClr val="000099"/>
                </a:solidFill>
                <a:effectLst/>
                <a:latin typeface="Times New Roman" panose="02020603050405020304" pitchFamily="18" charset="0"/>
              </a:rPr>
              <a:t>段式系统中用户地址空间：  </a:t>
            </a:r>
            <a:r>
              <a:rPr lang="zh-CN" altLang="en-US" sz="2400" b="1" dirty="0">
                <a:solidFill>
                  <a:schemeClr val="tx1"/>
                </a:solidFill>
                <a:effectLst/>
                <a:latin typeface="Times New Roman" panose="02020603050405020304" pitchFamily="18" charset="0"/>
              </a:rPr>
              <a:t>二维地址空间        </a:t>
            </a:r>
          </a:p>
          <a:p>
            <a:pPr marL="0" indent="0" algn="just">
              <a:lnSpc>
                <a:spcPct val="150000"/>
              </a:lnSpc>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分段和页面的区别 </a:t>
            </a:r>
          </a:p>
          <a:p>
            <a:pPr eaLnBrk="1" hangingPunct="1">
              <a:lnSpc>
                <a:spcPct val="120000"/>
              </a:lnSpc>
              <a:spcBef>
                <a:spcPct val="20000"/>
              </a:spcBef>
              <a:spcAft>
                <a:spcPct val="20000"/>
              </a:spcAft>
              <a:buClr>
                <a:schemeClr val="tx2"/>
              </a:buClr>
              <a:buSzPct val="95000"/>
              <a:buFont typeface="Wingdings" panose="05000000000000000000" pitchFamily="2" charset="2"/>
              <a:buNone/>
              <a:defRPr/>
            </a:pPr>
            <a:r>
              <a:rPr lang="zh-CN" altLang="en-US" sz="2000" b="0" dirty="0">
                <a:solidFill>
                  <a:srgbClr val="000000"/>
                </a:solidFill>
                <a:latin typeface="Times New Roman" panose="02020603050405020304" pitchFamily="18" charset="0"/>
              </a:rPr>
              <a:t>                          </a:t>
            </a:r>
            <a:r>
              <a:rPr lang="zh-CN" altLang="en-US" sz="2400" b="1" dirty="0">
                <a:solidFill>
                  <a:schemeClr val="tx1"/>
                </a:solidFill>
                <a:effectLst/>
                <a:latin typeface="Times New Roman" panose="02020603050405020304" pitchFamily="18" charset="0"/>
              </a:rPr>
              <a:t>分段</a:t>
            </a:r>
            <a:r>
              <a:rPr lang="zh-CN" altLang="en-US" sz="2400" dirty="0">
                <a:solidFill>
                  <a:schemeClr val="tx1"/>
                </a:solidFill>
                <a:effectLst/>
                <a:latin typeface="Times New Roman" panose="02020603050405020304" pitchFamily="18" charset="0"/>
              </a:rPr>
              <a:t>                                 </a:t>
            </a:r>
            <a:r>
              <a:rPr lang="zh-CN" altLang="en-US" sz="2400" b="1" dirty="0">
                <a:solidFill>
                  <a:schemeClr val="tx1"/>
                </a:solidFill>
                <a:effectLst/>
                <a:latin typeface="Times New Roman" panose="02020603050405020304" pitchFamily="18" charset="0"/>
              </a:rPr>
              <a:t>页面</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000" dirty="0">
                <a:solidFill>
                  <a:schemeClr val="tx1"/>
                </a:solidFill>
                <a:effectLst/>
                <a:latin typeface="Times New Roman" panose="02020603050405020304" pitchFamily="18" charset="0"/>
              </a:rPr>
              <a:t>        </a:t>
            </a:r>
            <a:r>
              <a:rPr lang="zh-CN" altLang="en-US" sz="2000" dirty="0">
                <a:solidFill>
                  <a:schemeClr val="tx1"/>
                </a:solidFill>
                <a:effectLst/>
                <a:latin typeface="Times New Roman" panose="02020603050405020304" pitchFamily="18" charset="0"/>
                <a:sym typeface="Symbol" panose="05050102010706020507" pitchFamily="18" charset="2"/>
              </a:rPr>
              <a:t>           </a:t>
            </a:r>
            <a:r>
              <a:rPr lang="zh-CN" altLang="en-US" sz="2000" b="0" dirty="0">
                <a:solidFill>
                  <a:schemeClr val="tx1"/>
                </a:solidFill>
                <a:effectLst/>
                <a:latin typeface="Times New Roman" panose="02020603050405020304" pitchFamily="18" charset="0"/>
              </a:rPr>
              <a:t>信息的逻辑划分               </a:t>
            </a:r>
            <a:r>
              <a:rPr lang="zh-CN" altLang="en-US" sz="2000" b="0" dirty="0">
                <a:solidFill>
                  <a:schemeClr val="tx1"/>
                </a:solidFill>
                <a:effectLst/>
                <a:latin typeface="Times New Roman" panose="02020603050405020304" pitchFamily="18" charset="0"/>
                <a:sym typeface="Symbol" panose="05050102010706020507" pitchFamily="18" charset="2"/>
              </a:rPr>
              <a:t>    </a:t>
            </a:r>
            <a:r>
              <a:rPr lang="zh-CN" altLang="en-US" sz="2000" b="0" dirty="0">
                <a:solidFill>
                  <a:schemeClr val="tx1"/>
                </a:solidFill>
                <a:effectLst/>
                <a:latin typeface="Times New Roman" panose="02020603050405020304" pitchFamily="18" charset="0"/>
              </a:rPr>
              <a:t>信息的物理划分</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sym typeface="Symbol" panose="05050102010706020507" pitchFamily="18" charset="2"/>
              </a:rPr>
              <a:t>                   </a:t>
            </a:r>
            <a:r>
              <a:rPr lang="zh-CN" altLang="en-US" sz="2000" b="0" dirty="0">
                <a:solidFill>
                  <a:schemeClr val="tx1"/>
                </a:solidFill>
                <a:effectLst/>
                <a:latin typeface="Times New Roman" panose="02020603050405020304" pitchFamily="18" charset="0"/>
              </a:rPr>
              <a:t>段长是可变的                   </a:t>
            </a:r>
            <a:r>
              <a:rPr lang="zh-CN" altLang="en-US" sz="2000" b="0" dirty="0">
                <a:solidFill>
                  <a:schemeClr val="tx1"/>
                </a:solidFill>
                <a:effectLst/>
                <a:latin typeface="Times New Roman" panose="02020603050405020304" pitchFamily="18" charset="0"/>
                <a:sym typeface="Symbol" panose="05050102010706020507" pitchFamily="18" charset="2"/>
              </a:rPr>
              <a:t>    </a:t>
            </a:r>
            <a:r>
              <a:rPr lang="zh-CN" altLang="en-US" sz="2000" b="0" dirty="0">
                <a:solidFill>
                  <a:schemeClr val="tx1"/>
                </a:solidFill>
                <a:effectLst/>
                <a:latin typeface="Times New Roman" panose="02020603050405020304" pitchFamily="18" charset="0"/>
              </a:rPr>
              <a:t>页的大小是固定的</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sym typeface="Symbol" panose="05050102010706020507" pitchFamily="18" charset="2"/>
              </a:rPr>
              <a:t>                   </a:t>
            </a:r>
            <a:r>
              <a:rPr lang="zh-CN" altLang="en-US" sz="2000" b="0" dirty="0">
                <a:solidFill>
                  <a:schemeClr val="tx1"/>
                </a:solidFill>
                <a:effectLst/>
                <a:latin typeface="Times New Roman" panose="02020603050405020304" pitchFamily="18" charset="0"/>
              </a:rPr>
              <a:t>用户可见                           </a:t>
            </a:r>
            <a:r>
              <a:rPr lang="zh-CN" altLang="en-US" sz="2000" b="0" dirty="0">
                <a:solidFill>
                  <a:schemeClr val="tx1"/>
                </a:solidFill>
                <a:effectLst/>
                <a:latin typeface="Times New Roman" panose="02020603050405020304" pitchFamily="18" charset="0"/>
                <a:sym typeface="Symbol" panose="05050102010706020507" pitchFamily="18" charset="2"/>
              </a:rPr>
              <a:t>    </a:t>
            </a:r>
            <a:r>
              <a:rPr lang="zh-CN" altLang="en-US" sz="2000" b="0" dirty="0">
                <a:solidFill>
                  <a:schemeClr val="tx1"/>
                </a:solidFill>
                <a:effectLst/>
                <a:latin typeface="Times New Roman" panose="02020603050405020304" pitchFamily="18" charset="0"/>
              </a:rPr>
              <a:t>用户不可见</a:t>
            </a:r>
            <a:endParaRPr lang="zh-CN" altLang="en-US" sz="2000" b="0" dirty="0">
              <a:solidFill>
                <a:schemeClr val="tx1"/>
              </a:solidFill>
              <a:effectLst/>
              <a:latin typeface="Times New Roman" panose="02020603050405020304" pitchFamily="18" charset="0"/>
              <a:sym typeface="Symbol" panose="05050102010706020507" pitchFamily="18" charset="2"/>
            </a:endParaRPr>
          </a:p>
          <a:p>
            <a:pPr eaLnBrk="1" hangingPunct="1">
              <a:lnSpc>
                <a:spcPct val="120000"/>
              </a:lnSpc>
              <a:spcBef>
                <a:spcPct val="20000"/>
              </a:spcBef>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sym typeface="Symbol" panose="05050102010706020507" pitchFamily="18" charset="2"/>
              </a:rPr>
              <a:t>                   </a:t>
            </a:r>
            <a:r>
              <a:rPr lang="en-US" altLang="zh-CN" sz="2000" b="0" dirty="0">
                <a:solidFill>
                  <a:schemeClr val="tx1"/>
                </a:solidFill>
                <a:effectLst/>
                <a:latin typeface="Times New Roman" panose="02020603050405020304" pitchFamily="18" charset="0"/>
              </a:rPr>
              <a:t>w</a:t>
            </a:r>
            <a:r>
              <a:rPr lang="zh-CN" altLang="en-US" sz="2000" b="0" dirty="0">
                <a:solidFill>
                  <a:schemeClr val="tx1"/>
                </a:solidFill>
                <a:effectLst/>
                <a:latin typeface="Times New Roman" panose="02020603050405020304" pitchFamily="18" charset="0"/>
              </a:rPr>
              <a:t>字段的溢出将                   </a:t>
            </a:r>
            <a:r>
              <a:rPr lang="zh-CN" altLang="en-US" sz="2000" b="0" dirty="0">
                <a:solidFill>
                  <a:schemeClr val="tx1"/>
                </a:solidFill>
                <a:effectLst/>
                <a:latin typeface="Times New Roman" panose="02020603050405020304" pitchFamily="18" charset="0"/>
                <a:sym typeface="Symbol" panose="05050102010706020507" pitchFamily="18" charset="2"/>
              </a:rPr>
              <a:t>  </a:t>
            </a:r>
            <a:r>
              <a:rPr lang="en-US" altLang="zh-CN" sz="2000" b="0" dirty="0">
                <a:solidFill>
                  <a:schemeClr val="tx1"/>
                </a:solidFill>
                <a:effectLst/>
                <a:latin typeface="Times New Roman" panose="02020603050405020304" pitchFamily="18" charset="0"/>
              </a:rPr>
              <a:t>w</a:t>
            </a:r>
            <a:r>
              <a:rPr lang="zh-CN" altLang="en-US" sz="2000" b="0" dirty="0">
                <a:solidFill>
                  <a:schemeClr val="tx1"/>
                </a:solidFill>
                <a:effectLst/>
                <a:latin typeface="Times New Roman" panose="02020603050405020304" pitchFamily="18" charset="0"/>
              </a:rPr>
              <a:t>字段的溢出</a:t>
            </a:r>
            <a:r>
              <a:rPr lang="zh-CN" altLang="en-US" sz="2000" b="0" dirty="0">
                <a:solidFill>
                  <a:schemeClr val="tx1"/>
                </a:solidFill>
                <a:effectLst/>
                <a:latin typeface="Times New Roman" panose="02020603050405020304" pitchFamily="18" charset="0"/>
                <a:sym typeface="Symbol" panose="05050102010706020507" pitchFamily="18" charset="2"/>
              </a:rPr>
              <a:t>自</a:t>
            </a:r>
            <a:r>
              <a:rPr lang="zh-CN" altLang="en-US" sz="2000" b="0" dirty="0">
                <a:solidFill>
                  <a:schemeClr val="tx1"/>
                </a:solidFill>
                <a:effectLst/>
                <a:latin typeface="Times New Roman" panose="02020603050405020304" pitchFamily="18" charset="0"/>
              </a:rPr>
              <a:t>动加   </a:t>
            </a:r>
          </a:p>
          <a:p>
            <a:pPr eaLnBrk="1" hangingPunct="1">
              <a:lnSpc>
                <a:spcPct val="120000"/>
              </a:lnSpc>
              <a:spcBef>
                <a:spcPct val="20000"/>
              </a:spcBef>
              <a:buClr>
                <a:schemeClr val="tx2"/>
              </a:buClr>
              <a:buSzPct val="95000"/>
              <a:buFont typeface="Wingdings" panose="05000000000000000000" pitchFamily="2" charset="2"/>
              <a:buNone/>
              <a:defRPr/>
            </a:pPr>
            <a:r>
              <a:rPr lang="zh-CN" altLang="en-US" sz="2000" b="0" dirty="0">
                <a:solidFill>
                  <a:schemeClr val="tx1"/>
                </a:solidFill>
                <a:effectLst/>
                <a:latin typeface="Times New Roman" panose="02020603050405020304" pitchFamily="18" charset="0"/>
              </a:rPr>
              <a:t>                   产生越界中断                       入到页号中       </a:t>
            </a:r>
          </a:p>
        </p:txBody>
      </p:sp>
      <p:grpSp>
        <p:nvGrpSpPr>
          <p:cNvPr id="4" name="Group 29">
            <a:extLst>
              <a:ext uri="{FF2B5EF4-FFF2-40B4-BE49-F238E27FC236}">
                <a16:creationId xmlns:a16="http://schemas.microsoft.com/office/drawing/2014/main" id="{30D99411-DC7E-9ACB-FCB2-4731B3B6D4CC}"/>
              </a:ext>
            </a:extLst>
          </p:cNvPr>
          <p:cNvGrpSpPr>
            <a:grpSpLocks/>
          </p:cNvGrpSpPr>
          <p:nvPr/>
        </p:nvGrpSpPr>
        <p:grpSpPr bwMode="auto">
          <a:xfrm>
            <a:off x="1600660" y="3844485"/>
            <a:ext cx="5832475" cy="2698750"/>
            <a:chOff x="458" y="2314"/>
            <a:chExt cx="3674" cy="1700"/>
          </a:xfrm>
        </p:grpSpPr>
        <p:sp>
          <p:nvSpPr>
            <p:cNvPr id="5" name="Rectangle 22">
              <a:extLst>
                <a:ext uri="{FF2B5EF4-FFF2-40B4-BE49-F238E27FC236}">
                  <a16:creationId xmlns:a16="http://schemas.microsoft.com/office/drawing/2014/main" id="{6E0418ED-1FCB-7D96-D485-3AC4103615DE}"/>
                </a:ext>
              </a:extLst>
            </p:cNvPr>
            <p:cNvSpPr>
              <a:spLocks noChangeArrowheads="1"/>
            </p:cNvSpPr>
            <p:nvPr/>
          </p:nvSpPr>
          <p:spPr bwMode="auto">
            <a:xfrm>
              <a:off x="458" y="2314"/>
              <a:ext cx="3667" cy="17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a:solidFill>
                  <a:srgbClr val="4138FA"/>
                </a:solidFill>
                <a:effectLst>
                  <a:outerShdw blurRad="38100" dist="38100" dir="2700000" algn="tl">
                    <a:srgbClr val="C0C0C0"/>
                  </a:outerShdw>
                </a:effectLst>
              </a:endParaRPr>
            </a:p>
          </p:txBody>
        </p:sp>
        <p:sp>
          <p:nvSpPr>
            <p:cNvPr id="6" name="Line 23">
              <a:extLst>
                <a:ext uri="{FF2B5EF4-FFF2-40B4-BE49-F238E27FC236}">
                  <a16:creationId xmlns:a16="http://schemas.microsoft.com/office/drawing/2014/main" id="{8E6ED3BC-DCEE-B463-27ED-C1175C85EC29}"/>
                </a:ext>
              </a:extLst>
            </p:cNvPr>
            <p:cNvSpPr>
              <a:spLocks noChangeShapeType="1"/>
            </p:cNvSpPr>
            <p:nvPr/>
          </p:nvSpPr>
          <p:spPr bwMode="auto">
            <a:xfrm>
              <a:off x="466" y="2632"/>
              <a:ext cx="366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7" name="Line 24">
              <a:extLst>
                <a:ext uri="{FF2B5EF4-FFF2-40B4-BE49-F238E27FC236}">
                  <a16:creationId xmlns:a16="http://schemas.microsoft.com/office/drawing/2014/main" id="{34180F47-FF0E-FACD-0F25-5EFCB6563232}"/>
                </a:ext>
              </a:extLst>
            </p:cNvPr>
            <p:cNvSpPr>
              <a:spLocks noChangeShapeType="1"/>
            </p:cNvSpPr>
            <p:nvPr/>
          </p:nvSpPr>
          <p:spPr bwMode="auto">
            <a:xfrm>
              <a:off x="458" y="2921"/>
              <a:ext cx="36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8" name="Line 25">
              <a:extLst>
                <a:ext uri="{FF2B5EF4-FFF2-40B4-BE49-F238E27FC236}">
                  <a16:creationId xmlns:a16="http://schemas.microsoft.com/office/drawing/2014/main" id="{5259D20F-945C-2A17-32E9-2A4A1DCB6DFB}"/>
                </a:ext>
              </a:extLst>
            </p:cNvPr>
            <p:cNvSpPr>
              <a:spLocks noChangeShapeType="1"/>
            </p:cNvSpPr>
            <p:nvPr/>
          </p:nvSpPr>
          <p:spPr bwMode="auto">
            <a:xfrm>
              <a:off x="459" y="3201"/>
              <a:ext cx="36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9" name="Line 26">
              <a:extLst>
                <a:ext uri="{FF2B5EF4-FFF2-40B4-BE49-F238E27FC236}">
                  <a16:creationId xmlns:a16="http://schemas.microsoft.com/office/drawing/2014/main" id="{3B3FA00C-B0FD-CF13-20F5-BAFA04C629F1}"/>
                </a:ext>
              </a:extLst>
            </p:cNvPr>
            <p:cNvSpPr>
              <a:spLocks noChangeShapeType="1"/>
            </p:cNvSpPr>
            <p:nvPr/>
          </p:nvSpPr>
          <p:spPr bwMode="auto">
            <a:xfrm>
              <a:off x="460" y="3481"/>
              <a:ext cx="36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sp>
          <p:nvSpPr>
            <p:cNvPr id="10" name="Line 28">
              <a:extLst>
                <a:ext uri="{FF2B5EF4-FFF2-40B4-BE49-F238E27FC236}">
                  <a16:creationId xmlns:a16="http://schemas.microsoft.com/office/drawing/2014/main" id="{ABA63840-A9BA-7123-01CB-7478D05A4398}"/>
                </a:ext>
              </a:extLst>
            </p:cNvPr>
            <p:cNvSpPr>
              <a:spLocks noChangeShapeType="1"/>
            </p:cNvSpPr>
            <p:nvPr/>
          </p:nvSpPr>
          <p:spPr bwMode="auto">
            <a:xfrm>
              <a:off x="2039" y="2322"/>
              <a:ext cx="0" cy="16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lnSpc>
                  <a:spcPct val="120000"/>
                </a:lnSpc>
                <a:buClr>
                  <a:schemeClr val="tx2"/>
                </a:buClr>
                <a:buSzPct val="95000"/>
                <a:buFont typeface="Wingdings" panose="05000000000000000000" pitchFamily="2" charset="2"/>
                <a:buChar char="Ø"/>
                <a:defRPr/>
              </a:pPr>
              <a:endParaRPr lang="zh-CN" altLang="en-US">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2015867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3">
            <a:extLst>
              <a:ext uri="{FF2B5EF4-FFF2-40B4-BE49-F238E27FC236}">
                <a16:creationId xmlns:a16="http://schemas.microsoft.com/office/drawing/2014/main" id="{2C1EA257-2259-FECA-FF40-A0C4C6F772FC}"/>
              </a:ext>
            </a:extLst>
          </p:cNvPr>
          <p:cNvSpPr>
            <a:spLocks noChangeArrowheads="1"/>
          </p:cNvSpPr>
          <p:nvPr/>
        </p:nvSpPr>
        <p:spPr bwMode="auto">
          <a:xfrm>
            <a:off x="487822" y="830079"/>
            <a:ext cx="10590486" cy="2490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a:lnSpc>
                <a:spcPct val="120000"/>
              </a:lnSpc>
              <a:buClr>
                <a:schemeClr val="tx2"/>
              </a:buClr>
              <a:buSzPct val="95000"/>
              <a:buFont typeface="Wingdings" panose="05000000000000000000" pitchFamily="2" charset="2"/>
              <a:buNone/>
              <a:defRPr/>
            </a:pPr>
            <a:r>
              <a:rPr lang="en-US" altLang="zh-CN" sz="2800" b="1" dirty="0">
                <a:solidFill>
                  <a:srgbClr val="335F90"/>
                </a:solidFill>
                <a:latin typeface="Times New Roman" panose="02020603050405020304" pitchFamily="18" charset="0"/>
              </a:rPr>
              <a:t>4.  </a:t>
            </a:r>
            <a:r>
              <a:rPr lang="zh-CN" altLang="en-US" sz="2800" b="1" dirty="0">
                <a:solidFill>
                  <a:srgbClr val="335F90"/>
                </a:solidFill>
                <a:latin typeface="Times New Roman" panose="02020603050405020304" pitchFamily="18" charset="0"/>
              </a:rPr>
              <a:t>段页式系统</a:t>
            </a:r>
          </a:p>
          <a:p>
            <a:pPr eaLnBrk="1" hangingPunct="1">
              <a:lnSpc>
                <a:spcPct val="130000"/>
              </a:lnSpc>
              <a:buClr>
                <a:schemeClr val="tx2"/>
              </a:buClr>
              <a:buSzPct val="95000"/>
              <a:buFont typeface="Wingdings" panose="05000000000000000000" pitchFamily="2" charset="2"/>
              <a:buNone/>
              <a:defRPr/>
            </a:pPr>
            <a:r>
              <a:rPr lang="zh-CN" altLang="en-US" sz="2000" dirty="0">
                <a:solidFill>
                  <a:schemeClr val="tx1"/>
                </a:solidFill>
                <a:latin typeface="Times New Roman" panose="02020603050405020304" pitchFamily="18" charset="0"/>
              </a:rPr>
              <a:t>        </a:t>
            </a:r>
            <a:r>
              <a:rPr lang="zh-CN" altLang="en-US" sz="2400" dirty="0">
                <a:solidFill>
                  <a:schemeClr val="tx1"/>
                </a:solidFill>
                <a:effectLst/>
                <a:latin typeface="Times New Roman" panose="02020603050405020304" pitchFamily="18" charset="0"/>
              </a:rPr>
              <a:t>在段式存储管理中结合分页存储管理技术，在一个分段</a:t>
            </a:r>
            <a:r>
              <a:rPr lang="zh-CN" altLang="en-US" sz="2400" dirty="0" smtClean="0">
                <a:solidFill>
                  <a:schemeClr val="tx1"/>
                </a:solidFill>
                <a:effectLst/>
                <a:latin typeface="Times New Roman" panose="02020603050405020304" pitchFamily="18" charset="0"/>
              </a:rPr>
              <a:t>内划分</a:t>
            </a:r>
            <a:r>
              <a:rPr lang="zh-CN" altLang="en-US" sz="2400" dirty="0">
                <a:solidFill>
                  <a:schemeClr val="tx1"/>
                </a:solidFill>
                <a:effectLst/>
                <a:latin typeface="Times New Roman" panose="02020603050405020304" pitchFamily="18" charset="0"/>
              </a:rPr>
              <a:t>页面，就形成了段页式存储管理。</a:t>
            </a:r>
          </a:p>
          <a:p>
            <a:pPr marL="0" indent="0" algn="just">
              <a:lnSpc>
                <a:spcPct val="150000"/>
              </a:lnSpc>
              <a:buClr>
                <a:srgbClr val="FFC000"/>
              </a:buClr>
              <a:buNone/>
              <a:defRPr/>
            </a:pPr>
            <a:r>
              <a:rPr lang="zh-CN" altLang="en-US" sz="2600" b="1" dirty="0">
                <a:solidFill>
                  <a:prstClr val="black"/>
                </a:solidFill>
                <a:effectLst/>
                <a:latin typeface="微软雅黑" panose="020B0503020204020204" pitchFamily="34" charset="-122"/>
                <a:ea typeface="微软雅黑" panose="020B0503020204020204" pitchFamily="34" charset="-122"/>
              </a:rPr>
              <a:t>      </a:t>
            </a:r>
            <a:r>
              <a:rPr lang="en-US" altLang="zh-CN" sz="2600" b="1" dirty="0">
                <a:solidFill>
                  <a:prstClr val="black"/>
                </a:solidFill>
                <a:effectLst/>
                <a:latin typeface="微软雅黑" panose="020B0503020204020204" pitchFamily="34" charset="-122"/>
                <a:ea typeface="微软雅黑" panose="020B0503020204020204" pitchFamily="34" charset="-122"/>
              </a:rPr>
              <a:t>(1) </a:t>
            </a:r>
            <a:r>
              <a:rPr lang="zh-CN" altLang="en-US" sz="2600" b="1" dirty="0">
                <a:solidFill>
                  <a:prstClr val="black"/>
                </a:solidFill>
                <a:effectLst/>
                <a:latin typeface="微软雅黑" panose="020B0503020204020204" pitchFamily="34" charset="-122"/>
                <a:ea typeface="微软雅黑" panose="020B0503020204020204" pitchFamily="34" charset="-122"/>
              </a:rPr>
              <a:t>段页式地址结构的程序地址空间</a:t>
            </a:r>
          </a:p>
        </p:txBody>
      </p:sp>
      <p:grpSp>
        <p:nvGrpSpPr>
          <p:cNvPr id="4" name="Group 27">
            <a:extLst>
              <a:ext uri="{FF2B5EF4-FFF2-40B4-BE49-F238E27FC236}">
                <a16:creationId xmlns:a16="http://schemas.microsoft.com/office/drawing/2014/main" id="{DAA0F297-5B1E-B17D-035B-EC843983AD78}"/>
              </a:ext>
            </a:extLst>
          </p:cNvPr>
          <p:cNvGrpSpPr>
            <a:grpSpLocks/>
          </p:cNvGrpSpPr>
          <p:nvPr/>
        </p:nvGrpSpPr>
        <p:grpSpPr bwMode="auto">
          <a:xfrm>
            <a:off x="2365390" y="3557404"/>
            <a:ext cx="6878637" cy="2611437"/>
            <a:chOff x="348" y="2079"/>
            <a:chExt cx="4333" cy="1645"/>
          </a:xfrm>
        </p:grpSpPr>
        <p:sp>
          <p:nvSpPr>
            <p:cNvPr id="5" name="Rectangle 6">
              <a:extLst>
                <a:ext uri="{FF2B5EF4-FFF2-40B4-BE49-F238E27FC236}">
                  <a16:creationId xmlns:a16="http://schemas.microsoft.com/office/drawing/2014/main" id="{8595D4BE-AC90-5E67-994C-B02A493AC501}"/>
                </a:ext>
              </a:extLst>
            </p:cNvPr>
            <p:cNvSpPr>
              <a:spLocks noChangeArrowheads="1"/>
            </p:cNvSpPr>
            <p:nvPr/>
          </p:nvSpPr>
          <p:spPr bwMode="auto">
            <a:xfrm>
              <a:off x="814" y="2380"/>
              <a:ext cx="859" cy="1091"/>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6" name="Text Box 7">
              <a:extLst>
                <a:ext uri="{FF2B5EF4-FFF2-40B4-BE49-F238E27FC236}">
                  <a16:creationId xmlns:a16="http://schemas.microsoft.com/office/drawing/2014/main" id="{2FB75975-F776-AE23-CA1C-D259213C2F36}"/>
                </a:ext>
              </a:extLst>
            </p:cNvPr>
            <p:cNvSpPr txBox="1">
              <a:spLocks noChangeArrowheads="1"/>
            </p:cNvSpPr>
            <p:nvPr/>
          </p:nvSpPr>
          <p:spPr bwMode="auto">
            <a:xfrm>
              <a:off x="556" y="2101"/>
              <a:ext cx="77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code_addr</a:t>
              </a:r>
            </a:p>
          </p:txBody>
        </p:sp>
        <p:sp>
          <p:nvSpPr>
            <p:cNvPr id="7" name="Text Box 8">
              <a:extLst>
                <a:ext uri="{FF2B5EF4-FFF2-40B4-BE49-F238E27FC236}">
                  <a16:creationId xmlns:a16="http://schemas.microsoft.com/office/drawing/2014/main" id="{8C4524FD-DDE6-07DA-E8BA-C6105FD6559A}"/>
                </a:ext>
              </a:extLst>
            </p:cNvPr>
            <p:cNvSpPr txBox="1">
              <a:spLocks noChangeArrowheads="1"/>
            </p:cNvSpPr>
            <p:nvPr/>
          </p:nvSpPr>
          <p:spPr bwMode="auto">
            <a:xfrm>
              <a:off x="348" y="3392"/>
              <a:ext cx="51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4KB</a:t>
              </a:r>
              <a:r>
                <a:rPr kumimoji="1" lang="en-US" altLang="zh-CN" sz="1600" b="1">
                  <a:solidFill>
                    <a:schemeClr val="tx1"/>
                  </a:solidFill>
                  <a:latin typeface="Times New Roman" panose="02020603050405020304" pitchFamily="18" charset="0"/>
                  <a:sym typeface="Symbol" panose="05050102010706020507" pitchFamily="18" charset="2"/>
                </a:rPr>
                <a:t></a:t>
              </a:r>
              <a:r>
                <a:rPr kumimoji="1" lang="en-US" altLang="zh-CN" sz="1600" b="1">
                  <a:solidFill>
                    <a:schemeClr val="tx1"/>
                  </a:solidFill>
                  <a:latin typeface="Times New Roman" panose="02020603050405020304" pitchFamily="18" charset="0"/>
                </a:rPr>
                <a:t>1</a:t>
              </a:r>
            </a:p>
          </p:txBody>
        </p:sp>
        <p:sp>
          <p:nvSpPr>
            <p:cNvPr id="8" name="Text Box 9">
              <a:extLst>
                <a:ext uri="{FF2B5EF4-FFF2-40B4-BE49-F238E27FC236}">
                  <a16:creationId xmlns:a16="http://schemas.microsoft.com/office/drawing/2014/main" id="{05E7A581-00E5-E159-7A14-24C0D02D624A}"/>
                </a:ext>
              </a:extLst>
            </p:cNvPr>
            <p:cNvSpPr txBox="1">
              <a:spLocks noChangeArrowheads="1"/>
            </p:cNvSpPr>
            <p:nvPr/>
          </p:nvSpPr>
          <p:spPr bwMode="auto">
            <a:xfrm>
              <a:off x="658" y="2290"/>
              <a:ext cx="17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9" name="Text Box 10">
              <a:extLst>
                <a:ext uri="{FF2B5EF4-FFF2-40B4-BE49-F238E27FC236}">
                  <a16:creationId xmlns:a16="http://schemas.microsoft.com/office/drawing/2014/main" id="{1AED0F45-0359-25FF-9BE2-C17D775920D6}"/>
                </a:ext>
              </a:extLst>
            </p:cNvPr>
            <p:cNvSpPr txBox="1">
              <a:spLocks noChangeArrowheads="1"/>
            </p:cNvSpPr>
            <p:nvPr/>
          </p:nvSpPr>
          <p:spPr bwMode="auto">
            <a:xfrm>
              <a:off x="943" y="3512"/>
              <a:ext cx="687"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代码分段</a:t>
              </a:r>
            </a:p>
          </p:txBody>
        </p:sp>
        <p:sp>
          <p:nvSpPr>
            <p:cNvPr id="10" name="Rectangle 11">
              <a:extLst>
                <a:ext uri="{FF2B5EF4-FFF2-40B4-BE49-F238E27FC236}">
                  <a16:creationId xmlns:a16="http://schemas.microsoft.com/office/drawing/2014/main" id="{EF9EC4F5-62AD-AC57-0CD7-887E09114C1A}"/>
                </a:ext>
              </a:extLst>
            </p:cNvPr>
            <p:cNvSpPr>
              <a:spLocks noChangeArrowheads="1"/>
            </p:cNvSpPr>
            <p:nvPr/>
          </p:nvSpPr>
          <p:spPr bwMode="auto">
            <a:xfrm>
              <a:off x="2275" y="2340"/>
              <a:ext cx="859" cy="808"/>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11" name="Text Box 12">
              <a:extLst>
                <a:ext uri="{FF2B5EF4-FFF2-40B4-BE49-F238E27FC236}">
                  <a16:creationId xmlns:a16="http://schemas.microsoft.com/office/drawing/2014/main" id="{3C73B940-9620-623C-7285-6F06DCE2F704}"/>
                </a:ext>
              </a:extLst>
            </p:cNvPr>
            <p:cNvSpPr txBox="1">
              <a:spLocks noChangeArrowheads="1"/>
            </p:cNvSpPr>
            <p:nvPr/>
          </p:nvSpPr>
          <p:spPr bwMode="auto">
            <a:xfrm>
              <a:off x="2017" y="2079"/>
              <a:ext cx="727"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data_addr</a:t>
              </a:r>
            </a:p>
          </p:txBody>
        </p:sp>
        <p:sp>
          <p:nvSpPr>
            <p:cNvPr id="12" name="Text Box 13">
              <a:extLst>
                <a:ext uri="{FF2B5EF4-FFF2-40B4-BE49-F238E27FC236}">
                  <a16:creationId xmlns:a16="http://schemas.microsoft.com/office/drawing/2014/main" id="{BE20EBD3-8578-8CF0-3B19-A11456CF67F8}"/>
                </a:ext>
              </a:extLst>
            </p:cNvPr>
            <p:cNvSpPr txBox="1">
              <a:spLocks noChangeArrowheads="1"/>
            </p:cNvSpPr>
            <p:nvPr/>
          </p:nvSpPr>
          <p:spPr bwMode="auto">
            <a:xfrm>
              <a:off x="1818" y="3067"/>
              <a:ext cx="51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3KB</a:t>
              </a:r>
              <a:r>
                <a:rPr kumimoji="1" lang="en-US" altLang="zh-CN" sz="1600" b="1">
                  <a:solidFill>
                    <a:schemeClr val="tx1"/>
                  </a:solidFill>
                  <a:latin typeface="Times New Roman" panose="02020603050405020304" pitchFamily="18" charset="0"/>
                  <a:sym typeface="Symbol" panose="05050102010706020507" pitchFamily="18" charset="2"/>
                </a:rPr>
                <a:t></a:t>
              </a:r>
              <a:r>
                <a:rPr kumimoji="1" lang="en-US" altLang="zh-CN" sz="1600" b="1">
                  <a:solidFill>
                    <a:schemeClr val="tx1"/>
                  </a:solidFill>
                  <a:latin typeface="Times New Roman" panose="02020603050405020304" pitchFamily="18" charset="0"/>
                </a:rPr>
                <a:t>1</a:t>
              </a:r>
            </a:p>
          </p:txBody>
        </p:sp>
        <p:sp>
          <p:nvSpPr>
            <p:cNvPr id="13" name="Text Box 14">
              <a:extLst>
                <a:ext uri="{FF2B5EF4-FFF2-40B4-BE49-F238E27FC236}">
                  <a16:creationId xmlns:a16="http://schemas.microsoft.com/office/drawing/2014/main" id="{D5A8A9F8-12FC-7366-0674-50491FD8FB38}"/>
                </a:ext>
              </a:extLst>
            </p:cNvPr>
            <p:cNvSpPr txBox="1">
              <a:spLocks noChangeArrowheads="1"/>
            </p:cNvSpPr>
            <p:nvPr/>
          </p:nvSpPr>
          <p:spPr bwMode="auto">
            <a:xfrm>
              <a:off x="2110" y="2241"/>
              <a:ext cx="17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14" name="Text Box 15">
              <a:extLst>
                <a:ext uri="{FF2B5EF4-FFF2-40B4-BE49-F238E27FC236}">
                  <a16:creationId xmlns:a16="http://schemas.microsoft.com/office/drawing/2014/main" id="{C59BB344-0A22-D2D2-8511-42C1A96EFBB8}"/>
                </a:ext>
              </a:extLst>
            </p:cNvPr>
            <p:cNvSpPr txBox="1">
              <a:spLocks noChangeArrowheads="1"/>
            </p:cNvSpPr>
            <p:nvPr/>
          </p:nvSpPr>
          <p:spPr bwMode="auto">
            <a:xfrm>
              <a:off x="2404" y="3188"/>
              <a:ext cx="687"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数据分段</a:t>
              </a:r>
            </a:p>
          </p:txBody>
        </p:sp>
        <p:sp>
          <p:nvSpPr>
            <p:cNvPr id="15" name="Rectangle 16">
              <a:extLst>
                <a:ext uri="{FF2B5EF4-FFF2-40B4-BE49-F238E27FC236}">
                  <a16:creationId xmlns:a16="http://schemas.microsoft.com/office/drawing/2014/main" id="{07221D66-E51D-E42D-7D4A-F3AEC2FE4041}"/>
                </a:ext>
              </a:extLst>
            </p:cNvPr>
            <p:cNvSpPr>
              <a:spLocks noChangeArrowheads="1"/>
            </p:cNvSpPr>
            <p:nvPr/>
          </p:nvSpPr>
          <p:spPr bwMode="auto">
            <a:xfrm>
              <a:off x="3822" y="2340"/>
              <a:ext cx="859" cy="444"/>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16" name="Text Box 17">
              <a:extLst>
                <a:ext uri="{FF2B5EF4-FFF2-40B4-BE49-F238E27FC236}">
                  <a16:creationId xmlns:a16="http://schemas.microsoft.com/office/drawing/2014/main" id="{69B8273F-F3C5-A134-C8EC-F660B5457443}"/>
                </a:ext>
              </a:extLst>
            </p:cNvPr>
            <p:cNvSpPr txBox="1">
              <a:spLocks noChangeArrowheads="1"/>
            </p:cNvSpPr>
            <p:nvPr/>
          </p:nvSpPr>
          <p:spPr bwMode="auto">
            <a:xfrm>
              <a:off x="3564" y="2079"/>
              <a:ext cx="81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stack_addr</a:t>
              </a:r>
            </a:p>
          </p:txBody>
        </p:sp>
        <p:sp>
          <p:nvSpPr>
            <p:cNvPr id="17" name="Text Box 18">
              <a:extLst>
                <a:ext uri="{FF2B5EF4-FFF2-40B4-BE49-F238E27FC236}">
                  <a16:creationId xmlns:a16="http://schemas.microsoft.com/office/drawing/2014/main" id="{46E48B40-7D26-32A9-8314-019AF58ECE8C}"/>
                </a:ext>
              </a:extLst>
            </p:cNvPr>
            <p:cNvSpPr txBox="1">
              <a:spLocks noChangeArrowheads="1"/>
            </p:cNvSpPr>
            <p:nvPr/>
          </p:nvSpPr>
          <p:spPr bwMode="auto">
            <a:xfrm>
              <a:off x="3374" y="2703"/>
              <a:ext cx="51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2KB</a:t>
              </a:r>
              <a:r>
                <a:rPr kumimoji="1" lang="en-US" altLang="zh-CN" sz="1600" b="1">
                  <a:solidFill>
                    <a:schemeClr val="tx1"/>
                  </a:solidFill>
                  <a:latin typeface="Times New Roman" panose="02020603050405020304" pitchFamily="18" charset="0"/>
                  <a:sym typeface="Symbol" panose="05050102010706020507" pitchFamily="18" charset="2"/>
                </a:rPr>
                <a:t></a:t>
              </a:r>
              <a:r>
                <a:rPr kumimoji="1" lang="en-US" altLang="zh-CN" sz="1600" b="1">
                  <a:solidFill>
                    <a:schemeClr val="tx1"/>
                  </a:solidFill>
                  <a:latin typeface="Times New Roman" panose="02020603050405020304" pitchFamily="18" charset="0"/>
                </a:rPr>
                <a:t>1</a:t>
              </a:r>
            </a:p>
          </p:txBody>
        </p:sp>
        <p:sp>
          <p:nvSpPr>
            <p:cNvPr id="18" name="Text Box 19">
              <a:extLst>
                <a:ext uri="{FF2B5EF4-FFF2-40B4-BE49-F238E27FC236}">
                  <a16:creationId xmlns:a16="http://schemas.microsoft.com/office/drawing/2014/main" id="{0851EEA1-858B-E2EE-6708-C0B8049B406A}"/>
                </a:ext>
              </a:extLst>
            </p:cNvPr>
            <p:cNvSpPr txBox="1">
              <a:spLocks noChangeArrowheads="1"/>
            </p:cNvSpPr>
            <p:nvPr/>
          </p:nvSpPr>
          <p:spPr bwMode="auto">
            <a:xfrm>
              <a:off x="3675" y="2241"/>
              <a:ext cx="17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en-US" altLang="zh-CN" sz="1600" b="1">
                  <a:solidFill>
                    <a:schemeClr val="tx1"/>
                  </a:solidFill>
                  <a:latin typeface="Times New Roman" panose="02020603050405020304" pitchFamily="18" charset="0"/>
                </a:rPr>
                <a:t>0</a:t>
              </a:r>
            </a:p>
          </p:txBody>
        </p:sp>
        <p:sp>
          <p:nvSpPr>
            <p:cNvPr id="19" name="Text Box 20">
              <a:extLst>
                <a:ext uri="{FF2B5EF4-FFF2-40B4-BE49-F238E27FC236}">
                  <a16:creationId xmlns:a16="http://schemas.microsoft.com/office/drawing/2014/main" id="{0EB959A4-E200-C96A-3A51-B6625A7C69C9}"/>
                </a:ext>
              </a:extLst>
            </p:cNvPr>
            <p:cNvSpPr txBox="1">
              <a:spLocks noChangeArrowheads="1"/>
            </p:cNvSpPr>
            <p:nvPr/>
          </p:nvSpPr>
          <p:spPr bwMode="auto">
            <a:xfrm>
              <a:off x="4036" y="2825"/>
              <a:ext cx="47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栈段</a:t>
              </a:r>
            </a:p>
          </p:txBody>
        </p:sp>
        <p:sp>
          <p:nvSpPr>
            <p:cNvPr id="20" name="Line 21">
              <a:extLst>
                <a:ext uri="{FF2B5EF4-FFF2-40B4-BE49-F238E27FC236}">
                  <a16:creationId xmlns:a16="http://schemas.microsoft.com/office/drawing/2014/main" id="{ACED804C-0B0F-91DA-945A-041D248318AB}"/>
                </a:ext>
              </a:extLst>
            </p:cNvPr>
            <p:cNvSpPr>
              <a:spLocks noChangeShapeType="1"/>
            </p:cNvSpPr>
            <p:nvPr/>
          </p:nvSpPr>
          <p:spPr bwMode="auto">
            <a:xfrm>
              <a:off x="814" y="2615"/>
              <a:ext cx="859"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1" name="Line 22">
              <a:extLst>
                <a:ext uri="{FF2B5EF4-FFF2-40B4-BE49-F238E27FC236}">
                  <a16:creationId xmlns:a16="http://schemas.microsoft.com/office/drawing/2014/main" id="{085C53BD-B046-0ED1-28F5-6EC282B7A989}"/>
                </a:ext>
              </a:extLst>
            </p:cNvPr>
            <p:cNvSpPr>
              <a:spLocks noChangeShapeType="1"/>
            </p:cNvSpPr>
            <p:nvPr/>
          </p:nvSpPr>
          <p:spPr bwMode="auto">
            <a:xfrm>
              <a:off x="814" y="3181"/>
              <a:ext cx="859"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2" name="Line 23">
              <a:extLst>
                <a:ext uri="{FF2B5EF4-FFF2-40B4-BE49-F238E27FC236}">
                  <a16:creationId xmlns:a16="http://schemas.microsoft.com/office/drawing/2014/main" id="{B4AACC43-60A7-75D9-9194-A18F1D69AED3}"/>
                </a:ext>
              </a:extLst>
            </p:cNvPr>
            <p:cNvSpPr>
              <a:spLocks noChangeShapeType="1"/>
            </p:cNvSpPr>
            <p:nvPr/>
          </p:nvSpPr>
          <p:spPr bwMode="auto">
            <a:xfrm>
              <a:off x="814" y="2898"/>
              <a:ext cx="859"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3" name="Line 24">
              <a:extLst>
                <a:ext uri="{FF2B5EF4-FFF2-40B4-BE49-F238E27FC236}">
                  <a16:creationId xmlns:a16="http://schemas.microsoft.com/office/drawing/2014/main" id="{46811CF6-0355-CC18-92EA-A22287DB217D}"/>
                </a:ext>
              </a:extLst>
            </p:cNvPr>
            <p:cNvSpPr>
              <a:spLocks noChangeShapeType="1"/>
            </p:cNvSpPr>
            <p:nvPr/>
          </p:nvSpPr>
          <p:spPr bwMode="auto">
            <a:xfrm>
              <a:off x="2275" y="2574"/>
              <a:ext cx="859"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4" name="Line 25">
              <a:extLst>
                <a:ext uri="{FF2B5EF4-FFF2-40B4-BE49-F238E27FC236}">
                  <a16:creationId xmlns:a16="http://schemas.microsoft.com/office/drawing/2014/main" id="{79338DAF-D467-AB71-3FAB-116192B21852}"/>
                </a:ext>
              </a:extLst>
            </p:cNvPr>
            <p:cNvSpPr>
              <a:spLocks noChangeShapeType="1"/>
            </p:cNvSpPr>
            <p:nvPr/>
          </p:nvSpPr>
          <p:spPr bwMode="auto">
            <a:xfrm>
              <a:off x="2275" y="2857"/>
              <a:ext cx="859"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5" name="Line 26">
              <a:extLst>
                <a:ext uri="{FF2B5EF4-FFF2-40B4-BE49-F238E27FC236}">
                  <a16:creationId xmlns:a16="http://schemas.microsoft.com/office/drawing/2014/main" id="{EA9F9032-45AC-D4E8-B632-77C72CEC368E}"/>
                </a:ext>
              </a:extLst>
            </p:cNvPr>
            <p:cNvSpPr>
              <a:spLocks noChangeShapeType="1"/>
            </p:cNvSpPr>
            <p:nvPr/>
          </p:nvSpPr>
          <p:spPr bwMode="auto">
            <a:xfrm>
              <a:off x="3822" y="2574"/>
              <a:ext cx="859"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26" name="Text Box 28">
            <a:extLst>
              <a:ext uri="{FF2B5EF4-FFF2-40B4-BE49-F238E27FC236}">
                <a16:creationId xmlns:a16="http://schemas.microsoft.com/office/drawing/2014/main" id="{526E12FE-05A2-ACB3-C485-B24B3C76FB97}"/>
              </a:ext>
            </a:extLst>
          </p:cNvPr>
          <p:cNvSpPr txBox="1">
            <a:spLocks noChangeArrowheads="1"/>
          </p:cNvSpPr>
          <p:nvPr/>
        </p:nvSpPr>
        <p:spPr bwMode="auto">
          <a:xfrm>
            <a:off x="5200665" y="6135504"/>
            <a:ext cx="1825625"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a:solidFill>
                  <a:schemeClr val="tx1"/>
                </a:solidFill>
                <a:latin typeface="Times New Roman" panose="02020603050405020304" pitchFamily="18" charset="0"/>
              </a:rPr>
              <a:t>段页式地址结构</a:t>
            </a:r>
          </a:p>
        </p:txBody>
      </p:sp>
    </p:spTree>
    <p:extLst>
      <p:ext uri="{BB962C8B-B14F-4D97-AF65-F5344CB8AC3E}">
        <p14:creationId xmlns:p14="http://schemas.microsoft.com/office/powerpoint/2010/main" val="40676826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页式存储管理</a:t>
            </a:r>
          </a:p>
        </p:txBody>
      </p:sp>
      <p:sp>
        <p:nvSpPr>
          <p:cNvPr id="3" name="Rectangle 27">
            <a:extLst>
              <a:ext uri="{FF2B5EF4-FFF2-40B4-BE49-F238E27FC236}">
                <a16:creationId xmlns:a16="http://schemas.microsoft.com/office/drawing/2014/main" id="{99C695BD-E5B2-FC36-F65B-824842D2CF69}"/>
              </a:ext>
            </a:extLst>
          </p:cNvPr>
          <p:cNvSpPr>
            <a:spLocks noChangeArrowheads="1"/>
          </p:cNvSpPr>
          <p:nvPr/>
        </p:nvSpPr>
        <p:spPr bwMode="auto">
          <a:xfrm>
            <a:off x="487822" y="830079"/>
            <a:ext cx="8375650" cy="621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lgn="l">
              <a:lnSpc>
                <a:spcPct val="90000"/>
              </a:lnSpc>
              <a:spcBef>
                <a:spcPct val="30000"/>
              </a:spcBef>
              <a:buBlip>
                <a:blip r:embed="rId2"/>
              </a:buBlip>
              <a:defRPr sz="3200">
                <a:solidFill>
                  <a:schemeClr val="bg2"/>
                </a:solidFill>
                <a:effectLst>
                  <a:outerShdw blurRad="38100" dist="38100" dir="2700000" algn="tl">
                    <a:srgbClr val="C0C0C0"/>
                  </a:outerShdw>
                </a:effectLst>
                <a:latin typeface="Arial" panose="020B0604020202020204" pitchFamily="34" charset="0"/>
              </a:defRPr>
            </a:lvl1pPr>
            <a:lvl2pPr marL="914400" indent="-341313" algn="l">
              <a:lnSpc>
                <a:spcPct val="90000"/>
              </a:lnSpc>
              <a:spcBef>
                <a:spcPct val="30000"/>
              </a:spcBef>
              <a:buBlip>
                <a:blip r:embed="rId2"/>
              </a:buBlip>
              <a:defRPr sz="2800">
                <a:solidFill>
                  <a:schemeClr val="bg2"/>
                </a:solidFill>
                <a:effectLst>
                  <a:outerShdw blurRad="38100" dist="38100" dir="2700000" algn="tl">
                    <a:srgbClr val="C0C0C0"/>
                  </a:outerShdw>
                </a:effectLst>
                <a:latin typeface="Arial" panose="020B0604020202020204" pitchFamily="34" charset="0"/>
              </a:defRPr>
            </a:lvl2pPr>
            <a:lvl3pPr marL="1295400" indent="-265113" algn="l">
              <a:lnSpc>
                <a:spcPct val="90000"/>
              </a:lnSpc>
              <a:spcBef>
                <a:spcPct val="30000"/>
              </a:spcBef>
              <a:buBlip>
                <a:blip r:embed="rId2"/>
              </a:buBlip>
              <a:defRPr sz="2400">
                <a:solidFill>
                  <a:schemeClr val="bg2"/>
                </a:solidFill>
                <a:effectLst>
                  <a:outerShdw blurRad="38100" dist="38100" dir="2700000" algn="tl">
                    <a:srgbClr val="C0C0C0"/>
                  </a:outerShdw>
                </a:effectLst>
                <a:latin typeface="Arial" panose="020B0604020202020204" pitchFamily="34" charset="0"/>
              </a:defRPr>
            </a:lvl3pPr>
            <a:lvl4pPr marL="1714500" indent="-28416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4pPr>
            <a:lvl5pPr marL="2171700" indent="-417513" algn="l">
              <a:lnSpc>
                <a:spcPct val="90000"/>
              </a:lnSpc>
              <a:spcBef>
                <a:spcPct val="30000"/>
              </a:spcBef>
              <a:buBlip>
                <a:blip r:embed="rId2"/>
              </a:buBlip>
              <a:defRPr sz="2000">
                <a:solidFill>
                  <a:schemeClr val="bg2"/>
                </a:solidFill>
                <a:effectLst>
                  <a:outerShdw blurRad="38100" dist="38100" dir="2700000" algn="tl">
                    <a:srgbClr val="C0C0C0"/>
                  </a:outerShdw>
                </a:effectLst>
                <a:latin typeface="Arial" panose="020B0604020202020204" pitchFamily="34" charset="0"/>
              </a:defRPr>
            </a:lvl5pPr>
            <a:lvl6pPr marL="26289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6pPr>
            <a:lvl7pPr marL="30861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7pPr>
            <a:lvl8pPr marL="35433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8pPr>
            <a:lvl9pPr marL="4000500" indent="-417513" fontAlgn="base">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effectLst>
                  <a:outerShdw blurRad="38100" dist="38100" dir="2700000" algn="tl">
                    <a:srgbClr val="C0C0C0"/>
                  </a:outerShdw>
                </a:effectLst>
                <a:latin typeface="Arial" panose="020B0604020202020204" pitchFamily="34" charset="0"/>
              </a:defRPr>
            </a:lvl9pPr>
          </a:lstStyle>
          <a:p>
            <a:pPr marL="0" indent="0" algn="just">
              <a:lnSpc>
                <a:spcPct val="150000"/>
              </a:lnSpc>
              <a:spcBef>
                <a:spcPct val="20000"/>
              </a:spcBef>
              <a:buClr>
                <a:srgbClr val="FFC000"/>
              </a:buClr>
              <a:buNone/>
              <a:defRPr/>
            </a:pPr>
            <a:r>
              <a:rPr lang="en-US" altLang="zh-CN" sz="2600" b="1" dirty="0">
                <a:solidFill>
                  <a:prstClr val="black"/>
                </a:solidFill>
                <a:effectLst/>
                <a:latin typeface="微软雅黑" panose="020B0503020204020204" pitchFamily="34" charset="-122"/>
                <a:ea typeface="微软雅黑" panose="020B0503020204020204" pitchFamily="34" charset="-122"/>
              </a:rPr>
              <a:t>(2) </a:t>
            </a:r>
            <a:r>
              <a:rPr lang="zh-CN" altLang="en-US" sz="2600" b="1" dirty="0">
                <a:solidFill>
                  <a:prstClr val="black"/>
                </a:solidFill>
                <a:effectLst/>
                <a:latin typeface="微软雅黑" panose="020B0503020204020204" pitchFamily="34" charset="-122"/>
                <a:ea typeface="微软雅黑" panose="020B0503020204020204" pitchFamily="34" charset="-122"/>
              </a:rPr>
              <a:t>段页式系统中段表、页表与主存的关系</a:t>
            </a:r>
          </a:p>
        </p:txBody>
      </p:sp>
      <p:grpSp>
        <p:nvGrpSpPr>
          <p:cNvPr id="4" name="Group 99">
            <a:extLst>
              <a:ext uri="{FF2B5EF4-FFF2-40B4-BE49-F238E27FC236}">
                <a16:creationId xmlns:a16="http://schemas.microsoft.com/office/drawing/2014/main" id="{30265505-5EC0-22FE-5258-508D80EB8753}"/>
              </a:ext>
            </a:extLst>
          </p:cNvPr>
          <p:cNvGrpSpPr>
            <a:grpSpLocks/>
          </p:cNvGrpSpPr>
          <p:nvPr/>
        </p:nvGrpSpPr>
        <p:grpSpPr bwMode="auto">
          <a:xfrm>
            <a:off x="2455101" y="1345393"/>
            <a:ext cx="6129337" cy="5281612"/>
            <a:chOff x="963" y="725"/>
            <a:chExt cx="3861" cy="3327"/>
          </a:xfrm>
        </p:grpSpPr>
        <p:sp>
          <p:nvSpPr>
            <p:cNvPr id="5" name="Line 29">
              <a:extLst>
                <a:ext uri="{FF2B5EF4-FFF2-40B4-BE49-F238E27FC236}">
                  <a16:creationId xmlns:a16="http://schemas.microsoft.com/office/drawing/2014/main" id="{51939732-1DC0-52D0-9210-83AA42D4ADA6}"/>
                </a:ext>
              </a:extLst>
            </p:cNvPr>
            <p:cNvSpPr>
              <a:spLocks noChangeShapeType="1"/>
            </p:cNvSpPr>
            <p:nvPr/>
          </p:nvSpPr>
          <p:spPr bwMode="auto">
            <a:xfrm>
              <a:off x="2756" y="1522"/>
              <a:ext cx="0" cy="65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 name="Rectangle 30">
              <a:extLst>
                <a:ext uri="{FF2B5EF4-FFF2-40B4-BE49-F238E27FC236}">
                  <a16:creationId xmlns:a16="http://schemas.microsoft.com/office/drawing/2014/main" id="{5301201A-6E3B-59D5-7DD0-225C4F4D482D}"/>
                </a:ext>
              </a:extLst>
            </p:cNvPr>
            <p:cNvSpPr>
              <a:spLocks noChangeArrowheads="1"/>
            </p:cNvSpPr>
            <p:nvPr/>
          </p:nvSpPr>
          <p:spPr bwMode="auto">
            <a:xfrm>
              <a:off x="3853" y="1053"/>
              <a:ext cx="971" cy="2335"/>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7" name="Line 31">
              <a:extLst>
                <a:ext uri="{FF2B5EF4-FFF2-40B4-BE49-F238E27FC236}">
                  <a16:creationId xmlns:a16="http://schemas.microsoft.com/office/drawing/2014/main" id="{85B11E7C-3A4F-5C66-A962-F266579A5A87}"/>
                </a:ext>
              </a:extLst>
            </p:cNvPr>
            <p:cNvSpPr>
              <a:spLocks noChangeShapeType="1"/>
            </p:cNvSpPr>
            <p:nvPr/>
          </p:nvSpPr>
          <p:spPr bwMode="auto">
            <a:xfrm>
              <a:off x="2525" y="1531"/>
              <a:ext cx="254"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8" name="Line 32">
              <a:extLst>
                <a:ext uri="{FF2B5EF4-FFF2-40B4-BE49-F238E27FC236}">
                  <a16:creationId xmlns:a16="http://schemas.microsoft.com/office/drawing/2014/main" id="{9E7E2A64-C806-8D34-6367-D4ECD8AAF75A}"/>
                </a:ext>
              </a:extLst>
            </p:cNvPr>
            <p:cNvSpPr>
              <a:spLocks noChangeShapeType="1"/>
            </p:cNvSpPr>
            <p:nvPr/>
          </p:nvSpPr>
          <p:spPr bwMode="auto">
            <a:xfrm>
              <a:off x="3859" y="1251"/>
              <a:ext cx="96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9" name="Line 33">
              <a:extLst>
                <a:ext uri="{FF2B5EF4-FFF2-40B4-BE49-F238E27FC236}">
                  <a16:creationId xmlns:a16="http://schemas.microsoft.com/office/drawing/2014/main" id="{9B993A57-9751-54DB-F26A-6394043A88DA}"/>
                </a:ext>
              </a:extLst>
            </p:cNvPr>
            <p:cNvSpPr>
              <a:spLocks noChangeShapeType="1"/>
            </p:cNvSpPr>
            <p:nvPr/>
          </p:nvSpPr>
          <p:spPr bwMode="auto">
            <a:xfrm>
              <a:off x="3859" y="1438"/>
              <a:ext cx="96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0" name="Line 34">
              <a:extLst>
                <a:ext uri="{FF2B5EF4-FFF2-40B4-BE49-F238E27FC236}">
                  <a16:creationId xmlns:a16="http://schemas.microsoft.com/office/drawing/2014/main" id="{815CCBFA-AFCA-DAAE-81D5-3299A42E2386}"/>
                </a:ext>
              </a:extLst>
            </p:cNvPr>
            <p:cNvSpPr>
              <a:spLocks noChangeShapeType="1"/>
            </p:cNvSpPr>
            <p:nvPr/>
          </p:nvSpPr>
          <p:spPr bwMode="auto">
            <a:xfrm>
              <a:off x="3859" y="1809"/>
              <a:ext cx="96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1" name="Line 35">
              <a:extLst>
                <a:ext uri="{FF2B5EF4-FFF2-40B4-BE49-F238E27FC236}">
                  <a16:creationId xmlns:a16="http://schemas.microsoft.com/office/drawing/2014/main" id="{A7C309F3-E056-5FE8-4D01-A6836B48C7F7}"/>
                </a:ext>
              </a:extLst>
            </p:cNvPr>
            <p:cNvSpPr>
              <a:spLocks noChangeShapeType="1"/>
            </p:cNvSpPr>
            <p:nvPr/>
          </p:nvSpPr>
          <p:spPr bwMode="auto">
            <a:xfrm>
              <a:off x="3859" y="2599"/>
              <a:ext cx="96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2" name="Line 36">
              <a:extLst>
                <a:ext uri="{FF2B5EF4-FFF2-40B4-BE49-F238E27FC236}">
                  <a16:creationId xmlns:a16="http://schemas.microsoft.com/office/drawing/2014/main" id="{2C72329D-B7BD-7E76-BD9C-CDEAE53B3636}"/>
                </a:ext>
              </a:extLst>
            </p:cNvPr>
            <p:cNvSpPr>
              <a:spLocks noChangeShapeType="1"/>
            </p:cNvSpPr>
            <p:nvPr/>
          </p:nvSpPr>
          <p:spPr bwMode="auto">
            <a:xfrm>
              <a:off x="3859" y="2784"/>
              <a:ext cx="96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3" name="Line 37">
              <a:extLst>
                <a:ext uri="{FF2B5EF4-FFF2-40B4-BE49-F238E27FC236}">
                  <a16:creationId xmlns:a16="http://schemas.microsoft.com/office/drawing/2014/main" id="{950A1446-85A6-D778-26E7-780D5C8C2564}"/>
                </a:ext>
              </a:extLst>
            </p:cNvPr>
            <p:cNvSpPr>
              <a:spLocks noChangeShapeType="1"/>
            </p:cNvSpPr>
            <p:nvPr/>
          </p:nvSpPr>
          <p:spPr bwMode="auto">
            <a:xfrm>
              <a:off x="3859" y="1623"/>
              <a:ext cx="96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4" name="Line 38">
              <a:extLst>
                <a:ext uri="{FF2B5EF4-FFF2-40B4-BE49-F238E27FC236}">
                  <a16:creationId xmlns:a16="http://schemas.microsoft.com/office/drawing/2014/main" id="{9F08CE8C-F474-BBFF-F4E1-8528DA1673D6}"/>
                </a:ext>
              </a:extLst>
            </p:cNvPr>
            <p:cNvSpPr>
              <a:spLocks noChangeShapeType="1"/>
            </p:cNvSpPr>
            <p:nvPr/>
          </p:nvSpPr>
          <p:spPr bwMode="auto">
            <a:xfrm>
              <a:off x="3859" y="2971"/>
              <a:ext cx="965"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5" name="Rectangle 39">
              <a:extLst>
                <a:ext uri="{FF2B5EF4-FFF2-40B4-BE49-F238E27FC236}">
                  <a16:creationId xmlns:a16="http://schemas.microsoft.com/office/drawing/2014/main" id="{BF7D5F45-1228-592C-3B36-CFDAE3F077F7}"/>
                </a:ext>
              </a:extLst>
            </p:cNvPr>
            <p:cNvSpPr>
              <a:spLocks noChangeArrowheads="1"/>
            </p:cNvSpPr>
            <p:nvPr/>
          </p:nvSpPr>
          <p:spPr bwMode="auto">
            <a:xfrm>
              <a:off x="1112" y="957"/>
              <a:ext cx="1506" cy="113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16" name="Text Box 40">
              <a:extLst>
                <a:ext uri="{FF2B5EF4-FFF2-40B4-BE49-F238E27FC236}">
                  <a16:creationId xmlns:a16="http://schemas.microsoft.com/office/drawing/2014/main" id="{8A2095E4-0106-010B-21A2-B9E5C82B6166}"/>
                </a:ext>
              </a:extLst>
            </p:cNvPr>
            <p:cNvSpPr txBox="1">
              <a:spLocks noChangeArrowheads="1"/>
            </p:cNvSpPr>
            <p:nvPr/>
          </p:nvSpPr>
          <p:spPr bwMode="auto">
            <a:xfrm>
              <a:off x="1205" y="1232"/>
              <a:ext cx="1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0</a:t>
              </a:r>
            </a:p>
          </p:txBody>
        </p:sp>
        <p:sp>
          <p:nvSpPr>
            <p:cNvPr id="17" name="Text Box 41">
              <a:extLst>
                <a:ext uri="{FF2B5EF4-FFF2-40B4-BE49-F238E27FC236}">
                  <a16:creationId xmlns:a16="http://schemas.microsoft.com/office/drawing/2014/main" id="{ADD4D790-24BE-CE0A-F31A-3D65E9B8D3EF}"/>
                </a:ext>
              </a:extLst>
            </p:cNvPr>
            <p:cNvSpPr txBox="1">
              <a:spLocks noChangeArrowheads="1"/>
            </p:cNvSpPr>
            <p:nvPr/>
          </p:nvSpPr>
          <p:spPr bwMode="auto">
            <a:xfrm>
              <a:off x="1205" y="1417"/>
              <a:ext cx="19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a:t>
              </a:r>
            </a:p>
          </p:txBody>
        </p:sp>
        <p:sp>
          <p:nvSpPr>
            <p:cNvPr id="18" name="Line 42">
              <a:extLst>
                <a:ext uri="{FF2B5EF4-FFF2-40B4-BE49-F238E27FC236}">
                  <a16:creationId xmlns:a16="http://schemas.microsoft.com/office/drawing/2014/main" id="{65ACEFF3-1F80-DD55-B283-1ADEFD36D9C3}"/>
                </a:ext>
              </a:extLst>
            </p:cNvPr>
            <p:cNvSpPr>
              <a:spLocks noChangeShapeType="1"/>
            </p:cNvSpPr>
            <p:nvPr/>
          </p:nvSpPr>
          <p:spPr bwMode="auto">
            <a:xfrm>
              <a:off x="1469" y="948"/>
              <a:ext cx="0" cy="112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19" name="Text Box 43">
              <a:extLst>
                <a:ext uri="{FF2B5EF4-FFF2-40B4-BE49-F238E27FC236}">
                  <a16:creationId xmlns:a16="http://schemas.microsoft.com/office/drawing/2014/main" id="{5495C9A6-AD4A-B226-6515-61CE1A248C53}"/>
                </a:ext>
              </a:extLst>
            </p:cNvPr>
            <p:cNvSpPr txBox="1">
              <a:spLocks noChangeArrowheads="1"/>
            </p:cNvSpPr>
            <p:nvPr/>
          </p:nvSpPr>
          <p:spPr bwMode="auto">
            <a:xfrm>
              <a:off x="1192" y="1902"/>
              <a:ext cx="196"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n</a:t>
              </a:r>
            </a:p>
          </p:txBody>
        </p:sp>
        <p:sp>
          <p:nvSpPr>
            <p:cNvPr id="20" name="Line 44">
              <a:extLst>
                <a:ext uri="{FF2B5EF4-FFF2-40B4-BE49-F238E27FC236}">
                  <a16:creationId xmlns:a16="http://schemas.microsoft.com/office/drawing/2014/main" id="{94777BB1-E1C9-A54F-CD81-CE7F8A326768}"/>
                </a:ext>
              </a:extLst>
            </p:cNvPr>
            <p:cNvSpPr>
              <a:spLocks noChangeShapeType="1"/>
            </p:cNvSpPr>
            <p:nvPr/>
          </p:nvSpPr>
          <p:spPr bwMode="auto">
            <a:xfrm>
              <a:off x="1101" y="1438"/>
              <a:ext cx="151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1" name="Line 45">
              <a:extLst>
                <a:ext uri="{FF2B5EF4-FFF2-40B4-BE49-F238E27FC236}">
                  <a16:creationId xmlns:a16="http://schemas.microsoft.com/office/drawing/2014/main" id="{A3DB07A4-F467-D8D8-D772-7CE9B3906992}"/>
                </a:ext>
              </a:extLst>
            </p:cNvPr>
            <p:cNvSpPr>
              <a:spLocks noChangeShapeType="1"/>
            </p:cNvSpPr>
            <p:nvPr/>
          </p:nvSpPr>
          <p:spPr bwMode="auto">
            <a:xfrm>
              <a:off x="1101" y="1623"/>
              <a:ext cx="151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2" name="Line 46">
              <a:extLst>
                <a:ext uri="{FF2B5EF4-FFF2-40B4-BE49-F238E27FC236}">
                  <a16:creationId xmlns:a16="http://schemas.microsoft.com/office/drawing/2014/main" id="{F4CFF723-E63B-5376-7335-BBA9AB11649B}"/>
                </a:ext>
              </a:extLst>
            </p:cNvPr>
            <p:cNvSpPr>
              <a:spLocks noChangeShapeType="1"/>
            </p:cNvSpPr>
            <p:nvPr/>
          </p:nvSpPr>
          <p:spPr bwMode="auto">
            <a:xfrm>
              <a:off x="1101" y="1855"/>
              <a:ext cx="151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3" name="Line 47">
              <a:extLst>
                <a:ext uri="{FF2B5EF4-FFF2-40B4-BE49-F238E27FC236}">
                  <a16:creationId xmlns:a16="http://schemas.microsoft.com/office/drawing/2014/main" id="{94E03DA5-05B7-E1F0-D5EA-AB76087D50EF}"/>
                </a:ext>
              </a:extLst>
            </p:cNvPr>
            <p:cNvSpPr>
              <a:spLocks noChangeShapeType="1"/>
            </p:cNvSpPr>
            <p:nvPr/>
          </p:nvSpPr>
          <p:spPr bwMode="auto">
            <a:xfrm>
              <a:off x="2058" y="958"/>
              <a:ext cx="0" cy="1124"/>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24" name="Text Box 48">
              <a:extLst>
                <a:ext uri="{FF2B5EF4-FFF2-40B4-BE49-F238E27FC236}">
                  <a16:creationId xmlns:a16="http://schemas.microsoft.com/office/drawing/2014/main" id="{6DE01DF7-5741-D236-570F-92A57A73D13F}"/>
                </a:ext>
              </a:extLst>
            </p:cNvPr>
            <p:cNvSpPr txBox="1">
              <a:spLocks noChangeArrowheads="1"/>
            </p:cNvSpPr>
            <p:nvPr/>
          </p:nvSpPr>
          <p:spPr bwMode="auto">
            <a:xfrm>
              <a:off x="1101" y="973"/>
              <a:ext cx="1931"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spcBef>
                  <a:spcPct val="50000"/>
                </a:spcBef>
                <a:buClrTx/>
                <a:buSzTx/>
                <a:buFontTx/>
                <a:buNone/>
              </a:pPr>
              <a:r>
                <a:rPr kumimoji="1" lang="zh-CN" altLang="en-US" sz="1600" b="1">
                  <a:solidFill>
                    <a:schemeClr val="tx1"/>
                  </a:solidFill>
                  <a:latin typeface="Times New Roman" panose="02020603050405020304" pitchFamily="18" charset="0"/>
                </a:rPr>
                <a:t>段号   页表长度  页表始址   </a:t>
              </a:r>
            </a:p>
          </p:txBody>
        </p:sp>
        <p:sp>
          <p:nvSpPr>
            <p:cNvPr id="25" name="Text Box 49">
              <a:extLst>
                <a:ext uri="{FF2B5EF4-FFF2-40B4-BE49-F238E27FC236}">
                  <a16:creationId xmlns:a16="http://schemas.microsoft.com/office/drawing/2014/main" id="{50545832-CD0E-900E-D743-121D2D4F148E}"/>
                </a:ext>
              </a:extLst>
            </p:cNvPr>
            <p:cNvSpPr txBox="1">
              <a:spLocks noChangeArrowheads="1"/>
            </p:cNvSpPr>
            <p:nvPr/>
          </p:nvSpPr>
          <p:spPr bwMode="auto">
            <a:xfrm>
              <a:off x="1698" y="1251"/>
              <a:ext cx="184"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a:t>
              </a:r>
            </a:p>
          </p:txBody>
        </p:sp>
        <p:sp>
          <p:nvSpPr>
            <p:cNvPr id="26" name="Text Box 50">
              <a:extLst>
                <a:ext uri="{FF2B5EF4-FFF2-40B4-BE49-F238E27FC236}">
                  <a16:creationId xmlns:a16="http://schemas.microsoft.com/office/drawing/2014/main" id="{F706C343-F828-0DB0-4757-B47103F25EA8}"/>
                </a:ext>
              </a:extLst>
            </p:cNvPr>
            <p:cNvSpPr txBox="1">
              <a:spLocks noChangeArrowheads="1"/>
            </p:cNvSpPr>
            <p:nvPr/>
          </p:nvSpPr>
          <p:spPr bwMode="auto">
            <a:xfrm>
              <a:off x="1698" y="1438"/>
              <a:ext cx="138"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3</a:t>
              </a:r>
            </a:p>
          </p:txBody>
        </p:sp>
        <p:sp>
          <p:nvSpPr>
            <p:cNvPr id="27" name="Text Box 51">
              <a:extLst>
                <a:ext uri="{FF2B5EF4-FFF2-40B4-BE49-F238E27FC236}">
                  <a16:creationId xmlns:a16="http://schemas.microsoft.com/office/drawing/2014/main" id="{52315EB2-6F57-E388-FE69-FF4039A468EA}"/>
                </a:ext>
              </a:extLst>
            </p:cNvPr>
            <p:cNvSpPr txBox="1">
              <a:spLocks noChangeArrowheads="1"/>
            </p:cNvSpPr>
            <p:nvPr/>
          </p:nvSpPr>
          <p:spPr bwMode="auto">
            <a:xfrm>
              <a:off x="1650" y="1631"/>
              <a:ext cx="203"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宋体" panose="02010600030101010101" pitchFamily="2" charset="-122"/>
                  <a:sym typeface="MT Extra" panose="05050102010205020202" pitchFamily="18" charset="2"/>
                </a:rPr>
                <a:t>┆</a:t>
              </a:r>
              <a:endParaRPr kumimoji="1" lang="en-US" altLang="zh-CN" sz="1600" b="1">
                <a:solidFill>
                  <a:schemeClr val="tx1"/>
                </a:solidFill>
                <a:latin typeface="Times New Roman" panose="02020603050405020304" pitchFamily="18" charset="0"/>
                <a:sym typeface="MT Extra" panose="05050102010205020202" pitchFamily="18" charset="2"/>
              </a:endParaRPr>
            </a:p>
          </p:txBody>
        </p:sp>
        <p:sp>
          <p:nvSpPr>
            <p:cNvPr id="28" name="Rectangle 52">
              <a:extLst>
                <a:ext uri="{FF2B5EF4-FFF2-40B4-BE49-F238E27FC236}">
                  <a16:creationId xmlns:a16="http://schemas.microsoft.com/office/drawing/2014/main" id="{D80F39E8-3D0E-777E-ECD2-6AE4817D57DB}"/>
                </a:ext>
              </a:extLst>
            </p:cNvPr>
            <p:cNvSpPr>
              <a:spLocks noChangeArrowheads="1"/>
            </p:cNvSpPr>
            <p:nvPr/>
          </p:nvSpPr>
          <p:spPr bwMode="auto">
            <a:xfrm>
              <a:off x="1331" y="2459"/>
              <a:ext cx="1287" cy="558"/>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14400" indent="-341313" algn="l">
                <a:defRPr>
                  <a:solidFill>
                    <a:schemeClr val="tx1"/>
                  </a:solidFill>
                  <a:latin typeface="Arial" panose="020B0604020202020204" pitchFamily="34" charset="0"/>
                  <a:ea typeface="宋体" panose="02010600030101010101" pitchFamily="2" charset="-122"/>
                </a:defRPr>
              </a:lvl1pPr>
              <a:lvl2pPr algn="l">
                <a:defRPr>
                  <a:solidFill>
                    <a:schemeClr val="tx1"/>
                  </a:solidFill>
                  <a:latin typeface="Arial" panose="020B0604020202020204" pitchFamily="34" charset="0"/>
                  <a:ea typeface="宋体" panose="02010600030101010101" pitchFamily="2" charset="-122"/>
                </a:defRPr>
              </a:lvl2pPr>
              <a:lvl3pPr algn="l">
                <a:defRPr>
                  <a:solidFill>
                    <a:schemeClr val="tx1"/>
                  </a:solidFill>
                  <a:latin typeface="Arial" panose="020B0604020202020204" pitchFamily="34" charset="0"/>
                  <a:ea typeface="宋体" panose="02010600030101010101" pitchFamily="2"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buClr>
                  <a:schemeClr val="tx2"/>
                </a:buClr>
                <a:buSzPct val="95000"/>
                <a:buFont typeface="Wingdings" panose="05000000000000000000" pitchFamily="2" charset="2"/>
                <a:buBlip>
                  <a:blip r:embed="rId2"/>
                </a:buBlip>
                <a:defRPr/>
              </a:pPr>
              <a:endParaRPr lang="zh-CN" altLang="zh-CN" b="1">
                <a:solidFill>
                  <a:srgbClr val="4138FA"/>
                </a:solidFill>
                <a:effectLst>
                  <a:outerShdw blurRad="38100" dist="38100" dir="2700000" algn="tl">
                    <a:srgbClr val="C0C0C0"/>
                  </a:outerShdw>
                </a:effectLst>
              </a:endParaRPr>
            </a:p>
          </p:txBody>
        </p:sp>
        <p:sp>
          <p:nvSpPr>
            <p:cNvPr id="29" name="Text Box 53">
              <a:extLst>
                <a:ext uri="{FF2B5EF4-FFF2-40B4-BE49-F238E27FC236}">
                  <a16:creationId xmlns:a16="http://schemas.microsoft.com/office/drawing/2014/main" id="{585AB056-3702-B2A6-61AD-2E06A1357CC6}"/>
                </a:ext>
              </a:extLst>
            </p:cNvPr>
            <p:cNvSpPr txBox="1">
              <a:spLocks noChangeArrowheads="1"/>
            </p:cNvSpPr>
            <p:nvPr/>
          </p:nvSpPr>
          <p:spPr bwMode="auto">
            <a:xfrm>
              <a:off x="1360" y="2449"/>
              <a:ext cx="40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页号</a:t>
              </a:r>
            </a:p>
          </p:txBody>
        </p:sp>
        <p:sp>
          <p:nvSpPr>
            <p:cNvPr id="30" name="Text Box 54">
              <a:extLst>
                <a:ext uri="{FF2B5EF4-FFF2-40B4-BE49-F238E27FC236}">
                  <a16:creationId xmlns:a16="http://schemas.microsoft.com/office/drawing/2014/main" id="{71E349C6-60BC-15A4-E314-2E28AA3AA251}"/>
                </a:ext>
              </a:extLst>
            </p:cNvPr>
            <p:cNvSpPr txBox="1">
              <a:spLocks noChangeArrowheads="1"/>
            </p:cNvSpPr>
            <p:nvPr/>
          </p:nvSpPr>
          <p:spPr bwMode="auto">
            <a:xfrm>
              <a:off x="1460" y="2831"/>
              <a:ext cx="19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a:t>
              </a:r>
            </a:p>
          </p:txBody>
        </p:sp>
        <p:sp>
          <p:nvSpPr>
            <p:cNvPr id="31" name="Text Box 55">
              <a:extLst>
                <a:ext uri="{FF2B5EF4-FFF2-40B4-BE49-F238E27FC236}">
                  <a16:creationId xmlns:a16="http://schemas.microsoft.com/office/drawing/2014/main" id="{16713FEE-8E53-E033-7D7A-96F0D292A819}"/>
                </a:ext>
              </a:extLst>
            </p:cNvPr>
            <p:cNvSpPr txBox="1">
              <a:spLocks noChangeArrowheads="1"/>
            </p:cNvSpPr>
            <p:nvPr/>
          </p:nvSpPr>
          <p:spPr bwMode="auto">
            <a:xfrm>
              <a:off x="2204" y="2459"/>
              <a:ext cx="414"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块号</a:t>
              </a:r>
            </a:p>
          </p:txBody>
        </p:sp>
        <p:sp>
          <p:nvSpPr>
            <p:cNvPr id="32" name="Line 56">
              <a:extLst>
                <a:ext uri="{FF2B5EF4-FFF2-40B4-BE49-F238E27FC236}">
                  <a16:creationId xmlns:a16="http://schemas.microsoft.com/office/drawing/2014/main" id="{5A98BA67-577E-96AE-E53B-9F5CCC869473}"/>
                </a:ext>
              </a:extLst>
            </p:cNvPr>
            <p:cNvSpPr>
              <a:spLocks noChangeShapeType="1"/>
            </p:cNvSpPr>
            <p:nvPr/>
          </p:nvSpPr>
          <p:spPr bwMode="auto">
            <a:xfrm>
              <a:off x="1331" y="2645"/>
              <a:ext cx="128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3" name="Line 57">
              <a:extLst>
                <a:ext uri="{FF2B5EF4-FFF2-40B4-BE49-F238E27FC236}">
                  <a16:creationId xmlns:a16="http://schemas.microsoft.com/office/drawing/2014/main" id="{4D92A39C-E7E9-98DD-7B27-29F8FB3F6BC0}"/>
                </a:ext>
              </a:extLst>
            </p:cNvPr>
            <p:cNvSpPr>
              <a:spLocks noChangeShapeType="1"/>
            </p:cNvSpPr>
            <p:nvPr/>
          </p:nvSpPr>
          <p:spPr bwMode="auto">
            <a:xfrm>
              <a:off x="1331" y="2831"/>
              <a:ext cx="128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4" name="Text Box 58">
              <a:extLst>
                <a:ext uri="{FF2B5EF4-FFF2-40B4-BE49-F238E27FC236}">
                  <a16:creationId xmlns:a16="http://schemas.microsoft.com/office/drawing/2014/main" id="{F5E78A2B-8240-5EED-E2E7-BA7DA1F61C35}"/>
                </a:ext>
              </a:extLst>
            </p:cNvPr>
            <p:cNvSpPr txBox="1">
              <a:spLocks noChangeArrowheads="1"/>
            </p:cNvSpPr>
            <p:nvPr/>
          </p:nvSpPr>
          <p:spPr bwMode="auto">
            <a:xfrm>
              <a:off x="1745" y="2459"/>
              <a:ext cx="413"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其他</a:t>
              </a:r>
            </a:p>
          </p:txBody>
        </p:sp>
        <p:sp>
          <p:nvSpPr>
            <p:cNvPr id="35" name="Line 59">
              <a:extLst>
                <a:ext uri="{FF2B5EF4-FFF2-40B4-BE49-F238E27FC236}">
                  <a16:creationId xmlns:a16="http://schemas.microsoft.com/office/drawing/2014/main" id="{CB70A195-80CC-F39D-556A-48FF65D87506}"/>
                </a:ext>
              </a:extLst>
            </p:cNvPr>
            <p:cNvSpPr>
              <a:spLocks noChangeShapeType="1"/>
            </p:cNvSpPr>
            <p:nvPr/>
          </p:nvSpPr>
          <p:spPr bwMode="auto">
            <a:xfrm>
              <a:off x="1745" y="2459"/>
              <a:ext cx="0" cy="55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6" name="Line 60">
              <a:extLst>
                <a:ext uri="{FF2B5EF4-FFF2-40B4-BE49-F238E27FC236}">
                  <a16:creationId xmlns:a16="http://schemas.microsoft.com/office/drawing/2014/main" id="{C20CB062-A1F6-C89B-CC95-8AD50408FD9F}"/>
                </a:ext>
              </a:extLst>
            </p:cNvPr>
            <p:cNvSpPr>
              <a:spLocks noChangeShapeType="1"/>
            </p:cNvSpPr>
            <p:nvPr/>
          </p:nvSpPr>
          <p:spPr bwMode="auto">
            <a:xfrm>
              <a:off x="2158" y="2459"/>
              <a:ext cx="0" cy="558"/>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7" name="Text Box 61">
              <a:extLst>
                <a:ext uri="{FF2B5EF4-FFF2-40B4-BE49-F238E27FC236}">
                  <a16:creationId xmlns:a16="http://schemas.microsoft.com/office/drawing/2014/main" id="{54887786-8538-6ABC-7CE3-82B8B6B44050}"/>
                </a:ext>
              </a:extLst>
            </p:cNvPr>
            <p:cNvSpPr txBox="1">
              <a:spLocks noChangeArrowheads="1"/>
            </p:cNvSpPr>
            <p:nvPr/>
          </p:nvSpPr>
          <p:spPr bwMode="auto">
            <a:xfrm>
              <a:off x="1331" y="2274"/>
              <a:ext cx="735"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0</a:t>
              </a:r>
              <a:r>
                <a:rPr kumimoji="1" lang="zh-CN" altLang="en-US" sz="1600" b="1">
                  <a:solidFill>
                    <a:schemeClr val="tx1"/>
                  </a:solidFill>
                  <a:latin typeface="Times New Roman" panose="02020603050405020304" pitchFamily="18" charset="0"/>
                </a:rPr>
                <a:t>段页表</a:t>
              </a:r>
            </a:p>
          </p:txBody>
        </p:sp>
        <p:sp>
          <p:nvSpPr>
            <p:cNvPr id="38" name="Line 70">
              <a:extLst>
                <a:ext uri="{FF2B5EF4-FFF2-40B4-BE49-F238E27FC236}">
                  <a16:creationId xmlns:a16="http://schemas.microsoft.com/office/drawing/2014/main" id="{210C0888-D9CD-0D5D-095D-64C324E8DE6E}"/>
                </a:ext>
              </a:extLst>
            </p:cNvPr>
            <p:cNvSpPr>
              <a:spLocks noChangeShapeType="1"/>
            </p:cNvSpPr>
            <p:nvPr/>
          </p:nvSpPr>
          <p:spPr bwMode="auto">
            <a:xfrm>
              <a:off x="963" y="2181"/>
              <a:ext cx="1793"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39" name="Line 71">
              <a:extLst>
                <a:ext uri="{FF2B5EF4-FFF2-40B4-BE49-F238E27FC236}">
                  <a16:creationId xmlns:a16="http://schemas.microsoft.com/office/drawing/2014/main" id="{CFF56A08-4BEC-1BC1-326F-93BD1E24C41D}"/>
                </a:ext>
              </a:extLst>
            </p:cNvPr>
            <p:cNvSpPr>
              <a:spLocks noChangeShapeType="1"/>
            </p:cNvSpPr>
            <p:nvPr/>
          </p:nvSpPr>
          <p:spPr bwMode="auto">
            <a:xfrm>
              <a:off x="963" y="2181"/>
              <a:ext cx="0" cy="107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0" name="Line 73">
              <a:extLst>
                <a:ext uri="{FF2B5EF4-FFF2-40B4-BE49-F238E27FC236}">
                  <a16:creationId xmlns:a16="http://schemas.microsoft.com/office/drawing/2014/main" id="{FBEE9E6F-7EB7-25CB-0EEF-C7777303E505}"/>
                </a:ext>
              </a:extLst>
            </p:cNvPr>
            <p:cNvSpPr>
              <a:spLocks noChangeShapeType="1"/>
            </p:cNvSpPr>
            <p:nvPr/>
          </p:nvSpPr>
          <p:spPr bwMode="auto">
            <a:xfrm>
              <a:off x="2525" y="1345"/>
              <a:ext cx="322"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1" name="Line 74">
              <a:extLst>
                <a:ext uri="{FF2B5EF4-FFF2-40B4-BE49-F238E27FC236}">
                  <a16:creationId xmlns:a16="http://schemas.microsoft.com/office/drawing/2014/main" id="{70A10D26-84AC-E3A0-FD5C-05D88ADE3DCA}"/>
                </a:ext>
              </a:extLst>
            </p:cNvPr>
            <p:cNvSpPr>
              <a:spLocks noChangeShapeType="1"/>
            </p:cNvSpPr>
            <p:nvPr/>
          </p:nvSpPr>
          <p:spPr bwMode="auto">
            <a:xfrm>
              <a:off x="2847" y="1345"/>
              <a:ext cx="0" cy="929"/>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2" name="Line 75">
              <a:extLst>
                <a:ext uri="{FF2B5EF4-FFF2-40B4-BE49-F238E27FC236}">
                  <a16:creationId xmlns:a16="http://schemas.microsoft.com/office/drawing/2014/main" id="{57C329A5-4C0F-4423-17B4-5F4410580599}"/>
                </a:ext>
              </a:extLst>
            </p:cNvPr>
            <p:cNvSpPr>
              <a:spLocks noChangeShapeType="1"/>
            </p:cNvSpPr>
            <p:nvPr/>
          </p:nvSpPr>
          <p:spPr bwMode="auto">
            <a:xfrm>
              <a:off x="1147" y="2274"/>
              <a:ext cx="1700"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3" name="Line 76">
              <a:extLst>
                <a:ext uri="{FF2B5EF4-FFF2-40B4-BE49-F238E27FC236}">
                  <a16:creationId xmlns:a16="http://schemas.microsoft.com/office/drawing/2014/main" id="{63048EB3-9BEC-36F5-44A2-A2B905DA56CD}"/>
                </a:ext>
              </a:extLst>
            </p:cNvPr>
            <p:cNvSpPr>
              <a:spLocks noChangeShapeType="1"/>
            </p:cNvSpPr>
            <p:nvPr/>
          </p:nvSpPr>
          <p:spPr bwMode="auto">
            <a:xfrm>
              <a:off x="1147" y="2274"/>
              <a:ext cx="0" cy="18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4" name="Line 77">
              <a:extLst>
                <a:ext uri="{FF2B5EF4-FFF2-40B4-BE49-F238E27FC236}">
                  <a16:creationId xmlns:a16="http://schemas.microsoft.com/office/drawing/2014/main" id="{38C07C57-E247-1C2A-C945-69C363ABD17A}"/>
                </a:ext>
              </a:extLst>
            </p:cNvPr>
            <p:cNvSpPr>
              <a:spLocks noChangeShapeType="1"/>
            </p:cNvSpPr>
            <p:nvPr/>
          </p:nvSpPr>
          <p:spPr bwMode="auto">
            <a:xfrm>
              <a:off x="1147" y="2459"/>
              <a:ext cx="184" cy="0"/>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5" name="Line 78">
              <a:extLst>
                <a:ext uri="{FF2B5EF4-FFF2-40B4-BE49-F238E27FC236}">
                  <a16:creationId xmlns:a16="http://schemas.microsoft.com/office/drawing/2014/main" id="{B5DE945B-BD6C-4C8B-27A0-B3AB60CAE641}"/>
                </a:ext>
              </a:extLst>
            </p:cNvPr>
            <p:cNvSpPr>
              <a:spLocks noChangeShapeType="1"/>
            </p:cNvSpPr>
            <p:nvPr/>
          </p:nvSpPr>
          <p:spPr bwMode="auto">
            <a:xfrm flipV="1">
              <a:off x="2600" y="2691"/>
              <a:ext cx="1259" cy="838"/>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6" name="Line 79">
              <a:extLst>
                <a:ext uri="{FF2B5EF4-FFF2-40B4-BE49-F238E27FC236}">
                  <a16:creationId xmlns:a16="http://schemas.microsoft.com/office/drawing/2014/main" id="{E8F7EF64-092F-8970-B974-7A962F4556E7}"/>
                </a:ext>
              </a:extLst>
            </p:cNvPr>
            <p:cNvSpPr>
              <a:spLocks noChangeShapeType="1"/>
            </p:cNvSpPr>
            <p:nvPr/>
          </p:nvSpPr>
          <p:spPr bwMode="auto">
            <a:xfrm flipV="1">
              <a:off x="2618" y="2877"/>
              <a:ext cx="1241" cy="839"/>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7" name="Line 80">
              <a:extLst>
                <a:ext uri="{FF2B5EF4-FFF2-40B4-BE49-F238E27FC236}">
                  <a16:creationId xmlns:a16="http://schemas.microsoft.com/office/drawing/2014/main" id="{5A56EA31-FC68-C989-E847-A568D3A406C1}"/>
                </a:ext>
              </a:extLst>
            </p:cNvPr>
            <p:cNvSpPr>
              <a:spLocks noChangeShapeType="1"/>
            </p:cNvSpPr>
            <p:nvPr/>
          </p:nvSpPr>
          <p:spPr bwMode="auto">
            <a:xfrm flipV="1">
              <a:off x="2618" y="1345"/>
              <a:ext cx="1241" cy="1346"/>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8" name="Line 81">
              <a:extLst>
                <a:ext uri="{FF2B5EF4-FFF2-40B4-BE49-F238E27FC236}">
                  <a16:creationId xmlns:a16="http://schemas.microsoft.com/office/drawing/2014/main" id="{55BC2AB5-6218-7540-5DAB-F89750D96EDF}"/>
                </a:ext>
              </a:extLst>
            </p:cNvPr>
            <p:cNvSpPr>
              <a:spLocks noChangeShapeType="1"/>
            </p:cNvSpPr>
            <p:nvPr/>
          </p:nvSpPr>
          <p:spPr bwMode="auto">
            <a:xfrm flipV="1">
              <a:off x="2618" y="1716"/>
              <a:ext cx="1241" cy="1255"/>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49" name="Text Box 82">
              <a:extLst>
                <a:ext uri="{FF2B5EF4-FFF2-40B4-BE49-F238E27FC236}">
                  <a16:creationId xmlns:a16="http://schemas.microsoft.com/office/drawing/2014/main" id="{A825F198-8724-3A86-F844-75173B3AC5B8}"/>
                </a:ext>
              </a:extLst>
            </p:cNvPr>
            <p:cNvSpPr txBox="1">
              <a:spLocks noChangeArrowheads="1"/>
            </p:cNvSpPr>
            <p:nvPr/>
          </p:nvSpPr>
          <p:spPr bwMode="auto">
            <a:xfrm>
              <a:off x="4088" y="3527"/>
              <a:ext cx="414"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主存</a:t>
              </a:r>
            </a:p>
          </p:txBody>
        </p:sp>
        <p:sp>
          <p:nvSpPr>
            <p:cNvPr id="50" name="Text Box 83">
              <a:extLst>
                <a:ext uri="{FF2B5EF4-FFF2-40B4-BE49-F238E27FC236}">
                  <a16:creationId xmlns:a16="http://schemas.microsoft.com/office/drawing/2014/main" id="{02D4849D-C0DF-2FCA-4898-8F216DF45F23}"/>
                </a:ext>
              </a:extLst>
            </p:cNvPr>
            <p:cNvSpPr txBox="1">
              <a:spLocks noChangeArrowheads="1"/>
            </p:cNvSpPr>
            <p:nvPr/>
          </p:nvSpPr>
          <p:spPr bwMode="auto">
            <a:xfrm>
              <a:off x="1090" y="725"/>
              <a:ext cx="460"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段表</a:t>
              </a:r>
            </a:p>
          </p:txBody>
        </p:sp>
        <p:sp>
          <p:nvSpPr>
            <p:cNvPr id="51" name="Text Box 88">
              <a:extLst>
                <a:ext uri="{FF2B5EF4-FFF2-40B4-BE49-F238E27FC236}">
                  <a16:creationId xmlns:a16="http://schemas.microsoft.com/office/drawing/2014/main" id="{668D0A57-19E5-2EC3-BE21-3BC46B336167}"/>
                </a:ext>
              </a:extLst>
            </p:cNvPr>
            <p:cNvSpPr txBox="1">
              <a:spLocks noChangeArrowheads="1"/>
            </p:cNvSpPr>
            <p:nvPr/>
          </p:nvSpPr>
          <p:spPr bwMode="auto">
            <a:xfrm>
              <a:off x="1648" y="1878"/>
              <a:ext cx="203"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宋体" panose="02010600030101010101" pitchFamily="2" charset="-122"/>
                  <a:sym typeface="MT Extra" panose="05050102010205020202" pitchFamily="18" charset="2"/>
                </a:rPr>
                <a:t>┆</a:t>
              </a:r>
              <a:endParaRPr kumimoji="1" lang="en-US" altLang="zh-CN" sz="1600" b="1">
                <a:solidFill>
                  <a:schemeClr val="tx1"/>
                </a:solidFill>
                <a:latin typeface="Times New Roman" panose="02020603050405020304" pitchFamily="18" charset="0"/>
                <a:sym typeface="MT Extra" panose="05050102010205020202" pitchFamily="18" charset="2"/>
              </a:endParaRPr>
            </a:p>
          </p:txBody>
        </p:sp>
        <p:sp>
          <p:nvSpPr>
            <p:cNvPr id="52" name="Text Box 89">
              <a:extLst>
                <a:ext uri="{FF2B5EF4-FFF2-40B4-BE49-F238E27FC236}">
                  <a16:creationId xmlns:a16="http://schemas.microsoft.com/office/drawing/2014/main" id="{57CC98E0-0AE9-D6E7-9454-C6E8BB24FC42}"/>
                </a:ext>
              </a:extLst>
            </p:cNvPr>
            <p:cNvSpPr txBox="1">
              <a:spLocks noChangeArrowheads="1"/>
            </p:cNvSpPr>
            <p:nvPr/>
          </p:nvSpPr>
          <p:spPr bwMode="auto">
            <a:xfrm>
              <a:off x="4256" y="3057"/>
              <a:ext cx="203"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宋体" panose="02010600030101010101" pitchFamily="2" charset="-122"/>
                  <a:sym typeface="MT Extra" panose="05050102010205020202" pitchFamily="18" charset="2"/>
                </a:rPr>
                <a:t></a:t>
              </a:r>
              <a:endParaRPr kumimoji="1" lang="en-US" altLang="zh-CN" sz="1600" b="1">
                <a:solidFill>
                  <a:schemeClr val="tx1"/>
                </a:solidFill>
                <a:latin typeface="Times New Roman" panose="02020603050405020304" pitchFamily="18" charset="0"/>
                <a:sym typeface="MT Extra" panose="05050102010205020202" pitchFamily="18" charset="2"/>
              </a:endParaRPr>
            </a:p>
          </p:txBody>
        </p:sp>
        <p:sp>
          <p:nvSpPr>
            <p:cNvPr id="53" name="Text Box 91">
              <a:extLst>
                <a:ext uri="{FF2B5EF4-FFF2-40B4-BE49-F238E27FC236}">
                  <a16:creationId xmlns:a16="http://schemas.microsoft.com/office/drawing/2014/main" id="{49712463-5079-0FE8-1C33-F3D2C254B8A6}"/>
                </a:ext>
              </a:extLst>
            </p:cNvPr>
            <p:cNvSpPr txBox="1">
              <a:spLocks noChangeArrowheads="1"/>
            </p:cNvSpPr>
            <p:nvPr/>
          </p:nvSpPr>
          <p:spPr bwMode="auto">
            <a:xfrm>
              <a:off x="1461" y="2640"/>
              <a:ext cx="19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0</a:t>
              </a:r>
            </a:p>
          </p:txBody>
        </p:sp>
        <p:grpSp>
          <p:nvGrpSpPr>
            <p:cNvPr id="54" name="Group 95">
              <a:extLst>
                <a:ext uri="{FF2B5EF4-FFF2-40B4-BE49-F238E27FC236}">
                  <a16:creationId xmlns:a16="http://schemas.microsoft.com/office/drawing/2014/main" id="{7668225F-6233-9DE9-262C-13AECDF99F2A}"/>
                </a:ext>
              </a:extLst>
            </p:cNvPr>
            <p:cNvGrpSpPr>
              <a:grpSpLocks/>
            </p:cNvGrpSpPr>
            <p:nvPr/>
          </p:nvGrpSpPr>
          <p:grpSpPr bwMode="auto">
            <a:xfrm>
              <a:off x="963" y="3077"/>
              <a:ext cx="1655" cy="975"/>
              <a:chOff x="956" y="3066"/>
              <a:chExt cx="1615" cy="932"/>
            </a:xfrm>
          </p:grpSpPr>
          <p:sp>
            <p:nvSpPr>
              <p:cNvPr id="56" name="Rectangle 62">
                <a:extLst>
                  <a:ext uri="{FF2B5EF4-FFF2-40B4-BE49-F238E27FC236}">
                    <a16:creationId xmlns:a16="http://schemas.microsoft.com/office/drawing/2014/main" id="{88C005A7-8BAC-BE2D-C4B6-457EE89D3C9D}"/>
                  </a:ext>
                </a:extLst>
              </p:cNvPr>
              <p:cNvSpPr>
                <a:spLocks noChangeArrowheads="1"/>
              </p:cNvSpPr>
              <p:nvPr/>
            </p:nvSpPr>
            <p:spPr bwMode="auto">
              <a:xfrm>
                <a:off x="1315" y="3243"/>
                <a:ext cx="1256" cy="755"/>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57" name="Text Box 64">
                <a:extLst>
                  <a:ext uri="{FF2B5EF4-FFF2-40B4-BE49-F238E27FC236}">
                    <a16:creationId xmlns:a16="http://schemas.microsoft.com/office/drawing/2014/main" id="{7F6D47AB-C77B-5181-3C90-6F6E292862D1}"/>
                  </a:ext>
                </a:extLst>
              </p:cNvPr>
              <p:cNvSpPr txBox="1">
                <a:spLocks noChangeArrowheads="1"/>
              </p:cNvSpPr>
              <p:nvPr/>
            </p:nvSpPr>
            <p:spPr bwMode="auto">
              <a:xfrm>
                <a:off x="1423" y="3598"/>
                <a:ext cx="190"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a:t>
                </a:r>
              </a:p>
            </p:txBody>
          </p:sp>
          <p:sp>
            <p:nvSpPr>
              <p:cNvPr id="58" name="Text Box 65">
                <a:extLst>
                  <a:ext uri="{FF2B5EF4-FFF2-40B4-BE49-F238E27FC236}">
                    <a16:creationId xmlns:a16="http://schemas.microsoft.com/office/drawing/2014/main" id="{243DE4C3-CBB5-554C-9850-0652A92F032D}"/>
                  </a:ext>
                </a:extLst>
              </p:cNvPr>
              <p:cNvSpPr txBox="1">
                <a:spLocks noChangeArrowheads="1"/>
              </p:cNvSpPr>
              <p:nvPr/>
            </p:nvSpPr>
            <p:spPr bwMode="auto">
              <a:xfrm>
                <a:off x="2167" y="3243"/>
                <a:ext cx="404"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块号</a:t>
                </a:r>
              </a:p>
            </p:txBody>
          </p:sp>
          <p:sp>
            <p:nvSpPr>
              <p:cNvPr id="59" name="Line 66">
                <a:extLst>
                  <a:ext uri="{FF2B5EF4-FFF2-40B4-BE49-F238E27FC236}">
                    <a16:creationId xmlns:a16="http://schemas.microsoft.com/office/drawing/2014/main" id="{FA66D77E-12BF-BEC5-20C3-17E88AB45378}"/>
                  </a:ext>
                </a:extLst>
              </p:cNvPr>
              <p:cNvSpPr>
                <a:spLocks noChangeShapeType="1"/>
              </p:cNvSpPr>
              <p:nvPr/>
            </p:nvSpPr>
            <p:spPr bwMode="auto">
              <a:xfrm>
                <a:off x="1315" y="3421"/>
                <a:ext cx="125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0" name="Line 67">
                <a:extLst>
                  <a:ext uri="{FF2B5EF4-FFF2-40B4-BE49-F238E27FC236}">
                    <a16:creationId xmlns:a16="http://schemas.microsoft.com/office/drawing/2014/main" id="{3979AF79-4F71-31C4-F463-8B9041F0F4B3}"/>
                  </a:ext>
                </a:extLst>
              </p:cNvPr>
              <p:cNvSpPr>
                <a:spLocks noChangeShapeType="1"/>
              </p:cNvSpPr>
              <p:nvPr/>
            </p:nvSpPr>
            <p:spPr bwMode="auto">
              <a:xfrm>
                <a:off x="1315" y="3598"/>
                <a:ext cx="125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1" name="Text Box 68">
                <a:extLst>
                  <a:ext uri="{FF2B5EF4-FFF2-40B4-BE49-F238E27FC236}">
                    <a16:creationId xmlns:a16="http://schemas.microsoft.com/office/drawing/2014/main" id="{4C47B33E-E96E-682A-BD93-10663DFA89C1}"/>
                  </a:ext>
                </a:extLst>
              </p:cNvPr>
              <p:cNvSpPr txBox="1">
                <a:spLocks noChangeArrowheads="1"/>
              </p:cNvSpPr>
              <p:nvPr/>
            </p:nvSpPr>
            <p:spPr bwMode="auto">
              <a:xfrm>
                <a:off x="1719" y="3243"/>
                <a:ext cx="403"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其他</a:t>
                </a:r>
              </a:p>
            </p:txBody>
          </p:sp>
          <p:sp>
            <p:nvSpPr>
              <p:cNvPr id="62" name="Text Box 69">
                <a:extLst>
                  <a:ext uri="{FF2B5EF4-FFF2-40B4-BE49-F238E27FC236}">
                    <a16:creationId xmlns:a16="http://schemas.microsoft.com/office/drawing/2014/main" id="{20826D76-F598-CE4F-3A52-6EBBC8279D07}"/>
                  </a:ext>
                </a:extLst>
              </p:cNvPr>
              <p:cNvSpPr txBox="1">
                <a:spLocks noChangeArrowheads="1"/>
              </p:cNvSpPr>
              <p:nvPr/>
            </p:nvSpPr>
            <p:spPr bwMode="auto">
              <a:xfrm>
                <a:off x="1315" y="3066"/>
                <a:ext cx="718"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1</a:t>
                </a:r>
                <a:r>
                  <a:rPr kumimoji="1" lang="zh-CN" altLang="en-US" sz="1600" b="1">
                    <a:solidFill>
                      <a:schemeClr val="tx1"/>
                    </a:solidFill>
                    <a:latin typeface="Times New Roman" panose="02020603050405020304" pitchFamily="18" charset="0"/>
                  </a:rPr>
                  <a:t>段页表</a:t>
                </a:r>
              </a:p>
            </p:txBody>
          </p:sp>
          <p:sp>
            <p:nvSpPr>
              <p:cNvPr id="63" name="Line 72">
                <a:extLst>
                  <a:ext uri="{FF2B5EF4-FFF2-40B4-BE49-F238E27FC236}">
                    <a16:creationId xmlns:a16="http://schemas.microsoft.com/office/drawing/2014/main" id="{D9431C0F-E11D-671B-407A-EBCDF5BAE214}"/>
                  </a:ext>
                </a:extLst>
              </p:cNvPr>
              <p:cNvSpPr>
                <a:spLocks noChangeShapeType="1"/>
              </p:cNvSpPr>
              <p:nvPr/>
            </p:nvSpPr>
            <p:spPr bwMode="auto">
              <a:xfrm>
                <a:off x="956" y="3243"/>
                <a:ext cx="359" cy="0"/>
              </a:xfrm>
              <a:prstGeom prst="line">
                <a:avLst/>
              </a:prstGeom>
              <a:noFill/>
              <a:ln w="19050">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4" name="Line 84">
                <a:extLst>
                  <a:ext uri="{FF2B5EF4-FFF2-40B4-BE49-F238E27FC236}">
                    <a16:creationId xmlns:a16="http://schemas.microsoft.com/office/drawing/2014/main" id="{945506DD-157A-D6E0-0362-37F963885C5A}"/>
                  </a:ext>
                </a:extLst>
              </p:cNvPr>
              <p:cNvSpPr>
                <a:spLocks noChangeShapeType="1"/>
              </p:cNvSpPr>
              <p:nvPr/>
            </p:nvSpPr>
            <p:spPr bwMode="auto">
              <a:xfrm>
                <a:off x="1315" y="3776"/>
                <a:ext cx="1256"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5" name="Line 85">
                <a:extLst>
                  <a:ext uri="{FF2B5EF4-FFF2-40B4-BE49-F238E27FC236}">
                    <a16:creationId xmlns:a16="http://schemas.microsoft.com/office/drawing/2014/main" id="{62ED3898-92EE-F1D3-99E9-B36F84C9CFA1}"/>
                  </a:ext>
                </a:extLst>
              </p:cNvPr>
              <p:cNvSpPr>
                <a:spLocks noChangeShapeType="1"/>
              </p:cNvSpPr>
              <p:nvPr/>
            </p:nvSpPr>
            <p:spPr bwMode="auto">
              <a:xfrm>
                <a:off x="1719" y="3243"/>
                <a:ext cx="0" cy="7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6" name="Line 86">
                <a:extLst>
                  <a:ext uri="{FF2B5EF4-FFF2-40B4-BE49-F238E27FC236}">
                    <a16:creationId xmlns:a16="http://schemas.microsoft.com/office/drawing/2014/main" id="{1888495A-5AEA-30EE-30C3-702694EE4429}"/>
                  </a:ext>
                </a:extLst>
              </p:cNvPr>
              <p:cNvSpPr>
                <a:spLocks noChangeShapeType="1"/>
              </p:cNvSpPr>
              <p:nvPr/>
            </p:nvSpPr>
            <p:spPr bwMode="auto">
              <a:xfrm>
                <a:off x="2122" y="3243"/>
                <a:ext cx="0" cy="75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sp>
            <p:nvSpPr>
              <p:cNvPr id="67" name="Text Box 87">
                <a:extLst>
                  <a:ext uri="{FF2B5EF4-FFF2-40B4-BE49-F238E27FC236}">
                    <a16:creationId xmlns:a16="http://schemas.microsoft.com/office/drawing/2014/main" id="{EA5F8D4F-F2F3-D385-13A9-E4153A61CD11}"/>
                  </a:ext>
                </a:extLst>
              </p:cNvPr>
              <p:cNvSpPr txBox="1">
                <a:spLocks noChangeArrowheads="1"/>
              </p:cNvSpPr>
              <p:nvPr/>
            </p:nvSpPr>
            <p:spPr bwMode="auto">
              <a:xfrm>
                <a:off x="1423" y="3820"/>
                <a:ext cx="190"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2</a:t>
                </a:r>
              </a:p>
            </p:txBody>
          </p:sp>
          <p:sp>
            <p:nvSpPr>
              <p:cNvPr id="68" name="Text Box 92">
                <a:extLst>
                  <a:ext uri="{FF2B5EF4-FFF2-40B4-BE49-F238E27FC236}">
                    <a16:creationId xmlns:a16="http://schemas.microsoft.com/office/drawing/2014/main" id="{7462C8BF-35DD-491C-52DE-CBF3481D3EC4}"/>
                  </a:ext>
                </a:extLst>
              </p:cNvPr>
              <p:cNvSpPr txBox="1">
                <a:spLocks noChangeArrowheads="1"/>
              </p:cNvSpPr>
              <p:nvPr/>
            </p:nvSpPr>
            <p:spPr bwMode="auto">
              <a:xfrm>
                <a:off x="1353" y="3233"/>
                <a:ext cx="393"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zh-CN" altLang="en-US" sz="1600" b="1">
                    <a:solidFill>
                      <a:schemeClr val="tx1"/>
                    </a:solidFill>
                    <a:latin typeface="Times New Roman" panose="02020603050405020304" pitchFamily="18" charset="0"/>
                  </a:rPr>
                  <a:t>页号</a:t>
                </a:r>
              </a:p>
            </p:txBody>
          </p:sp>
          <p:sp>
            <p:nvSpPr>
              <p:cNvPr id="69" name="Text Box 93">
                <a:extLst>
                  <a:ext uri="{FF2B5EF4-FFF2-40B4-BE49-F238E27FC236}">
                    <a16:creationId xmlns:a16="http://schemas.microsoft.com/office/drawing/2014/main" id="{F846946D-E68B-1791-5666-EDD10296CABD}"/>
                  </a:ext>
                </a:extLst>
              </p:cNvPr>
              <p:cNvSpPr txBox="1">
                <a:spLocks noChangeArrowheads="1"/>
              </p:cNvSpPr>
              <p:nvPr/>
            </p:nvSpPr>
            <p:spPr bwMode="auto">
              <a:xfrm>
                <a:off x="1424" y="3415"/>
                <a:ext cx="19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algn="just" eaLnBrk="1" hangingPunct="1">
                  <a:lnSpc>
                    <a:spcPct val="100000"/>
                  </a:lnSpc>
                  <a:spcBef>
                    <a:spcPct val="0"/>
                  </a:spcBef>
                  <a:buClrTx/>
                  <a:buSzTx/>
                  <a:buFontTx/>
                  <a:buNone/>
                </a:pPr>
                <a:r>
                  <a:rPr kumimoji="1" lang="en-US" altLang="zh-CN" sz="1600" b="1">
                    <a:solidFill>
                      <a:schemeClr val="tx1"/>
                    </a:solidFill>
                    <a:latin typeface="Times New Roman" panose="02020603050405020304" pitchFamily="18" charset="0"/>
                  </a:rPr>
                  <a:t>0</a:t>
                </a:r>
              </a:p>
            </p:txBody>
          </p:sp>
        </p:grpSp>
        <p:sp>
          <p:nvSpPr>
            <p:cNvPr id="55" name="Line 97">
              <a:extLst>
                <a:ext uri="{FF2B5EF4-FFF2-40B4-BE49-F238E27FC236}">
                  <a16:creationId xmlns:a16="http://schemas.microsoft.com/office/drawing/2014/main" id="{4B45924E-038F-2B75-9C0B-3AF2E62F7E86}"/>
                </a:ext>
              </a:extLst>
            </p:cNvPr>
            <p:cNvSpPr>
              <a:spLocks noChangeShapeType="1"/>
            </p:cNvSpPr>
            <p:nvPr/>
          </p:nvSpPr>
          <p:spPr bwMode="auto">
            <a:xfrm>
              <a:off x="1111" y="1232"/>
              <a:ext cx="1517" cy="0"/>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ctr" eaLnBrk="1" hangingPunct="1">
                <a:lnSpc>
                  <a:spcPct val="120000"/>
                </a:lnSpc>
                <a:buClr>
                  <a:schemeClr val="tx2"/>
                </a:buClr>
                <a:buSzPct val="95000"/>
                <a:buFont typeface="Wingdings" panose="05000000000000000000" pitchFamily="2" charset="2"/>
                <a:buChar char="Ø"/>
                <a:defRPr/>
              </a:pPr>
              <a:endParaRPr lang="zh-CN" altLang="en-US" b="1">
                <a:effectLst>
                  <a:outerShdw blurRad="38100" dist="38100" dir="2700000" algn="tl">
                    <a:srgbClr val="000000">
                      <a:alpha val="43137"/>
                    </a:srgbClr>
                  </a:outerShdw>
                </a:effectLst>
              </a:endParaRPr>
            </a:p>
          </p:txBody>
        </p:sp>
      </p:grpSp>
      <p:sp>
        <p:nvSpPr>
          <p:cNvPr id="70" name="Text Box 100">
            <a:extLst>
              <a:ext uri="{FF2B5EF4-FFF2-40B4-BE49-F238E27FC236}">
                <a16:creationId xmlns:a16="http://schemas.microsoft.com/office/drawing/2014/main" id="{E5811F8B-DD6C-D21F-1CEC-2C8588DC7E32}"/>
              </a:ext>
            </a:extLst>
          </p:cNvPr>
          <p:cNvSpPr txBox="1">
            <a:spLocks noChangeArrowheads="1"/>
          </p:cNvSpPr>
          <p:nvPr/>
        </p:nvSpPr>
        <p:spPr bwMode="auto">
          <a:xfrm>
            <a:off x="5666441" y="6226809"/>
            <a:ext cx="3870325" cy="33655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30000"/>
              </a:spcBef>
              <a:buClr>
                <a:schemeClr val="tx2"/>
              </a:buClr>
              <a:buSzPct val="95000"/>
              <a:buFont typeface="Wingdings" panose="05000000000000000000" pitchFamily="2" charset="2"/>
              <a:buBlip>
                <a:blip r:embed="rId2"/>
              </a:buBlip>
              <a:defRPr sz="3200">
                <a:solidFill>
                  <a:schemeClr val="bg2"/>
                </a:solidFill>
                <a:latin typeface="Arial" panose="020B0604020202020204" pitchFamily="34" charset="0"/>
              </a:defRPr>
            </a:lvl1pPr>
            <a:lvl2pPr marL="742950" indent="-285750">
              <a:lnSpc>
                <a:spcPct val="90000"/>
              </a:lnSpc>
              <a:spcBef>
                <a:spcPct val="30000"/>
              </a:spcBef>
              <a:buClr>
                <a:schemeClr val="tx2"/>
              </a:buClr>
              <a:buSzPct val="95000"/>
              <a:buFont typeface="Wingdings" panose="05000000000000000000" pitchFamily="2" charset="2"/>
              <a:buBlip>
                <a:blip r:embed="rId2"/>
              </a:buBlip>
              <a:defRPr sz="2800">
                <a:solidFill>
                  <a:schemeClr val="bg2"/>
                </a:solidFill>
                <a:latin typeface="Arial" panose="020B0604020202020204" pitchFamily="34" charset="0"/>
              </a:defRPr>
            </a:lvl2pPr>
            <a:lvl3pPr marL="1143000" indent="-228600">
              <a:lnSpc>
                <a:spcPct val="90000"/>
              </a:lnSpc>
              <a:spcBef>
                <a:spcPct val="30000"/>
              </a:spcBef>
              <a:buClr>
                <a:schemeClr val="tx2"/>
              </a:buClr>
              <a:buSzPct val="95000"/>
              <a:buFont typeface="Wingdings" panose="05000000000000000000" pitchFamily="2" charset="2"/>
              <a:buBlip>
                <a:blip r:embed="rId2"/>
              </a:buBlip>
              <a:defRPr sz="2400">
                <a:solidFill>
                  <a:schemeClr val="bg2"/>
                </a:solidFill>
                <a:latin typeface="Arial" panose="020B0604020202020204" pitchFamily="34" charset="0"/>
              </a:defRPr>
            </a:lvl3pPr>
            <a:lvl4pPr marL="16002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4pPr>
            <a:lvl5pPr marL="2057400" indent="-228600">
              <a:lnSpc>
                <a:spcPct val="90000"/>
              </a:lnSpc>
              <a:spcBef>
                <a:spcPct val="30000"/>
              </a:spcBef>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5pPr>
            <a:lvl6pPr marL="25146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6pPr>
            <a:lvl7pPr marL="29718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7pPr>
            <a:lvl8pPr marL="34290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8pPr>
            <a:lvl9pPr marL="3886200" indent="-228600" eaLnBrk="0" fontAlgn="base" hangingPunct="0">
              <a:lnSpc>
                <a:spcPct val="90000"/>
              </a:lnSpc>
              <a:spcBef>
                <a:spcPct val="30000"/>
              </a:spcBef>
              <a:spcAft>
                <a:spcPct val="0"/>
              </a:spcAft>
              <a:buClr>
                <a:schemeClr val="tx2"/>
              </a:buClr>
              <a:buSzPct val="95000"/>
              <a:buFont typeface="Wingdings" panose="05000000000000000000" pitchFamily="2" charset="2"/>
              <a:buBlip>
                <a:blip r:embed="rId2"/>
              </a:buBlip>
              <a:defRPr sz="2000">
                <a:solidFill>
                  <a:schemeClr val="bg2"/>
                </a:solidFill>
                <a:latin typeface="Arial" panose="020B0604020202020204" pitchFamily="34" charset="0"/>
              </a:defRPr>
            </a:lvl9pPr>
          </a:lstStyle>
          <a:p>
            <a:pPr eaLnBrk="1" hangingPunct="1">
              <a:lnSpc>
                <a:spcPct val="100000"/>
              </a:lnSpc>
              <a:buClrTx/>
              <a:buSzTx/>
              <a:buFontTx/>
              <a:buNone/>
            </a:pPr>
            <a:r>
              <a:rPr kumimoji="1" lang="zh-CN" altLang="en-US" sz="1600" b="0">
                <a:solidFill>
                  <a:schemeClr val="tx1"/>
                </a:solidFill>
                <a:latin typeface="Times New Roman" panose="02020603050405020304" pitchFamily="18" charset="0"/>
              </a:rPr>
              <a:t>段页式管理中的段表、页表和主存的关系</a:t>
            </a:r>
          </a:p>
        </p:txBody>
      </p:sp>
    </p:spTree>
    <p:extLst>
      <p:ext uri="{BB962C8B-B14F-4D97-AF65-F5344CB8AC3E}">
        <p14:creationId xmlns:p14="http://schemas.microsoft.com/office/powerpoint/2010/main" val="37118029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小结</a:t>
            </a:r>
          </a:p>
        </p:txBody>
      </p:sp>
      <p:sp>
        <p:nvSpPr>
          <p:cNvPr id="4" name="内容占位符 2">
            <a:extLst>
              <a:ext uri="{FF2B5EF4-FFF2-40B4-BE49-F238E27FC236}">
                <a16:creationId xmlns:a16="http://schemas.microsoft.com/office/drawing/2014/main" id="{8C23871E-7423-5148-EC51-DA401DF4AB3B}"/>
              </a:ext>
            </a:extLst>
          </p:cNvPr>
          <p:cNvSpPr>
            <a:spLocks noGrp="1"/>
          </p:cNvSpPr>
          <p:nvPr>
            <p:ph idx="1"/>
          </p:nvPr>
        </p:nvSpPr>
        <p:spPr>
          <a:xfrm>
            <a:off x="487822" y="836539"/>
            <a:ext cx="11296078" cy="5855423"/>
          </a:xfrm>
        </p:spPr>
        <p:txBody>
          <a:bodyPr/>
          <a:lstStyle/>
          <a:p>
            <a:pPr>
              <a:lnSpc>
                <a:spcPct val="125000"/>
              </a:lnSpc>
            </a:pPr>
            <a:r>
              <a:rPr lang="zh-CN" altLang="en-US" dirty="0"/>
              <a:t>基本概念</a:t>
            </a:r>
          </a:p>
          <a:p>
            <a:pPr lvl="1">
              <a:lnSpc>
                <a:spcPct val="125000"/>
              </a:lnSpc>
            </a:pPr>
            <a:r>
              <a:rPr lang="zh-CN" altLang="en-US" dirty="0"/>
              <a:t>虚、实分离</a:t>
            </a:r>
          </a:p>
          <a:p>
            <a:pPr lvl="2">
              <a:lnSpc>
                <a:spcPct val="125000"/>
              </a:lnSpc>
            </a:pPr>
            <a:r>
              <a:rPr lang="zh-CN" altLang="en-US" dirty="0"/>
              <a:t>逻辑地址  作业地址空间</a:t>
            </a:r>
          </a:p>
          <a:p>
            <a:pPr lvl="2">
              <a:lnSpc>
                <a:spcPct val="125000"/>
              </a:lnSpc>
            </a:pPr>
            <a:r>
              <a:rPr lang="zh-CN" altLang="en-US" dirty="0"/>
              <a:t>物理地址  存储空间</a:t>
            </a:r>
          </a:p>
          <a:p>
            <a:pPr lvl="1">
              <a:lnSpc>
                <a:spcPct val="125000"/>
              </a:lnSpc>
            </a:pPr>
            <a:r>
              <a:rPr lang="zh-CN" altLang="en-US" dirty="0"/>
              <a:t>地址映射</a:t>
            </a:r>
          </a:p>
          <a:p>
            <a:pPr lvl="2">
              <a:lnSpc>
                <a:spcPct val="125000"/>
              </a:lnSpc>
            </a:pPr>
            <a:r>
              <a:rPr lang="zh-CN" altLang="en-US" dirty="0"/>
              <a:t>定义</a:t>
            </a:r>
          </a:p>
          <a:p>
            <a:pPr lvl="2">
              <a:lnSpc>
                <a:spcPct val="125000"/>
              </a:lnSpc>
            </a:pPr>
            <a:r>
              <a:rPr lang="zh-CN" altLang="en-US" dirty="0"/>
              <a:t>类型</a:t>
            </a:r>
            <a:r>
              <a:rPr lang="en-US" altLang="zh-CN" dirty="0"/>
              <a:t>——</a:t>
            </a:r>
            <a:r>
              <a:rPr lang="zh-CN" altLang="en-US" dirty="0"/>
              <a:t>静态地址重定位   定义  实现</a:t>
            </a:r>
          </a:p>
          <a:p>
            <a:pPr marL="914400" lvl="2" indent="0">
              <a:lnSpc>
                <a:spcPct val="125000"/>
              </a:lnSpc>
              <a:buNone/>
            </a:pPr>
            <a:r>
              <a:rPr lang="en-US" altLang="zh-CN" dirty="0"/>
              <a:t>	     </a:t>
            </a:r>
            <a:r>
              <a:rPr lang="zh-CN" altLang="en-US" dirty="0"/>
              <a:t>动态地址重定位   定义  实现</a:t>
            </a:r>
          </a:p>
          <a:p>
            <a:pPr lvl="1">
              <a:lnSpc>
                <a:spcPct val="125000"/>
              </a:lnSpc>
            </a:pPr>
            <a:r>
              <a:rPr lang="zh-CN" altLang="en-US" dirty="0"/>
              <a:t>虚存</a:t>
            </a:r>
          </a:p>
          <a:p>
            <a:pPr lvl="1">
              <a:lnSpc>
                <a:spcPct val="125000"/>
              </a:lnSpc>
            </a:pPr>
            <a:r>
              <a:rPr lang="zh-CN" altLang="en-US" dirty="0"/>
              <a:t>存储保护</a:t>
            </a:r>
          </a:p>
          <a:p>
            <a:pPr lvl="2">
              <a:lnSpc>
                <a:spcPct val="125000"/>
              </a:lnSpc>
            </a:pPr>
            <a:r>
              <a:rPr lang="zh-CN" altLang="en-US" dirty="0"/>
              <a:t>定义</a:t>
            </a:r>
          </a:p>
          <a:p>
            <a:pPr lvl="2">
              <a:lnSpc>
                <a:spcPct val="125000"/>
              </a:lnSpc>
            </a:pPr>
            <a:r>
              <a:rPr lang="zh-CN" altLang="en-US" dirty="0"/>
              <a:t>界地址保护的实现方法</a:t>
            </a:r>
          </a:p>
          <a:p>
            <a:pPr>
              <a:lnSpc>
                <a:spcPct val="125000"/>
              </a:lnSpc>
            </a:pPr>
            <a:endParaRPr lang="zh-CN" altLang="en-US" dirty="0"/>
          </a:p>
        </p:txBody>
      </p:sp>
    </p:spTree>
    <p:extLst>
      <p:ext uri="{BB962C8B-B14F-4D97-AF65-F5344CB8AC3E}">
        <p14:creationId xmlns:p14="http://schemas.microsoft.com/office/powerpoint/2010/main" val="41541799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小结</a:t>
            </a:r>
          </a:p>
        </p:txBody>
      </p:sp>
      <p:sp>
        <p:nvSpPr>
          <p:cNvPr id="4" name="内容占位符 2">
            <a:extLst>
              <a:ext uri="{FF2B5EF4-FFF2-40B4-BE49-F238E27FC236}">
                <a16:creationId xmlns:a16="http://schemas.microsoft.com/office/drawing/2014/main" id="{34506019-28B6-D56B-8130-7E8DB21B343C}"/>
              </a:ext>
            </a:extLst>
          </p:cNvPr>
          <p:cNvSpPr>
            <a:spLocks noGrp="1"/>
          </p:cNvSpPr>
          <p:nvPr>
            <p:ph idx="1"/>
          </p:nvPr>
        </p:nvSpPr>
        <p:spPr>
          <a:xfrm>
            <a:off x="487822" y="836539"/>
            <a:ext cx="11296078" cy="5855423"/>
          </a:xfrm>
        </p:spPr>
        <p:txBody>
          <a:bodyPr/>
          <a:lstStyle/>
          <a:p>
            <a:r>
              <a:rPr lang="zh-CN" altLang="en-US" dirty="0"/>
              <a:t>分区存储管理</a:t>
            </a:r>
          </a:p>
          <a:p>
            <a:pPr lvl="1"/>
            <a:r>
              <a:rPr lang="zh-CN" altLang="en-US" dirty="0"/>
              <a:t>分区分配中的数据结构</a:t>
            </a:r>
          </a:p>
          <a:p>
            <a:pPr lvl="2"/>
            <a:r>
              <a:rPr lang="zh-CN" altLang="en-US" dirty="0"/>
              <a:t>空闲区队列结构</a:t>
            </a:r>
          </a:p>
          <a:p>
            <a:pPr lvl="1"/>
            <a:r>
              <a:rPr lang="zh-CN" altLang="en-US" dirty="0"/>
              <a:t>放置策略</a:t>
            </a:r>
          </a:p>
          <a:p>
            <a:pPr lvl="2"/>
            <a:r>
              <a:rPr lang="zh-CN" altLang="en-US" dirty="0"/>
              <a:t>首次适应算法、最佳适应算法、最坏适应算法的定义、特点</a:t>
            </a:r>
          </a:p>
          <a:p>
            <a:pPr lvl="2"/>
            <a:r>
              <a:rPr lang="zh-CN" altLang="en-US" dirty="0"/>
              <a:t>三种放置策略的讨论</a:t>
            </a:r>
          </a:p>
          <a:p>
            <a:pPr lvl="1"/>
            <a:r>
              <a:rPr lang="zh-CN" altLang="en-US" dirty="0"/>
              <a:t>分区的缺点及解决</a:t>
            </a:r>
          </a:p>
          <a:p>
            <a:pPr lvl="2"/>
            <a:r>
              <a:rPr lang="zh-CN" altLang="en-US" dirty="0"/>
              <a:t>碎片与</a:t>
            </a:r>
            <a:r>
              <a:rPr lang="zh-CN" altLang="en-US" dirty="0" smtClean="0"/>
              <a:t>拼接</a:t>
            </a:r>
            <a:endParaRPr lang="zh-CN" altLang="en-US" dirty="0"/>
          </a:p>
        </p:txBody>
      </p:sp>
    </p:spTree>
    <p:extLst>
      <p:ext uri="{BB962C8B-B14F-4D97-AF65-F5344CB8AC3E}">
        <p14:creationId xmlns:p14="http://schemas.microsoft.com/office/powerpoint/2010/main" val="39872389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小结</a:t>
            </a:r>
          </a:p>
        </p:txBody>
      </p:sp>
      <p:sp>
        <p:nvSpPr>
          <p:cNvPr id="5" name="内容占位符 2">
            <a:extLst>
              <a:ext uri="{FF2B5EF4-FFF2-40B4-BE49-F238E27FC236}">
                <a16:creationId xmlns:a16="http://schemas.microsoft.com/office/drawing/2014/main" id="{15AC5E22-DF8D-0E4D-4B2F-51FDBBD5EB6F}"/>
              </a:ext>
            </a:extLst>
          </p:cNvPr>
          <p:cNvSpPr>
            <a:spLocks noGrp="1"/>
          </p:cNvSpPr>
          <p:nvPr>
            <p:ph idx="1"/>
          </p:nvPr>
        </p:nvSpPr>
        <p:spPr>
          <a:xfrm>
            <a:off x="487822" y="836539"/>
            <a:ext cx="11296078" cy="5855423"/>
          </a:xfrm>
        </p:spPr>
        <p:txBody>
          <a:bodyPr/>
          <a:lstStyle/>
          <a:p>
            <a:pPr>
              <a:lnSpc>
                <a:spcPct val="125000"/>
              </a:lnSpc>
            </a:pPr>
            <a:r>
              <a:rPr lang="zh-CN" altLang="en-US" dirty="0"/>
              <a:t>页式存储管理</a:t>
            </a:r>
          </a:p>
          <a:p>
            <a:pPr lvl="1">
              <a:lnSpc>
                <a:spcPct val="125000"/>
              </a:lnSpc>
            </a:pPr>
            <a:r>
              <a:rPr lang="zh-CN" altLang="en-US" dirty="0"/>
              <a:t>页式地址变换</a:t>
            </a:r>
          </a:p>
          <a:p>
            <a:pPr lvl="2">
              <a:lnSpc>
                <a:spcPct val="125000"/>
              </a:lnSpc>
            </a:pPr>
            <a:r>
              <a:rPr lang="zh-CN" altLang="en-US" dirty="0"/>
              <a:t>页表   虚地址结构</a:t>
            </a:r>
          </a:p>
          <a:p>
            <a:pPr lvl="2">
              <a:lnSpc>
                <a:spcPct val="125000"/>
              </a:lnSpc>
            </a:pPr>
            <a:r>
              <a:rPr lang="zh-CN" altLang="en-US" dirty="0"/>
              <a:t>页式地址变换过程</a:t>
            </a:r>
          </a:p>
          <a:p>
            <a:pPr lvl="1">
              <a:lnSpc>
                <a:spcPct val="125000"/>
              </a:lnSpc>
            </a:pPr>
            <a:r>
              <a:rPr lang="zh-CN" altLang="en-US" dirty="0"/>
              <a:t>请调策略</a:t>
            </a:r>
          </a:p>
          <a:p>
            <a:pPr lvl="2">
              <a:lnSpc>
                <a:spcPct val="125000"/>
              </a:lnSpc>
            </a:pPr>
            <a:r>
              <a:rPr lang="zh-CN" altLang="en-US" dirty="0"/>
              <a:t>扩充页表功能 </a:t>
            </a:r>
            <a:r>
              <a:rPr lang="en-US" altLang="zh-CN" dirty="0"/>
              <a:t>—— </a:t>
            </a:r>
            <a:r>
              <a:rPr lang="zh-CN" altLang="en-US" dirty="0"/>
              <a:t>中断位  辅存地址</a:t>
            </a:r>
          </a:p>
          <a:p>
            <a:pPr lvl="2">
              <a:lnSpc>
                <a:spcPct val="125000"/>
              </a:lnSpc>
            </a:pPr>
            <a:r>
              <a:rPr lang="zh-CN" altLang="en-US" dirty="0"/>
              <a:t>缺页处理</a:t>
            </a:r>
          </a:p>
          <a:p>
            <a:pPr lvl="1">
              <a:lnSpc>
                <a:spcPct val="125000"/>
              </a:lnSpc>
            </a:pPr>
            <a:r>
              <a:rPr lang="zh-CN" altLang="en-US" dirty="0"/>
              <a:t>淘汰策略</a:t>
            </a:r>
          </a:p>
          <a:p>
            <a:pPr lvl="2">
              <a:lnSpc>
                <a:spcPct val="125000"/>
              </a:lnSpc>
            </a:pPr>
            <a:r>
              <a:rPr lang="zh-CN" altLang="en-US" dirty="0"/>
              <a:t>扩充页表功能 </a:t>
            </a:r>
            <a:r>
              <a:rPr lang="en-US" altLang="zh-CN" dirty="0"/>
              <a:t>—— </a:t>
            </a:r>
            <a:r>
              <a:rPr lang="zh-CN" altLang="en-US" dirty="0"/>
              <a:t>引用位 改变位</a:t>
            </a:r>
          </a:p>
          <a:p>
            <a:pPr lvl="2">
              <a:lnSpc>
                <a:spcPct val="125000"/>
              </a:lnSpc>
            </a:pPr>
            <a:r>
              <a:rPr lang="zh-CN" altLang="en-US" dirty="0"/>
              <a:t>抖动</a:t>
            </a:r>
          </a:p>
          <a:p>
            <a:pPr lvl="2">
              <a:lnSpc>
                <a:spcPct val="125000"/>
              </a:lnSpc>
            </a:pPr>
            <a:r>
              <a:rPr lang="zh-CN" altLang="en-US" dirty="0"/>
              <a:t>置换算法</a:t>
            </a:r>
          </a:p>
          <a:p>
            <a:pPr lvl="3">
              <a:lnSpc>
                <a:spcPct val="125000"/>
              </a:lnSpc>
            </a:pPr>
            <a:r>
              <a:rPr lang="zh-CN" altLang="en-US" dirty="0"/>
              <a:t>定义  </a:t>
            </a:r>
          </a:p>
          <a:p>
            <a:pPr lvl="3">
              <a:lnSpc>
                <a:spcPct val="125000"/>
              </a:lnSpc>
            </a:pPr>
            <a:r>
              <a:rPr lang="zh-CN" altLang="en-US" dirty="0"/>
              <a:t>先进先出淘汰算法、最久未使用淘汰算法</a:t>
            </a:r>
          </a:p>
        </p:txBody>
      </p:sp>
    </p:spTree>
    <p:extLst>
      <p:ext uri="{BB962C8B-B14F-4D97-AF65-F5344CB8AC3E}">
        <p14:creationId xmlns:p14="http://schemas.microsoft.com/office/powerpoint/2010/main" val="39523686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lstStyle/>
          <a:p>
            <a:r>
              <a:rPr lang="zh-CN" altLang="en-US" dirty="0"/>
              <a:t>主存管理</a:t>
            </a:r>
            <a:r>
              <a:rPr lang="en-US" altLang="zh-CN" dirty="0"/>
              <a:t>——</a:t>
            </a:r>
            <a:r>
              <a:rPr lang="zh-CN" altLang="en-US" dirty="0"/>
              <a:t>小结</a:t>
            </a:r>
          </a:p>
        </p:txBody>
      </p:sp>
      <p:sp>
        <p:nvSpPr>
          <p:cNvPr id="4" name="内容占位符 2">
            <a:extLst>
              <a:ext uri="{FF2B5EF4-FFF2-40B4-BE49-F238E27FC236}">
                <a16:creationId xmlns:a16="http://schemas.microsoft.com/office/drawing/2014/main" id="{9D976A61-52CD-76D3-0F76-174B613A87C1}"/>
              </a:ext>
            </a:extLst>
          </p:cNvPr>
          <p:cNvSpPr>
            <a:spLocks noGrp="1"/>
          </p:cNvSpPr>
          <p:nvPr>
            <p:ph idx="1"/>
          </p:nvPr>
        </p:nvSpPr>
        <p:spPr>
          <a:xfrm>
            <a:off x="487822" y="836539"/>
            <a:ext cx="11296078" cy="5855423"/>
          </a:xfrm>
        </p:spPr>
        <p:txBody>
          <a:bodyPr/>
          <a:lstStyle/>
          <a:p>
            <a:r>
              <a:rPr lang="zh-CN" altLang="en-US" dirty="0"/>
              <a:t>段页式存储管理</a:t>
            </a:r>
          </a:p>
          <a:p>
            <a:pPr lvl="1"/>
            <a:r>
              <a:rPr lang="zh-CN" altLang="en-US" dirty="0"/>
              <a:t>段式系统的二维地址结构</a:t>
            </a:r>
          </a:p>
          <a:p>
            <a:pPr lvl="1"/>
            <a:r>
              <a:rPr lang="zh-CN" altLang="en-US" dirty="0"/>
              <a:t>段页式系统中段表、页表与主存的关系</a:t>
            </a:r>
          </a:p>
          <a:p>
            <a:endParaRPr lang="zh-CN" altLang="en-US" dirty="0"/>
          </a:p>
        </p:txBody>
      </p:sp>
    </p:spTree>
    <p:extLst>
      <p:ext uri="{BB962C8B-B14F-4D97-AF65-F5344CB8AC3E}">
        <p14:creationId xmlns:p14="http://schemas.microsoft.com/office/powerpoint/2010/main" val="875828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HeaderHeight&quot;:15.0,&quot;FooterHeight&quot;:9.0,&quot;SideMargin&quot;:5.5,&quot;TopMargin&quot;:0.0,&quot;BottomMargin&quot;:0.0,&quot;IntervalMargin&quot;:1.5,&quot;SettingType&quot;:&quot;System&quot;}"/>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5">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279">
      <a:dk1>
        <a:sysClr val="windowText" lastClr="000000"/>
      </a:dk1>
      <a:lt1>
        <a:sysClr val="window" lastClr="FFFFFF"/>
      </a:lt1>
      <a:dk2>
        <a:srgbClr val="44546A"/>
      </a:dk2>
      <a:lt2>
        <a:srgbClr val="E7E6E6"/>
      </a:lt2>
      <a:accent1>
        <a:srgbClr val="335F90"/>
      </a:accent1>
      <a:accent2>
        <a:srgbClr val="0099C5"/>
      </a:accent2>
      <a:accent3>
        <a:srgbClr val="E1CEAB"/>
      </a:accent3>
      <a:accent4>
        <a:srgbClr val="C7A25F"/>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12436</TotalTime>
  <Words>5985</Words>
  <Application>Microsoft Office PowerPoint</Application>
  <PresentationFormat>宽屏</PresentationFormat>
  <Paragraphs>1458</Paragraphs>
  <Slides>72</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72</vt:i4>
      </vt:variant>
    </vt:vector>
  </HeadingPairs>
  <TitlesOfParts>
    <vt:vector size="85" baseType="lpstr">
      <vt:lpstr>Wingdings</vt:lpstr>
      <vt:lpstr>Segoe UI</vt:lpstr>
      <vt:lpstr>Arial</vt:lpstr>
      <vt:lpstr>MT Extra</vt:lpstr>
      <vt:lpstr>等线</vt:lpstr>
      <vt:lpstr>Times New Roman</vt:lpstr>
      <vt:lpstr>等线 Light</vt:lpstr>
      <vt:lpstr>Symbol</vt:lpstr>
      <vt:lpstr>宋体</vt:lpstr>
      <vt:lpstr>义启小楷书</vt:lpstr>
      <vt:lpstr>微软雅黑</vt:lpstr>
      <vt:lpstr>Office 主题​​</vt:lpstr>
      <vt:lpstr>1_Office 主题​​</vt:lpstr>
      <vt:lpstr>PowerPoint 演示文稿</vt:lpstr>
      <vt:lpstr>主存管理——主要内容</vt:lpstr>
      <vt:lpstr>主存管理——主存管理概述</vt:lpstr>
      <vt:lpstr>主存管理——主存管理概述</vt:lpstr>
      <vt:lpstr>主存管理——主存管理概述</vt:lpstr>
      <vt:lpstr>主存管理——主要内容</vt:lpstr>
      <vt:lpstr>主存管理——主存管理功能</vt:lpstr>
      <vt:lpstr>主存管理——主存管理功能</vt:lpstr>
      <vt:lpstr>主存管理——主存管理功能</vt:lpstr>
      <vt:lpstr>主存管理——主存管理功能</vt:lpstr>
      <vt:lpstr>主存管理——主存管理功能</vt:lpstr>
      <vt:lpstr>主存管理——主存管理功能</vt:lpstr>
      <vt:lpstr>主存管理——主存管理功能</vt:lpstr>
      <vt:lpstr>主存管理——主存管理功能</vt:lpstr>
      <vt:lpstr>主存管理——主存管理功能</vt:lpstr>
      <vt:lpstr>主存管理——主存管理功能</vt:lpstr>
      <vt:lpstr>主存管理——主存管理功能</vt:lpstr>
      <vt:lpstr>主存管理——主存管理功能</vt:lpstr>
      <vt:lpstr>主存管理——主存管理功能</vt:lpstr>
      <vt:lpstr>主存管理——主要内容</vt:lpstr>
      <vt:lpstr>主存管理——分区存储管理</vt:lpstr>
      <vt:lpstr>主存管理——分区存储管理</vt:lpstr>
      <vt:lpstr>主存管理——分区存储管理</vt:lpstr>
      <vt:lpstr>主存管理——分区存储管理</vt:lpstr>
      <vt:lpstr>主存管理——分区存储管理</vt:lpstr>
      <vt:lpstr>主存管理——分区存储管理</vt:lpstr>
      <vt:lpstr>主存管理——分区存储管理</vt:lpstr>
      <vt:lpstr>主存管理——分区存储管理</vt:lpstr>
      <vt:lpstr>主存管理——分区存储管理</vt:lpstr>
      <vt:lpstr>主存管理——分区存储管理</vt:lpstr>
      <vt:lpstr>主存管理——分区存储管理</vt:lpstr>
      <vt:lpstr>主存管理——分区存储管理</vt:lpstr>
      <vt:lpstr>主存管理——分区存储管理</vt:lpstr>
      <vt:lpstr>主存管理——分区存储管理</vt:lpstr>
      <vt:lpstr>主存管理——分区存储管理</vt:lpstr>
      <vt:lpstr>主存管理——分区存储管理</vt:lpstr>
      <vt:lpstr>主存管理——分区存储管理</vt:lpstr>
      <vt:lpstr>主存管理——分区存储管理</vt:lpstr>
      <vt:lpstr>主存管理——主要内容</vt:lpstr>
      <vt:lpstr>主存管理——页式存储管理</vt:lpstr>
      <vt:lpstr>主存管理——页式存储管理</vt:lpstr>
      <vt:lpstr>主存管理——页式存储管理</vt:lpstr>
      <vt:lpstr>主存管理——页式存储管理</vt:lpstr>
      <vt:lpstr>主存管理——页式存储管理</vt:lpstr>
      <vt:lpstr>主存管理——页式存储管理</vt:lpstr>
      <vt:lpstr>主存管理——页式存储管理</vt:lpstr>
      <vt:lpstr>主存管理——页式存储管理</vt:lpstr>
      <vt:lpstr>主存管理——页式存储管理</vt:lpstr>
      <vt:lpstr>主存管理——页式存储管理</vt:lpstr>
      <vt:lpstr>主存管理——页式存储管理</vt:lpstr>
      <vt:lpstr>主存管理——页式存储管理</vt:lpstr>
      <vt:lpstr>主存管理——页式存储管理</vt:lpstr>
      <vt:lpstr>主存管理——页式存储管理</vt:lpstr>
      <vt:lpstr>主存管理——页式存储管理</vt:lpstr>
      <vt:lpstr>主存管理——页式存储管理</vt:lpstr>
      <vt:lpstr>主存管理——页式存储管理</vt:lpstr>
      <vt:lpstr>主存管理——页式存储管理</vt:lpstr>
      <vt:lpstr>主存管理——页式存储管理</vt:lpstr>
      <vt:lpstr>主存管理——页式存储管理</vt:lpstr>
      <vt:lpstr>主存管理——页式存储管理</vt:lpstr>
      <vt:lpstr>主存管理——页式存储管理</vt:lpstr>
      <vt:lpstr>主存管理——页式存储管理</vt:lpstr>
      <vt:lpstr>主存管理——主要内容</vt:lpstr>
      <vt:lpstr>主存管理——页式存储管理</vt:lpstr>
      <vt:lpstr>主存管理——页式存储管理</vt:lpstr>
      <vt:lpstr>主存管理——页式存储管理</vt:lpstr>
      <vt:lpstr>主存管理——页式存储管理</vt:lpstr>
      <vt:lpstr>主存管理——页式存储管理</vt:lpstr>
      <vt:lpstr>主存管理——小结</vt:lpstr>
      <vt:lpstr>主存管理——小结</vt:lpstr>
      <vt:lpstr>主存管理——小结</vt:lpstr>
      <vt:lpstr>主存管理——小结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tanzhihu</dc:creator>
  <cp:lastModifiedBy>zhiyuan</cp:lastModifiedBy>
  <cp:revision>2078</cp:revision>
  <cp:lastPrinted>2019-09-24T12:30:12Z</cp:lastPrinted>
  <dcterms:created xsi:type="dcterms:W3CDTF">2018-05-09T10:41:00Z</dcterms:created>
  <dcterms:modified xsi:type="dcterms:W3CDTF">2023-11-02T00:41:50Z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2052-11.1.0.8214</vt:lpwstr>
  </property>
</Properties>
</file>