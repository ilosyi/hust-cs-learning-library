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51" r:id="rId2"/>
  </p:sldMasterIdLst>
  <p:notesMasterIdLst>
    <p:notesMasterId r:id="rId100"/>
  </p:notesMasterIdLst>
  <p:handoutMasterIdLst>
    <p:handoutMasterId r:id="rId101"/>
  </p:handoutMasterIdLst>
  <p:sldIdLst>
    <p:sldId id="7610" r:id="rId3"/>
    <p:sldId id="4751" r:id="rId4"/>
    <p:sldId id="7612" r:id="rId5"/>
    <p:sldId id="7613" r:id="rId6"/>
    <p:sldId id="7614" r:id="rId7"/>
    <p:sldId id="7615" r:id="rId8"/>
    <p:sldId id="7616" r:id="rId9"/>
    <p:sldId id="7617" r:id="rId10"/>
    <p:sldId id="7618" r:id="rId11"/>
    <p:sldId id="7619" r:id="rId12"/>
    <p:sldId id="7620" r:id="rId13"/>
    <p:sldId id="7737" r:id="rId14"/>
    <p:sldId id="7622" r:id="rId15"/>
    <p:sldId id="7623" r:id="rId16"/>
    <p:sldId id="7624" r:id="rId17"/>
    <p:sldId id="7625" r:id="rId18"/>
    <p:sldId id="7626" r:id="rId19"/>
    <p:sldId id="7627" r:id="rId20"/>
    <p:sldId id="7628" r:id="rId21"/>
    <p:sldId id="7629" r:id="rId22"/>
    <p:sldId id="7630" r:id="rId23"/>
    <p:sldId id="7631" r:id="rId24"/>
    <p:sldId id="7632" r:id="rId25"/>
    <p:sldId id="7633" r:id="rId26"/>
    <p:sldId id="7738" r:id="rId27"/>
    <p:sldId id="7635" r:id="rId28"/>
    <p:sldId id="7636" r:id="rId29"/>
    <p:sldId id="7637" r:id="rId30"/>
    <p:sldId id="7638" r:id="rId31"/>
    <p:sldId id="7639" r:id="rId32"/>
    <p:sldId id="7640" r:id="rId33"/>
    <p:sldId id="7641" r:id="rId34"/>
    <p:sldId id="7642" r:id="rId35"/>
    <p:sldId id="7643" r:id="rId36"/>
    <p:sldId id="7739" r:id="rId37"/>
    <p:sldId id="7645" r:id="rId38"/>
    <p:sldId id="7646" r:id="rId39"/>
    <p:sldId id="7647" r:id="rId40"/>
    <p:sldId id="7648" r:id="rId41"/>
    <p:sldId id="7649" r:id="rId42"/>
    <p:sldId id="7650" r:id="rId43"/>
    <p:sldId id="7740" r:id="rId44"/>
    <p:sldId id="7652" r:id="rId45"/>
    <p:sldId id="7653" r:id="rId46"/>
    <p:sldId id="7654" r:id="rId47"/>
    <p:sldId id="7655" r:id="rId48"/>
    <p:sldId id="7656" r:id="rId49"/>
    <p:sldId id="7657" r:id="rId50"/>
    <p:sldId id="7741" r:id="rId51"/>
    <p:sldId id="7659" r:id="rId52"/>
    <p:sldId id="7660" r:id="rId53"/>
    <p:sldId id="7661" r:id="rId54"/>
    <p:sldId id="7662" r:id="rId55"/>
    <p:sldId id="7663" r:id="rId56"/>
    <p:sldId id="7664" r:id="rId57"/>
    <p:sldId id="7665" r:id="rId58"/>
    <p:sldId id="7666" r:id="rId59"/>
    <p:sldId id="7667" r:id="rId60"/>
    <p:sldId id="7668" r:id="rId61"/>
    <p:sldId id="7669" r:id="rId62"/>
    <p:sldId id="7670" r:id="rId63"/>
    <p:sldId id="7745" r:id="rId64"/>
    <p:sldId id="7671" r:id="rId65"/>
    <p:sldId id="7672" r:id="rId66"/>
    <p:sldId id="7673" r:id="rId67"/>
    <p:sldId id="7674" r:id="rId68"/>
    <p:sldId id="7675" r:id="rId69"/>
    <p:sldId id="7746" r:id="rId70"/>
    <p:sldId id="7747" r:id="rId71"/>
    <p:sldId id="7749" r:id="rId72"/>
    <p:sldId id="7677" r:id="rId73"/>
    <p:sldId id="7678" r:id="rId74"/>
    <p:sldId id="7680" r:id="rId75"/>
    <p:sldId id="7682" r:id="rId76"/>
    <p:sldId id="7683" r:id="rId77"/>
    <p:sldId id="7742" r:id="rId78"/>
    <p:sldId id="7685" r:id="rId79"/>
    <p:sldId id="7686" r:id="rId80"/>
    <p:sldId id="7687" r:id="rId81"/>
    <p:sldId id="7743" r:id="rId82"/>
    <p:sldId id="7689" r:id="rId83"/>
    <p:sldId id="7690" r:id="rId84"/>
    <p:sldId id="7691" r:id="rId85"/>
    <p:sldId id="7692" r:id="rId86"/>
    <p:sldId id="7693" r:id="rId87"/>
    <p:sldId id="7694" r:id="rId88"/>
    <p:sldId id="7744" r:id="rId89"/>
    <p:sldId id="7695" r:id="rId90"/>
    <p:sldId id="7696" r:id="rId91"/>
    <p:sldId id="7697" r:id="rId92"/>
    <p:sldId id="7698" r:id="rId93"/>
    <p:sldId id="7699" r:id="rId94"/>
    <p:sldId id="7700" r:id="rId95"/>
    <p:sldId id="7702" r:id="rId96"/>
    <p:sldId id="7703" r:id="rId97"/>
    <p:sldId id="7704" r:id="rId98"/>
    <p:sldId id="7705" r:id="rId99"/>
  </p:sldIdLst>
  <p:sldSz cx="12192000" cy="6858000"/>
  <p:notesSz cx="6797675" cy="9928225"/>
  <p:embeddedFontLst>
    <p:embeddedFont>
      <p:font typeface="义启小楷书" panose="02010600030101010101" charset="-128"/>
      <p:regular r:id="rId102"/>
    </p:embeddedFont>
    <p:embeddedFont>
      <p:font typeface="Lucida Console" panose="020B0609040504020204" pitchFamily="49" charset="0"/>
      <p:regular r:id="rId103"/>
    </p:embeddedFont>
    <p:embeddedFont>
      <p:font typeface="MT Extra" panose="05050102010205020202" pitchFamily="18" charset="2"/>
      <p:regular r:id="rId104"/>
    </p:embeddedFont>
    <p:embeddedFont>
      <p:font typeface="Segoe UI" panose="020B0502040204020203" pitchFamily="34" charset="0"/>
      <p:regular r:id="rId105"/>
      <p:bold r:id="rId106"/>
      <p:italic r:id="rId107"/>
      <p:boldItalic r:id="rId108"/>
    </p:embeddedFont>
    <p:embeddedFont>
      <p:font typeface="等线" panose="02010600030101010101" pitchFamily="2" charset="-122"/>
      <p:regular r:id="rId109"/>
      <p:bold r:id="rId110"/>
    </p:embeddedFont>
    <p:embeddedFont>
      <p:font typeface="等线 Light" panose="02010600030101010101" pitchFamily="2" charset="-122"/>
      <p:regular r:id="rId111"/>
    </p:embeddedFont>
    <p:embeddedFont>
      <p:font typeface="微软雅黑" panose="020B0503020204020204" pitchFamily="34" charset="-122"/>
      <p:regular r:id="rId112"/>
      <p:bold r:id="rId113"/>
    </p:embeddedFont>
  </p:embeddedFontLst>
  <p:custDataLst>
    <p:tags r:id="rId11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931" userDrawn="1">
          <p15:clr>
            <a:srgbClr val="A4A3A4"/>
          </p15:clr>
        </p15:guide>
        <p15:guide id="2" pos="4997" userDrawn="1">
          <p15:clr>
            <a:srgbClr val="A4A3A4"/>
          </p15:clr>
        </p15:guide>
        <p15:guide id="3" pos="4543" userDrawn="1">
          <p15:clr>
            <a:srgbClr val="A4A3A4"/>
          </p15:clr>
        </p15:guide>
        <p15:guide id="4" pos="2547" userDrawn="1">
          <p15:clr>
            <a:srgbClr val="A4A3A4"/>
          </p15:clr>
        </p15:guide>
        <p15:guide id="5" orient="horz" pos="3113" userDrawn="1">
          <p15:clr>
            <a:srgbClr val="A4A3A4"/>
          </p15:clr>
        </p15:guide>
        <p15:guide id="6" orient="horz" pos="391" userDrawn="1">
          <p15:clr>
            <a:srgbClr val="A4A3A4"/>
          </p15:clr>
        </p15:guide>
        <p15:guide id="8" orient="horz" pos="5"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0"/>
    <a:srgbClr val="ED7D31"/>
    <a:srgbClr val="000099"/>
    <a:srgbClr val="335F90"/>
    <a:srgbClr val="0099FF"/>
    <a:srgbClr val="A50021"/>
    <a:srgbClr val="1387B7"/>
    <a:srgbClr val="FFCC00"/>
    <a:srgbClr val="92D05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504" autoAdjust="0"/>
    <p:restoredTop sz="69697" autoAdjust="0"/>
  </p:normalViewPr>
  <p:slideViewPr>
    <p:cSldViewPr snapToGrid="0">
      <p:cViewPr varScale="1">
        <p:scale>
          <a:sx n="121" d="100"/>
          <a:sy n="121" d="100"/>
        </p:scale>
        <p:origin x="797" y="72"/>
      </p:cViewPr>
      <p:guideLst>
        <p:guide orient="horz" pos="2931"/>
        <p:guide pos="4997"/>
        <p:guide pos="4543"/>
        <p:guide pos="2547"/>
        <p:guide orient="horz" pos="3113"/>
        <p:guide orient="horz" pos="391"/>
        <p:guide orient="horz" pos="5"/>
      </p:guideLst>
    </p:cSldViewPr>
  </p:slideViewPr>
  <p:notesTextViewPr>
    <p:cViewPr>
      <p:scale>
        <a:sx n="100" d="100"/>
        <a:sy n="100" d="100"/>
      </p:scale>
      <p:origin x="0" y="0"/>
    </p:cViewPr>
  </p:notesTextViewPr>
  <p:sorterViewPr>
    <p:cViewPr varScale="1">
      <p:scale>
        <a:sx n="100" d="100"/>
        <a:sy n="100" d="100"/>
      </p:scale>
      <p:origin x="0" y="-11796"/>
    </p:cViewPr>
  </p:sorterViewPr>
  <p:notesViewPr>
    <p:cSldViewPr snapToGrid="0">
      <p:cViewPr varScale="1">
        <p:scale>
          <a:sx n="84" d="100"/>
          <a:sy n="84" d="100"/>
        </p:scale>
        <p:origin x="3828" y="10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theme" Target="theme/theme1.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font" Target="fonts/font11.fntdata"/><Relationship Id="rId16" Type="http://schemas.openxmlformats.org/officeDocument/2006/relationships/slide" Target="slides/slide14.xml"/><Relationship Id="rId107" Type="http://schemas.openxmlformats.org/officeDocument/2006/relationships/font" Target="fonts/font6.fntdata"/><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font" Target="fonts/font1.fntdata"/><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font" Target="fonts/font12.fntdata"/><Relationship Id="rId118" Type="http://schemas.openxmlformats.org/officeDocument/2006/relationships/tableStyles" Target="tableStyles.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font" Target="fonts/font2.fntdata"/><Relationship Id="rId108" Type="http://schemas.openxmlformats.org/officeDocument/2006/relationships/font" Target="fonts/font7.fntdata"/><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tags" Target="tags/tag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font" Target="fonts/font8.fntdata"/><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font" Target="fonts/font3.fntdata"/><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font" Target="fonts/font9.fntdata"/><Relationship Id="rId115" Type="http://schemas.openxmlformats.org/officeDocument/2006/relationships/presProps" Target="pres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notesMaster" Target="notesMasters/notesMaster1.xml"/><Relationship Id="rId105" Type="http://schemas.openxmlformats.org/officeDocument/2006/relationships/font" Target="fonts/font4.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font" Target="fonts/font10.fntdata"/><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font" Target="fonts/font5.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45659" cy="498135"/>
          </a:xfrm>
          <a:prstGeom prst="rect">
            <a:avLst/>
          </a:prstGeom>
        </p:spPr>
        <p:txBody>
          <a:bodyPr vert="horz" lIns="91001" tIns="45501" rIns="91001" bIns="45501" rtlCol="0"/>
          <a:lstStyle>
            <a:lvl1pPr algn="l">
              <a:defRPr sz="1200"/>
            </a:lvl1pPr>
          </a:lstStyle>
          <a:p>
            <a:endParaRPr lang="zh-CN" altLang="en-US"/>
          </a:p>
        </p:txBody>
      </p:sp>
      <p:sp>
        <p:nvSpPr>
          <p:cNvPr id="3" name="日期占位符 2"/>
          <p:cNvSpPr>
            <a:spLocks noGrp="1"/>
          </p:cNvSpPr>
          <p:nvPr>
            <p:ph type="dt" sz="quarter" idx="1"/>
          </p:nvPr>
        </p:nvSpPr>
        <p:spPr>
          <a:xfrm>
            <a:off x="3850443" y="1"/>
            <a:ext cx="2945659" cy="498135"/>
          </a:xfrm>
          <a:prstGeom prst="rect">
            <a:avLst/>
          </a:prstGeom>
        </p:spPr>
        <p:txBody>
          <a:bodyPr vert="horz" lIns="91001" tIns="45501" rIns="91001" bIns="45501" rtlCol="0"/>
          <a:lstStyle>
            <a:lvl1pPr algn="r">
              <a:defRPr sz="1200"/>
            </a:lvl1pPr>
          </a:lstStyle>
          <a:p>
            <a:fld id="{065A9D10-00A1-4316-9DBF-1CFF2F39C327}" type="datetimeFigureOut">
              <a:rPr lang="zh-CN" altLang="en-US" smtClean="0"/>
              <a:t>2024/10/22</a:t>
            </a:fld>
            <a:endParaRPr lang="zh-CN" altLang="en-US"/>
          </a:p>
        </p:txBody>
      </p:sp>
      <p:sp>
        <p:nvSpPr>
          <p:cNvPr id="4" name="页脚占位符 3"/>
          <p:cNvSpPr>
            <a:spLocks noGrp="1"/>
          </p:cNvSpPr>
          <p:nvPr>
            <p:ph type="ftr" sz="quarter" idx="2"/>
          </p:nvPr>
        </p:nvSpPr>
        <p:spPr>
          <a:xfrm>
            <a:off x="0" y="9430091"/>
            <a:ext cx="2945659" cy="498134"/>
          </a:xfrm>
          <a:prstGeom prst="rect">
            <a:avLst/>
          </a:prstGeom>
        </p:spPr>
        <p:txBody>
          <a:bodyPr vert="horz" lIns="91001" tIns="45501" rIns="91001" bIns="45501"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0443" y="9430091"/>
            <a:ext cx="2945659" cy="498134"/>
          </a:xfrm>
          <a:prstGeom prst="rect">
            <a:avLst/>
          </a:prstGeom>
        </p:spPr>
        <p:txBody>
          <a:bodyPr vert="horz" lIns="91001" tIns="45501" rIns="91001" bIns="45501" rtlCol="0" anchor="b"/>
          <a:lstStyle>
            <a:lvl1pPr algn="r">
              <a:defRPr sz="1200"/>
            </a:lvl1pPr>
          </a:lstStyle>
          <a:p>
            <a:fld id="{1C21E0D4-31D8-4080-A573-64BBB9E87E78}"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45659" cy="498135"/>
          </a:xfrm>
          <a:prstGeom prst="rect">
            <a:avLst/>
          </a:prstGeom>
        </p:spPr>
        <p:txBody>
          <a:bodyPr vert="horz" lIns="91001" tIns="45501" rIns="91001" bIns="45501" rtlCol="0"/>
          <a:lstStyle>
            <a:lvl1pPr algn="l">
              <a:defRPr sz="1200"/>
            </a:lvl1pPr>
          </a:lstStyle>
          <a:p>
            <a:endParaRPr lang="zh-CN" altLang="en-US"/>
          </a:p>
        </p:txBody>
      </p:sp>
      <p:sp>
        <p:nvSpPr>
          <p:cNvPr id="3" name="日期占位符 2"/>
          <p:cNvSpPr>
            <a:spLocks noGrp="1"/>
          </p:cNvSpPr>
          <p:nvPr>
            <p:ph type="dt" idx="1"/>
          </p:nvPr>
        </p:nvSpPr>
        <p:spPr>
          <a:xfrm>
            <a:off x="3850443" y="1"/>
            <a:ext cx="2945659" cy="498135"/>
          </a:xfrm>
          <a:prstGeom prst="rect">
            <a:avLst/>
          </a:prstGeom>
        </p:spPr>
        <p:txBody>
          <a:bodyPr vert="horz" lIns="91001" tIns="45501" rIns="91001" bIns="45501" rtlCol="0"/>
          <a:lstStyle>
            <a:lvl1pPr algn="r">
              <a:defRPr sz="1200"/>
            </a:lvl1pPr>
          </a:lstStyle>
          <a:p>
            <a:fld id="{C117FD3C-5E99-4122-A1EC-C8FBF6B0781B}" type="datetimeFigureOut">
              <a:rPr lang="zh-CN" altLang="en-US" smtClean="0"/>
              <a:t>2024/10/22</a:t>
            </a:fld>
            <a:endParaRPr lang="zh-CN" altLang="en-US"/>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001" tIns="45501" rIns="91001" bIns="45501" rtlCol="0" anchor="ctr"/>
          <a:lstStyle/>
          <a:p>
            <a:endParaRPr lang="zh-CN" altLang="en-US"/>
          </a:p>
        </p:txBody>
      </p:sp>
      <p:sp>
        <p:nvSpPr>
          <p:cNvPr id="5" name="备注占位符 4"/>
          <p:cNvSpPr>
            <a:spLocks noGrp="1"/>
          </p:cNvSpPr>
          <p:nvPr>
            <p:ph type="body" sz="quarter" idx="3"/>
          </p:nvPr>
        </p:nvSpPr>
        <p:spPr>
          <a:xfrm>
            <a:off x="679768" y="4777958"/>
            <a:ext cx="5438140" cy="3909239"/>
          </a:xfrm>
          <a:prstGeom prst="rect">
            <a:avLst/>
          </a:prstGeom>
        </p:spPr>
        <p:txBody>
          <a:bodyPr vert="horz" lIns="91001" tIns="45501" rIns="91001" bIns="45501"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30091"/>
            <a:ext cx="2945659" cy="498134"/>
          </a:xfrm>
          <a:prstGeom prst="rect">
            <a:avLst/>
          </a:prstGeom>
        </p:spPr>
        <p:txBody>
          <a:bodyPr vert="horz" lIns="91001" tIns="45501" rIns="91001" bIns="45501"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30091"/>
            <a:ext cx="2945659" cy="498134"/>
          </a:xfrm>
          <a:prstGeom prst="rect">
            <a:avLst/>
          </a:prstGeom>
        </p:spPr>
        <p:txBody>
          <a:bodyPr vert="horz" lIns="91001" tIns="45501" rIns="91001" bIns="45501" rtlCol="0" anchor="b"/>
          <a:lstStyle>
            <a:lvl1pPr algn="r">
              <a:defRPr sz="1200"/>
            </a:lvl1pPr>
          </a:lstStyle>
          <a:p>
            <a:fld id="{D5CE584D-DA30-42E6-B6AB-C9D2BEA4D810}"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15" name="椭圆 14"/>
          <p:cNvSpPr/>
          <p:nvPr userDrawn="1"/>
        </p:nvSpPr>
        <p:spPr>
          <a:xfrm>
            <a:off x="11290928" y="6595549"/>
            <a:ext cx="246888" cy="246888"/>
          </a:xfrm>
          <a:prstGeom prst="ellipse">
            <a:avLst/>
          </a:prstGeom>
          <a:solidFill>
            <a:srgbClr val="1387B7"/>
          </a:solidFill>
          <a:ln>
            <a:solidFill>
              <a:srgbClr val="1387B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Segoe UI" panose="020B0502040204020203" pitchFamily="34" charset="0"/>
              <a:cs typeface="Segoe UI" panose="020B0502040204020203" pitchFamily="34" charset="0"/>
            </a:endParaRPr>
          </a:p>
        </p:txBody>
      </p:sp>
      <p:sp>
        <p:nvSpPr>
          <p:cNvPr id="2" name="标题 1"/>
          <p:cNvSpPr>
            <a:spLocks noGrp="1"/>
          </p:cNvSpPr>
          <p:nvPr>
            <p:ph type="title"/>
          </p:nvPr>
        </p:nvSpPr>
        <p:spPr>
          <a:xfrm>
            <a:off x="487822" y="314765"/>
            <a:ext cx="9588416" cy="515314"/>
          </a:xfrm>
          <a:prstGeom prst="rect">
            <a:avLst/>
          </a:prstGeom>
        </p:spPr>
        <p:txBody>
          <a:bodyPr>
            <a:normAutofit/>
          </a:bodyPr>
          <a:lstStyle>
            <a:lvl1pPr>
              <a:defRPr sz="2800" b="1">
                <a:solidFill>
                  <a:srgbClr val="2E4E7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8" name="矩形 7"/>
          <p:cNvSpPr/>
          <p:nvPr userDrawn="1"/>
        </p:nvSpPr>
        <p:spPr>
          <a:xfrm>
            <a:off x="11430" y="6692474"/>
            <a:ext cx="12180570" cy="169469"/>
          </a:xfrm>
          <a:prstGeom prst="rect">
            <a:avLst/>
          </a:prstGeom>
          <a:solidFill>
            <a:srgbClr val="1387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nvSpPr>
        <p:spPr>
          <a:xfrm>
            <a:off x="-1270" y="6692474"/>
            <a:ext cx="759220" cy="169469"/>
          </a:xfrm>
          <a:prstGeom prst="rect">
            <a:avLst/>
          </a:prstGeom>
          <a:solidFill>
            <a:srgbClr val="2E4E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灯片编号占位符 3"/>
          <p:cNvSpPr txBox="1"/>
          <p:nvPr userDrawn="1"/>
        </p:nvSpPr>
        <p:spPr>
          <a:xfrm>
            <a:off x="11268341" y="6589899"/>
            <a:ext cx="292061" cy="283147"/>
          </a:xfrm>
          <a:prstGeom prst="rect">
            <a:avLst/>
          </a:prstGeom>
        </p:spPr>
        <p:txBody>
          <a:bodyPr vert="horz" wrap="square" lIns="0" tIns="0" rIns="0" bIns="0" rtlCol="0" anchor="ctr" anchorCtr="1"/>
          <a:lstStyle>
            <a:defPPr>
              <a:defRPr lang="zh-CN"/>
            </a:defPPr>
            <a:lvl1pPr marL="0" algn="ct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5183D58-648D-4475-BEF8-624F48514A30}" type="slidenum">
              <a:rPr lang="zh-CN" altLang="en-US"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a:t>
            </a:fld>
            <a:endParaRPr lang="zh-CN" altLang="en-US" dirty="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p:txBody>
      </p:sp>
      <p:pic>
        <p:nvPicPr>
          <p:cNvPr id="10" name="图片 9" descr="计算机学院logo-组合01"/>
          <p:cNvPicPr>
            <a:picLocks noChangeAspect="1"/>
          </p:cNvPicPr>
          <p:nvPr userDrawn="1"/>
        </p:nvPicPr>
        <p:blipFill>
          <a:blip r:embed="rId2" cstate="hqprint"/>
          <a:stretch>
            <a:fillRect/>
          </a:stretch>
        </p:blipFill>
        <p:spPr>
          <a:xfrm>
            <a:off x="10076238" y="341471"/>
            <a:ext cx="1854367" cy="449926"/>
          </a:xfrm>
          <a:prstGeom prst="rect">
            <a:avLst/>
          </a:prstGeom>
          <a:effectLst>
            <a:innerShdw blurRad="63500" dist="50800" dir="13500000">
              <a:prstClr val="black">
                <a:alpha val="50000"/>
              </a:prstClr>
            </a:innerShdw>
          </a:effectLst>
        </p:spPr>
      </p:pic>
      <p:sp>
        <p:nvSpPr>
          <p:cNvPr id="13" name="内容占位符 2"/>
          <p:cNvSpPr>
            <a:spLocks noGrp="1"/>
          </p:cNvSpPr>
          <p:nvPr>
            <p:ph idx="1"/>
          </p:nvPr>
        </p:nvSpPr>
        <p:spPr>
          <a:xfrm>
            <a:off x="487822" y="836539"/>
            <a:ext cx="11296078" cy="5855423"/>
          </a:xfrm>
          <a:prstGeom prst="rect">
            <a:avLst/>
          </a:prstGeom>
        </p:spPr>
        <p:txBody>
          <a:bodyPr/>
          <a:lstStyle>
            <a:lvl1pPr marL="342900" indent="-342900" algn="just">
              <a:lnSpc>
                <a:spcPct val="150000"/>
              </a:lnSpc>
              <a:buClr>
                <a:srgbClr val="FFC000"/>
              </a:buClr>
              <a:buFont typeface="Wingdings" panose="05000000000000000000" pitchFamily="2" charset="2"/>
              <a:buChar char="n"/>
              <a:defRPr sz="2600" b="1">
                <a:latin typeface="微软雅黑" panose="020B0503020204020204" pitchFamily="34" charset="-122"/>
                <a:ea typeface="微软雅黑" panose="020B0503020204020204" pitchFamily="34" charset="-122"/>
              </a:defRPr>
            </a:lvl1pPr>
            <a:lvl2pPr marL="812800" indent="-355600" algn="just">
              <a:lnSpc>
                <a:spcPct val="150000"/>
              </a:lnSpc>
              <a:buClr>
                <a:srgbClr val="FFC000"/>
              </a:buClr>
              <a:buFont typeface="Wingdings" panose="05000000000000000000" pitchFamily="2" charset="2"/>
              <a:buChar char="p"/>
              <a:defRPr sz="2000">
                <a:solidFill>
                  <a:srgbClr val="1387B7"/>
                </a:solidFill>
                <a:latin typeface="微软雅黑" panose="020B0503020204020204" pitchFamily="34" charset="-122"/>
                <a:ea typeface="微软雅黑" panose="020B0503020204020204" pitchFamily="34" charset="-122"/>
              </a:defRPr>
            </a:lvl2pPr>
            <a:lvl3pPr marL="1143000" indent="-228600" algn="just">
              <a:lnSpc>
                <a:spcPct val="150000"/>
              </a:lnSpc>
              <a:buClr>
                <a:srgbClr val="FFC000"/>
              </a:buClr>
              <a:buFont typeface="Wingdings" panose="05000000000000000000" pitchFamily="2" charset="2"/>
              <a:buChar char="u"/>
              <a:defRPr sz="2000">
                <a:latin typeface="微软雅黑" panose="020B0503020204020204" pitchFamily="34" charset="-122"/>
                <a:ea typeface="微软雅黑" panose="020B0503020204020204" pitchFamily="34" charset="-122"/>
              </a:defRPr>
            </a:lvl3pPr>
            <a:lvl4pPr algn="just">
              <a:lnSpc>
                <a:spcPct val="150000"/>
              </a:lnSpc>
              <a:defRPr sz="1600">
                <a:latin typeface="微软雅黑" panose="020B0503020204020204" pitchFamily="34" charset="-122"/>
                <a:ea typeface="微软雅黑" panose="020B0503020204020204" pitchFamily="34" charset="-122"/>
              </a:defRPr>
            </a:lvl4pPr>
            <a:lvl5pPr algn="just">
              <a:lnSpc>
                <a:spcPct val="150000"/>
              </a:lnSpc>
              <a:defRPr sz="1600">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1" name="任意多边形 20"/>
          <p:cNvSpPr/>
          <p:nvPr userDrawn="1"/>
        </p:nvSpPr>
        <p:spPr>
          <a:xfrm flipV="1">
            <a:off x="326571" y="359908"/>
            <a:ext cx="1386789" cy="432000"/>
          </a:xfrm>
          <a:custGeom>
            <a:avLst/>
            <a:gdLst>
              <a:gd name="connsiteX0" fmla="*/ 167822 w 1386790"/>
              <a:gd name="connsiteY0" fmla="*/ 524933 h 524933"/>
              <a:gd name="connsiteX1" fmla="*/ 168846 w 1386790"/>
              <a:gd name="connsiteY1" fmla="*/ 524933 h 524933"/>
              <a:gd name="connsiteX2" fmla="*/ 168846 w 1386790"/>
              <a:gd name="connsiteY2" fmla="*/ 14598 h 524933"/>
              <a:gd name="connsiteX3" fmla="*/ 1386790 w 1386790"/>
              <a:gd name="connsiteY3" fmla="*/ 14598 h 524933"/>
              <a:gd name="connsiteX4" fmla="*/ 1386790 w 1386790"/>
              <a:gd name="connsiteY4" fmla="*/ 0 h 524933"/>
              <a:gd name="connsiteX5" fmla="*/ 167822 w 1386790"/>
              <a:gd name="connsiteY5" fmla="*/ 0 h 524933"/>
              <a:gd name="connsiteX6" fmla="*/ 152999 w 1386790"/>
              <a:gd name="connsiteY6" fmla="*/ 0 h 524933"/>
              <a:gd name="connsiteX7" fmla="*/ 152999 w 1386790"/>
              <a:gd name="connsiteY7" fmla="*/ 507260 h 524933"/>
              <a:gd name="connsiteX8" fmla="*/ 107280 w 1386790"/>
              <a:gd name="connsiteY8" fmla="*/ 507260 h 524933"/>
              <a:gd name="connsiteX9" fmla="*/ 107280 w 1386790"/>
              <a:gd name="connsiteY9" fmla="*/ 0 h 524933"/>
              <a:gd name="connsiteX10" fmla="*/ 0 w 1386790"/>
              <a:gd name="connsiteY10" fmla="*/ 0 h 524933"/>
              <a:gd name="connsiteX11" fmla="*/ 0 w 1386790"/>
              <a:gd name="connsiteY11" fmla="*/ 524932 h 524933"/>
              <a:gd name="connsiteX12" fmla="*/ 33834 w 1386790"/>
              <a:gd name="connsiteY12" fmla="*/ 524932 h 524933"/>
              <a:gd name="connsiteX13" fmla="*/ 33834 w 1386790"/>
              <a:gd name="connsiteY13" fmla="*/ 23810 h 524933"/>
              <a:gd name="connsiteX14" fmla="*/ 79553 w 1386790"/>
              <a:gd name="connsiteY14" fmla="*/ 23810 h 524933"/>
              <a:gd name="connsiteX15" fmla="*/ 79553 w 1386790"/>
              <a:gd name="connsiteY15" fmla="*/ 524932 h 524933"/>
              <a:gd name="connsiteX16" fmla="*/ 167822 w 1386790"/>
              <a:gd name="connsiteY16" fmla="*/ 524932 h 52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86790" h="524933">
                <a:moveTo>
                  <a:pt x="167822" y="524933"/>
                </a:moveTo>
                <a:lnTo>
                  <a:pt x="168846" y="524933"/>
                </a:lnTo>
                <a:lnTo>
                  <a:pt x="168846" y="14598"/>
                </a:lnTo>
                <a:lnTo>
                  <a:pt x="1386790" y="14598"/>
                </a:lnTo>
                <a:lnTo>
                  <a:pt x="1386790" y="0"/>
                </a:lnTo>
                <a:lnTo>
                  <a:pt x="167822" y="0"/>
                </a:lnTo>
                <a:lnTo>
                  <a:pt x="152999" y="0"/>
                </a:lnTo>
                <a:lnTo>
                  <a:pt x="152999" y="507260"/>
                </a:lnTo>
                <a:lnTo>
                  <a:pt x="107280" y="507260"/>
                </a:lnTo>
                <a:lnTo>
                  <a:pt x="107280" y="0"/>
                </a:lnTo>
                <a:lnTo>
                  <a:pt x="0" y="0"/>
                </a:lnTo>
                <a:lnTo>
                  <a:pt x="0" y="524932"/>
                </a:lnTo>
                <a:lnTo>
                  <a:pt x="33834" y="524932"/>
                </a:lnTo>
                <a:lnTo>
                  <a:pt x="33834" y="23810"/>
                </a:lnTo>
                <a:lnTo>
                  <a:pt x="79553" y="23810"/>
                </a:lnTo>
                <a:lnTo>
                  <a:pt x="79553" y="524932"/>
                </a:lnTo>
                <a:lnTo>
                  <a:pt x="167822" y="524932"/>
                </a:lnTo>
                <a:close/>
              </a:path>
            </a:pathLst>
          </a:custGeom>
          <a:solidFill>
            <a:srgbClr val="28A9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51370C-D34B-9CB8-1157-5845938DFC1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3C7E413-A7CC-42AB-2050-20C616B7E0B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E872C67-892D-B813-2696-FC8507A8FB39}"/>
              </a:ext>
            </a:extLst>
          </p:cNvPr>
          <p:cNvSpPr>
            <a:spLocks noGrp="1"/>
          </p:cNvSpPr>
          <p:nvPr>
            <p:ph type="dt" sz="half" idx="10"/>
          </p:nvPr>
        </p:nvSpPr>
        <p:spPr/>
        <p:txBody>
          <a:bodyPr/>
          <a:lstStyle/>
          <a:p>
            <a:fld id="{420C2B4F-B315-4AEE-AD0A-906BD70E9D26}" type="datetimeFigureOut">
              <a:rPr lang="zh-CN" altLang="en-US" smtClean="0"/>
              <a:t>2024/10/22</a:t>
            </a:fld>
            <a:endParaRPr lang="zh-CN" altLang="en-US"/>
          </a:p>
        </p:txBody>
      </p:sp>
      <p:sp>
        <p:nvSpPr>
          <p:cNvPr id="5" name="页脚占位符 4">
            <a:extLst>
              <a:ext uri="{FF2B5EF4-FFF2-40B4-BE49-F238E27FC236}">
                <a16:creationId xmlns:a16="http://schemas.microsoft.com/office/drawing/2014/main" id="{12D17D77-4797-66B0-5615-626949E2102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7EF7B80-0CCD-87F5-C732-430CF1E1970B}"/>
              </a:ext>
            </a:extLst>
          </p:cNvPr>
          <p:cNvSpPr>
            <a:spLocks noGrp="1"/>
          </p:cNvSpPr>
          <p:nvPr>
            <p:ph type="sldNum" sz="quarter" idx="12"/>
          </p:nvPr>
        </p:nvSpPr>
        <p:spPr/>
        <p:txBody>
          <a:bodyPr/>
          <a:lstStyle/>
          <a:p>
            <a:fld id="{558B19D7-F1A2-43C4-8C0D-05B8FB51EA3C}" type="slidenum">
              <a:rPr lang="zh-CN" altLang="en-US" smtClean="0"/>
              <a:t>‹#›</a:t>
            </a:fld>
            <a:endParaRPr lang="zh-CN" altLang="en-US"/>
          </a:p>
        </p:txBody>
      </p:sp>
    </p:spTree>
    <p:extLst>
      <p:ext uri="{BB962C8B-B14F-4D97-AF65-F5344CB8AC3E}">
        <p14:creationId xmlns:p14="http://schemas.microsoft.com/office/powerpoint/2010/main" val="91537317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0" r:id="rId1"/>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88" userDrawn="1">
          <p15:clr>
            <a:srgbClr val="F26B43"/>
          </p15:clr>
        </p15:guide>
        <p15:guide id="2" pos="3840" userDrawn="1">
          <p15:clr>
            <a:srgbClr val="F26B43"/>
          </p15:clr>
        </p15:guide>
        <p15:guide id="3" pos="416" userDrawn="1">
          <p15:clr>
            <a:srgbClr val="F26B43"/>
          </p15:clr>
        </p15:guide>
        <p15:guide id="4" pos="7256" userDrawn="1">
          <p15:clr>
            <a:srgbClr val="F26B43"/>
          </p15:clr>
        </p15:guide>
        <p15:guide id="5" orient="horz" pos="648" userDrawn="1">
          <p15:clr>
            <a:srgbClr val="F26B43"/>
          </p15:clr>
        </p15:guide>
        <p15:guide id="6" orient="horz" pos="712" userDrawn="1">
          <p15:clr>
            <a:srgbClr val="F26B43"/>
          </p15:clr>
        </p15:guide>
        <p15:guide id="7" orient="horz" pos="3928" userDrawn="1">
          <p15:clr>
            <a:srgbClr val="F26B43"/>
          </p15:clr>
        </p15:guide>
        <p15:guide id="8" orient="horz" pos="386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584BA11-5D4C-1551-F114-5040AF6291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9AA83358-049F-5F46-91E5-54C9EFBD3C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A176183-9480-D0D1-6AD3-BD4BD99DC7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0C2B4F-B315-4AEE-AD0A-906BD70E9D26}" type="datetimeFigureOut">
              <a:rPr lang="zh-CN" altLang="en-US" smtClean="0"/>
              <a:t>2024/10/22</a:t>
            </a:fld>
            <a:endParaRPr lang="zh-CN" altLang="en-US"/>
          </a:p>
        </p:txBody>
      </p:sp>
      <p:sp>
        <p:nvSpPr>
          <p:cNvPr id="5" name="页脚占位符 4">
            <a:extLst>
              <a:ext uri="{FF2B5EF4-FFF2-40B4-BE49-F238E27FC236}">
                <a16:creationId xmlns:a16="http://schemas.microsoft.com/office/drawing/2014/main" id="{A87E4784-CE7B-5435-C635-BA9FCBBDDE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25A765BB-9FC4-48EA-13F2-69E4F019C9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8B19D7-F1A2-43C4-8C0D-05B8FB51EA3C}" type="slidenum">
              <a:rPr lang="zh-CN" altLang="en-US" smtClean="0"/>
              <a:t>‹#›</a:t>
            </a:fld>
            <a:endParaRPr lang="zh-CN" altLang="en-US"/>
          </a:p>
        </p:txBody>
      </p:sp>
    </p:spTree>
    <p:extLst>
      <p:ext uri="{BB962C8B-B14F-4D97-AF65-F5344CB8AC3E}">
        <p14:creationId xmlns:p14="http://schemas.microsoft.com/office/powerpoint/2010/main" val="1663862377"/>
      </p:ext>
    </p:extLst>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88">
          <p15:clr>
            <a:srgbClr val="F26B43"/>
          </p15:clr>
        </p15:guide>
        <p15:guide id="2" pos="3840">
          <p15:clr>
            <a:srgbClr val="F26B43"/>
          </p15:clr>
        </p15:guide>
        <p15:guide id="3" pos="416">
          <p15:clr>
            <a:srgbClr val="F26B43"/>
          </p15:clr>
        </p15:guide>
        <p15:guide id="4" pos="7256">
          <p15:clr>
            <a:srgbClr val="F26B43"/>
          </p15:clr>
        </p15:guide>
        <p15:guide id="5" orient="horz" pos="648">
          <p15:clr>
            <a:srgbClr val="F26B43"/>
          </p15:clr>
        </p15:guide>
        <p15:guide id="6" orient="horz" pos="712">
          <p15:clr>
            <a:srgbClr val="F26B43"/>
          </p15:clr>
        </p15:guide>
        <p15:guide id="7" orient="horz" pos="3928">
          <p15:clr>
            <a:srgbClr val="F26B43"/>
          </p15:clr>
        </p15:guide>
        <p15:guide id="8" orient="horz" pos="38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descr="建筑与房屋的城市空拍图&#10;&#10;描述已自动生成">
            <a:extLst>
              <a:ext uri="{FF2B5EF4-FFF2-40B4-BE49-F238E27FC236}">
                <a16:creationId xmlns:a16="http://schemas.microsoft.com/office/drawing/2014/main" id="{FFABC4E3-9008-1252-55AD-4B3208516484}"/>
              </a:ext>
            </a:extLst>
          </p:cNvPr>
          <p:cNvPicPr>
            <a:picLocks noChangeAspect="1"/>
          </p:cNvPicPr>
          <p:nvPr/>
        </p:nvPicPr>
        <p:blipFill>
          <a:blip r:embed="rId2">
            <a:alphaModFix amt="6000"/>
            <a:extLst>
              <a:ext uri="{28A0092B-C50C-407E-A947-70E740481C1C}">
                <a14:useLocalDpi xmlns:a14="http://schemas.microsoft.com/office/drawing/2010/main" val="0"/>
              </a:ext>
            </a:extLst>
          </a:blip>
          <a:srcRect t="7833" b="7833"/>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4" name="矩形 3">
            <a:extLst>
              <a:ext uri="{FF2B5EF4-FFF2-40B4-BE49-F238E27FC236}">
                <a16:creationId xmlns:a16="http://schemas.microsoft.com/office/drawing/2014/main" id="{3C306242-1912-1CE6-24E4-71CC43A84D55}"/>
              </a:ext>
            </a:extLst>
          </p:cNvPr>
          <p:cNvSpPr/>
          <p:nvPr/>
        </p:nvSpPr>
        <p:spPr>
          <a:xfrm>
            <a:off x="0" y="1820036"/>
            <a:ext cx="12192000" cy="2201334"/>
          </a:xfrm>
          <a:prstGeom prst="rect">
            <a:avLst/>
          </a:prstGeom>
          <a:solidFill>
            <a:schemeClr val="accent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35F90"/>
              </a:solidFill>
              <a:effectLst/>
              <a:uLnTx/>
              <a:uFillTx/>
              <a:latin typeface="等线" panose="020F0502020204030204"/>
              <a:ea typeface="等线" panose="02010600030101010101" pitchFamily="2" charset="-122"/>
              <a:cs typeface="+mn-cs"/>
            </a:endParaRPr>
          </a:p>
        </p:txBody>
      </p:sp>
      <p:sp>
        <p:nvSpPr>
          <p:cNvPr id="7" name="文本框 6">
            <a:extLst>
              <a:ext uri="{FF2B5EF4-FFF2-40B4-BE49-F238E27FC236}">
                <a16:creationId xmlns:a16="http://schemas.microsoft.com/office/drawing/2014/main" id="{BB571A97-6D78-3238-27A7-F9892A690A6B}"/>
              </a:ext>
            </a:extLst>
          </p:cNvPr>
          <p:cNvSpPr txBox="1"/>
          <p:nvPr/>
        </p:nvSpPr>
        <p:spPr>
          <a:xfrm>
            <a:off x="692150" y="3094855"/>
            <a:ext cx="10807700" cy="83099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4800" b="1" i="0" u="none" strike="noStrike" kern="1200" cap="none" spc="0" normalizeH="0" baseline="0" noProof="0" dirty="0">
                <a:ln>
                  <a:noFill/>
                </a:ln>
                <a:solidFill>
                  <a:prstClr val="white"/>
                </a:solidFill>
                <a:effectLst/>
                <a:uLnTx/>
                <a:uFillTx/>
                <a:latin typeface="义启小楷书" panose="02010601030101010101" pitchFamily="2" charset="-128"/>
                <a:ea typeface="义启小楷书" panose="02010601030101010101" pitchFamily="2" charset="-128"/>
              </a:rPr>
              <a:t>第四章 进程及进程管理</a:t>
            </a:r>
          </a:p>
        </p:txBody>
      </p:sp>
      <p:sp>
        <p:nvSpPr>
          <p:cNvPr id="13" name="矩形: 圆角 12">
            <a:extLst>
              <a:ext uri="{FF2B5EF4-FFF2-40B4-BE49-F238E27FC236}">
                <a16:creationId xmlns:a16="http://schemas.microsoft.com/office/drawing/2014/main" id="{AD4BA244-BA5F-F95F-8038-16F87B389C73}"/>
              </a:ext>
            </a:extLst>
          </p:cNvPr>
          <p:cNvSpPr/>
          <p:nvPr/>
        </p:nvSpPr>
        <p:spPr>
          <a:xfrm>
            <a:off x="5043217" y="4535163"/>
            <a:ext cx="2077967" cy="423512"/>
          </a:xfrm>
          <a:prstGeom prst="roundRect">
            <a:avLst>
              <a:gd name="adj" fmla="val 50000"/>
            </a:avLst>
          </a:prstGeom>
          <a:gradFill flip="none" rotWithShape="1">
            <a:gsLst>
              <a:gs pos="0">
                <a:schemeClr val="accent2"/>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t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prstClr val="white"/>
                </a:solidFill>
                <a:latin typeface="微软雅黑" panose="020B0503020204020204" pitchFamily="34" charset="-122"/>
                <a:ea typeface="微软雅黑" panose="020B0503020204020204" pitchFamily="34" charset="-122"/>
              </a:rPr>
              <a:t>授课人</a:t>
            </a:r>
            <a:r>
              <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rPr>
              <a:t>：邵志远</a:t>
            </a:r>
            <a:endParaRPr kumimoji="0" lang="en-US" altLang="zh-CN"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grpSp>
        <p:nvGrpSpPr>
          <p:cNvPr id="1463" name="组合 1462">
            <a:extLst>
              <a:ext uri="{FF2B5EF4-FFF2-40B4-BE49-F238E27FC236}">
                <a16:creationId xmlns:a16="http://schemas.microsoft.com/office/drawing/2014/main" id="{F74E75DC-A14B-431B-A421-29C34056D506}"/>
              </a:ext>
            </a:extLst>
          </p:cNvPr>
          <p:cNvGrpSpPr/>
          <p:nvPr/>
        </p:nvGrpSpPr>
        <p:grpSpPr>
          <a:xfrm>
            <a:off x="3195205" y="5684519"/>
            <a:ext cx="5801591" cy="1173481"/>
            <a:chOff x="3195205" y="5355433"/>
            <a:chExt cx="5801591" cy="1502568"/>
          </a:xfrm>
        </p:grpSpPr>
        <p:sp>
          <p:nvSpPr>
            <p:cNvPr id="1464" name="任意多边形: 形状 1463">
              <a:extLst>
                <a:ext uri="{FF2B5EF4-FFF2-40B4-BE49-F238E27FC236}">
                  <a16:creationId xmlns:a16="http://schemas.microsoft.com/office/drawing/2014/main" id="{763CBC8B-063C-44E4-A46B-54C482ED9829}"/>
                </a:ext>
              </a:extLst>
            </p:cNvPr>
            <p:cNvSpPr/>
            <p:nvPr/>
          </p:nvSpPr>
          <p:spPr>
            <a:xfrm>
              <a:off x="3195205" y="6788810"/>
              <a:ext cx="5801591" cy="12580"/>
            </a:xfrm>
            <a:custGeom>
              <a:avLst/>
              <a:gdLst>
                <a:gd name="connsiteX0" fmla="*/ 4590003 w 4590002"/>
                <a:gd name="connsiteY0" fmla="*/ 0 h 9525"/>
                <a:gd name="connsiteX1" fmla="*/ 0 w 4590002"/>
                <a:gd name="connsiteY1" fmla="*/ 0 h 9525"/>
              </a:gdLst>
              <a:ahLst/>
              <a:cxnLst>
                <a:cxn ang="0">
                  <a:pos x="connsiteX0" y="connsiteY0"/>
                </a:cxn>
                <a:cxn ang="0">
                  <a:pos x="connsiteX1" y="connsiteY1"/>
                </a:cxn>
              </a:cxnLst>
              <a:rect l="l" t="t" r="r" b="b"/>
              <a:pathLst>
                <a:path w="4590002" h="9525">
                  <a:moveTo>
                    <a:pt x="45900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65" name="任意多边形: 形状 1464">
              <a:extLst>
                <a:ext uri="{FF2B5EF4-FFF2-40B4-BE49-F238E27FC236}">
                  <a16:creationId xmlns:a16="http://schemas.microsoft.com/office/drawing/2014/main" id="{F087AED9-4415-4603-87D9-67F316B18C43}"/>
                </a:ext>
              </a:extLst>
            </p:cNvPr>
            <p:cNvSpPr/>
            <p:nvPr/>
          </p:nvSpPr>
          <p:spPr>
            <a:xfrm>
              <a:off x="3554696" y="5962548"/>
              <a:ext cx="761000" cy="12580"/>
            </a:xfrm>
            <a:custGeom>
              <a:avLst/>
              <a:gdLst>
                <a:gd name="connsiteX0" fmla="*/ 0 w 602075"/>
                <a:gd name="connsiteY0" fmla="*/ 0 h 9525"/>
                <a:gd name="connsiteX1" fmla="*/ 602075 w 602075"/>
                <a:gd name="connsiteY1" fmla="*/ 0 h 9525"/>
              </a:gdLst>
              <a:ahLst/>
              <a:cxnLst>
                <a:cxn ang="0">
                  <a:pos x="connsiteX0" y="connsiteY0"/>
                </a:cxn>
                <a:cxn ang="0">
                  <a:pos x="connsiteX1" y="connsiteY1"/>
                </a:cxn>
              </a:cxnLst>
              <a:rect l="l" t="t" r="r" b="b"/>
              <a:pathLst>
                <a:path w="602075" h="9525">
                  <a:moveTo>
                    <a:pt x="0" y="0"/>
                  </a:moveTo>
                  <a:lnTo>
                    <a:pt x="60207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66" name="任意多边形: 形状 1465">
              <a:extLst>
                <a:ext uri="{FF2B5EF4-FFF2-40B4-BE49-F238E27FC236}">
                  <a16:creationId xmlns:a16="http://schemas.microsoft.com/office/drawing/2014/main" id="{5BBDDF1C-1CD4-486B-AA75-6D73B25DA693}"/>
                </a:ext>
              </a:extLst>
            </p:cNvPr>
            <p:cNvSpPr/>
            <p:nvPr/>
          </p:nvSpPr>
          <p:spPr>
            <a:xfrm>
              <a:off x="3554696" y="6005447"/>
              <a:ext cx="761000" cy="12580"/>
            </a:xfrm>
            <a:custGeom>
              <a:avLst/>
              <a:gdLst>
                <a:gd name="connsiteX0" fmla="*/ 0 w 602075"/>
                <a:gd name="connsiteY0" fmla="*/ 0 h 9525"/>
                <a:gd name="connsiteX1" fmla="*/ 602075 w 602075"/>
                <a:gd name="connsiteY1" fmla="*/ 0 h 9525"/>
              </a:gdLst>
              <a:ahLst/>
              <a:cxnLst>
                <a:cxn ang="0">
                  <a:pos x="connsiteX0" y="connsiteY0"/>
                </a:cxn>
                <a:cxn ang="0">
                  <a:pos x="connsiteX1" y="connsiteY1"/>
                </a:cxn>
              </a:cxnLst>
              <a:rect l="l" t="t" r="r" b="b"/>
              <a:pathLst>
                <a:path w="602075" h="9525">
                  <a:moveTo>
                    <a:pt x="0" y="0"/>
                  </a:moveTo>
                  <a:lnTo>
                    <a:pt x="60207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67" name="任意多边形: 形状 1466">
              <a:extLst>
                <a:ext uri="{FF2B5EF4-FFF2-40B4-BE49-F238E27FC236}">
                  <a16:creationId xmlns:a16="http://schemas.microsoft.com/office/drawing/2014/main" id="{C420D71F-4BC0-45EA-837C-2709B1F447DA}"/>
                </a:ext>
              </a:extLst>
            </p:cNvPr>
            <p:cNvSpPr/>
            <p:nvPr/>
          </p:nvSpPr>
          <p:spPr>
            <a:xfrm>
              <a:off x="3554696" y="6038657"/>
              <a:ext cx="761000" cy="12580"/>
            </a:xfrm>
            <a:custGeom>
              <a:avLst/>
              <a:gdLst>
                <a:gd name="connsiteX0" fmla="*/ 0 w 602075"/>
                <a:gd name="connsiteY0" fmla="*/ 0 h 9525"/>
                <a:gd name="connsiteX1" fmla="*/ 602075 w 602075"/>
                <a:gd name="connsiteY1" fmla="*/ 0 h 9525"/>
              </a:gdLst>
              <a:ahLst/>
              <a:cxnLst>
                <a:cxn ang="0">
                  <a:pos x="connsiteX0" y="connsiteY0"/>
                </a:cxn>
                <a:cxn ang="0">
                  <a:pos x="connsiteX1" y="connsiteY1"/>
                </a:cxn>
              </a:cxnLst>
              <a:rect l="l" t="t" r="r" b="b"/>
              <a:pathLst>
                <a:path w="602075" h="9525">
                  <a:moveTo>
                    <a:pt x="0" y="0"/>
                  </a:moveTo>
                  <a:lnTo>
                    <a:pt x="60207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68" name="任意多边形: 形状 1467">
              <a:extLst>
                <a:ext uri="{FF2B5EF4-FFF2-40B4-BE49-F238E27FC236}">
                  <a16:creationId xmlns:a16="http://schemas.microsoft.com/office/drawing/2014/main" id="{E95F3514-9CD3-4CB7-8A52-D1B612D92B41}"/>
                </a:ext>
              </a:extLst>
            </p:cNvPr>
            <p:cNvSpPr/>
            <p:nvPr/>
          </p:nvSpPr>
          <p:spPr>
            <a:xfrm>
              <a:off x="4315696" y="5828948"/>
              <a:ext cx="12039" cy="959861"/>
            </a:xfrm>
            <a:custGeom>
              <a:avLst/>
              <a:gdLst>
                <a:gd name="connsiteX0" fmla="*/ 0 w 9525"/>
                <a:gd name="connsiteY0" fmla="*/ 0 h 726757"/>
                <a:gd name="connsiteX1" fmla="*/ 0 w 9525"/>
                <a:gd name="connsiteY1" fmla="*/ 726758 h 726757"/>
              </a:gdLst>
              <a:ahLst/>
              <a:cxnLst>
                <a:cxn ang="0">
                  <a:pos x="connsiteX0" y="connsiteY0"/>
                </a:cxn>
                <a:cxn ang="0">
                  <a:pos x="connsiteX1" y="connsiteY1"/>
                </a:cxn>
              </a:cxnLst>
              <a:rect l="l" t="t" r="r" b="b"/>
              <a:pathLst>
                <a:path w="9525" h="726757">
                  <a:moveTo>
                    <a:pt x="0" y="0"/>
                  </a:moveTo>
                  <a:lnTo>
                    <a:pt x="0" y="726758"/>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69" name="任意多边形: 形状 1468">
              <a:extLst>
                <a:ext uri="{FF2B5EF4-FFF2-40B4-BE49-F238E27FC236}">
                  <a16:creationId xmlns:a16="http://schemas.microsoft.com/office/drawing/2014/main" id="{A00FD6C6-EF1C-4D69-A04A-DA48587D9215}"/>
                </a:ext>
              </a:extLst>
            </p:cNvPr>
            <p:cNvSpPr/>
            <p:nvPr/>
          </p:nvSpPr>
          <p:spPr>
            <a:xfrm>
              <a:off x="4427662"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70" name="任意多边形: 形状 1469">
              <a:extLst>
                <a:ext uri="{FF2B5EF4-FFF2-40B4-BE49-F238E27FC236}">
                  <a16:creationId xmlns:a16="http://schemas.microsoft.com/office/drawing/2014/main" id="{BC41B059-A18D-4980-961E-F625C2F44674}"/>
                </a:ext>
              </a:extLst>
            </p:cNvPr>
            <p:cNvSpPr/>
            <p:nvPr/>
          </p:nvSpPr>
          <p:spPr>
            <a:xfrm>
              <a:off x="4499777"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71" name="任意多边形: 形状 1470">
              <a:extLst>
                <a:ext uri="{FF2B5EF4-FFF2-40B4-BE49-F238E27FC236}">
                  <a16:creationId xmlns:a16="http://schemas.microsoft.com/office/drawing/2014/main" id="{EEE811FB-3971-476F-A534-480EC6B90F3B}"/>
                </a:ext>
              </a:extLst>
            </p:cNvPr>
            <p:cNvSpPr/>
            <p:nvPr/>
          </p:nvSpPr>
          <p:spPr>
            <a:xfrm>
              <a:off x="4526624"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72" name="任意多边形: 形状 1471">
              <a:extLst>
                <a:ext uri="{FF2B5EF4-FFF2-40B4-BE49-F238E27FC236}">
                  <a16:creationId xmlns:a16="http://schemas.microsoft.com/office/drawing/2014/main" id="{432A2015-98EC-4620-9742-15AB7D0AF6D1}"/>
                </a:ext>
              </a:extLst>
            </p:cNvPr>
            <p:cNvSpPr/>
            <p:nvPr/>
          </p:nvSpPr>
          <p:spPr>
            <a:xfrm>
              <a:off x="4593202"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73" name="任意多边形: 形状 1472">
              <a:extLst>
                <a:ext uri="{FF2B5EF4-FFF2-40B4-BE49-F238E27FC236}">
                  <a16:creationId xmlns:a16="http://schemas.microsoft.com/office/drawing/2014/main" id="{A2117474-704B-4552-BD08-21E184BADEA5}"/>
                </a:ext>
              </a:extLst>
            </p:cNvPr>
            <p:cNvSpPr/>
            <p:nvPr/>
          </p:nvSpPr>
          <p:spPr>
            <a:xfrm>
              <a:off x="4686627"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74" name="任意多边形: 形状 1473">
              <a:extLst>
                <a:ext uri="{FF2B5EF4-FFF2-40B4-BE49-F238E27FC236}">
                  <a16:creationId xmlns:a16="http://schemas.microsoft.com/office/drawing/2014/main" id="{6AAD5869-6237-401D-9939-B1BA067D812D}"/>
                </a:ext>
              </a:extLst>
            </p:cNvPr>
            <p:cNvSpPr/>
            <p:nvPr/>
          </p:nvSpPr>
          <p:spPr>
            <a:xfrm>
              <a:off x="4780051"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75" name="任意多边形: 形状 1474">
              <a:extLst>
                <a:ext uri="{FF2B5EF4-FFF2-40B4-BE49-F238E27FC236}">
                  <a16:creationId xmlns:a16="http://schemas.microsoft.com/office/drawing/2014/main" id="{7E5C6484-AE2D-4A89-8B79-0DC711E3272A}"/>
                </a:ext>
              </a:extLst>
            </p:cNvPr>
            <p:cNvSpPr/>
            <p:nvPr/>
          </p:nvSpPr>
          <p:spPr>
            <a:xfrm>
              <a:off x="4620049"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76" name="任意多边形: 形状 1475">
              <a:extLst>
                <a:ext uri="{FF2B5EF4-FFF2-40B4-BE49-F238E27FC236}">
                  <a16:creationId xmlns:a16="http://schemas.microsoft.com/office/drawing/2014/main" id="{494F99E2-1AF7-4774-AE61-E8080ABC6030}"/>
                </a:ext>
              </a:extLst>
            </p:cNvPr>
            <p:cNvSpPr/>
            <p:nvPr/>
          </p:nvSpPr>
          <p:spPr>
            <a:xfrm>
              <a:off x="4713353"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77" name="任意多边形: 形状 1476">
              <a:extLst>
                <a:ext uri="{FF2B5EF4-FFF2-40B4-BE49-F238E27FC236}">
                  <a16:creationId xmlns:a16="http://schemas.microsoft.com/office/drawing/2014/main" id="{6ADD3A69-94D7-480C-945B-1C09CB6A80B6}"/>
                </a:ext>
              </a:extLst>
            </p:cNvPr>
            <p:cNvSpPr/>
            <p:nvPr/>
          </p:nvSpPr>
          <p:spPr>
            <a:xfrm>
              <a:off x="4806778"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78" name="任意多边形: 形状 1477">
              <a:extLst>
                <a:ext uri="{FF2B5EF4-FFF2-40B4-BE49-F238E27FC236}">
                  <a16:creationId xmlns:a16="http://schemas.microsoft.com/office/drawing/2014/main" id="{6A55A089-E9E1-4FA9-8ED9-C2138B9955E9}"/>
                </a:ext>
              </a:extLst>
            </p:cNvPr>
            <p:cNvSpPr/>
            <p:nvPr/>
          </p:nvSpPr>
          <p:spPr>
            <a:xfrm>
              <a:off x="4881662"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79" name="任意多边形: 形状 1478">
              <a:extLst>
                <a:ext uri="{FF2B5EF4-FFF2-40B4-BE49-F238E27FC236}">
                  <a16:creationId xmlns:a16="http://schemas.microsoft.com/office/drawing/2014/main" id="{DAB6C82D-50B2-4E4B-8550-5A164FC9A72C}"/>
                </a:ext>
              </a:extLst>
            </p:cNvPr>
            <p:cNvSpPr/>
            <p:nvPr/>
          </p:nvSpPr>
          <p:spPr>
            <a:xfrm>
              <a:off x="4427662" y="5968336"/>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80" name="任意多边形: 形状 1479">
              <a:extLst>
                <a:ext uri="{FF2B5EF4-FFF2-40B4-BE49-F238E27FC236}">
                  <a16:creationId xmlns:a16="http://schemas.microsoft.com/office/drawing/2014/main" id="{59F502F7-08C3-4E12-BBD2-BECB90CDE736}"/>
                </a:ext>
              </a:extLst>
            </p:cNvPr>
            <p:cNvSpPr/>
            <p:nvPr/>
          </p:nvSpPr>
          <p:spPr>
            <a:xfrm>
              <a:off x="4526624" y="5968336"/>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81" name="任意多边形: 形状 1480">
              <a:extLst>
                <a:ext uri="{FF2B5EF4-FFF2-40B4-BE49-F238E27FC236}">
                  <a16:creationId xmlns:a16="http://schemas.microsoft.com/office/drawing/2014/main" id="{48EF7173-38E6-4AB8-BE2F-3792069026A9}"/>
                </a:ext>
              </a:extLst>
            </p:cNvPr>
            <p:cNvSpPr/>
            <p:nvPr/>
          </p:nvSpPr>
          <p:spPr>
            <a:xfrm>
              <a:off x="4618845" y="5968336"/>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82" name="任意多边形: 形状 1481">
              <a:extLst>
                <a:ext uri="{FF2B5EF4-FFF2-40B4-BE49-F238E27FC236}">
                  <a16:creationId xmlns:a16="http://schemas.microsoft.com/office/drawing/2014/main" id="{F7FA9A37-EAB9-48C1-BCB8-9785AF42BF3C}"/>
                </a:ext>
              </a:extLst>
            </p:cNvPr>
            <p:cNvSpPr/>
            <p:nvPr/>
          </p:nvSpPr>
          <p:spPr>
            <a:xfrm>
              <a:off x="4712028" y="5968336"/>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83" name="任意多边形: 形状 1482">
              <a:extLst>
                <a:ext uri="{FF2B5EF4-FFF2-40B4-BE49-F238E27FC236}">
                  <a16:creationId xmlns:a16="http://schemas.microsoft.com/office/drawing/2014/main" id="{97DB3453-AA05-4EC5-BEAC-6442F663BDBE}"/>
                </a:ext>
              </a:extLst>
            </p:cNvPr>
            <p:cNvSpPr/>
            <p:nvPr/>
          </p:nvSpPr>
          <p:spPr>
            <a:xfrm>
              <a:off x="4805694" y="5968336"/>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84" name="任意多边形: 形状 1483">
              <a:extLst>
                <a:ext uri="{FF2B5EF4-FFF2-40B4-BE49-F238E27FC236}">
                  <a16:creationId xmlns:a16="http://schemas.microsoft.com/office/drawing/2014/main" id="{D74AB78E-AC70-4A2B-8063-F037A14AD03C}"/>
                </a:ext>
              </a:extLst>
            </p:cNvPr>
            <p:cNvSpPr/>
            <p:nvPr/>
          </p:nvSpPr>
          <p:spPr>
            <a:xfrm>
              <a:off x="4427662" y="5887445"/>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85" name="任意多边形: 形状 1484">
              <a:extLst>
                <a:ext uri="{FF2B5EF4-FFF2-40B4-BE49-F238E27FC236}">
                  <a16:creationId xmlns:a16="http://schemas.microsoft.com/office/drawing/2014/main" id="{8B1360D4-70B9-4889-B171-C6C49EA2C642}"/>
                </a:ext>
              </a:extLst>
            </p:cNvPr>
            <p:cNvSpPr/>
            <p:nvPr/>
          </p:nvSpPr>
          <p:spPr>
            <a:xfrm>
              <a:off x="4526624" y="5887445"/>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86" name="任意多边形: 形状 1485">
              <a:extLst>
                <a:ext uri="{FF2B5EF4-FFF2-40B4-BE49-F238E27FC236}">
                  <a16:creationId xmlns:a16="http://schemas.microsoft.com/office/drawing/2014/main" id="{67AA32F2-85D8-4C3D-A841-14293591275D}"/>
                </a:ext>
              </a:extLst>
            </p:cNvPr>
            <p:cNvSpPr/>
            <p:nvPr/>
          </p:nvSpPr>
          <p:spPr>
            <a:xfrm>
              <a:off x="4618845" y="5887445"/>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87" name="任意多边形: 形状 1486">
              <a:extLst>
                <a:ext uri="{FF2B5EF4-FFF2-40B4-BE49-F238E27FC236}">
                  <a16:creationId xmlns:a16="http://schemas.microsoft.com/office/drawing/2014/main" id="{5E16D8A1-A6C7-4303-A3E9-59FD276863FE}"/>
                </a:ext>
              </a:extLst>
            </p:cNvPr>
            <p:cNvSpPr/>
            <p:nvPr/>
          </p:nvSpPr>
          <p:spPr>
            <a:xfrm>
              <a:off x="4712028" y="5887445"/>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88" name="任意多边形: 形状 1487">
              <a:extLst>
                <a:ext uri="{FF2B5EF4-FFF2-40B4-BE49-F238E27FC236}">
                  <a16:creationId xmlns:a16="http://schemas.microsoft.com/office/drawing/2014/main" id="{8F3BF359-B4C1-45BE-9186-D4439ED2A66A}"/>
                </a:ext>
              </a:extLst>
            </p:cNvPr>
            <p:cNvSpPr/>
            <p:nvPr/>
          </p:nvSpPr>
          <p:spPr>
            <a:xfrm>
              <a:off x="4805694" y="5887445"/>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89" name="任意多边形: 形状 1488">
              <a:extLst>
                <a:ext uri="{FF2B5EF4-FFF2-40B4-BE49-F238E27FC236}">
                  <a16:creationId xmlns:a16="http://schemas.microsoft.com/office/drawing/2014/main" id="{ECB99DA2-C0CC-4AFC-A5CC-C51EE30DE2E6}"/>
                </a:ext>
              </a:extLst>
            </p:cNvPr>
            <p:cNvSpPr/>
            <p:nvPr/>
          </p:nvSpPr>
          <p:spPr>
            <a:xfrm>
              <a:off x="4315696" y="5858638"/>
              <a:ext cx="654453" cy="12580"/>
            </a:xfrm>
            <a:custGeom>
              <a:avLst/>
              <a:gdLst>
                <a:gd name="connsiteX0" fmla="*/ 0 w 517779"/>
                <a:gd name="connsiteY0" fmla="*/ 0 h 9525"/>
                <a:gd name="connsiteX1" fmla="*/ 517779 w 517779"/>
                <a:gd name="connsiteY1" fmla="*/ 0 h 9525"/>
              </a:gdLst>
              <a:ahLst/>
              <a:cxnLst>
                <a:cxn ang="0">
                  <a:pos x="connsiteX0" y="connsiteY0"/>
                </a:cxn>
                <a:cxn ang="0">
                  <a:pos x="connsiteX1" y="connsiteY1"/>
                </a:cxn>
              </a:cxnLst>
              <a:rect l="l" t="t" r="r" b="b"/>
              <a:pathLst>
                <a:path w="517779" h="9525">
                  <a:moveTo>
                    <a:pt x="0" y="0"/>
                  </a:moveTo>
                  <a:lnTo>
                    <a:pt x="517779"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90" name="任意多边形: 形状 1489">
              <a:extLst>
                <a:ext uri="{FF2B5EF4-FFF2-40B4-BE49-F238E27FC236}">
                  <a16:creationId xmlns:a16="http://schemas.microsoft.com/office/drawing/2014/main" id="{46AECB12-9E0D-4318-9780-E7F14D005713}"/>
                </a:ext>
              </a:extLst>
            </p:cNvPr>
            <p:cNvSpPr/>
            <p:nvPr/>
          </p:nvSpPr>
          <p:spPr>
            <a:xfrm>
              <a:off x="4427662" y="6037526"/>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91" name="任意多边形: 形状 1490">
              <a:extLst>
                <a:ext uri="{FF2B5EF4-FFF2-40B4-BE49-F238E27FC236}">
                  <a16:creationId xmlns:a16="http://schemas.microsoft.com/office/drawing/2014/main" id="{CB8529E9-DC5B-430A-B321-F82844B357CD}"/>
                </a:ext>
              </a:extLst>
            </p:cNvPr>
            <p:cNvSpPr/>
            <p:nvPr/>
          </p:nvSpPr>
          <p:spPr>
            <a:xfrm>
              <a:off x="4526624" y="6037526"/>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92" name="任意多边形: 形状 1491">
              <a:extLst>
                <a:ext uri="{FF2B5EF4-FFF2-40B4-BE49-F238E27FC236}">
                  <a16:creationId xmlns:a16="http://schemas.microsoft.com/office/drawing/2014/main" id="{F03F07E6-D045-4311-92E8-E5CBE9175392}"/>
                </a:ext>
              </a:extLst>
            </p:cNvPr>
            <p:cNvSpPr/>
            <p:nvPr/>
          </p:nvSpPr>
          <p:spPr>
            <a:xfrm>
              <a:off x="4618845" y="6037526"/>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93" name="任意多边形: 形状 1492">
              <a:extLst>
                <a:ext uri="{FF2B5EF4-FFF2-40B4-BE49-F238E27FC236}">
                  <a16:creationId xmlns:a16="http://schemas.microsoft.com/office/drawing/2014/main" id="{A1332637-71E2-4DFA-875A-3EFB05CF5672}"/>
                </a:ext>
              </a:extLst>
            </p:cNvPr>
            <p:cNvSpPr/>
            <p:nvPr/>
          </p:nvSpPr>
          <p:spPr>
            <a:xfrm>
              <a:off x="4712028" y="6037526"/>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94" name="任意多边形: 形状 1493">
              <a:extLst>
                <a:ext uri="{FF2B5EF4-FFF2-40B4-BE49-F238E27FC236}">
                  <a16:creationId xmlns:a16="http://schemas.microsoft.com/office/drawing/2014/main" id="{312D20A7-EC43-4D36-8474-AAD6F18C7ECD}"/>
                </a:ext>
              </a:extLst>
            </p:cNvPr>
            <p:cNvSpPr/>
            <p:nvPr/>
          </p:nvSpPr>
          <p:spPr>
            <a:xfrm>
              <a:off x="4805694" y="6037526"/>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95" name="任意多边形: 形状 1494">
              <a:extLst>
                <a:ext uri="{FF2B5EF4-FFF2-40B4-BE49-F238E27FC236}">
                  <a16:creationId xmlns:a16="http://schemas.microsoft.com/office/drawing/2014/main" id="{49D552E9-0BB1-4845-A48E-066C4725B189}"/>
                </a:ext>
              </a:extLst>
            </p:cNvPr>
            <p:cNvSpPr/>
            <p:nvPr/>
          </p:nvSpPr>
          <p:spPr>
            <a:xfrm>
              <a:off x="4427662" y="6128103"/>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96" name="任意多边形: 形状 1495">
              <a:extLst>
                <a:ext uri="{FF2B5EF4-FFF2-40B4-BE49-F238E27FC236}">
                  <a16:creationId xmlns:a16="http://schemas.microsoft.com/office/drawing/2014/main" id="{6907788A-4BC8-48A6-AA7D-8151C38A62D1}"/>
                </a:ext>
              </a:extLst>
            </p:cNvPr>
            <p:cNvSpPr/>
            <p:nvPr/>
          </p:nvSpPr>
          <p:spPr>
            <a:xfrm>
              <a:off x="4526624" y="6128103"/>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97" name="任意多边形: 形状 1496">
              <a:extLst>
                <a:ext uri="{FF2B5EF4-FFF2-40B4-BE49-F238E27FC236}">
                  <a16:creationId xmlns:a16="http://schemas.microsoft.com/office/drawing/2014/main" id="{37607A14-1CBC-4798-8ACC-FC73FED2E5DA}"/>
                </a:ext>
              </a:extLst>
            </p:cNvPr>
            <p:cNvSpPr/>
            <p:nvPr/>
          </p:nvSpPr>
          <p:spPr>
            <a:xfrm>
              <a:off x="4618845" y="6128103"/>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98" name="任意多边形: 形状 1497">
              <a:extLst>
                <a:ext uri="{FF2B5EF4-FFF2-40B4-BE49-F238E27FC236}">
                  <a16:creationId xmlns:a16="http://schemas.microsoft.com/office/drawing/2014/main" id="{D38C936B-D446-45F6-9FEA-1B004BABD488}"/>
                </a:ext>
              </a:extLst>
            </p:cNvPr>
            <p:cNvSpPr/>
            <p:nvPr/>
          </p:nvSpPr>
          <p:spPr>
            <a:xfrm>
              <a:off x="4712028" y="6128103"/>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99" name="任意多边形: 形状 1498">
              <a:extLst>
                <a:ext uri="{FF2B5EF4-FFF2-40B4-BE49-F238E27FC236}">
                  <a16:creationId xmlns:a16="http://schemas.microsoft.com/office/drawing/2014/main" id="{EF3DF52B-20CD-4CEA-8B4B-F340A585E6AE}"/>
                </a:ext>
              </a:extLst>
            </p:cNvPr>
            <p:cNvSpPr/>
            <p:nvPr/>
          </p:nvSpPr>
          <p:spPr>
            <a:xfrm>
              <a:off x="4805694" y="6128103"/>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00" name="任意多边形: 形状 1499">
              <a:extLst>
                <a:ext uri="{FF2B5EF4-FFF2-40B4-BE49-F238E27FC236}">
                  <a16:creationId xmlns:a16="http://schemas.microsoft.com/office/drawing/2014/main" id="{5A8B68FE-D134-430D-98CB-1DBD3F557EEE}"/>
                </a:ext>
              </a:extLst>
            </p:cNvPr>
            <p:cNvSpPr/>
            <p:nvPr/>
          </p:nvSpPr>
          <p:spPr>
            <a:xfrm>
              <a:off x="4427662" y="6210880"/>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01" name="任意多边形: 形状 1500">
              <a:extLst>
                <a:ext uri="{FF2B5EF4-FFF2-40B4-BE49-F238E27FC236}">
                  <a16:creationId xmlns:a16="http://schemas.microsoft.com/office/drawing/2014/main" id="{1BB7A3F5-9552-48E4-B607-127B0E839106}"/>
                </a:ext>
              </a:extLst>
            </p:cNvPr>
            <p:cNvSpPr/>
            <p:nvPr/>
          </p:nvSpPr>
          <p:spPr>
            <a:xfrm>
              <a:off x="4526624" y="6210880"/>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02" name="任意多边形: 形状 1501">
              <a:extLst>
                <a:ext uri="{FF2B5EF4-FFF2-40B4-BE49-F238E27FC236}">
                  <a16:creationId xmlns:a16="http://schemas.microsoft.com/office/drawing/2014/main" id="{F8380F8D-7524-402F-9CF7-E9E916BF3EA2}"/>
                </a:ext>
              </a:extLst>
            </p:cNvPr>
            <p:cNvSpPr/>
            <p:nvPr/>
          </p:nvSpPr>
          <p:spPr>
            <a:xfrm>
              <a:off x="4618845" y="6210880"/>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03" name="任意多边形: 形状 1502">
              <a:extLst>
                <a:ext uri="{FF2B5EF4-FFF2-40B4-BE49-F238E27FC236}">
                  <a16:creationId xmlns:a16="http://schemas.microsoft.com/office/drawing/2014/main" id="{7DF4377D-CEA3-4307-85F8-D2347586EA6A}"/>
                </a:ext>
              </a:extLst>
            </p:cNvPr>
            <p:cNvSpPr/>
            <p:nvPr/>
          </p:nvSpPr>
          <p:spPr>
            <a:xfrm>
              <a:off x="4712028" y="6210880"/>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04" name="任意多边形: 形状 1503">
              <a:extLst>
                <a:ext uri="{FF2B5EF4-FFF2-40B4-BE49-F238E27FC236}">
                  <a16:creationId xmlns:a16="http://schemas.microsoft.com/office/drawing/2014/main" id="{9B1CA50D-1D2D-4F4B-9E96-A0CB0D4C398D}"/>
                </a:ext>
              </a:extLst>
            </p:cNvPr>
            <p:cNvSpPr/>
            <p:nvPr/>
          </p:nvSpPr>
          <p:spPr>
            <a:xfrm>
              <a:off x="4805694" y="6210880"/>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05" name="任意多边形: 形状 1504">
              <a:extLst>
                <a:ext uri="{FF2B5EF4-FFF2-40B4-BE49-F238E27FC236}">
                  <a16:creationId xmlns:a16="http://schemas.microsoft.com/office/drawing/2014/main" id="{450087B9-99BC-4966-8887-A24BEA639CC2}"/>
                </a:ext>
              </a:extLst>
            </p:cNvPr>
            <p:cNvSpPr/>
            <p:nvPr/>
          </p:nvSpPr>
          <p:spPr>
            <a:xfrm>
              <a:off x="4427662" y="6304476"/>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06" name="任意多边形: 形状 1505">
              <a:extLst>
                <a:ext uri="{FF2B5EF4-FFF2-40B4-BE49-F238E27FC236}">
                  <a16:creationId xmlns:a16="http://schemas.microsoft.com/office/drawing/2014/main" id="{611385C7-95A2-4E03-A788-05F0C62DA761}"/>
                </a:ext>
              </a:extLst>
            </p:cNvPr>
            <p:cNvSpPr/>
            <p:nvPr/>
          </p:nvSpPr>
          <p:spPr>
            <a:xfrm>
              <a:off x="4526624" y="6304476"/>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07" name="任意多边形: 形状 1506">
              <a:extLst>
                <a:ext uri="{FF2B5EF4-FFF2-40B4-BE49-F238E27FC236}">
                  <a16:creationId xmlns:a16="http://schemas.microsoft.com/office/drawing/2014/main" id="{3245B335-F54A-41BF-A95F-9BA4C5169536}"/>
                </a:ext>
              </a:extLst>
            </p:cNvPr>
            <p:cNvSpPr/>
            <p:nvPr/>
          </p:nvSpPr>
          <p:spPr>
            <a:xfrm>
              <a:off x="4618845" y="6304476"/>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08" name="任意多边形: 形状 1507">
              <a:extLst>
                <a:ext uri="{FF2B5EF4-FFF2-40B4-BE49-F238E27FC236}">
                  <a16:creationId xmlns:a16="http://schemas.microsoft.com/office/drawing/2014/main" id="{13E3A823-0E99-43D2-8C15-1483033AF2D9}"/>
                </a:ext>
              </a:extLst>
            </p:cNvPr>
            <p:cNvSpPr/>
            <p:nvPr/>
          </p:nvSpPr>
          <p:spPr>
            <a:xfrm>
              <a:off x="4712028" y="6304476"/>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09" name="任意多边形: 形状 1508">
              <a:extLst>
                <a:ext uri="{FF2B5EF4-FFF2-40B4-BE49-F238E27FC236}">
                  <a16:creationId xmlns:a16="http://schemas.microsoft.com/office/drawing/2014/main" id="{638AF2E0-17EE-42BA-93F2-C1F1ADD854A7}"/>
                </a:ext>
              </a:extLst>
            </p:cNvPr>
            <p:cNvSpPr/>
            <p:nvPr/>
          </p:nvSpPr>
          <p:spPr>
            <a:xfrm>
              <a:off x="4805694" y="6304476"/>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10" name="任意多边形: 形状 1509">
              <a:extLst>
                <a:ext uri="{FF2B5EF4-FFF2-40B4-BE49-F238E27FC236}">
                  <a16:creationId xmlns:a16="http://schemas.microsoft.com/office/drawing/2014/main" id="{B145B445-6A65-4C5B-ADBD-EDF87DA63FD1}"/>
                </a:ext>
              </a:extLst>
            </p:cNvPr>
            <p:cNvSpPr/>
            <p:nvPr/>
          </p:nvSpPr>
          <p:spPr>
            <a:xfrm>
              <a:off x="4427662" y="6381467"/>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11" name="任意多边形: 形状 1510">
              <a:extLst>
                <a:ext uri="{FF2B5EF4-FFF2-40B4-BE49-F238E27FC236}">
                  <a16:creationId xmlns:a16="http://schemas.microsoft.com/office/drawing/2014/main" id="{7418897E-6B62-48D2-A02E-B01FE27BB159}"/>
                </a:ext>
              </a:extLst>
            </p:cNvPr>
            <p:cNvSpPr/>
            <p:nvPr/>
          </p:nvSpPr>
          <p:spPr>
            <a:xfrm>
              <a:off x="4526624" y="6381467"/>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12" name="任意多边形: 形状 1511">
              <a:extLst>
                <a:ext uri="{FF2B5EF4-FFF2-40B4-BE49-F238E27FC236}">
                  <a16:creationId xmlns:a16="http://schemas.microsoft.com/office/drawing/2014/main" id="{825FBC20-CF5C-4937-902D-24FBAE299B60}"/>
                </a:ext>
              </a:extLst>
            </p:cNvPr>
            <p:cNvSpPr/>
            <p:nvPr/>
          </p:nvSpPr>
          <p:spPr>
            <a:xfrm>
              <a:off x="4618845" y="6381467"/>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13" name="任意多边形: 形状 1512">
              <a:extLst>
                <a:ext uri="{FF2B5EF4-FFF2-40B4-BE49-F238E27FC236}">
                  <a16:creationId xmlns:a16="http://schemas.microsoft.com/office/drawing/2014/main" id="{8DD8C731-C502-4418-87DF-6648B52F1FF7}"/>
                </a:ext>
              </a:extLst>
            </p:cNvPr>
            <p:cNvSpPr/>
            <p:nvPr/>
          </p:nvSpPr>
          <p:spPr>
            <a:xfrm>
              <a:off x="4712028" y="6381467"/>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14" name="任意多边形: 形状 1513">
              <a:extLst>
                <a:ext uri="{FF2B5EF4-FFF2-40B4-BE49-F238E27FC236}">
                  <a16:creationId xmlns:a16="http://schemas.microsoft.com/office/drawing/2014/main" id="{28EA80F1-52C4-4F5C-9952-C08963CB5169}"/>
                </a:ext>
              </a:extLst>
            </p:cNvPr>
            <p:cNvSpPr/>
            <p:nvPr/>
          </p:nvSpPr>
          <p:spPr>
            <a:xfrm>
              <a:off x="4805694" y="6381467"/>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15" name="任意多边形: 形状 1514">
              <a:extLst>
                <a:ext uri="{FF2B5EF4-FFF2-40B4-BE49-F238E27FC236}">
                  <a16:creationId xmlns:a16="http://schemas.microsoft.com/office/drawing/2014/main" id="{1A2E25B0-7F37-46F7-B50C-494378D5741D}"/>
                </a:ext>
              </a:extLst>
            </p:cNvPr>
            <p:cNvSpPr/>
            <p:nvPr/>
          </p:nvSpPr>
          <p:spPr>
            <a:xfrm>
              <a:off x="4427662" y="6479717"/>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16" name="任意多边形: 形状 1515">
              <a:extLst>
                <a:ext uri="{FF2B5EF4-FFF2-40B4-BE49-F238E27FC236}">
                  <a16:creationId xmlns:a16="http://schemas.microsoft.com/office/drawing/2014/main" id="{3633D75E-1A2C-46E8-8F30-15FF9BDF8EF0}"/>
                </a:ext>
              </a:extLst>
            </p:cNvPr>
            <p:cNvSpPr/>
            <p:nvPr/>
          </p:nvSpPr>
          <p:spPr>
            <a:xfrm>
              <a:off x="4526624" y="6479717"/>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17" name="任意多边形: 形状 1516">
              <a:extLst>
                <a:ext uri="{FF2B5EF4-FFF2-40B4-BE49-F238E27FC236}">
                  <a16:creationId xmlns:a16="http://schemas.microsoft.com/office/drawing/2014/main" id="{2521EAAA-DB7A-4614-8918-76B38861AFA8}"/>
                </a:ext>
              </a:extLst>
            </p:cNvPr>
            <p:cNvSpPr/>
            <p:nvPr/>
          </p:nvSpPr>
          <p:spPr>
            <a:xfrm>
              <a:off x="4618845" y="6479717"/>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18" name="任意多边形: 形状 1517">
              <a:extLst>
                <a:ext uri="{FF2B5EF4-FFF2-40B4-BE49-F238E27FC236}">
                  <a16:creationId xmlns:a16="http://schemas.microsoft.com/office/drawing/2014/main" id="{9382E400-1B78-48C6-9EBA-FC2F4AED3936}"/>
                </a:ext>
              </a:extLst>
            </p:cNvPr>
            <p:cNvSpPr/>
            <p:nvPr/>
          </p:nvSpPr>
          <p:spPr>
            <a:xfrm>
              <a:off x="4712028" y="6479717"/>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19" name="任意多边形: 形状 1518">
              <a:extLst>
                <a:ext uri="{FF2B5EF4-FFF2-40B4-BE49-F238E27FC236}">
                  <a16:creationId xmlns:a16="http://schemas.microsoft.com/office/drawing/2014/main" id="{177B9ED4-FE16-4998-9B46-F3B1077FD910}"/>
                </a:ext>
              </a:extLst>
            </p:cNvPr>
            <p:cNvSpPr/>
            <p:nvPr/>
          </p:nvSpPr>
          <p:spPr>
            <a:xfrm>
              <a:off x="4805694" y="6479717"/>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20" name="任意多边形: 形状 1519">
              <a:extLst>
                <a:ext uri="{FF2B5EF4-FFF2-40B4-BE49-F238E27FC236}">
                  <a16:creationId xmlns:a16="http://schemas.microsoft.com/office/drawing/2014/main" id="{91893236-DB68-4AAF-B87B-ACEDBC1148D4}"/>
                </a:ext>
              </a:extLst>
            </p:cNvPr>
            <p:cNvSpPr/>
            <p:nvPr/>
          </p:nvSpPr>
          <p:spPr>
            <a:xfrm>
              <a:off x="4427662" y="6553814"/>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21" name="任意多边形: 形状 1520">
              <a:extLst>
                <a:ext uri="{FF2B5EF4-FFF2-40B4-BE49-F238E27FC236}">
                  <a16:creationId xmlns:a16="http://schemas.microsoft.com/office/drawing/2014/main" id="{B6BBC09A-BF25-4A9F-AC9F-03B07444C9C8}"/>
                </a:ext>
              </a:extLst>
            </p:cNvPr>
            <p:cNvSpPr/>
            <p:nvPr/>
          </p:nvSpPr>
          <p:spPr>
            <a:xfrm>
              <a:off x="4526624" y="6553814"/>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22" name="任意多边形: 形状 1521">
              <a:extLst>
                <a:ext uri="{FF2B5EF4-FFF2-40B4-BE49-F238E27FC236}">
                  <a16:creationId xmlns:a16="http://schemas.microsoft.com/office/drawing/2014/main" id="{A9113251-F2E3-4528-8615-C7A5CD1FCEBA}"/>
                </a:ext>
              </a:extLst>
            </p:cNvPr>
            <p:cNvSpPr/>
            <p:nvPr/>
          </p:nvSpPr>
          <p:spPr>
            <a:xfrm>
              <a:off x="4618845" y="6553814"/>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23" name="任意多边形: 形状 1522">
              <a:extLst>
                <a:ext uri="{FF2B5EF4-FFF2-40B4-BE49-F238E27FC236}">
                  <a16:creationId xmlns:a16="http://schemas.microsoft.com/office/drawing/2014/main" id="{3D69904A-8545-4755-8B84-796F8285FCB2}"/>
                </a:ext>
              </a:extLst>
            </p:cNvPr>
            <p:cNvSpPr/>
            <p:nvPr/>
          </p:nvSpPr>
          <p:spPr>
            <a:xfrm>
              <a:off x="4712028" y="6553814"/>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24" name="任意多边形: 形状 1523">
              <a:extLst>
                <a:ext uri="{FF2B5EF4-FFF2-40B4-BE49-F238E27FC236}">
                  <a16:creationId xmlns:a16="http://schemas.microsoft.com/office/drawing/2014/main" id="{8FDF7C31-FE17-441A-91E9-D57BE98E6C78}"/>
                </a:ext>
              </a:extLst>
            </p:cNvPr>
            <p:cNvSpPr/>
            <p:nvPr/>
          </p:nvSpPr>
          <p:spPr>
            <a:xfrm>
              <a:off x="4805694" y="6553814"/>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25" name="任意多边形: 形状 1524">
              <a:extLst>
                <a:ext uri="{FF2B5EF4-FFF2-40B4-BE49-F238E27FC236}">
                  <a16:creationId xmlns:a16="http://schemas.microsoft.com/office/drawing/2014/main" id="{576210EB-356C-4B66-A836-5B31BACB75B5}"/>
                </a:ext>
              </a:extLst>
            </p:cNvPr>
            <p:cNvSpPr/>
            <p:nvPr/>
          </p:nvSpPr>
          <p:spPr>
            <a:xfrm>
              <a:off x="4427662" y="6653070"/>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26" name="任意多边形: 形状 1525">
              <a:extLst>
                <a:ext uri="{FF2B5EF4-FFF2-40B4-BE49-F238E27FC236}">
                  <a16:creationId xmlns:a16="http://schemas.microsoft.com/office/drawing/2014/main" id="{2F889AE5-EB18-46EA-AE72-7BD0B675271C}"/>
                </a:ext>
              </a:extLst>
            </p:cNvPr>
            <p:cNvSpPr/>
            <p:nvPr/>
          </p:nvSpPr>
          <p:spPr>
            <a:xfrm>
              <a:off x="4526624" y="6653070"/>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27" name="任意多边形: 形状 1526">
              <a:extLst>
                <a:ext uri="{FF2B5EF4-FFF2-40B4-BE49-F238E27FC236}">
                  <a16:creationId xmlns:a16="http://schemas.microsoft.com/office/drawing/2014/main" id="{895AFBBE-8FD3-48E9-BEC9-E3D8CEEE51B3}"/>
                </a:ext>
              </a:extLst>
            </p:cNvPr>
            <p:cNvSpPr/>
            <p:nvPr/>
          </p:nvSpPr>
          <p:spPr>
            <a:xfrm>
              <a:off x="4618845" y="6653070"/>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28" name="任意多边形: 形状 1527">
              <a:extLst>
                <a:ext uri="{FF2B5EF4-FFF2-40B4-BE49-F238E27FC236}">
                  <a16:creationId xmlns:a16="http://schemas.microsoft.com/office/drawing/2014/main" id="{48D94B39-9F08-48F8-95AA-01347B3D836F}"/>
                </a:ext>
              </a:extLst>
            </p:cNvPr>
            <p:cNvSpPr/>
            <p:nvPr/>
          </p:nvSpPr>
          <p:spPr>
            <a:xfrm>
              <a:off x="4712028" y="6653070"/>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29" name="任意多边形: 形状 1528">
              <a:extLst>
                <a:ext uri="{FF2B5EF4-FFF2-40B4-BE49-F238E27FC236}">
                  <a16:creationId xmlns:a16="http://schemas.microsoft.com/office/drawing/2014/main" id="{7ADB7E62-C05F-4150-8099-F1AFC9FB61A9}"/>
                </a:ext>
              </a:extLst>
            </p:cNvPr>
            <p:cNvSpPr/>
            <p:nvPr/>
          </p:nvSpPr>
          <p:spPr>
            <a:xfrm>
              <a:off x="4805694" y="6653070"/>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30" name="任意多边形: 形状 1529">
              <a:extLst>
                <a:ext uri="{FF2B5EF4-FFF2-40B4-BE49-F238E27FC236}">
                  <a16:creationId xmlns:a16="http://schemas.microsoft.com/office/drawing/2014/main" id="{4A7EB533-7675-4511-A8B5-53AA16265B54}"/>
                </a:ext>
              </a:extLst>
            </p:cNvPr>
            <p:cNvSpPr/>
            <p:nvPr/>
          </p:nvSpPr>
          <p:spPr>
            <a:xfrm>
              <a:off x="4315696" y="5828948"/>
              <a:ext cx="654453" cy="12580"/>
            </a:xfrm>
            <a:custGeom>
              <a:avLst/>
              <a:gdLst>
                <a:gd name="connsiteX0" fmla="*/ 0 w 517779"/>
                <a:gd name="connsiteY0" fmla="*/ 0 h 9525"/>
                <a:gd name="connsiteX1" fmla="*/ 517779 w 517779"/>
                <a:gd name="connsiteY1" fmla="*/ 0 h 9525"/>
              </a:gdLst>
              <a:ahLst/>
              <a:cxnLst>
                <a:cxn ang="0">
                  <a:pos x="connsiteX0" y="connsiteY0"/>
                </a:cxn>
                <a:cxn ang="0">
                  <a:pos x="connsiteX1" y="connsiteY1"/>
                </a:cxn>
              </a:cxnLst>
              <a:rect l="l" t="t" r="r" b="b"/>
              <a:pathLst>
                <a:path w="517779" h="9525">
                  <a:moveTo>
                    <a:pt x="0" y="0"/>
                  </a:moveTo>
                  <a:lnTo>
                    <a:pt x="517779"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31" name="任意多边形: 形状 1530">
              <a:extLst>
                <a:ext uri="{FF2B5EF4-FFF2-40B4-BE49-F238E27FC236}">
                  <a16:creationId xmlns:a16="http://schemas.microsoft.com/office/drawing/2014/main" id="{1E3E3CF6-9198-46FF-9439-15D8D33E8199}"/>
                </a:ext>
              </a:extLst>
            </p:cNvPr>
            <p:cNvSpPr/>
            <p:nvPr/>
          </p:nvSpPr>
          <p:spPr>
            <a:xfrm>
              <a:off x="4970150" y="5485260"/>
              <a:ext cx="12039" cy="1303550"/>
            </a:xfrm>
            <a:custGeom>
              <a:avLst/>
              <a:gdLst>
                <a:gd name="connsiteX0" fmla="*/ 0 w 9525"/>
                <a:gd name="connsiteY0" fmla="*/ 0 h 986980"/>
                <a:gd name="connsiteX1" fmla="*/ 0 w 9525"/>
                <a:gd name="connsiteY1" fmla="*/ 986981 h 986980"/>
              </a:gdLst>
              <a:ahLst/>
              <a:cxnLst>
                <a:cxn ang="0">
                  <a:pos x="connsiteX0" y="connsiteY0"/>
                </a:cxn>
                <a:cxn ang="0">
                  <a:pos x="connsiteX1" y="connsiteY1"/>
                </a:cxn>
              </a:cxnLst>
              <a:rect l="l" t="t" r="r" b="b"/>
              <a:pathLst>
                <a:path w="9525" h="986980">
                  <a:moveTo>
                    <a:pt x="0" y="0"/>
                  </a:moveTo>
                  <a:lnTo>
                    <a:pt x="0" y="986981"/>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32" name="任意多边形: 形状 1531">
              <a:extLst>
                <a:ext uri="{FF2B5EF4-FFF2-40B4-BE49-F238E27FC236}">
                  <a16:creationId xmlns:a16="http://schemas.microsoft.com/office/drawing/2014/main" id="{D6DF5F6F-276E-4A70-A93C-FA221D5D1BF4}"/>
                </a:ext>
              </a:extLst>
            </p:cNvPr>
            <p:cNvSpPr/>
            <p:nvPr/>
          </p:nvSpPr>
          <p:spPr>
            <a:xfrm>
              <a:off x="4970150" y="5485260"/>
              <a:ext cx="2251699" cy="33463"/>
            </a:xfrm>
            <a:custGeom>
              <a:avLst/>
              <a:gdLst>
                <a:gd name="connsiteX0" fmla="*/ 0 w 1781460"/>
                <a:gd name="connsiteY0" fmla="*/ 0 h 25336"/>
                <a:gd name="connsiteX1" fmla="*/ 1781461 w 1781460"/>
                <a:gd name="connsiteY1" fmla="*/ 0 h 25336"/>
                <a:gd name="connsiteX2" fmla="*/ 1781461 w 1781460"/>
                <a:gd name="connsiteY2" fmla="*/ 25337 h 25336"/>
                <a:gd name="connsiteX3" fmla="*/ 0 w 1781460"/>
                <a:gd name="connsiteY3" fmla="*/ 25337 h 25336"/>
              </a:gdLst>
              <a:ahLst/>
              <a:cxnLst>
                <a:cxn ang="0">
                  <a:pos x="connsiteX0" y="connsiteY0"/>
                </a:cxn>
                <a:cxn ang="0">
                  <a:pos x="connsiteX1" y="connsiteY1"/>
                </a:cxn>
                <a:cxn ang="0">
                  <a:pos x="connsiteX2" y="connsiteY2"/>
                </a:cxn>
                <a:cxn ang="0">
                  <a:pos x="connsiteX3" y="connsiteY3"/>
                </a:cxn>
              </a:cxnLst>
              <a:rect l="l" t="t" r="r" b="b"/>
              <a:pathLst>
                <a:path w="1781460" h="25336">
                  <a:moveTo>
                    <a:pt x="0" y="0"/>
                  </a:moveTo>
                  <a:lnTo>
                    <a:pt x="1781461" y="0"/>
                  </a:lnTo>
                  <a:lnTo>
                    <a:pt x="1781461" y="25337"/>
                  </a:lnTo>
                  <a:lnTo>
                    <a:pt x="0" y="25337"/>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33" name="任意多边形: 形状 1532">
              <a:extLst>
                <a:ext uri="{FF2B5EF4-FFF2-40B4-BE49-F238E27FC236}">
                  <a16:creationId xmlns:a16="http://schemas.microsoft.com/office/drawing/2014/main" id="{7F011A2B-1D01-4EBA-8FEA-43B29FE0E958}"/>
                </a:ext>
              </a:extLst>
            </p:cNvPr>
            <p:cNvSpPr/>
            <p:nvPr/>
          </p:nvSpPr>
          <p:spPr>
            <a:xfrm>
              <a:off x="4927532" y="5410911"/>
              <a:ext cx="2336937" cy="33463"/>
            </a:xfrm>
            <a:custGeom>
              <a:avLst/>
              <a:gdLst>
                <a:gd name="connsiteX0" fmla="*/ 0 w 1848897"/>
                <a:gd name="connsiteY0" fmla="*/ 0 h 25336"/>
                <a:gd name="connsiteX1" fmla="*/ 1848898 w 1848897"/>
                <a:gd name="connsiteY1" fmla="*/ 0 h 25336"/>
                <a:gd name="connsiteX2" fmla="*/ 1848898 w 1848897"/>
                <a:gd name="connsiteY2" fmla="*/ 25337 h 25336"/>
                <a:gd name="connsiteX3" fmla="*/ 0 w 1848897"/>
                <a:gd name="connsiteY3" fmla="*/ 25337 h 25336"/>
              </a:gdLst>
              <a:ahLst/>
              <a:cxnLst>
                <a:cxn ang="0">
                  <a:pos x="connsiteX0" y="connsiteY0"/>
                </a:cxn>
                <a:cxn ang="0">
                  <a:pos x="connsiteX1" y="connsiteY1"/>
                </a:cxn>
                <a:cxn ang="0">
                  <a:pos x="connsiteX2" y="connsiteY2"/>
                </a:cxn>
                <a:cxn ang="0">
                  <a:pos x="connsiteX3" y="connsiteY3"/>
                </a:cxn>
              </a:cxnLst>
              <a:rect l="l" t="t" r="r" b="b"/>
              <a:pathLst>
                <a:path w="1848897" h="25336">
                  <a:moveTo>
                    <a:pt x="0" y="0"/>
                  </a:moveTo>
                  <a:lnTo>
                    <a:pt x="1848898" y="0"/>
                  </a:lnTo>
                  <a:lnTo>
                    <a:pt x="1848898" y="25337"/>
                  </a:lnTo>
                  <a:lnTo>
                    <a:pt x="0" y="25337"/>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34" name="任意多边形: 形状 1533">
              <a:extLst>
                <a:ext uri="{FF2B5EF4-FFF2-40B4-BE49-F238E27FC236}">
                  <a16:creationId xmlns:a16="http://schemas.microsoft.com/office/drawing/2014/main" id="{2A0292BA-ACD1-42BE-8584-4F2B0D766327}"/>
                </a:ext>
              </a:extLst>
            </p:cNvPr>
            <p:cNvSpPr/>
            <p:nvPr/>
          </p:nvSpPr>
          <p:spPr>
            <a:xfrm>
              <a:off x="4947156" y="5444373"/>
              <a:ext cx="2297569" cy="40885"/>
            </a:xfrm>
            <a:custGeom>
              <a:avLst/>
              <a:gdLst>
                <a:gd name="connsiteX0" fmla="*/ 0 w 1817751"/>
                <a:gd name="connsiteY0" fmla="*/ 0 h 30956"/>
                <a:gd name="connsiteX1" fmla="*/ 1817751 w 1817751"/>
                <a:gd name="connsiteY1" fmla="*/ 0 h 30956"/>
                <a:gd name="connsiteX2" fmla="*/ 1817751 w 1817751"/>
                <a:gd name="connsiteY2" fmla="*/ 30956 h 30956"/>
                <a:gd name="connsiteX3" fmla="*/ 0 w 1817751"/>
                <a:gd name="connsiteY3" fmla="*/ 30956 h 30956"/>
              </a:gdLst>
              <a:ahLst/>
              <a:cxnLst>
                <a:cxn ang="0">
                  <a:pos x="connsiteX0" y="connsiteY0"/>
                </a:cxn>
                <a:cxn ang="0">
                  <a:pos x="connsiteX1" y="connsiteY1"/>
                </a:cxn>
                <a:cxn ang="0">
                  <a:pos x="connsiteX2" y="connsiteY2"/>
                </a:cxn>
                <a:cxn ang="0">
                  <a:pos x="connsiteX3" y="connsiteY3"/>
                </a:cxn>
              </a:cxnLst>
              <a:rect l="l" t="t" r="r" b="b"/>
              <a:pathLst>
                <a:path w="1817751" h="30956">
                  <a:moveTo>
                    <a:pt x="0" y="0"/>
                  </a:moveTo>
                  <a:lnTo>
                    <a:pt x="1817751" y="0"/>
                  </a:lnTo>
                  <a:lnTo>
                    <a:pt x="1817751" y="30956"/>
                  </a:lnTo>
                  <a:lnTo>
                    <a:pt x="0" y="30956"/>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35" name="任意多边形: 形状 1534">
              <a:extLst>
                <a:ext uri="{FF2B5EF4-FFF2-40B4-BE49-F238E27FC236}">
                  <a16:creationId xmlns:a16="http://schemas.microsoft.com/office/drawing/2014/main" id="{96048DA1-EDFE-46B1-B23F-DD5032300236}"/>
                </a:ext>
              </a:extLst>
            </p:cNvPr>
            <p:cNvSpPr/>
            <p:nvPr/>
          </p:nvSpPr>
          <p:spPr>
            <a:xfrm>
              <a:off x="5073567"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36" name="任意多边形: 形状 1535">
              <a:extLst>
                <a:ext uri="{FF2B5EF4-FFF2-40B4-BE49-F238E27FC236}">
                  <a16:creationId xmlns:a16="http://schemas.microsoft.com/office/drawing/2014/main" id="{1F436763-B6C8-4A54-AED6-4C11EB63AE78}"/>
                </a:ext>
              </a:extLst>
            </p:cNvPr>
            <p:cNvSpPr/>
            <p:nvPr/>
          </p:nvSpPr>
          <p:spPr>
            <a:xfrm>
              <a:off x="5274502"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37" name="任意多边形: 形状 1536">
              <a:extLst>
                <a:ext uri="{FF2B5EF4-FFF2-40B4-BE49-F238E27FC236}">
                  <a16:creationId xmlns:a16="http://schemas.microsoft.com/office/drawing/2014/main" id="{82C4560B-5949-4F36-9D9A-452C5282DD24}"/>
                </a:ext>
              </a:extLst>
            </p:cNvPr>
            <p:cNvSpPr/>
            <p:nvPr/>
          </p:nvSpPr>
          <p:spPr>
            <a:xfrm>
              <a:off x="5483263"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38" name="任意多边形: 形状 1537">
              <a:extLst>
                <a:ext uri="{FF2B5EF4-FFF2-40B4-BE49-F238E27FC236}">
                  <a16:creationId xmlns:a16="http://schemas.microsoft.com/office/drawing/2014/main" id="{758EF036-EB07-4923-ACFF-5B9C6433E81F}"/>
                </a:ext>
              </a:extLst>
            </p:cNvPr>
            <p:cNvSpPr/>
            <p:nvPr/>
          </p:nvSpPr>
          <p:spPr>
            <a:xfrm>
              <a:off x="5692144"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39" name="任意多边形: 形状 1538">
              <a:extLst>
                <a:ext uri="{FF2B5EF4-FFF2-40B4-BE49-F238E27FC236}">
                  <a16:creationId xmlns:a16="http://schemas.microsoft.com/office/drawing/2014/main" id="{52C8855C-FFF8-49DF-B401-F22A102E19AD}"/>
                </a:ext>
              </a:extLst>
            </p:cNvPr>
            <p:cNvSpPr/>
            <p:nvPr/>
          </p:nvSpPr>
          <p:spPr>
            <a:xfrm>
              <a:off x="5900904"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40" name="任意多边形: 形状 1539">
              <a:extLst>
                <a:ext uri="{FF2B5EF4-FFF2-40B4-BE49-F238E27FC236}">
                  <a16:creationId xmlns:a16="http://schemas.microsoft.com/office/drawing/2014/main" id="{2B8BAA33-EC86-4E97-A966-E0B9FF7A1199}"/>
                </a:ext>
              </a:extLst>
            </p:cNvPr>
            <p:cNvSpPr/>
            <p:nvPr/>
          </p:nvSpPr>
          <p:spPr>
            <a:xfrm>
              <a:off x="6109665"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41" name="任意多边形: 形状 1540">
              <a:extLst>
                <a:ext uri="{FF2B5EF4-FFF2-40B4-BE49-F238E27FC236}">
                  <a16:creationId xmlns:a16="http://schemas.microsoft.com/office/drawing/2014/main" id="{6FB805A3-6412-4D52-8352-35E26CFD175A}"/>
                </a:ext>
              </a:extLst>
            </p:cNvPr>
            <p:cNvSpPr/>
            <p:nvPr/>
          </p:nvSpPr>
          <p:spPr>
            <a:xfrm>
              <a:off x="6318425"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42" name="任意多边形: 形状 1541">
              <a:extLst>
                <a:ext uri="{FF2B5EF4-FFF2-40B4-BE49-F238E27FC236}">
                  <a16:creationId xmlns:a16="http://schemas.microsoft.com/office/drawing/2014/main" id="{BD85431B-606B-4F94-B863-4E19C57F9BE9}"/>
                </a:ext>
              </a:extLst>
            </p:cNvPr>
            <p:cNvSpPr/>
            <p:nvPr/>
          </p:nvSpPr>
          <p:spPr>
            <a:xfrm>
              <a:off x="6527306"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43" name="任意多边形: 形状 1542">
              <a:extLst>
                <a:ext uri="{FF2B5EF4-FFF2-40B4-BE49-F238E27FC236}">
                  <a16:creationId xmlns:a16="http://schemas.microsoft.com/office/drawing/2014/main" id="{679D9B23-859C-4820-8636-24FA9E75187A}"/>
                </a:ext>
              </a:extLst>
            </p:cNvPr>
            <p:cNvSpPr/>
            <p:nvPr/>
          </p:nvSpPr>
          <p:spPr>
            <a:xfrm>
              <a:off x="6736066"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44" name="任意多边形: 形状 1543">
              <a:extLst>
                <a:ext uri="{FF2B5EF4-FFF2-40B4-BE49-F238E27FC236}">
                  <a16:creationId xmlns:a16="http://schemas.microsoft.com/office/drawing/2014/main" id="{A864BBB1-47C8-41FC-B239-5737EAA22A30}"/>
                </a:ext>
              </a:extLst>
            </p:cNvPr>
            <p:cNvSpPr/>
            <p:nvPr/>
          </p:nvSpPr>
          <p:spPr>
            <a:xfrm>
              <a:off x="6944827"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45" name="任意多边形: 形状 1544">
              <a:extLst>
                <a:ext uri="{FF2B5EF4-FFF2-40B4-BE49-F238E27FC236}">
                  <a16:creationId xmlns:a16="http://schemas.microsoft.com/office/drawing/2014/main" id="{F9BE573D-C224-4EF4-80C4-E9715AA5397A}"/>
                </a:ext>
              </a:extLst>
            </p:cNvPr>
            <p:cNvSpPr/>
            <p:nvPr/>
          </p:nvSpPr>
          <p:spPr>
            <a:xfrm>
              <a:off x="7109404"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46" name="任意多边形: 形状 1545">
              <a:extLst>
                <a:ext uri="{FF2B5EF4-FFF2-40B4-BE49-F238E27FC236}">
                  <a16:creationId xmlns:a16="http://schemas.microsoft.com/office/drawing/2014/main" id="{B0A73F75-55C2-44EB-85C6-09E3DC34F5D1}"/>
                </a:ext>
              </a:extLst>
            </p:cNvPr>
            <p:cNvSpPr/>
            <p:nvPr/>
          </p:nvSpPr>
          <p:spPr>
            <a:xfrm>
              <a:off x="5109926" y="5355433"/>
              <a:ext cx="239700" cy="55478"/>
            </a:xfrm>
            <a:custGeom>
              <a:avLst/>
              <a:gdLst>
                <a:gd name="connsiteX0" fmla="*/ 0 w 189642"/>
                <a:gd name="connsiteY0" fmla="*/ 0 h 42005"/>
                <a:gd name="connsiteX1" fmla="*/ 189643 w 189642"/>
                <a:gd name="connsiteY1" fmla="*/ 0 h 42005"/>
                <a:gd name="connsiteX2" fmla="*/ 189643 w 189642"/>
                <a:gd name="connsiteY2" fmla="*/ 42005 h 42005"/>
                <a:gd name="connsiteX3" fmla="*/ 0 w 189642"/>
                <a:gd name="connsiteY3" fmla="*/ 42005 h 42005"/>
              </a:gdLst>
              <a:ahLst/>
              <a:cxnLst>
                <a:cxn ang="0">
                  <a:pos x="connsiteX0" y="connsiteY0"/>
                </a:cxn>
                <a:cxn ang="0">
                  <a:pos x="connsiteX1" y="connsiteY1"/>
                </a:cxn>
                <a:cxn ang="0">
                  <a:pos x="connsiteX2" y="connsiteY2"/>
                </a:cxn>
                <a:cxn ang="0">
                  <a:pos x="connsiteX3" y="connsiteY3"/>
                </a:cxn>
              </a:cxnLst>
              <a:rect l="l" t="t" r="r" b="b"/>
              <a:pathLst>
                <a:path w="189642" h="42005">
                  <a:moveTo>
                    <a:pt x="0" y="0"/>
                  </a:moveTo>
                  <a:lnTo>
                    <a:pt x="189643" y="0"/>
                  </a:lnTo>
                  <a:lnTo>
                    <a:pt x="189643" y="42005"/>
                  </a:lnTo>
                  <a:lnTo>
                    <a:pt x="0" y="42005"/>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47" name="任意多边形: 形状 1546">
              <a:extLst>
                <a:ext uri="{FF2B5EF4-FFF2-40B4-BE49-F238E27FC236}">
                  <a16:creationId xmlns:a16="http://schemas.microsoft.com/office/drawing/2014/main" id="{2D5D36EF-7EE0-44C1-B88F-6B14E254D714}"/>
                </a:ext>
              </a:extLst>
            </p:cNvPr>
            <p:cNvSpPr/>
            <p:nvPr/>
          </p:nvSpPr>
          <p:spPr>
            <a:xfrm>
              <a:off x="5155796" y="5375687"/>
              <a:ext cx="21429" cy="35224"/>
            </a:xfrm>
            <a:custGeom>
              <a:avLst/>
              <a:gdLst>
                <a:gd name="connsiteX0" fmla="*/ 0 w 16954"/>
                <a:gd name="connsiteY0" fmla="*/ 0 h 26670"/>
                <a:gd name="connsiteX1" fmla="*/ 16955 w 16954"/>
                <a:gd name="connsiteY1" fmla="*/ 0 h 26670"/>
                <a:gd name="connsiteX2" fmla="*/ 16955 w 16954"/>
                <a:gd name="connsiteY2" fmla="*/ 26670 h 26670"/>
                <a:gd name="connsiteX3" fmla="*/ 0 w 16954"/>
                <a:gd name="connsiteY3" fmla="*/ 26670 h 26670"/>
              </a:gdLst>
              <a:ahLst/>
              <a:cxnLst>
                <a:cxn ang="0">
                  <a:pos x="connsiteX0" y="connsiteY0"/>
                </a:cxn>
                <a:cxn ang="0">
                  <a:pos x="connsiteX1" y="connsiteY1"/>
                </a:cxn>
                <a:cxn ang="0">
                  <a:pos x="connsiteX2" y="connsiteY2"/>
                </a:cxn>
                <a:cxn ang="0">
                  <a:pos x="connsiteX3" y="connsiteY3"/>
                </a:cxn>
              </a:cxnLst>
              <a:rect l="l" t="t" r="r" b="b"/>
              <a:pathLst>
                <a:path w="16954" h="26670">
                  <a:moveTo>
                    <a:pt x="0" y="0"/>
                  </a:moveTo>
                  <a:lnTo>
                    <a:pt x="16955" y="0"/>
                  </a:lnTo>
                  <a:lnTo>
                    <a:pt x="16955" y="26670"/>
                  </a:lnTo>
                  <a:lnTo>
                    <a:pt x="0" y="26670"/>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48" name="任意多边形: 形状 1547">
              <a:extLst>
                <a:ext uri="{FF2B5EF4-FFF2-40B4-BE49-F238E27FC236}">
                  <a16:creationId xmlns:a16="http://schemas.microsoft.com/office/drawing/2014/main" id="{44438E01-5997-4784-B58A-C04B3B24CA09}"/>
                </a:ext>
              </a:extLst>
            </p:cNvPr>
            <p:cNvSpPr/>
            <p:nvPr/>
          </p:nvSpPr>
          <p:spPr>
            <a:xfrm>
              <a:off x="5209851" y="5375687"/>
              <a:ext cx="21429" cy="35224"/>
            </a:xfrm>
            <a:custGeom>
              <a:avLst/>
              <a:gdLst>
                <a:gd name="connsiteX0" fmla="*/ 0 w 16954"/>
                <a:gd name="connsiteY0" fmla="*/ 0 h 26670"/>
                <a:gd name="connsiteX1" fmla="*/ 16954 w 16954"/>
                <a:gd name="connsiteY1" fmla="*/ 0 h 26670"/>
                <a:gd name="connsiteX2" fmla="*/ 16954 w 16954"/>
                <a:gd name="connsiteY2" fmla="*/ 26670 h 26670"/>
                <a:gd name="connsiteX3" fmla="*/ 0 w 16954"/>
                <a:gd name="connsiteY3" fmla="*/ 26670 h 26670"/>
              </a:gdLst>
              <a:ahLst/>
              <a:cxnLst>
                <a:cxn ang="0">
                  <a:pos x="connsiteX0" y="connsiteY0"/>
                </a:cxn>
                <a:cxn ang="0">
                  <a:pos x="connsiteX1" y="connsiteY1"/>
                </a:cxn>
                <a:cxn ang="0">
                  <a:pos x="connsiteX2" y="connsiteY2"/>
                </a:cxn>
                <a:cxn ang="0">
                  <a:pos x="connsiteX3" y="connsiteY3"/>
                </a:cxn>
              </a:cxnLst>
              <a:rect l="l" t="t" r="r" b="b"/>
              <a:pathLst>
                <a:path w="16954" h="26670">
                  <a:moveTo>
                    <a:pt x="0" y="0"/>
                  </a:moveTo>
                  <a:lnTo>
                    <a:pt x="16954" y="0"/>
                  </a:lnTo>
                  <a:lnTo>
                    <a:pt x="16954" y="26670"/>
                  </a:lnTo>
                  <a:lnTo>
                    <a:pt x="0" y="26670"/>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49" name="任意多边形: 形状 1548">
              <a:extLst>
                <a:ext uri="{FF2B5EF4-FFF2-40B4-BE49-F238E27FC236}">
                  <a16:creationId xmlns:a16="http://schemas.microsoft.com/office/drawing/2014/main" id="{6C25D387-A5B2-461E-B5C7-BCFF0185AB8E}"/>
                </a:ext>
              </a:extLst>
            </p:cNvPr>
            <p:cNvSpPr/>
            <p:nvPr/>
          </p:nvSpPr>
          <p:spPr>
            <a:xfrm>
              <a:off x="5263787" y="5375687"/>
              <a:ext cx="21429" cy="35224"/>
            </a:xfrm>
            <a:custGeom>
              <a:avLst/>
              <a:gdLst>
                <a:gd name="connsiteX0" fmla="*/ 0 w 16954"/>
                <a:gd name="connsiteY0" fmla="*/ 0 h 26670"/>
                <a:gd name="connsiteX1" fmla="*/ 16955 w 16954"/>
                <a:gd name="connsiteY1" fmla="*/ 0 h 26670"/>
                <a:gd name="connsiteX2" fmla="*/ 16955 w 16954"/>
                <a:gd name="connsiteY2" fmla="*/ 26670 h 26670"/>
                <a:gd name="connsiteX3" fmla="*/ 0 w 16954"/>
                <a:gd name="connsiteY3" fmla="*/ 26670 h 26670"/>
              </a:gdLst>
              <a:ahLst/>
              <a:cxnLst>
                <a:cxn ang="0">
                  <a:pos x="connsiteX0" y="connsiteY0"/>
                </a:cxn>
                <a:cxn ang="0">
                  <a:pos x="connsiteX1" y="connsiteY1"/>
                </a:cxn>
                <a:cxn ang="0">
                  <a:pos x="connsiteX2" y="connsiteY2"/>
                </a:cxn>
                <a:cxn ang="0">
                  <a:pos x="connsiteX3" y="connsiteY3"/>
                </a:cxn>
              </a:cxnLst>
              <a:rect l="l" t="t" r="r" b="b"/>
              <a:pathLst>
                <a:path w="16954" h="26670">
                  <a:moveTo>
                    <a:pt x="0" y="0"/>
                  </a:moveTo>
                  <a:lnTo>
                    <a:pt x="16955" y="0"/>
                  </a:lnTo>
                  <a:lnTo>
                    <a:pt x="16955" y="26670"/>
                  </a:lnTo>
                  <a:lnTo>
                    <a:pt x="0" y="26670"/>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50" name="任意多边形: 形状 1549">
              <a:extLst>
                <a:ext uri="{FF2B5EF4-FFF2-40B4-BE49-F238E27FC236}">
                  <a16:creationId xmlns:a16="http://schemas.microsoft.com/office/drawing/2014/main" id="{EDBFACD6-9A79-4B05-8E69-3F7D9582FDB1}"/>
                </a:ext>
              </a:extLst>
            </p:cNvPr>
            <p:cNvSpPr/>
            <p:nvPr/>
          </p:nvSpPr>
          <p:spPr>
            <a:xfrm>
              <a:off x="6842253" y="5355433"/>
              <a:ext cx="239700" cy="55478"/>
            </a:xfrm>
            <a:custGeom>
              <a:avLst/>
              <a:gdLst>
                <a:gd name="connsiteX0" fmla="*/ 0 w 189642"/>
                <a:gd name="connsiteY0" fmla="*/ 0 h 42005"/>
                <a:gd name="connsiteX1" fmla="*/ 189643 w 189642"/>
                <a:gd name="connsiteY1" fmla="*/ 0 h 42005"/>
                <a:gd name="connsiteX2" fmla="*/ 189643 w 189642"/>
                <a:gd name="connsiteY2" fmla="*/ 42005 h 42005"/>
                <a:gd name="connsiteX3" fmla="*/ 0 w 189642"/>
                <a:gd name="connsiteY3" fmla="*/ 42005 h 42005"/>
              </a:gdLst>
              <a:ahLst/>
              <a:cxnLst>
                <a:cxn ang="0">
                  <a:pos x="connsiteX0" y="connsiteY0"/>
                </a:cxn>
                <a:cxn ang="0">
                  <a:pos x="connsiteX1" y="connsiteY1"/>
                </a:cxn>
                <a:cxn ang="0">
                  <a:pos x="connsiteX2" y="connsiteY2"/>
                </a:cxn>
                <a:cxn ang="0">
                  <a:pos x="connsiteX3" y="connsiteY3"/>
                </a:cxn>
              </a:cxnLst>
              <a:rect l="l" t="t" r="r" b="b"/>
              <a:pathLst>
                <a:path w="189642" h="42005">
                  <a:moveTo>
                    <a:pt x="0" y="0"/>
                  </a:moveTo>
                  <a:lnTo>
                    <a:pt x="189643" y="0"/>
                  </a:lnTo>
                  <a:lnTo>
                    <a:pt x="189643" y="42005"/>
                  </a:lnTo>
                  <a:lnTo>
                    <a:pt x="0" y="42005"/>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51" name="任意多边形: 形状 1550">
              <a:extLst>
                <a:ext uri="{FF2B5EF4-FFF2-40B4-BE49-F238E27FC236}">
                  <a16:creationId xmlns:a16="http://schemas.microsoft.com/office/drawing/2014/main" id="{D95176F0-C79D-4A42-9E8D-23649168CA83}"/>
                </a:ext>
              </a:extLst>
            </p:cNvPr>
            <p:cNvSpPr/>
            <p:nvPr/>
          </p:nvSpPr>
          <p:spPr>
            <a:xfrm>
              <a:off x="7014775" y="5375687"/>
              <a:ext cx="21429" cy="35224"/>
            </a:xfrm>
            <a:custGeom>
              <a:avLst/>
              <a:gdLst>
                <a:gd name="connsiteX0" fmla="*/ 0 w 16954"/>
                <a:gd name="connsiteY0" fmla="*/ 0 h 26670"/>
                <a:gd name="connsiteX1" fmla="*/ 16955 w 16954"/>
                <a:gd name="connsiteY1" fmla="*/ 0 h 26670"/>
                <a:gd name="connsiteX2" fmla="*/ 16955 w 16954"/>
                <a:gd name="connsiteY2" fmla="*/ 26670 h 26670"/>
                <a:gd name="connsiteX3" fmla="*/ 0 w 16954"/>
                <a:gd name="connsiteY3" fmla="*/ 26670 h 26670"/>
              </a:gdLst>
              <a:ahLst/>
              <a:cxnLst>
                <a:cxn ang="0">
                  <a:pos x="connsiteX0" y="connsiteY0"/>
                </a:cxn>
                <a:cxn ang="0">
                  <a:pos x="connsiteX1" y="connsiteY1"/>
                </a:cxn>
                <a:cxn ang="0">
                  <a:pos x="connsiteX2" y="connsiteY2"/>
                </a:cxn>
                <a:cxn ang="0">
                  <a:pos x="connsiteX3" y="connsiteY3"/>
                </a:cxn>
              </a:cxnLst>
              <a:rect l="l" t="t" r="r" b="b"/>
              <a:pathLst>
                <a:path w="16954" h="26670">
                  <a:moveTo>
                    <a:pt x="0" y="0"/>
                  </a:moveTo>
                  <a:lnTo>
                    <a:pt x="16955" y="0"/>
                  </a:lnTo>
                  <a:lnTo>
                    <a:pt x="16955" y="26670"/>
                  </a:lnTo>
                  <a:lnTo>
                    <a:pt x="0" y="26670"/>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52" name="任意多边形: 形状 1551">
              <a:extLst>
                <a:ext uri="{FF2B5EF4-FFF2-40B4-BE49-F238E27FC236}">
                  <a16:creationId xmlns:a16="http://schemas.microsoft.com/office/drawing/2014/main" id="{27471495-6EA5-4A51-A304-18BA473C1AA2}"/>
                </a:ext>
              </a:extLst>
            </p:cNvPr>
            <p:cNvSpPr/>
            <p:nvPr/>
          </p:nvSpPr>
          <p:spPr>
            <a:xfrm>
              <a:off x="6960839" y="5375687"/>
              <a:ext cx="21429" cy="35224"/>
            </a:xfrm>
            <a:custGeom>
              <a:avLst/>
              <a:gdLst>
                <a:gd name="connsiteX0" fmla="*/ 0 w 16954"/>
                <a:gd name="connsiteY0" fmla="*/ 0 h 26670"/>
                <a:gd name="connsiteX1" fmla="*/ 16954 w 16954"/>
                <a:gd name="connsiteY1" fmla="*/ 0 h 26670"/>
                <a:gd name="connsiteX2" fmla="*/ 16954 w 16954"/>
                <a:gd name="connsiteY2" fmla="*/ 26670 h 26670"/>
                <a:gd name="connsiteX3" fmla="*/ 0 w 16954"/>
                <a:gd name="connsiteY3" fmla="*/ 26670 h 26670"/>
              </a:gdLst>
              <a:ahLst/>
              <a:cxnLst>
                <a:cxn ang="0">
                  <a:pos x="connsiteX0" y="connsiteY0"/>
                </a:cxn>
                <a:cxn ang="0">
                  <a:pos x="connsiteX1" y="connsiteY1"/>
                </a:cxn>
                <a:cxn ang="0">
                  <a:pos x="connsiteX2" y="connsiteY2"/>
                </a:cxn>
                <a:cxn ang="0">
                  <a:pos x="connsiteX3" y="connsiteY3"/>
                </a:cxn>
              </a:cxnLst>
              <a:rect l="l" t="t" r="r" b="b"/>
              <a:pathLst>
                <a:path w="16954" h="26670">
                  <a:moveTo>
                    <a:pt x="0" y="0"/>
                  </a:moveTo>
                  <a:lnTo>
                    <a:pt x="16954" y="0"/>
                  </a:lnTo>
                  <a:lnTo>
                    <a:pt x="16954" y="26670"/>
                  </a:lnTo>
                  <a:lnTo>
                    <a:pt x="0" y="26670"/>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53" name="任意多边形: 形状 1552">
              <a:extLst>
                <a:ext uri="{FF2B5EF4-FFF2-40B4-BE49-F238E27FC236}">
                  <a16:creationId xmlns:a16="http://schemas.microsoft.com/office/drawing/2014/main" id="{51500045-35C1-4696-9F90-1E8230FB311E}"/>
                </a:ext>
              </a:extLst>
            </p:cNvPr>
            <p:cNvSpPr/>
            <p:nvPr/>
          </p:nvSpPr>
          <p:spPr>
            <a:xfrm>
              <a:off x="6906783" y="5375687"/>
              <a:ext cx="21429" cy="35224"/>
            </a:xfrm>
            <a:custGeom>
              <a:avLst/>
              <a:gdLst>
                <a:gd name="connsiteX0" fmla="*/ 0 w 16954"/>
                <a:gd name="connsiteY0" fmla="*/ 0 h 26670"/>
                <a:gd name="connsiteX1" fmla="*/ 16955 w 16954"/>
                <a:gd name="connsiteY1" fmla="*/ 0 h 26670"/>
                <a:gd name="connsiteX2" fmla="*/ 16955 w 16954"/>
                <a:gd name="connsiteY2" fmla="*/ 26670 h 26670"/>
                <a:gd name="connsiteX3" fmla="*/ 0 w 16954"/>
                <a:gd name="connsiteY3" fmla="*/ 26670 h 26670"/>
              </a:gdLst>
              <a:ahLst/>
              <a:cxnLst>
                <a:cxn ang="0">
                  <a:pos x="connsiteX0" y="connsiteY0"/>
                </a:cxn>
                <a:cxn ang="0">
                  <a:pos x="connsiteX1" y="connsiteY1"/>
                </a:cxn>
                <a:cxn ang="0">
                  <a:pos x="connsiteX2" y="connsiteY2"/>
                </a:cxn>
                <a:cxn ang="0">
                  <a:pos x="connsiteX3" y="connsiteY3"/>
                </a:cxn>
              </a:cxnLst>
              <a:rect l="l" t="t" r="r" b="b"/>
              <a:pathLst>
                <a:path w="16954" h="26670">
                  <a:moveTo>
                    <a:pt x="0" y="0"/>
                  </a:moveTo>
                  <a:lnTo>
                    <a:pt x="16955" y="0"/>
                  </a:lnTo>
                  <a:lnTo>
                    <a:pt x="16955" y="26670"/>
                  </a:lnTo>
                  <a:lnTo>
                    <a:pt x="0" y="26670"/>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54" name="任意多边形: 形状 1553">
              <a:extLst>
                <a:ext uri="{FF2B5EF4-FFF2-40B4-BE49-F238E27FC236}">
                  <a16:creationId xmlns:a16="http://schemas.microsoft.com/office/drawing/2014/main" id="{1291ABE6-B4B4-4120-B869-EC4147C6CB46}"/>
                </a:ext>
              </a:extLst>
            </p:cNvPr>
            <p:cNvSpPr/>
            <p:nvPr/>
          </p:nvSpPr>
          <p:spPr>
            <a:xfrm>
              <a:off x="5178309" y="5518722"/>
              <a:ext cx="12039" cy="1270088"/>
            </a:xfrm>
            <a:custGeom>
              <a:avLst/>
              <a:gdLst>
                <a:gd name="connsiteX0" fmla="*/ 0 w 9525"/>
                <a:gd name="connsiteY0" fmla="*/ 0 h 961644"/>
                <a:gd name="connsiteX1" fmla="*/ 0 w 9525"/>
                <a:gd name="connsiteY1" fmla="*/ 961644 h 961644"/>
              </a:gdLst>
              <a:ahLst/>
              <a:cxnLst>
                <a:cxn ang="0">
                  <a:pos x="connsiteX0" y="connsiteY0"/>
                </a:cxn>
                <a:cxn ang="0">
                  <a:pos x="connsiteX1" y="connsiteY1"/>
                </a:cxn>
              </a:cxnLst>
              <a:rect l="l" t="t" r="r" b="b"/>
              <a:pathLst>
                <a:path w="9525" h="961644">
                  <a:moveTo>
                    <a:pt x="0" y="0"/>
                  </a:moveTo>
                  <a:lnTo>
                    <a:pt x="0" y="961644"/>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55" name="任意多边形: 形状 1554">
              <a:extLst>
                <a:ext uri="{FF2B5EF4-FFF2-40B4-BE49-F238E27FC236}">
                  <a16:creationId xmlns:a16="http://schemas.microsoft.com/office/drawing/2014/main" id="{B92A285F-920D-45DF-9787-A7F2C0C1BDE6}"/>
                </a:ext>
              </a:extLst>
            </p:cNvPr>
            <p:cNvSpPr/>
            <p:nvPr/>
          </p:nvSpPr>
          <p:spPr>
            <a:xfrm>
              <a:off x="4970150" y="5672954"/>
              <a:ext cx="2251699" cy="12580"/>
            </a:xfrm>
            <a:custGeom>
              <a:avLst/>
              <a:gdLst>
                <a:gd name="connsiteX0" fmla="*/ 1781461 w 1781460"/>
                <a:gd name="connsiteY0" fmla="*/ 0 h 9525"/>
                <a:gd name="connsiteX1" fmla="*/ 0 w 1781460"/>
                <a:gd name="connsiteY1" fmla="*/ 0 h 9525"/>
              </a:gdLst>
              <a:ahLst/>
              <a:cxnLst>
                <a:cxn ang="0">
                  <a:pos x="connsiteX0" y="connsiteY0"/>
                </a:cxn>
                <a:cxn ang="0">
                  <a:pos x="connsiteX1" y="connsiteY1"/>
                </a:cxn>
              </a:cxnLst>
              <a:rect l="l" t="t" r="r" b="b"/>
              <a:pathLst>
                <a:path w="1781460" h="9525">
                  <a:moveTo>
                    <a:pt x="178146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56" name="任意多边形: 形状 1555">
              <a:extLst>
                <a:ext uri="{FF2B5EF4-FFF2-40B4-BE49-F238E27FC236}">
                  <a16:creationId xmlns:a16="http://schemas.microsoft.com/office/drawing/2014/main" id="{60E125AE-0006-40FC-94C1-B8605B9B4B6D}"/>
                </a:ext>
              </a:extLst>
            </p:cNvPr>
            <p:cNvSpPr/>
            <p:nvPr/>
          </p:nvSpPr>
          <p:spPr>
            <a:xfrm>
              <a:off x="7221850" y="5485260"/>
              <a:ext cx="12039" cy="1303550"/>
            </a:xfrm>
            <a:custGeom>
              <a:avLst/>
              <a:gdLst>
                <a:gd name="connsiteX0" fmla="*/ 0 w 9525"/>
                <a:gd name="connsiteY0" fmla="*/ 0 h 986980"/>
                <a:gd name="connsiteX1" fmla="*/ 0 w 9525"/>
                <a:gd name="connsiteY1" fmla="*/ 986981 h 986980"/>
              </a:gdLst>
              <a:ahLst/>
              <a:cxnLst>
                <a:cxn ang="0">
                  <a:pos x="connsiteX0" y="connsiteY0"/>
                </a:cxn>
                <a:cxn ang="0">
                  <a:pos x="connsiteX1" y="connsiteY1"/>
                </a:cxn>
              </a:cxnLst>
              <a:rect l="l" t="t" r="r" b="b"/>
              <a:pathLst>
                <a:path w="9525" h="986980">
                  <a:moveTo>
                    <a:pt x="0" y="0"/>
                  </a:moveTo>
                  <a:lnTo>
                    <a:pt x="0" y="986981"/>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57" name="任意多边形: 形状 1556">
              <a:extLst>
                <a:ext uri="{FF2B5EF4-FFF2-40B4-BE49-F238E27FC236}">
                  <a16:creationId xmlns:a16="http://schemas.microsoft.com/office/drawing/2014/main" id="{802AFFB2-178D-4A12-817B-9EE72BDBEBCB}"/>
                </a:ext>
              </a:extLst>
            </p:cNvPr>
            <p:cNvSpPr/>
            <p:nvPr/>
          </p:nvSpPr>
          <p:spPr>
            <a:xfrm>
              <a:off x="4970150" y="5704530"/>
              <a:ext cx="2251699" cy="12580"/>
            </a:xfrm>
            <a:custGeom>
              <a:avLst/>
              <a:gdLst>
                <a:gd name="connsiteX0" fmla="*/ 1781461 w 1781460"/>
                <a:gd name="connsiteY0" fmla="*/ 0 h 9525"/>
                <a:gd name="connsiteX1" fmla="*/ 0 w 1781460"/>
                <a:gd name="connsiteY1" fmla="*/ 0 h 9525"/>
              </a:gdLst>
              <a:ahLst/>
              <a:cxnLst>
                <a:cxn ang="0">
                  <a:pos x="connsiteX0" y="connsiteY0"/>
                </a:cxn>
                <a:cxn ang="0">
                  <a:pos x="connsiteX1" y="connsiteY1"/>
                </a:cxn>
              </a:cxnLst>
              <a:rect l="l" t="t" r="r" b="b"/>
              <a:pathLst>
                <a:path w="1781460" h="9525">
                  <a:moveTo>
                    <a:pt x="178146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58" name="任意多边形: 形状 1557">
              <a:extLst>
                <a:ext uri="{FF2B5EF4-FFF2-40B4-BE49-F238E27FC236}">
                  <a16:creationId xmlns:a16="http://schemas.microsoft.com/office/drawing/2014/main" id="{1658AA84-3EB9-40E6-A40C-B59C74884428}"/>
                </a:ext>
              </a:extLst>
            </p:cNvPr>
            <p:cNvSpPr/>
            <p:nvPr/>
          </p:nvSpPr>
          <p:spPr>
            <a:xfrm>
              <a:off x="5039014" y="5741642"/>
              <a:ext cx="75365" cy="1047168"/>
            </a:xfrm>
            <a:custGeom>
              <a:avLst/>
              <a:gdLst>
                <a:gd name="connsiteX0" fmla="*/ 0 w 59626"/>
                <a:gd name="connsiteY0" fmla="*/ 0 h 792861"/>
                <a:gd name="connsiteX1" fmla="*/ 59626 w 59626"/>
                <a:gd name="connsiteY1" fmla="*/ 0 h 792861"/>
                <a:gd name="connsiteX2" fmla="*/ 59626 w 59626"/>
                <a:gd name="connsiteY2" fmla="*/ 792861 h 792861"/>
                <a:gd name="connsiteX3" fmla="*/ 0 w 59626"/>
                <a:gd name="connsiteY3" fmla="*/ 792861 h 792861"/>
              </a:gdLst>
              <a:ahLst/>
              <a:cxnLst>
                <a:cxn ang="0">
                  <a:pos x="connsiteX0" y="connsiteY0"/>
                </a:cxn>
                <a:cxn ang="0">
                  <a:pos x="connsiteX1" y="connsiteY1"/>
                </a:cxn>
                <a:cxn ang="0">
                  <a:pos x="connsiteX2" y="connsiteY2"/>
                </a:cxn>
                <a:cxn ang="0">
                  <a:pos x="connsiteX3" y="connsiteY3"/>
                </a:cxn>
              </a:cxnLst>
              <a:rect l="l" t="t" r="r" b="b"/>
              <a:pathLst>
                <a:path w="59626" h="792861">
                  <a:moveTo>
                    <a:pt x="0" y="0"/>
                  </a:moveTo>
                  <a:lnTo>
                    <a:pt x="59626" y="0"/>
                  </a:lnTo>
                  <a:lnTo>
                    <a:pt x="59626" y="792861"/>
                  </a:lnTo>
                  <a:lnTo>
                    <a:pt x="0" y="792861"/>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59" name="任意多边形: 形状 1558">
              <a:extLst>
                <a:ext uri="{FF2B5EF4-FFF2-40B4-BE49-F238E27FC236}">
                  <a16:creationId xmlns:a16="http://schemas.microsoft.com/office/drawing/2014/main" id="{49E02B65-89E1-40EB-99CA-F1A867B4FFE2}"/>
                </a:ext>
              </a:extLst>
            </p:cNvPr>
            <p:cNvSpPr/>
            <p:nvPr/>
          </p:nvSpPr>
          <p:spPr>
            <a:xfrm>
              <a:off x="5039014" y="5547154"/>
              <a:ext cx="75365" cy="94602"/>
            </a:xfrm>
            <a:custGeom>
              <a:avLst/>
              <a:gdLst>
                <a:gd name="connsiteX0" fmla="*/ 0 w 59626"/>
                <a:gd name="connsiteY0" fmla="*/ 0 h 71628"/>
                <a:gd name="connsiteX1" fmla="*/ 59626 w 59626"/>
                <a:gd name="connsiteY1" fmla="*/ 0 h 71628"/>
                <a:gd name="connsiteX2" fmla="*/ 59626 w 59626"/>
                <a:gd name="connsiteY2" fmla="*/ 71628 h 71628"/>
                <a:gd name="connsiteX3" fmla="*/ 0 w 59626"/>
                <a:gd name="connsiteY3" fmla="*/ 71628 h 71628"/>
              </a:gdLst>
              <a:ahLst/>
              <a:cxnLst>
                <a:cxn ang="0">
                  <a:pos x="connsiteX0" y="connsiteY0"/>
                </a:cxn>
                <a:cxn ang="0">
                  <a:pos x="connsiteX1" y="connsiteY1"/>
                </a:cxn>
                <a:cxn ang="0">
                  <a:pos x="connsiteX2" y="connsiteY2"/>
                </a:cxn>
                <a:cxn ang="0">
                  <a:pos x="connsiteX3" y="connsiteY3"/>
                </a:cxn>
              </a:cxnLst>
              <a:rect l="l" t="t" r="r" b="b"/>
              <a:pathLst>
                <a:path w="59626" h="71628">
                  <a:moveTo>
                    <a:pt x="0" y="0"/>
                  </a:moveTo>
                  <a:lnTo>
                    <a:pt x="59626" y="0"/>
                  </a:lnTo>
                  <a:lnTo>
                    <a:pt x="59626" y="71628"/>
                  </a:lnTo>
                  <a:lnTo>
                    <a:pt x="0" y="71628"/>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60" name="任意多边形: 形状 1559">
              <a:extLst>
                <a:ext uri="{FF2B5EF4-FFF2-40B4-BE49-F238E27FC236}">
                  <a16:creationId xmlns:a16="http://schemas.microsoft.com/office/drawing/2014/main" id="{BFCD3B41-DF6B-4F8E-8FA9-EA785727C65D}"/>
                </a:ext>
              </a:extLst>
            </p:cNvPr>
            <p:cNvSpPr/>
            <p:nvPr/>
          </p:nvSpPr>
          <p:spPr>
            <a:xfrm>
              <a:off x="6995754" y="5518722"/>
              <a:ext cx="12039" cy="1270088"/>
            </a:xfrm>
            <a:custGeom>
              <a:avLst/>
              <a:gdLst>
                <a:gd name="connsiteX0" fmla="*/ 0 w 9525"/>
                <a:gd name="connsiteY0" fmla="*/ 0 h 961644"/>
                <a:gd name="connsiteX1" fmla="*/ 0 w 9525"/>
                <a:gd name="connsiteY1" fmla="*/ 961644 h 961644"/>
              </a:gdLst>
              <a:ahLst/>
              <a:cxnLst>
                <a:cxn ang="0">
                  <a:pos x="connsiteX0" y="connsiteY0"/>
                </a:cxn>
                <a:cxn ang="0">
                  <a:pos x="connsiteX1" y="connsiteY1"/>
                </a:cxn>
              </a:cxnLst>
              <a:rect l="l" t="t" r="r" b="b"/>
              <a:pathLst>
                <a:path w="9525" h="961644">
                  <a:moveTo>
                    <a:pt x="0" y="0"/>
                  </a:moveTo>
                  <a:lnTo>
                    <a:pt x="0" y="961644"/>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61" name="任意多边形: 形状 1560">
              <a:extLst>
                <a:ext uri="{FF2B5EF4-FFF2-40B4-BE49-F238E27FC236}">
                  <a16:creationId xmlns:a16="http://schemas.microsoft.com/office/drawing/2014/main" id="{628EF48D-2FE4-4DF9-9D01-F806ECDB2B59}"/>
                </a:ext>
              </a:extLst>
            </p:cNvPr>
            <p:cNvSpPr/>
            <p:nvPr/>
          </p:nvSpPr>
          <p:spPr>
            <a:xfrm>
              <a:off x="5039014" y="5810330"/>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62" name="任意多边形: 形状 1561">
              <a:extLst>
                <a:ext uri="{FF2B5EF4-FFF2-40B4-BE49-F238E27FC236}">
                  <a16:creationId xmlns:a16="http://schemas.microsoft.com/office/drawing/2014/main" id="{5E7CA35E-C74C-4607-B849-61CD1970CB00}"/>
                </a:ext>
              </a:extLst>
            </p:cNvPr>
            <p:cNvSpPr/>
            <p:nvPr/>
          </p:nvSpPr>
          <p:spPr>
            <a:xfrm>
              <a:off x="5039014" y="5897635"/>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63" name="任意多边形: 形状 1562">
              <a:extLst>
                <a:ext uri="{FF2B5EF4-FFF2-40B4-BE49-F238E27FC236}">
                  <a16:creationId xmlns:a16="http://schemas.microsoft.com/office/drawing/2014/main" id="{075B85A3-E3A8-4795-84DE-14683EB524FB}"/>
                </a:ext>
              </a:extLst>
            </p:cNvPr>
            <p:cNvSpPr/>
            <p:nvPr/>
          </p:nvSpPr>
          <p:spPr>
            <a:xfrm>
              <a:off x="5039014" y="5984942"/>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64" name="任意多边形: 形状 1563">
              <a:extLst>
                <a:ext uri="{FF2B5EF4-FFF2-40B4-BE49-F238E27FC236}">
                  <a16:creationId xmlns:a16="http://schemas.microsoft.com/office/drawing/2014/main" id="{B929C5F0-47C8-4733-8C64-3425F1072C1D}"/>
                </a:ext>
              </a:extLst>
            </p:cNvPr>
            <p:cNvSpPr/>
            <p:nvPr/>
          </p:nvSpPr>
          <p:spPr>
            <a:xfrm>
              <a:off x="5039014" y="6072246"/>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65" name="任意多边形: 形状 1564">
              <a:extLst>
                <a:ext uri="{FF2B5EF4-FFF2-40B4-BE49-F238E27FC236}">
                  <a16:creationId xmlns:a16="http://schemas.microsoft.com/office/drawing/2014/main" id="{4CF4F700-6942-4325-8438-C1834B294425}"/>
                </a:ext>
              </a:extLst>
            </p:cNvPr>
            <p:cNvSpPr/>
            <p:nvPr/>
          </p:nvSpPr>
          <p:spPr>
            <a:xfrm>
              <a:off x="5039014" y="6159679"/>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66" name="任意多边形: 形状 1565">
              <a:extLst>
                <a:ext uri="{FF2B5EF4-FFF2-40B4-BE49-F238E27FC236}">
                  <a16:creationId xmlns:a16="http://schemas.microsoft.com/office/drawing/2014/main" id="{0EA30840-978A-4A76-A278-A07E1977B26D}"/>
                </a:ext>
              </a:extLst>
            </p:cNvPr>
            <p:cNvSpPr/>
            <p:nvPr/>
          </p:nvSpPr>
          <p:spPr>
            <a:xfrm>
              <a:off x="5039014" y="6246984"/>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67" name="任意多边形: 形状 1566">
              <a:extLst>
                <a:ext uri="{FF2B5EF4-FFF2-40B4-BE49-F238E27FC236}">
                  <a16:creationId xmlns:a16="http://schemas.microsoft.com/office/drawing/2014/main" id="{4BF362FD-35EA-4C0F-86ED-F87563B90DEA}"/>
                </a:ext>
              </a:extLst>
            </p:cNvPr>
            <p:cNvSpPr/>
            <p:nvPr/>
          </p:nvSpPr>
          <p:spPr>
            <a:xfrm>
              <a:off x="5039014" y="6334291"/>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68" name="任意多边形: 形状 1567">
              <a:extLst>
                <a:ext uri="{FF2B5EF4-FFF2-40B4-BE49-F238E27FC236}">
                  <a16:creationId xmlns:a16="http://schemas.microsoft.com/office/drawing/2014/main" id="{87040D81-741E-486F-A365-89EE455D53A6}"/>
                </a:ext>
              </a:extLst>
            </p:cNvPr>
            <p:cNvSpPr/>
            <p:nvPr/>
          </p:nvSpPr>
          <p:spPr>
            <a:xfrm>
              <a:off x="5039014" y="6421596"/>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69" name="任意多边形: 形状 1568">
              <a:extLst>
                <a:ext uri="{FF2B5EF4-FFF2-40B4-BE49-F238E27FC236}">
                  <a16:creationId xmlns:a16="http://schemas.microsoft.com/office/drawing/2014/main" id="{B1DB153E-BE94-4DD6-8B29-D341705CFEF5}"/>
                </a:ext>
              </a:extLst>
            </p:cNvPr>
            <p:cNvSpPr/>
            <p:nvPr/>
          </p:nvSpPr>
          <p:spPr>
            <a:xfrm>
              <a:off x="7071119" y="5741642"/>
              <a:ext cx="75365" cy="1047168"/>
            </a:xfrm>
            <a:custGeom>
              <a:avLst/>
              <a:gdLst>
                <a:gd name="connsiteX0" fmla="*/ 0 w 59626"/>
                <a:gd name="connsiteY0" fmla="*/ 0 h 792861"/>
                <a:gd name="connsiteX1" fmla="*/ 59627 w 59626"/>
                <a:gd name="connsiteY1" fmla="*/ 0 h 792861"/>
                <a:gd name="connsiteX2" fmla="*/ 59627 w 59626"/>
                <a:gd name="connsiteY2" fmla="*/ 792861 h 792861"/>
                <a:gd name="connsiteX3" fmla="*/ 0 w 59626"/>
                <a:gd name="connsiteY3" fmla="*/ 792861 h 792861"/>
              </a:gdLst>
              <a:ahLst/>
              <a:cxnLst>
                <a:cxn ang="0">
                  <a:pos x="connsiteX0" y="connsiteY0"/>
                </a:cxn>
                <a:cxn ang="0">
                  <a:pos x="connsiteX1" y="connsiteY1"/>
                </a:cxn>
                <a:cxn ang="0">
                  <a:pos x="connsiteX2" y="connsiteY2"/>
                </a:cxn>
                <a:cxn ang="0">
                  <a:pos x="connsiteX3" y="connsiteY3"/>
                </a:cxn>
              </a:cxnLst>
              <a:rect l="l" t="t" r="r" b="b"/>
              <a:pathLst>
                <a:path w="59626" h="792861">
                  <a:moveTo>
                    <a:pt x="0" y="0"/>
                  </a:moveTo>
                  <a:lnTo>
                    <a:pt x="59627" y="0"/>
                  </a:lnTo>
                  <a:lnTo>
                    <a:pt x="59627" y="792861"/>
                  </a:lnTo>
                  <a:lnTo>
                    <a:pt x="0" y="792861"/>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70" name="任意多边形: 形状 1569">
              <a:extLst>
                <a:ext uri="{FF2B5EF4-FFF2-40B4-BE49-F238E27FC236}">
                  <a16:creationId xmlns:a16="http://schemas.microsoft.com/office/drawing/2014/main" id="{F8A2056C-D072-44BB-B24F-019BB891050A}"/>
                </a:ext>
              </a:extLst>
            </p:cNvPr>
            <p:cNvSpPr/>
            <p:nvPr/>
          </p:nvSpPr>
          <p:spPr>
            <a:xfrm>
              <a:off x="7071119" y="5810330"/>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71" name="任意多边形: 形状 1570">
              <a:extLst>
                <a:ext uri="{FF2B5EF4-FFF2-40B4-BE49-F238E27FC236}">
                  <a16:creationId xmlns:a16="http://schemas.microsoft.com/office/drawing/2014/main" id="{DBC73ADB-2316-489E-BFB9-24D4F02D933B}"/>
                </a:ext>
              </a:extLst>
            </p:cNvPr>
            <p:cNvSpPr/>
            <p:nvPr/>
          </p:nvSpPr>
          <p:spPr>
            <a:xfrm>
              <a:off x="7071119" y="5897635"/>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72" name="任意多边形: 形状 1571">
              <a:extLst>
                <a:ext uri="{FF2B5EF4-FFF2-40B4-BE49-F238E27FC236}">
                  <a16:creationId xmlns:a16="http://schemas.microsoft.com/office/drawing/2014/main" id="{718A97BF-1D12-4E52-8C44-DFB50AB138C2}"/>
                </a:ext>
              </a:extLst>
            </p:cNvPr>
            <p:cNvSpPr/>
            <p:nvPr/>
          </p:nvSpPr>
          <p:spPr>
            <a:xfrm>
              <a:off x="7071119" y="5984942"/>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73" name="任意多边形: 形状 1572">
              <a:extLst>
                <a:ext uri="{FF2B5EF4-FFF2-40B4-BE49-F238E27FC236}">
                  <a16:creationId xmlns:a16="http://schemas.microsoft.com/office/drawing/2014/main" id="{E1CF712A-6959-410D-9F2D-8104C65F398F}"/>
                </a:ext>
              </a:extLst>
            </p:cNvPr>
            <p:cNvSpPr/>
            <p:nvPr/>
          </p:nvSpPr>
          <p:spPr>
            <a:xfrm>
              <a:off x="7071119" y="6072246"/>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74" name="任意多边形: 形状 1573">
              <a:extLst>
                <a:ext uri="{FF2B5EF4-FFF2-40B4-BE49-F238E27FC236}">
                  <a16:creationId xmlns:a16="http://schemas.microsoft.com/office/drawing/2014/main" id="{6B81FBB6-656D-4E99-951C-11F605CA039B}"/>
                </a:ext>
              </a:extLst>
            </p:cNvPr>
            <p:cNvSpPr/>
            <p:nvPr/>
          </p:nvSpPr>
          <p:spPr>
            <a:xfrm>
              <a:off x="7071119" y="6159679"/>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75" name="任意多边形: 形状 1574">
              <a:extLst>
                <a:ext uri="{FF2B5EF4-FFF2-40B4-BE49-F238E27FC236}">
                  <a16:creationId xmlns:a16="http://schemas.microsoft.com/office/drawing/2014/main" id="{F7FE758C-3CD5-4B09-B97C-BCF150833539}"/>
                </a:ext>
              </a:extLst>
            </p:cNvPr>
            <p:cNvSpPr/>
            <p:nvPr/>
          </p:nvSpPr>
          <p:spPr>
            <a:xfrm>
              <a:off x="7071119" y="6246984"/>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76" name="任意多边形: 形状 1575">
              <a:extLst>
                <a:ext uri="{FF2B5EF4-FFF2-40B4-BE49-F238E27FC236}">
                  <a16:creationId xmlns:a16="http://schemas.microsoft.com/office/drawing/2014/main" id="{96B0B197-5C50-43F9-AE93-5B00BC4A8D3E}"/>
                </a:ext>
              </a:extLst>
            </p:cNvPr>
            <p:cNvSpPr/>
            <p:nvPr/>
          </p:nvSpPr>
          <p:spPr>
            <a:xfrm>
              <a:off x="7071119" y="6334291"/>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77" name="任意多边形: 形状 1576">
              <a:extLst>
                <a:ext uri="{FF2B5EF4-FFF2-40B4-BE49-F238E27FC236}">
                  <a16:creationId xmlns:a16="http://schemas.microsoft.com/office/drawing/2014/main" id="{13230490-F53B-49DF-962D-B9DDAF5D3E07}"/>
                </a:ext>
              </a:extLst>
            </p:cNvPr>
            <p:cNvSpPr/>
            <p:nvPr/>
          </p:nvSpPr>
          <p:spPr>
            <a:xfrm>
              <a:off x="7071119" y="6421596"/>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78" name="任意多边形: 形状 1577">
              <a:extLst>
                <a:ext uri="{FF2B5EF4-FFF2-40B4-BE49-F238E27FC236}">
                  <a16:creationId xmlns:a16="http://schemas.microsoft.com/office/drawing/2014/main" id="{98F55BE0-DA7D-4888-8F04-8CFC5ED01CAD}"/>
                </a:ext>
              </a:extLst>
            </p:cNvPr>
            <p:cNvSpPr/>
            <p:nvPr/>
          </p:nvSpPr>
          <p:spPr>
            <a:xfrm>
              <a:off x="7071119" y="5547154"/>
              <a:ext cx="75365" cy="94602"/>
            </a:xfrm>
            <a:custGeom>
              <a:avLst/>
              <a:gdLst>
                <a:gd name="connsiteX0" fmla="*/ 0 w 59626"/>
                <a:gd name="connsiteY0" fmla="*/ 0 h 71628"/>
                <a:gd name="connsiteX1" fmla="*/ 59627 w 59626"/>
                <a:gd name="connsiteY1" fmla="*/ 0 h 71628"/>
                <a:gd name="connsiteX2" fmla="*/ 59627 w 59626"/>
                <a:gd name="connsiteY2" fmla="*/ 71628 h 71628"/>
                <a:gd name="connsiteX3" fmla="*/ 0 w 59626"/>
                <a:gd name="connsiteY3" fmla="*/ 71628 h 71628"/>
              </a:gdLst>
              <a:ahLst/>
              <a:cxnLst>
                <a:cxn ang="0">
                  <a:pos x="connsiteX0" y="connsiteY0"/>
                </a:cxn>
                <a:cxn ang="0">
                  <a:pos x="connsiteX1" y="connsiteY1"/>
                </a:cxn>
                <a:cxn ang="0">
                  <a:pos x="connsiteX2" y="connsiteY2"/>
                </a:cxn>
                <a:cxn ang="0">
                  <a:pos x="connsiteX3" y="connsiteY3"/>
                </a:cxn>
              </a:cxnLst>
              <a:rect l="l" t="t" r="r" b="b"/>
              <a:pathLst>
                <a:path w="59626" h="71628">
                  <a:moveTo>
                    <a:pt x="0" y="0"/>
                  </a:moveTo>
                  <a:lnTo>
                    <a:pt x="59627" y="0"/>
                  </a:lnTo>
                  <a:lnTo>
                    <a:pt x="59627" y="71628"/>
                  </a:lnTo>
                  <a:lnTo>
                    <a:pt x="0" y="71628"/>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79" name="任意多边形: 形状 1578">
              <a:extLst>
                <a:ext uri="{FF2B5EF4-FFF2-40B4-BE49-F238E27FC236}">
                  <a16:creationId xmlns:a16="http://schemas.microsoft.com/office/drawing/2014/main" id="{C3892FC7-1F7E-4A5F-A9BE-0CBE82A54CBF}"/>
                </a:ext>
              </a:extLst>
            </p:cNvPr>
            <p:cNvSpPr/>
            <p:nvPr/>
          </p:nvSpPr>
          <p:spPr>
            <a:xfrm>
              <a:off x="5360221"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80" name="任意多边形: 形状 1579">
              <a:extLst>
                <a:ext uri="{FF2B5EF4-FFF2-40B4-BE49-F238E27FC236}">
                  <a16:creationId xmlns:a16="http://schemas.microsoft.com/office/drawing/2014/main" id="{DCB86A41-FF88-4321-8C2E-562191E1DE85}"/>
                </a:ext>
              </a:extLst>
            </p:cNvPr>
            <p:cNvSpPr/>
            <p:nvPr/>
          </p:nvSpPr>
          <p:spPr>
            <a:xfrm>
              <a:off x="5406452"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81" name="任意多边形: 形状 1580">
              <a:extLst>
                <a:ext uri="{FF2B5EF4-FFF2-40B4-BE49-F238E27FC236}">
                  <a16:creationId xmlns:a16="http://schemas.microsoft.com/office/drawing/2014/main" id="{95229E50-7017-432C-9FF8-424D63977B9D}"/>
                </a:ext>
              </a:extLst>
            </p:cNvPr>
            <p:cNvSpPr/>
            <p:nvPr/>
          </p:nvSpPr>
          <p:spPr>
            <a:xfrm>
              <a:off x="5563925"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82" name="任意多边形: 形状 1581">
              <a:extLst>
                <a:ext uri="{FF2B5EF4-FFF2-40B4-BE49-F238E27FC236}">
                  <a16:creationId xmlns:a16="http://schemas.microsoft.com/office/drawing/2014/main" id="{E3E62CE8-74D1-423F-8E63-B211DB3F3B03}"/>
                </a:ext>
              </a:extLst>
            </p:cNvPr>
            <p:cNvSpPr/>
            <p:nvPr/>
          </p:nvSpPr>
          <p:spPr>
            <a:xfrm>
              <a:off x="5767509"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83" name="任意多边形: 形状 1582">
              <a:extLst>
                <a:ext uri="{FF2B5EF4-FFF2-40B4-BE49-F238E27FC236}">
                  <a16:creationId xmlns:a16="http://schemas.microsoft.com/office/drawing/2014/main" id="{EB3248DC-F1AD-4277-83AD-F3E76D4390A2}"/>
                </a:ext>
              </a:extLst>
            </p:cNvPr>
            <p:cNvSpPr/>
            <p:nvPr/>
          </p:nvSpPr>
          <p:spPr>
            <a:xfrm>
              <a:off x="5971093"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84" name="任意多边形: 形状 1583">
              <a:extLst>
                <a:ext uri="{FF2B5EF4-FFF2-40B4-BE49-F238E27FC236}">
                  <a16:creationId xmlns:a16="http://schemas.microsoft.com/office/drawing/2014/main" id="{115E5C9B-1AF7-4EEE-B3A8-780F603FA41C}"/>
                </a:ext>
              </a:extLst>
            </p:cNvPr>
            <p:cNvSpPr/>
            <p:nvPr/>
          </p:nvSpPr>
          <p:spPr>
            <a:xfrm>
              <a:off x="6174677"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85" name="任意多边形: 形状 1584">
              <a:extLst>
                <a:ext uri="{FF2B5EF4-FFF2-40B4-BE49-F238E27FC236}">
                  <a16:creationId xmlns:a16="http://schemas.microsoft.com/office/drawing/2014/main" id="{EDC4DE74-9171-49CE-B20C-6186A65655BB}"/>
                </a:ext>
              </a:extLst>
            </p:cNvPr>
            <p:cNvSpPr/>
            <p:nvPr/>
          </p:nvSpPr>
          <p:spPr>
            <a:xfrm>
              <a:off x="6378260"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86" name="任意多边形: 形状 1585">
              <a:extLst>
                <a:ext uri="{FF2B5EF4-FFF2-40B4-BE49-F238E27FC236}">
                  <a16:creationId xmlns:a16="http://schemas.microsoft.com/office/drawing/2014/main" id="{A0FC859A-282D-4EA6-832E-4D8EF83BA0C1}"/>
                </a:ext>
              </a:extLst>
            </p:cNvPr>
            <p:cNvSpPr/>
            <p:nvPr/>
          </p:nvSpPr>
          <p:spPr>
            <a:xfrm>
              <a:off x="6581844"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87" name="任意多边形: 形状 1586">
              <a:extLst>
                <a:ext uri="{FF2B5EF4-FFF2-40B4-BE49-F238E27FC236}">
                  <a16:creationId xmlns:a16="http://schemas.microsoft.com/office/drawing/2014/main" id="{62FE2A7C-53D9-4670-899C-A9CBEC61D807}"/>
                </a:ext>
              </a:extLst>
            </p:cNvPr>
            <p:cNvSpPr/>
            <p:nvPr/>
          </p:nvSpPr>
          <p:spPr>
            <a:xfrm>
              <a:off x="6785548"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88" name="任意多边形: 形状 1587">
              <a:extLst>
                <a:ext uri="{FF2B5EF4-FFF2-40B4-BE49-F238E27FC236}">
                  <a16:creationId xmlns:a16="http://schemas.microsoft.com/office/drawing/2014/main" id="{D595FE71-4001-4954-8C93-65AD9B6EDBF2}"/>
                </a:ext>
              </a:extLst>
            </p:cNvPr>
            <p:cNvSpPr/>
            <p:nvPr/>
          </p:nvSpPr>
          <p:spPr>
            <a:xfrm>
              <a:off x="5610156"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89" name="任意多边形: 形状 1588">
              <a:extLst>
                <a:ext uri="{FF2B5EF4-FFF2-40B4-BE49-F238E27FC236}">
                  <a16:creationId xmlns:a16="http://schemas.microsoft.com/office/drawing/2014/main" id="{3404617B-4C4D-482A-B858-8ED38F649899}"/>
                </a:ext>
              </a:extLst>
            </p:cNvPr>
            <p:cNvSpPr/>
            <p:nvPr/>
          </p:nvSpPr>
          <p:spPr>
            <a:xfrm>
              <a:off x="5813740"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90" name="任意多边形: 形状 1589">
              <a:extLst>
                <a:ext uri="{FF2B5EF4-FFF2-40B4-BE49-F238E27FC236}">
                  <a16:creationId xmlns:a16="http://schemas.microsoft.com/office/drawing/2014/main" id="{BBC71911-F5B4-44AA-B4FB-272D0E328F70}"/>
                </a:ext>
              </a:extLst>
            </p:cNvPr>
            <p:cNvSpPr/>
            <p:nvPr/>
          </p:nvSpPr>
          <p:spPr>
            <a:xfrm>
              <a:off x="6017324"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91" name="任意多边形: 形状 1590">
              <a:extLst>
                <a:ext uri="{FF2B5EF4-FFF2-40B4-BE49-F238E27FC236}">
                  <a16:creationId xmlns:a16="http://schemas.microsoft.com/office/drawing/2014/main" id="{A89BA5B7-7CD5-4E8D-BA78-5DD2B6B8FC11}"/>
                </a:ext>
              </a:extLst>
            </p:cNvPr>
            <p:cNvSpPr/>
            <p:nvPr/>
          </p:nvSpPr>
          <p:spPr>
            <a:xfrm>
              <a:off x="6220908"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92" name="任意多边形: 形状 1591">
              <a:extLst>
                <a:ext uri="{FF2B5EF4-FFF2-40B4-BE49-F238E27FC236}">
                  <a16:creationId xmlns:a16="http://schemas.microsoft.com/office/drawing/2014/main" id="{E6EFB4D6-58B1-4F07-8C83-30587A812FE7}"/>
                </a:ext>
              </a:extLst>
            </p:cNvPr>
            <p:cNvSpPr/>
            <p:nvPr/>
          </p:nvSpPr>
          <p:spPr>
            <a:xfrm>
              <a:off x="6424490"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93" name="任意多边形: 形状 1592">
              <a:extLst>
                <a:ext uri="{FF2B5EF4-FFF2-40B4-BE49-F238E27FC236}">
                  <a16:creationId xmlns:a16="http://schemas.microsoft.com/office/drawing/2014/main" id="{EE02265D-4EB4-4E8E-8107-F1C2A06BA8A2}"/>
                </a:ext>
              </a:extLst>
            </p:cNvPr>
            <p:cNvSpPr/>
            <p:nvPr/>
          </p:nvSpPr>
          <p:spPr>
            <a:xfrm>
              <a:off x="6628194"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94" name="任意多边形: 形状 1593">
              <a:extLst>
                <a:ext uri="{FF2B5EF4-FFF2-40B4-BE49-F238E27FC236}">
                  <a16:creationId xmlns:a16="http://schemas.microsoft.com/office/drawing/2014/main" id="{0F24A429-FEF3-4114-886F-0B3CCE4A648A}"/>
                </a:ext>
              </a:extLst>
            </p:cNvPr>
            <p:cNvSpPr/>
            <p:nvPr/>
          </p:nvSpPr>
          <p:spPr>
            <a:xfrm>
              <a:off x="6831778"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95" name="任意多边形: 形状 1594">
              <a:extLst>
                <a:ext uri="{FF2B5EF4-FFF2-40B4-BE49-F238E27FC236}">
                  <a16:creationId xmlns:a16="http://schemas.microsoft.com/office/drawing/2014/main" id="{101AB260-6490-423C-AA25-693023A02C63}"/>
                </a:ext>
              </a:extLst>
            </p:cNvPr>
            <p:cNvSpPr/>
            <p:nvPr/>
          </p:nvSpPr>
          <p:spPr>
            <a:xfrm>
              <a:off x="5178309" y="5632069"/>
              <a:ext cx="181912" cy="12580"/>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96" name="任意多边形: 形状 1595">
              <a:extLst>
                <a:ext uri="{FF2B5EF4-FFF2-40B4-BE49-F238E27FC236}">
                  <a16:creationId xmlns:a16="http://schemas.microsoft.com/office/drawing/2014/main" id="{B4BE3FDB-7605-49A1-950A-978F587A33C2}"/>
                </a:ext>
              </a:extLst>
            </p:cNvPr>
            <p:cNvSpPr/>
            <p:nvPr/>
          </p:nvSpPr>
          <p:spPr>
            <a:xfrm>
              <a:off x="5406452" y="5632069"/>
              <a:ext cx="157473" cy="12580"/>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97" name="任意多边形: 形状 1596">
              <a:extLst>
                <a:ext uri="{FF2B5EF4-FFF2-40B4-BE49-F238E27FC236}">
                  <a16:creationId xmlns:a16="http://schemas.microsoft.com/office/drawing/2014/main" id="{2522D434-EF66-4E7D-B75A-5C30711F2653}"/>
                </a:ext>
              </a:extLst>
            </p:cNvPr>
            <p:cNvSpPr/>
            <p:nvPr/>
          </p:nvSpPr>
          <p:spPr>
            <a:xfrm>
              <a:off x="5610156" y="563206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98" name="任意多边形: 形状 1597">
              <a:extLst>
                <a:ext uri="{FF2B5EF4-FFF2-40B4-BE49-F238E27FC236}">
                  <a16:creationId xmlns:a16="http://schemas.microsoft.com/office/drawing/2014/main" id="{0747E45C-0F34-4ABE-855F-F3332BA66BB3}"/>
                </a:ext>
              </a:extLst>
            </p:cNvPr>
            <p:cNvSpPr/>
            <p:nvPr/>
          </p:nvSpPr>
          <p:spPr>
            <a:xfrm>
              <a:off x="5813740" y="563206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99" name="任意多边形: 形状 1598">
              <a:extLst>
                <a:ext uri="{FF2B5EF4-FFF2-40B4-BE49-F238E27FC236}">
                  <a16:creationId xmlns:a16="http://schemas.microsoft.com/office/drawing/2014/main" id="{601DC7F5-40D1-423B-A708-A735D3C41AEB}"/>
                </a:ext>
              </a:extLst>
            </p:cNvPr>
            <p:cNvSpPr/>
            <p:nvPr/>
          </p:nvSpPr>
          <p:spPr>
            <a:xfrm>
              <a:off x="6017324" y="563206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00" name="任意多边形: 形状 1599">
              <a:extLst>
                <a:ext uri="{FF2B5EF4-FFF2-40B4-BE49-F238E27FC236}">
                  <a16:creationId xmlns:a16="http://schemas.microsoft.com/office/drawing/2014/main" id="{00B58F4F-9DE5-4E3E-B847-CC43ED39CEFF}"/>
                </a:ext>
              </a:extLst>
            </p:cNvPr>
            <p:cNvSpPr/>
            <p:nvPr/>
          </p:nvSpPr>
          <p:spPr>
            <a:xfrm>
              <a:off x="6220908" y="563206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01" name="任意多边形: 形状 1600">
              <a:extLst>
                <a:ext uri="{FF2B5EF4-FFF2-40B4-BE49-F238E27FC236}">
                  <a16:creationId xmlns:a16="http://schemas.microsoft.com/office/drawing/2014/main" id="{92760767-4DCD-4F9B-9CB2-51BE890D779C}"/>
                </a:ext>
              </a:extLst>
            </p:cNvPr>
            <p:cNvSpPr/>
            <p:nvPr/>
          </p:nvSpPr>
          <p:spPr>
            <a:xfrm>
              <a:off x="6424490" y="563206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02" name="任意多边形: 形状 1601">
              <a:extLst>
                <a:ext uri="{FF2B5EF4-FFF2-40B4-BE49-F238E27FC236}">
                  <a16:creationId xmlns:a16="http://schemas.microsoft.com/office/drawing/2014/main" id="{E0CFE801-07F7-4F91-9965-DBA4C91D2466}"/>
                </a:ext>
              </a:extLst>
            </p:cNvPr>
            <p:cNvSpPr/>
            <p:nvPr/>
          </p:nvSpPr>
          <p:spPr>
            <a:xfrm>
              <a:off x="6628194" y="563206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03" name="任意多边形: 形状 1602">
              <a:extLst>
                <a:ext uri="{FF2B5EF4-FFF2-40B4-BE49-F238E27FC236}">
                  <a16:creationId xmlns:a16="http://schemas.microsoft.com/office/drawing/2014/main" id="{F4127A4E-87CA-4812-B617-F46FA9F0B239}"/>
                </a:ext>
              </a:extLst>
            </p:cNvPr>
            <p:cNvSpPr/>
            <p:nvPr/>
          </p:nvSpPr>
          <p:spPr>
            <a:xfrm>
              <a:off x="6831778" y="5632069"/>
              <a:ext cx="163974" cy="12580"/>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04" name="任意多边形: 形状 1603">
              <a:extLst>
                <a:ext uri="{FF2B5EF4-FFF2-40B4-BE49-F238E27FC236}">
                  <a16:creationId xmlns:a16="http://schemas.microsoft.com/office/drawing/2014/main" id="{3C2C98A2-19B4-4E0B-95F2-C320F71F6DBF}"/>
                </a:ext>
              </a:extLst>
            </p:cNvPr>
            <p:cNvSpPr/>
            <p:nvPr/>
          </p:nvSpPr>
          <p:spPr>
            <a:xfrm>
              <a:off x="5360221"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05" name="任意多边形: 形状 1604">
              <a:extLst>
                <a:ext uri="{FF2B5EF4-FFF2-40B4-BE49-F238E27FC236}">
                  <a16:creationId xmlns:a16="http://schemas.microsoft.com/office/drawing/2014/main" id="{E89A09E0-EE41-4452-8C9B-DF36200E344B}"/>
                </a:ext>
              </a:extLst>
            </p:cNvPr>
            <p:cNvSpPr/>
            <p:nvPr/>
          </p:nvSpPr>
          <p:spPr>
            <a:xfrm>
              <a:off x="5406452"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06" name="任意多边形: 形状 1605">
              <a:extLst>
                <a:ext uri="{FF2B5EF4-FFF2-40B4-BE49-F238E27FC236}">
                  <a16:creationId xmlns:a16="http://schemas.microsoft.com/office/drawing/2014/main" id="{6B42DC81-40DE-4C8F-9655-A4D26ABE953F}"/>
                </a:ext>
              </a:extLst>
            </p:cNvPr>
            <p:cNvSpPr/>
            <p:nvPr/>
          </p:nvSpPr>
          <p:spPr>
            <a:xfrm>
              <a:off x="5563925"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07" name="任意多边形: 形状 1606">
              <a:extLst>
                <a:ext uri="{FF2B5EF4-FFF2-40B4-BE49-F238E27FC236}">
                  <a16:creationId xmlns:a16="http://schemas.microsoft.com/office/drawing/2014/main" id="{C3474451-86D9-4BDD-876E-D15750898DC6}"/>
                </a:ext>
              </a:extLst>
            </p:cNvPr>
            <p:cNvSpPr/>
            <p:nvPr/>
          </p:nvSpPr>
          <p:spPr>
            <a:xfrm>
              <a:off x="5767509"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08" name="任意多边形: 形状 1607">
              <a:extLst>
                <a:ext uri="{FF2B5EF4-FFF2-40B4-BE49-F238E27FC236}">
                  <a16:creationId xmlns:a16="http://schemas.microsoft.com/office/drawing/2014/main" id="{34B8692D-38C0-4FCC-AF49-20698BF18B0F}"/>
                </a:ext>
              </a:extLst>
            </p:cNvPr>
            <p:cNvSpPr/>
            <p:nvPr/>
          </p:nvSpPr>
          <p:spPr>
            <a:xfrm>
              <a:off x="5971093"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09" name="任意多边形: 形状 1608">
              <a:extLst>
                <a:ext uri="{FF2B5EF4-FFF2-40B4-BE49-F238E27FC236}">
                  <a16:creationId xmlns:a16="http://schemas.microsoft.com/office/drawing/2014/main" id="{FBE8C123-A379-4A68-97AF-90CCEC66A4DB}"/>
                </a:ext>
              </a:extLst>
            </p:cNvPr>
            <p:cNvSpPr/>
            <p:nvPr/>
          </p:nvSpPr>
          <p:spPr>
            <a:xfrm>
              <a:off x="6174677"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10" name="任意多边形: 形状 1609">
              <a:extLst>
                <a:ext uri="{FF2B5EF4-FFF2-40B4-BE49-F238E27FC236}">
                  <a16:creationId xmlns:a16="http://schemas.microsoft.com/office/drawing/2014/main" id="{40F45A4C-CC95-4D69-B3A1-8BCF41B616D2}"/>
                </a:ext>
              </a:extLst>
            </p:cNvPr>
            <p:cNvSpPr/>
            <p:nvPr/>
          </p:nvSpPr>
          <p:spPr>
            <a:xfrm>
              <a:off x="6378260"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11" name="任意多边形: 形状 1610">
              <a:extLst>
                <a:ext uri="{FF2B5EF4-FFF2-40B4-BE49-F238E27FC236}">
                  <a16:creationId xmlns:a16="http://schemas.microsoft.com/office/drawing/2014/main" id="{FB31C934-8C83-4508-94A8-7B2D2A019066}"/>
                </a:ext>
              </a:extLst>
            </p:cNvPr>
            <p:cNvSpPr/>
            <p:nvPr/>
          </p:nvSpPr>
          <p:spPr>
            <a:xfrm>
              <a:off x="6581844"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12" name="任意多边形: 形状 1611">
              <a:extLst>
                <a:ext uri="{FF2B5EF4-FFF2-40B4-BE49-F238E27FC236}">
                  <a16:creationId xmlns:a16="http://schemas.microsoft.com/office/drawing/2014/main" id="{D945FA26-CB49-4EC3-8C55-81E308F7931E}"/>
                </a:ext>
              </a:extLst>
            </p:cNvPr>
            <p:cNvSpPr/>
            <p:nvPr/>
          </p:nvSpPr>
          <p:spPr>
            <a:xfrm>
              <a:off x="6785548"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13" name="任意多边形: 形状 1612">
              <a:extLst>
                <a:ext uri="{FF2B5EF4-FFF2-40B4-BE49-F238E27FC236}">
                  <a16:creationId xmlns:a16="http://schemas.microsoft.com/office/drawing/2014/main" id="{82A1EE3C-59C7-4AEB-897D-0D297D328592}"/>
                </a:ext>
              </a:extLst>
            </p:cNvPr>
            <p:cNvSpPr/>
            <p:nvPr/>
          </p:nvSpPr>
          <p:spPr>
            <a:xfrm>
              <a:off x="5610156"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14" name="任意多边形: 形状 1613">
              <a:extLst>
                <a:ext uri="{FF2B5EF4-FFF2-40B4-BE49-F238E27FC236}">
                  <a16:creationId xmlns:a16="http://schemas.microsoft.com/office/drawing/2014/main" id="{B7109F93-4784-4658-9DBB-765EBAD74D84}"/>
                </a:ext>
              </a:extLst>
            </p:cNvPr>
            <p:cNvSpPr/>
            <p:nvPr/>
          </p:nvSpPr>
          <p:spPr>
            <a:xfrm>
              <a:off x="5813740"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15" name="任意多边形: 形状 1614">
              <a:extLst>
                <a:ext uri="{FF2B5EF4-FFF2-40B4-BE49-F238E27FC236}">
                  <a16:creationId xmlns:a16="http://schemas.microsoft.com/office/drawing/2014/main" id="{5B8BB7FF-884D-4B41-B6AE-8B38E5F4F1AF}"/>
                </a:ext>
              </a:extLst>
            </p:cNvPr>
            <p:cNvSpPr/>
            <p:nvPr/>
          </p:nvSpPr>
          <p:spPr>
            <a:xfrm>
              <a:off x="6017324"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16" name="任意多边形: 形状 1615">
              <a:extLst>
                <a:ext uri="{FF2B5EF4-FFF2-40B4-BE49-F238E27FC236}">
                  <a16:creationId xmlns:a16="http://schemas.microsoft.com/office/drawing/2014/main" id="{453F8346-C960-4AB8-9F58-98BC1C513A26}"/>
                </a:ext>
              </a:extLst>
            </p:cNvPr>
            <p:cNvSpPr/>
            <p:nvPr/>
          </p:nvSpPr>
          <p:spPr>
            <a:xfrm>
              <a:off x="6220908"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17" name="任意多边形: 形状 1616">
              <a:extLst>
                <a:ext uri="{FF2B5EF4-FFF2-40B4-BE49-F238E27FC236}">
                  <a16:creationId xmlns:a16="http://schemas.microsoft.com/office/drawing/2014/main" id="{F6F16A54-570E-4B19-8482-AE2C7304A6FF}"/>
                </a:ext>
              </a:extLst>
            </p:cNvPr>
            <p:cNvSpPr/>
            <p:nvPr/>
          </p:nvSpPr>
          <p:spPr>
            <a:xfrm>
              <a:off x="6424490"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18" name="任意多边形: 形状 1617">
              <a:extLst>
                <a:ext uri="{FF2B5EF4-FFF2-40B4-BE49-F238E27FC236}">
                  <a16:creationId xmlns:a16="http://schemas.microsoft.com/office/drawing/2014/main" id="{9DCD7555-25A8-40B9-ABB3-7D9CF21129DA}"/>
                </a:ext>
              </a:extLst>
            </p:cNvPr>
            <p:cNvSpPr/>
            <p:nvPr/>
          </p:nvSpPr>
          <p:spPr>
            <a:xfrm>
              <a:off x="6628194"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19" name="任意多边形: 形状 1618">
              <a:extLst>
                <a:ext uri="{FF2B5EF4-FFF2-40B4-BE49-F238E27FC236}">
                  <a16:creationId xmlns:a16="http://schemas.microsoft.com/office/drawing/2014/main" id="{588460B7-2EE7-426B-844E-70B0748D9117}"/>
                </a:ext>
              </a:extLst>
            </p:cNvPr>
            <p:cNvSpPr/>
            <p:nvPr/>
          </p:nvSpPr>
          <p:spPr>
            <a:xfrm>
              <a:off x="6831778"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20" name="任意多边形: 形状 1619">
              <a:extLst>
                <a:ext uri="{FF2B5EF4-FFF2-40B4-BE49-F238E27FC236}">
                  <a16:creationId xmlns:a16="http://schemas.microsoft.com/office/drawing/2014/main" id="{906397B2-7CB1-470F-94DB-5861F9AB05ED}"/>
                </a:ext>
              </a:extLst>
            </p:cNvPr>
            <p:cNvSpPr/>
            <p:nvPr/>
          </p:nvSpPr>
          <p:spPr>
            <a:xfrm>
              <a:off x="5178309" y="5801145"/>
              <a:ext cx="181912" cy="12580"/>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21" name="任意多边形: 形状 1620">
              <a:extLst>
                <a:ext uri="{FF2B5EF4-FFF2-40B4-BE49-F238E27FC236}">
                  <a16:creationId xmlns:a16="http://schemas.microsoft.com/office/drawing/2014/main" id="{336B2783-DFA3-483E-BFD1-D6D93438062F}"/>
                </a:ext>
              </a:extLst>
            </p:cNvPr>
            <p:cNvSpPr/>
            <p:nvPr/>
          </p:nvSpPr>
          <p:spPr>
            <a:xfrm>
              <a:off x="5406452" y="5801145"/>
              <a:ext cx="157473" cy="12580"/>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22" name="任意多边形: 形状 1621">
              <a:extLst>
                <a:ext uri="{FF2B5EF4-FFF2-40B4-BE49-F238E27FC236}">
                  <a16:creationId xmlns:a16="http://schemas.microsoft.com/office/drawing/2014/main" id="{C4AB1F88-C393-422D-B188-0725B5A698A5}"/>
                </a:ext>
              </a:extLst>
            </p:cNvPr>
            <p:cNvSpPr/>
            <p:nvPr/>
          </p:nvSpPr>
          <p:spPr>
            <a:xfrm>
              <a:off x="5610156" y="580114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23" name="任意多边形: 形状 1622">
              <a:extLst>
                <a:ext uri="{FF2B5EF4-FFF2-40B4-BE49-F238E27FC236}">
                  <a16:creationId xmlns:a16="http://schemas.microsoft.com/office/drawing/2014/main" id="{3D843479-E7AE-468E-B390-A9D674873662}"/>
                </a:ext>
              </a:extLst>
            </p:cNvPr>
            <p:cNvSpPr/>
            <p:nvPr/>
          </p:nvSpPr>
          <p:spPr>
            <a:xfrm>
              <a:off x="5813740" y="580114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24" name="任意多边形: 形状 1623">
              <a:extLst>
                <a:ext uri="{FF2B5EF4-FFF2-40B4-BE49-F238E27FC236}">
                  <a16:creationId xmlns:a16="http://schemas.microsoft.com/office/drawing/2014/main" id="{645E7652-C558-46AF-B073-20A28C586FB4}"/>
                </a:ext>
              </a:extLst>
            </p:cNvPr>
            <p:cNvSpPr/>
            <p:nvPr/>
          </p:nvSpPr>
          <p:spPr>
            <a:xfrm>
              <a:off x="6017324" y="580114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25" name="任意多边形: 形状 1624">
              <a:extLst>
                <a:ext uri="{FF2B5EF4-FFF2-40B4-BE49-F238E27FC236}">
                  <a16:creationId xmlns:a16="http://schemas.microsoft.com/office/drawing/2014/main" id="{73AF20E4-EC7F-49F3-A6CA-0488FE691512}"/>
                </a:ext>
              </a:extLst>
            </p:cNvPr>
            <p:cNvSpPr/>
            <p:nvPr/>
          </p:nvSpPr>
          <p:spPr>
            <a:xfrm>
              <a:off x="6220908" y="580114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26" name="任意多边形: 形状 1625">
              <a:extLst>
                <a:ext uri="{FF2B5EF4-FFF2-40B4-BE49-F238E27FC236}">
                  <a16:creationId xmlns:a16="http://schemas.microsoft.com/office/drawing/2014/main" id="{312A460B-9EE2-46FC-B92A-8E53F20AF7FB}"/>
                </a:ext>
              </a:extLst>
            </p:cNvPr>
            <p:cNvSpPr/>
            <p:nvPr/>
          </p:nvSpPr>
          <p:spPr>
            <a:xfrm>
              <a:off x="6424490" y="580114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27" name="任意多边形: 形状 1626">
              <a:extLst>
                <a:ext uri="{FF2B5EF4-FFF2-40B4-BE49-F238E27FC236}">
                  <a16:creationId xmlns:a16="http://schemas.microsoft.com/office/drawing/2014/main" id="{253CCD2D-3403-4834-9CDD-86F1EE0FBFAF}"/>
                </a:ext>
              </a:extLst>
            </p:cNvPr>
            <p:cNvSpPr/>
            <p:nvPr/>
          </p:nvSpPr>
          <p:spPr>
            <a:xfrm>
              <a:off x="6628194" y="580114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28" name="任意多边形: 形状 1627">
              <a:extLst>
                <a:ext uri="{FF2B5EF4-FFF2-40B4-BE49-F238E27FC236}">
                  <a16:creationId xmlns:a16="http://schemas.microsoft.com/office/drawing/2014/main" id="{C8308D10-81D1-439D-8AFD-2660D9A556E1}"/>
                </a:ext>
              </a:extLst>
            </p:cNvPr>
            <p:cNvSpPr/>
            <p:nvPr/>
          </p:nvSpPr>
          <p:spPr>
            <a:xfrm>
              <a:off x="6831778" y="5801145"/>
              <a:ext cx="163974" cy="12580"/>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29" name="任意多边形: 形状 1628">
              <a:extLst>
                <a:ext uri="{FF2B5EF4-FFF2-40B4-BE49-F238E27FC236}">
                  <a16:creationId xmlns:a16="http://schemas.microsoft.com/office/drawing/2014/main" id="{654ACBFD-500D-4E3C-B4CD-B9227DDEB3F8}"/>
                </a:ext>
              </a:extLst>
            </p:cNvPr>
            <p:cNvSpPr/>
            <p:nvPr/>
          </p:nvSpPr>
          <p:spPr>
            <a:xfrm>
              <a:off x="5178309" y="5879142"/>
              <a:ext cx="181912" cy="12580"/>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30" name="任意多边形: 形状 1629">
              <a:extLst>
                <a:ext uri="{FF2B5EF4-FFF2-40B4-BE49-F238E27FC236}">
                  <a16:creationId xmlns:a16="http://schemas.microsoft.com/office/drawing/2014/main" id="{3D230F49-6E06-4E2E-AF60-BF5EF70A64C1}"/>
                </a:ext>
              </a:extLst>
            </p:cNvPr>
            <p:cNvSpPr/>
            <p:nvPr/>
          </p:nvSpPr>
          <p:spPr>
            <a:xfrm>
              <a:off x="5178309" y="5957139"/>
              <a:ext cx="181912" cy="12580"/>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31" name="任意多边形: 形状 1630">
              <a:extLst>
                <a:ext uri="{FF2B5EF4-FFF2-40B4-BE49-F238E27FC236}">
                  <a16:creationId xmlns:a16="http://schemas.microsoft.com/office/drawing/2014/main" id="{38639470-EA05-4065-94D4-C047821C7931}"/>
                </a:ext>
              </a:extLst>
            </p:cNvPr>
            <p:cNvSpPr/>
            <p:nvPr/>
          </p:nvSpPr>
          <p:spPr>
            <a:xfrm>
              <a:off x="5178309" y="6035135"/>
              <a:ext cx="181912" cy="12580"/>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32" name="任意多边形: 形状 1631">
              <a:extLst>
                <a:ext uri="{FF2B5EF4-FFF2-40B4-BE49-F238E27FC236}">
                  <a16:creationId xmlns:a16="http://schemas.microsoft.com/office/drawing/2014/main" id="{70E22607-BC99-40E4-A251-541F89C41267}"/>
                </a:ext>
              </a:extLst>
            </p:cNvPr>
            <p:cNvSpPr/>
            <p:nvPr/>
          </p:nvSpPr>
          <p:spPr>
            <a:xfrm>
              <a:off x="5178309" y="6113132"/>
              <a:ext cx="181912" cy="12580"/>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33" name="任意多边形: 形状 1632">
              <a:extLst>
                <a:ext uri="{FF2B5EF4-FFF2-40B4-BE49-F238E27FC236}">
                  <a16:creationId xmlns:a16="http://schemas.microsoft.com/office/drawing/2014/main" id="{74BFD76D-8653-42E1-9A2F-AB2CBB3AFBE7}"/>
                </a:ext>
              </a:extLst>
            </p:cNvPr>
            <p:cNvSpPr/>
            <p:nvPr/>
          </p:nvSpPr>
          <p:spPr>
            <a:xfrm>
              <a:off x="5178309" y="6191255"/>
              <a:ext cx="181912" cy="12580"/>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34" name="任意多边形: 形状 1633">
              <a:extLst>
                <a:ext uri="{FF2B5EF4-FFF2-40B4-BE49-F238E27FC236}">
                  <a16:creationId xmlns:a16="http://schemas.microsoft.com/office/drawing/2014/main" id="{161FFF46-D3A8-4252-8FBD-B36BA72D16C0}"/>
                </a:ext>
              </a:extLst>
            </p:cNvPr>
            <p:cNvSpPr/>
            <p:nvPr/>
          </p:nvSpPr>
          <p:spPr>
            <a:xfrm>
              <a:off x="5406452" y="5879142"/>
              <a:ext cx="157473" cy="12580"/>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35" name="任意多边形: 形状 1634">
              <a:extLst>
                <a:ext uri="{FF2B5EF4-FFF2-40B4-BE49-F238E27FC236}">
                  <a16:creationId xmlns:a16="http://schemas.microsoft.com/office/drawing/2014/main" id="{B6CD4A51-F312-46A7-930D-AF1D67FD5AF5}"/>
                </a:ext>
              </a:extLst>
            </p:cNvPr>
            <p:cNvSpPr/>
            <p:nvPr/>
          </p:nvSpPr>
          <p:spPr>
            <a:xfrm>
              <a:off x="5406452" y="5957139"/>
              <a:ext cx="157473" cy="12580"/>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36" name="任意多边形: 形状 1635">
              <a:extLst>
                <a:ext uri="{FF2B5EF4-FFF2-40B4-BE49-F238E27FC236}">
                  <a16:creationId xmlns:a16="http://schemas.microsoft.com/office/drawing/2014/main" id="{374CD46C-1C87-4969-A9D9-193888196544}"/>
                </a:ext>
              </a:extLst>
            </p:cNvPr>
            <p:cNvSpPr/>
            <p:nvPr/>
          </p:nvSpPr>
          <p:spPr>
            <a:xfrm>
              <a:off x="5406452" y="6035135"/>
              <a:ext cx="157473" cy="12580"/>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37" name="任意多边形: 形状 1636">
              <a:extLst>
                <a:ext uri="{FF2B5EF4-FFF2-40B4-BE49-F238E27FC236}">
                  <a16:creationId xmlns:a16="http://schemas.microsoft.com/office/drawing/2014/main" id="{1507593B-AC12-46C5-AE42-91596A067AE4}"/>
                </a:ext>
              </a:extLst>
            </p:cNvPr>
            <p:cNvSpPr/>
            <p:nvPr/>
          </p:nvSpPr>
          <p:spPr>
            <a:xfrm>
              <a:off x="5406452" y="6113132"/>
              <a:ext cx="157473" cy="12580"/>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38" name="任意多边形: 形状 1637">
              <a:extLst>
                <a:ext uri="{FF2B5EF4-FFF2-40B4-BE49-F238E27FC236}">
                  <a16:creationId xmlns:a16="http://schemas.microsoft.com/office/drawing/2014/main" id="{6BC06EF3-BF38-4886-9BB9-FC5B32AF6760}"/>
                </a:ext>
              </a:extLst>
            </p:cNvPr>
            <p:cNvSpPr/>
            <p:nvPr/>
          </p:nvSpPr>
          <p:spPr>
            <a:xfrm>
              <a:off x="5406452" y="6191255"/>
              <a:ext cx="157473" cy="12580"/>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39" name="任意多边形: 形状 1638">
              <a:extLst>
                <a:ext uri="{FF2B5EF4-FFF2-40B4-BE49-F238E27FC236}">
                  <a16:creationId xmlns:a16="http://schemas.microsoft.com/office/drawing/2014/main" id="{FA8005DF-D15F-4019-9FC2-7FFDF703B4BA}"/>
                </a:ext>
              </a:extLst>
            </p:cNvPr>
            <p:cNvSpPr/>
            <p:nvPr/>
          </p:nvSpPr>
          <p:spPr>
            <a:xfrm>
              <a:off x="5610156" y="587914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40" name="任意多边形: 形状 1639">
              <a:extLst>
                <a:ext uri="{FF2B5EF4-FFF2-40B4-BE49-F238E27FC236}">
                  <a16:creationId xmlns:a16="http://schemas.microsoft.com/office/drawing/2014/main" id="{BD908E77-2764-4843-A6F8-F6A6FE5F8A89}"/>
                </a:ext>
              </a:extLst>
            </p:cNvPr>
            <p:cNvSpPr/>
            <p:nvPr/>
          </p:nvSpPr>
          <p:spPr>
            <a:xfrm>
              <a:off x="5610156" y="595713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41" name="任意多边形: 形状 1640">
              <a:extLst>
                <a:ext uri="{FF2B5EF4-FFF2-40B4-BE49-F238E27FC236}">
                  <a16:creationId xmlns:a16="http://schemas.microsoft.com/office/drawing/2014/main" id="{257657DA-FF8A-4B83-9817-F4E7520BDFB8}"/>
                </a:ext>
              </a:extLst>
            </p:cNvPr>
            <p:cNvSpPr/>
            <p:nvPr/>
          </p:nvSpPr>
          <p:spPr>
            <a:xfrm>
              <a:off x="5610156" y="603513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42" name="任意多边形: 形状 1641">
              <a:extLst>
                <a:ext uri="{FF2B5EF4-FFF2-40B4-BE49-F238E27FC236}">
                  <a16:creationId xmlns:a16="http://schemas.microsoft.com/office/drawing/2014/main" id="{73C3D606-3905-4633-9A6B-BE080A1875C3}"/>
                </a:ext>
              </a:extLst>
            </p:cNvPr>
            <p:cNvSpPr/>
            <p:nvPr/>
          </p:nvSpPr>
          <p:spPr>
            <a:xfrm>
              <a:off x="5610156" y="611313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43" name="任意多边形: 形状 1642">
              <a:extLst>
                <a:ext uri="{FF2B5EF4-FFF2-40B4-BE49-F238E27FC236}">
                  <a16:creationId xmlns:a16="http://schemas.microsoft.com/office/drawing/2014/main" id="{2F183F32-92E0-4BAD-9959-31D9F7ED5F00}"/>
                </a:ext>
              </a:extLst>
            </p:cNvPr>
            <p:cNvSpPr/>
            <p:nvPr/>
          </p:nvSpPr>
          <p:spPr>
            <a:xfrm>
              <a:off x="5610156" y="619125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44" name="任意多边形: 形状 1643">
              <a:extLst>
                <a:ext uri="{FF2B5EF4-FFF2-40B4-BE49-F238E27FC236}">
                  <a16:creationId xmlns:a16="http://schemas.microsoft.com/office/drawing/2014/main" id="{83B583E5-F570-4841-8F39-F0010ED80303}"/>
                </a:ext>
              </a:extLst>
            </p:cNvPr>
            <p:cNvSpPr/>
            <p:nvPr/>
          </p:nvSpPr>
          <p:spPr>
            <a:xfrm>
              <a:off x="5813740" y="587914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45" name="任意多边形: 形状 1644">
              <a:extLst>
                <a:ext uri="{FF2B5EF4-FFF2-40B4-BE49-F238E27FC236}">
                  <a16:creationId xmlns:a16="http://schemas.microsoft.com/office/drawing/2014/main" id="{E45433F5-540F-4F84-99C7-0A6193B64084}"/>
                </a:ext>
              </a:extLst>
            </p:cNvPr>
            <p:cNvSpPr/>
            <p:nvPr/>
          </p:nvSpPr>
          <p:spPr>
            <a:xfrm>
              <a:off x="5813740" y="595713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46" name="任意多边形: 形状 1645">
              <a:extLst>
                <a:ext uri="{FF2B5EF4-FFF2-40B4-BE49-F238E27FC236}">
                  <a16:creationId xmlns:a16="http://schemas.microsoft.com/office/drawing/2014/main" id="{6171C486-D325-4F1D-8927-64AA0A7B0EDE}"/>
                </a:ext>
              </a:extLst>
            </p:cNvPr>
            <p:cNvSpPr/>
            <p:nvPr/>
          </p:nvSpPr>
          <p:spPr>
            <a:xfrm>
              <a:off x="5813740" y="603513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47" name="任意多边形: 形状 1646">
              <a:extLst>
                <a:ext uri="{FF2B5EF4-FFF2-40B4-BE49-F238E27FC236}">
                  <a16:creationId xmlns:a16="http://schemas.microsoft.com/office/drawing/2014/main" id="{BC6E7D88-3F6A-4FD2-9678-9BFA7990052D}"/>
                </a:ext>
              </a:extLst>
            </p:cNvPr>
            <p:cNvSpPr/>
            <p:nvPr/>
          </p:nvSpPr>
          <p:spPr>
            <a:xfrm>
              <a:off x="5813740" y="611313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48" name="任意多边形: 形状 1647">
              <a:extLst>
                <a:ext uri="{FF2B5EF4-FFF2-40B4-BE49-F238E27FC236}">
                  <a16:creationId xmlns:a16="http://schemas.microsoft.com/office/drawing/2014/main" id="{C4691073-AE82-4174-B040-926B5D200F9A}"/>
                </a:ext>
              </a:extLst>
            </p:cNvPr>
            <p:cNvSpPr/>
            <p:nvPr/>
          </p:nvSpPr>
          <p:spPr>
            <a:xfrm>
              <a:off x="5813740" y="619125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49" name="任意多边形: 形状 1648">
              <a:extLst>
                <a:ext uri="{FF2B5EF4-FFF2-40B4-BE49-F238E27FC236}">
                  <a16:creationId xmlns:a16="http://schemas.microsoft.com/office/drawing/2014/main" id="{C23F617B-5D97-4506-86C4-B808C419D40C}"/>
                </a:ext>
              </a:extLst>
            </p:cNvPr>
            <p:cNvSpPr/>
            <p:nvPr/>
          </p:nvSpPr>
          <p:spPr>
            <a:xfrm>
              <a:off x="6017324" y="587914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50" name="任意多边形: 形状 1649">
              <a:extLst>
                <a:ext uri="{FF2B5EF4-FFF2-40B4-BE49-F238E27FC236}">
                  <a16:creationId xmlns:a16="http://schemas.microsoft.com/office/drawing/2014/main" id="{4BA7FFFE-3231-4872-AD41-F0E817CCF47A}"/>
                </a:ext>
              </a:extLst>
            </p:cNvPr>
            <p:cNvSpPr/>
            <p:nvPr/>
          </p:nvSpPr>
          <p:spPr>
            <a:xfrm>
              <a:off x="6017324" y="595713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51" name="任意多边形: 形状 1650">
              <a:extLst>
                <a:ext uri="{FF2B5EF4-FFF2-40B4-BE49-F238E27FC236}">
                  <a16:creationId xmlns:a16="http://schemas.microsoft.com/office/drawing/2014/main" id="{F41B66EB-043A-45E3-BB12-D0D8BFBC8623}"/>
                </a:ext>
              </a:extLst>
            </p:cNvPr>
            <p:cNvSpPr/>
            <p:nvPr/>
          </p:nvSpPr>
          <p:spPr>
            <a:xfrm>
              <a:off x="6017324" y="603513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52" name="任意多边形: 形状 1651">
              <a:extLst>
                <a:ext uri="{FF2B5EF4-FFF2-40B4-BE49-F238E27FC236}">
                  <a16:creationId xmlns:a16="http://schemas.microsoft.com/office/drawing/2014/main" id="{1613F429-326C-402A-A067-12B4E4AD7789}"/>
                </a:ext>
              </a:extLst>
            </p:cNvPr>
            <p:cNvSpPr/>
            <p:nvPr/>
          </p:nvSpPr>
          <p:spPr>
            <a:xfrm>
              <a:off x="6017324" y="611313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53" name="任意多边形: 形状 1652">
              <a:extLst>
                <a:ext uri="{FF2B5EF4-FFF2-40B4-BE49-F238E27FC236}">
                  <a16:creationId xmlns:a16="http://schemas.microsoft.com/office/drawing/2014/main" id="{5445EF6F-A955-45CD-8543-F698E59AF9EA}"/>
                </a:ext>
              </a:extLst>
            </p:cNvPr>
            <p:cNvSpPr/>
            <p:nvPr/>
          </p:nvSpPr>
          <p:spPr>
            <a:xfrm>
              <a:off x="6017324" y="619125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54" name="任意多边形: 形状 1653">
              <a:extLst>
                <a:ext uri="{FF2B5EF4-FFF2-40B4-BE49-F238E27FC236}">
                  <a16:creationId xmlns:a16="http://schemas.microsoft.com/office/drawing/2014/main" id="{FBC4D429-4C86-4071-A917-10D7632BDA6E}"/>
                </a:ext>
              </a:extLst>
            </p:cNvPr>
            <p:cNvSpPr/>
            <p:nvPr/>
          </p:nvSpPr>
          <p:spPr>
            <a:xfrm>
              <a:off x="6220908" y="587914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55" name="任意多边形: 形状 1654">
              <a:extLst>
                <a:ext uri="{FF2B5EF4-FFF2-40B4-BE49-F238E27FC236}">
                  <a16:creationId xmlns:a16="http://schemas.microsoft.com/office/drawing/2014/main" id="{1378791E-ACEC-4C67-95D1-9711543AD172}"/>
                </a:ext>
              </a:extLst>
            </p:cNvPr>
            <p:cNvSpPr/>
            <p:nvPr/>
          </p:nvSpPr>
          <p:spPr>
            <a:xfrm>
              <a:off x="6220908" y="595713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56" name="任意多边形: 形状 1655">
              <a:extLst>
                <a:ext uri="{FF2B5EF4-FFF2-40B4-BE49-F238E27FC236}">
                  <a16:creationId xmlns:a16="http://schemas.microsoft.com/office/drawing/2014/main" id="{8D605787-C247-454B-8C13-27D93289F487}"/>
                </a:ext>
              </a:extLst>
            </p:cNvPr>
            <p:cNvSpPr/>
            <p:nvPr/>
          </p:nvSpPr>
          <p:spPr>
            <a:xfrm>
              <a:off x="6220908" y="603513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57" name="任意多边形: 形状 1656">
              <a:extLst>
                <a:ext uri="{FF2B5EF4-FFF2-40B4-BE49-F238E27FC236}">
                  <a16:creationId xmlns:a16="http://schemas.microsoft.com/office/drawing/2014/main" id="{7E4A38FE-9D03-4BDD-AC4E-5A1DA11F60DD}"/>
                </a:ext>
              </a:extLst>
            </p:cNvPr>
            <p:cNvSpPr/>
            <p:nvPr/>
          </p:nvSpPr>
          <p:spPr>
            <a:xfrm>
              <a:off x="6220908" y="611313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58" name="任意多边形: 形状 1657">
              <a:extLst>
                <a:ext uri="{FF2B5EF4-FFF2-40B4-BE49-F238E27FC236}">
                  <a16:creationId xmlns:a16="http://schemas.microsoft.com/office/drawing/2014/main" id="{542CD81C-0DE4-4B8B-8008-629BE1F9F8C1}"/>
                </a:ext>
              </a:extLst>
            </p:cNvPr>
            <p:cNvSpPr/>
            <p:nvPr/>
          </p:nvSpPr>
          <p:spPr>
            <a:xfrm>
              <a:off x="6220908" y="619125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59" name="任意多边形: 形状 1658">
              <a:extLst>
                <a:ext uri="{FF2B5EF4-FFF2-40B4-BE49-F238E27FC236}">
                  <a16:creationId xmlns:a16="http://schemas.microsoft.com/office/drawing/2014/main" id="{8B12F6E9-049A-4E08-BFF3-3D23C3A9CB16}"/>
                </a:ext>
              </a:extLst>
            </p:cNvPr>
            <p:cNvSpPr/>
            <p:nvPr/>
          </p:nvSpPr>
          <p:spPr>
            <a:xfrm>
              <a:off x="6424490" y="587914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60" name="任意多边形: 形状 1659">
              <a:extLst>
                <a:ext uri="{FF2B5EF4-FFF2-40B4-BE49-F238E27FC236}">
                  <a16:creationId xmlns:a16="http://schemas.microsoft.com/office/drawing/2014/main" id="{609B10B0-0BAF-493E-8757-6E154C1E0B79}"/>
                </a:ext>
              </a:extLst>
            </p:cNvPr>
            <p:cNvSpPr/>
            <p:nvPr/>
          </p:nvSpPr>
          <p:spPr>
            <a:xfrm>
              <a:off x="6424490" y="595713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61" name="任意多边形: 形状 1660">
              <a:extLst>
                <a:ext uri="{FF2B5EF4-FFF2-40B4-BE49-F238E27FC236}">
                  <a16:creationId xmlns:a16="http://schemas.microsoft.com/office/drawing/2014/main" id="{89580F04-BA54-44DE-80DB-10033BEB6276}"/>
                </a:ext>
              </a:extLst>
            </p:cNvPr>
            <p:cNvSpPr/>
            <p:nvPr/>
          </p:nvSpPr>
          <p:spPr>
            <a:xfrm>
              <a:off x="6424490" y="603513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62" name="任意多边形: 形状 1661">
              <a:extLst>
                <a:ext uri="{FF2B5EF4-FFF2-40B4-BE49-F238E27FC236}">
                  <a16:creationId xmlns:a16="http://schemas.microsoft.com/office/drawing/2014/main" id="{D7489D59-EAD7-407B-AD56-F08285EE2E7B}"/>
                </a:ext>
              </a:extLst>
            </p:cNvPr>
            <p:cNvSpPr/>
            <p:nvPr/>
          </p:nvSpPr>
          <p:spPr>
            <a:xfrm>
              <a:off x="6424490" y="611313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63" name="任意多边形: 形状 1662">
              <a:extLst>
                <a:ext uri="{FF2B5EF4-FFF2-40B4-BE49-F238E27FC236}">
                  <a16:creationId xmlns:a16="http://schemas.microsoft.com/office/drawing/2014/main" id="{B7060F5C-DC84-4078-821F-70825B0FC2F7}"/>
                </a:ext>
              </a:extLst>
            </p:cNvPr>
            <p:cNvSpPr/>
            <p:nvPr/>
          </p:nvSpPr>
          <p:spPr>
            <a:xfrm>
              <a:off x="6424490" y="619125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64" name="任意多边形: 形状 1663">
              <a:extLst>
                <a:ext uri="{FF2B5EF4-FFF2-40B4-BE49-F238E27FC236}">
                  <a16:creationId xmlns:a16="http://schemas.microsoft.com/office/drawing/2014/main" id="{D737B053-E02F-4813-BDB1-C03BAB7395CA}"/>
                </a:ext>
              </a:extLst>
            </p:cNvPr>
            <p:cNvSpPr/>
            <p:nvPr/>
          </p:nvSpPr>
          <p:spPr>
            <a:xfrm>
              <a:off x="6628194" y="587914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65" name="任意多边形: 形状 1664">
              <a:extLst>
                <a:ext uri="{FF2B5EF4-FFF2-40B4-BE49-F238E27FC236}">
                  <a16:creationId xmlns:a16="http://schemas.microsoft.com/office/drawing/2014/main" id="{32D85A95-DECA-48E2-B8E4-92B719422BE1}"/>
                </a:ext>
              </a:extLst>
            </p:cNvPr>
            <p:cNvSpPr/>
            <p:nvPr/>
          </p:nvSpPr>
          <p:spPr>
            <a:xfrm>
              <a:off x="6628194" y="595713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66" name="任意多边形: 形状 1665">
              <a:extLst>
                <a:ext uri="{FF2B5EF4-FFF2-40B4-BE49-F238E27FC236}">
                  <a16:creationId xmlns:a16="http://schemas.microsoft.com/office/drawing/2014/main" id="{CC24EC84-4FBE-406F-831B-EC60134AC25C}"/>
                </a:ext>
              </a:extLst>
            </p:cNvPr>
            <p:cNvSpPr/>
            <p:nvPr/>
          </p:nvSpPr>
          <p:spPr>
            <a:xfrm>
              <a:off x="6628194" y="603513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67" name="任意多边形: 形状 1666">
              <a:extLst>
                <a:ext uri="{FF2B5EF4-FFF2-40B4-BE49-F238E27FC236}">
                  <a16:creationId xmlns:a16="http://schemas.microsoft.com/office/drawing/2014/main" id="{6C625647-B20B-4249-A7DF-F66FBC27D69F}"/>
                </a:ext>
              </a:extLst>
            </p:cNvPr>
            <p:cNvSpPr/>
            <p:nvPr/>
          </p:nvSpPr>
          <p:spPr>
            <a:xfrm>
              <a:off x="6628194" y="611313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68" name="任意多边形: 形状 1667">
              <a:extLst>
                <a:ext uri="{FF2B5EF4-FFF2-40B4-BE49-F238E27FC236}">
                  <a16:creationId xmlns:a16="http://schemas.microsoft.com/office/drawing/2014/main" id="{9942E446-D850-476C-B53C-45A89F9941BB}"/>
                </a:ext>
              </a:extLst>
            </p:cNvPr>
            <p:cNvSpPr/>
            <p:nvPr/>
          </p:nvSpPr>
          <p:spPr>
            <a:xfrm>
              <a:off x="6628194" y="619125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69" name="任意多边形: 形状 1668">
              <a:extLst>
                <a:ext uri="{FF2B5EF4-FFF2-40B4-BE49-F238E27FC236}">
                  <a16:creationId xmlns:a16="http://schemas.microsoft.com/office/drawing/2014/main" id="{862B0379-5C4D-4498-B22F-435B1C822C95}"/>
                </a:ext>
              </a:extLst>
            </p:cNvPr>
            <p:cNvSpPr/>
            <p:nvPr/>
          </p:nvSpPr>
          <p:spPr>
            <a:xfrm>
              <a:off x="6831778" y="5879142"/>
              <a:ext cx="163974" cy="12580"/>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70" name="任意多边形: 形状 1669">
              <a:extLst>
                <a:ext uri="{FF2B5EF4-FFF2-40B4-BE49-F238E27FC236}">
                  <a16:creationId xmlns:a16="http://schemas.microsoft.com/office/drawing/2014/main" id="{9674F859-B025-48A4-9C14-06A941E36A5C}"/>
                </a:ext>
              </a:extLst>
            </p:cNvPr>
            <p:cNvSpPr/>
            <p:nvPr/>
          </p:nvSpPr>
          <p:spPr>
            <a:xfrm>
              <a:off x="6831778" y="5957139"/>
              <a:ext cx="163974" cy="12580"/>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71" name="任意多边形: 形状 1670">
              <a:extLst>
                <a:ext uri="{FF2B5EF4-FFF2-40B4-BE49-F238E27FC236}">
                  <a16:creationId xmlns:a16="http://schemas.microsoft.com/office/drawing/2014/main" id="{E7523F18-D9A2-4E24-8B78-97926979C0E7}"/>
                </a:ext>
              </a:extLst>
            </p:cNvPr>
            <p:cNvSpPr/>
            <p:nvPr/>
          </p:nvSpPr>
          <p:spPr>
            <a:xfrm>
              <a:off x="6831778" y="6035135"/>
              <a:ext cx="163974" cy="12580"/>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72" name="任意多边形: 形状 1671">
              <a:extLst>
                <a:ext uri="{FF2B5EF4-FFF2-40B4-BE49-F238E27FC236}">
                  <a16:creationId xmlns:a16="http://schemas.microsoft.com/office/drawing/2014/main" id="{A97E76EF-60C4-402C-8176-5CF6612D96B1}"/>
                </a:ext>
              </a:extLst>
            </p:cNvPr>
            <p:cNvSpPr/>
            <p:nvPr/>
          </p:nvSpPr>
          <p:spPr>
            <a:xfrm>
              <a:off x="6831778" y="6113132"/>
              <a:ext cx="163974" cy="12580"/>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73" name="任意多边形: 形状 1672">
              <a:extLst>
                <a:ext uri="{FF2B5EF4-FFF2-40B4-BE49-F238E27FC236}">
                  <a16:creationId xmlns:a16="http://schemas.microsoft.com/office/drawing/2014/main" id="{05A2B170-EE14-42CF-B5EF-1A869571B6DD}"/>
                </a:ext>
              </a:extLst>
            </p:cNvPr>
            <p:cNvSpPr/>
            <p:nvPr/>
          </p:nvSpPr>
          <p:spPr>
            <a:xfrm>
              <a:off x="6831778" y="6191255"/>
              <a:ext cx="163974" cy="12580"/>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74" name="任意多边形: 形状 1673">
              <a:extLst>
                <a:ext uri="{FF2B5EF4-FFF2-40B4-BE49-F238E27FC236}">
                  <a16:creationId xmlns:a16="http://schemas.microsoft.com/office/drawing/2014/main" id="{59E38D6C-F5C0-40C1-82D1-8294F3882250}"/>
                </a:ext>
              </a:extLst>
            </p:cNvPr>
            <p:cNvSpPr/>
            <p:nvPr/>
          </p:nvSpPr>
          <p:spPr>
            <a:xfrm>
              <a:off x="5178309" y="6300827"/>
              <a:ext cx="181912" cy="12580"/>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75" name="任意多边形: 形状 1674">
              <a:extLst>
                <a:ext uri="{FF2B5EF4-FFF2-40B4-BE49-F238E27FC236}">
                  <a16:creationId xmlns:a16="http://schemas.microsoft.com/office/drawing/2014/main" id="{89816892-C3A7-4AE9-8C49-02B4731A37CC}"/>
                </a:ext>
              </a:extLst>
            </p:cNvPr>
            <p:cNvSpPr/>
            <p:nvPr/>
          </p:nvSpPr>
          <p:spPr>
            <a:xfrm>
              <a:off x="5178309" y="6410400"/>
              <a:ext cx="181912" cy="12580"/>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76" name="任意多边形: 形状 1675">
              <a:extLst>
                <a:ext uri="{FF2B5EF4-FFF2-40B4-BE49-F238E27FC236}">
                  <a16:creationId xmlns:a16="http://schemas.microsoft.com/office/drawing/2014/main" id="{FF2C3605-1FEA-49E0-8BD6-22F68B064F00}"/>
                </a:ext>
              </a:extLst>
            </p:cNvPr>
            <p:cNvSpPr/>
            <p:nvPr/>
          </p:nvSpPr>
          <p:spPr>
            <a:xfrm>
              <a:off x="5406452" y="6300827"/>
              <a:ext cx="157473" cy="12580"/>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77" name="任意多边形: 形状 1676">
              <a:extLst>
                <a:ext uri="{FF2B5EF4-FFF2-40B4-BE49-F238E27FC236}">
                  <a16:creationId xmlns:a16="http://schemas.microsoft.com/office/drawing/2014/main" id="{F3366D66-AF80-4F8D-8A57-3107008C1841}"/>
                </a:ext>
              </a:extLst>
            </p:cNvPr>
            <p:cNvSpPr/>
            <p:nvPr/>
          </p:nvSpPr>
          <p:spPr>
            <a:xfrm>
              <a:off x="5406452" y="6410400"/>
              <a:ext cx="157473" cy="12580"/>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78" name="任意多边形: 形状 1677">
              <a:extLst>
                <a:ext uri="{FF2B5EF4-FFF2-40B4-BE49-F238E27FC236}">
                  <a16:creationId xmlns:a16="http://schemas.microsoft.com/office/drawing/2014/main" id="{CB31357C-1C29-4CED-BE37-DFB4E0876BBE}"/>
                </a:ext>
              </a:extLst>
            </p:cNvPr>
            <p:cNvSpPr/>
            <p:nvPr/>
          </p:nvSpPr>
          <p:spPr>
            <a:xfrm>
              <a:off x="5610156" y="6300827"/>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79" name="任意多边形: 形状 1678">
              <a:extLst>
                <a:ext uri="{FF2B5EF4-FFF2-40B4-BE49-F238E27FC236}">
                  <a16:creationId xmlns:a16="http://schemas.microsoft.com/office/drawing/2014/main" id="{AC10113A-101A-4363-BE0E-EBFFE0ED8CCE}"/>
                </a:ext>
              </a:extLst>
            </p:cNvPr>
            <p:cNvSpPr/>
            <p:nvPr/>
          </p:nvSpPr>
          <p:spPr>
            <a:xfrm>
              <a:off x="5610156" y="6410400"/>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80" name="任意多边形: 形状 1679">
              <a:extLst>
                <a:ext uri="{FF2B5EF4-FFF2-40B4-BE49-F238E27FC236}">
                  <a16:creationId xmlns:a16="http://schemas.microsoft.com/office/drawing/2014/main" id="{EDC9A8C7-C864-4AB0-9C42-272F610B0B5A}"/>
                </a:ext>
              </a:extLst>
            </p:cNvPr>
            <p:cNvSpPr/>
            <p:nvPr/>
          </p:nvSpPr>
          <p:spPr>
            <a:xfrm>
              <a:off x="5813740" y="6300827"/>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81" name="任意多边形: 形状 1680">
              <a:extLst>
                <a:ext uri="{FF2B5EF4-FFF2-40B4-BE49-F238E27FC236}">
                  <a16:creationId xmlns:a16="http://schemas.microsoft.com/office/drawing/2014/main" id="{3EB469DF-52B2-41D7-A2D4-D9352343DAE5}"/>
                </a:ext>
              </a:extLst>
            </p:cNvPr>
            <p:cNvSpPr/>
            <p:nvPr/>
          </p:nvSpPr>
          <p:spPr>
            <a:xfrm>
              <a:off x="5813740" y="6410400"/>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82" name="任意多边形: 形状 1681">
              <a:extLst>
                <a:ext uri="{FF2B5EF4-FFF2-40B4-BE49-F238E27FC236}">
                  <a16:creationId xmlns:a16="http://schemas.microsoft.com/office/drawing/2014/main" id="{4DB0D0DF-34AB-4C5D-AFF1-4B285F7F2EF5}"/>
                </a:ext>
              </a:extLst>
            </p:cNvPr>
            <p:cNvSpPr/>
            <p:nvPr/>
          </p:nvSpPr>
          <p:spPr>
            <a:xfrm>
              <a:off x="6017324" y="6300827"/>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83" name="任意多边形: 形状 1682">
              <a:extLst>
                <a:ext uri="{FF2B5EF4-FFF2-40B4-BE49-F238E27FC236}">
                  <a16:creationId xmlns:a16="http://schemas.microsoft.com/office/drawing/2014/main" id="{A272292F-6C9F-41FE-927C-3D2D26C6A954}"/>
                </a:ext>
              </a:extLst>
            </p:cNvPr>
            <p:cNvSpPr/>
            <p:nvPr/>
          </p:nvSpPr>
          <p:spPr>
            <a:xfrm>
              <a:off x="6017324" y="6410400"/>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84" name="任意多边形: 形状 1683">
              <a:extLst>
                <a:ext uri="{FF2B5EF4-FFF2-40B4-BE49-F238E27FC236}">
                  <a16:creationId xmlns:a16="http://schemas.microsoft.com/office/drawing/2014/main" id="{D561AE30-F71A-41FB-9F5E-3BE76C911A85}"/>
                </a:ext>
              </a:extLst>
            </p:cNvPr>
            <p:cNvSpPr/>
            <p:nvPr/>
          </p:nvSpPr>
          <p:spPr>
            <a:xfrm>
              <a:off x="6220908" y="6300827"/>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85" name="任意多边形: 形状 1684">
              <a:extLst>
                <a:ext uri="{FF2B5EF4-FFF2-40B4-BE49-F238E27FC236}">
                  <a16:creationId xmlns:a16="http://schemas.microsoft.com/office/drawing/2014/main" id="{A00DD79C-CDFE-4130-83A7-2EB138375DA5}"/>
                </a:ext>
              </a:extLst>
            </p:cNvPr>
            <p:cNvSpPr/>
            <p:nvPr/>
          </p:nvSpPr>
          <p:spPr>
            <a:xfrm>
              <a:off x="6220908" y="6410400"/>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86" name="任意多边形: 形状 1685">
              <a:extLst>
                <a:ext uri="{FF2B5EF4-FFF2-40B4-BE49-F238E27FC236}">
                  <a16:creationId xmlns:a16="http://schemas.microsoft.com/office/drawing/2014/main" id="{2B14E292-F35C-4F4B-AE52-358FD30C0634}"/>
                </a:ext>
              </a:extLst>
            </p:cNvPr>
            <p:cNvSpPr/>
            <p:nvPr/>
          </p:nvSpPr>
          <p:spPr>
            <a:xfrm>
              <a:off x="6424490" y="6300827"/>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87" name="任意多边形: 形状 1686">
              <a:extLst>
                <a:ext uri="{FF2B5EF4-FFF2-40B4-BE49-F238E27FC236}">
                  <a16:creationId xmlns:a16="http://schemas.microsoft.com/office/drawing/2014/main" id="{7824EA20-BB75-4D26-9772-EB792D17E9C4}"/>
                </a:ext>
              </a:extLst>
            </p:cNvPr>
            <p:cNvSpPr/>
            <p:nvPr/>
          </p:nvSpPr>
          <p:spPr>
            <a:xfrm>
              <a:off x="6424490" y="6410400"/>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88" name="任意多边形: 形状 1687">
              <a:extLst>
                <a:ext uri="{FF2B5EF4-FFF2-40B4-BE49-F238E27FC236}">
                  <a16:creationId xmlns:a16="http://schemas.microsoft.com/office/drawing/2014/main" id="{42287B43-7D1A-46D7-ADD0-36EE21BB4F9F}"/>
                </a:ext>
              </a:extLst>
            </p:cNvPr>
            <p:cNvSpPr/>
            <p:nvPr/>
          </p:nvSpPr>
          <p:spPr>
            <a:xfrm>
              <a:off x="6628194" y="6300827"/>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89" name="任意多边形: 形状 1688">
              <a:extLst>
                <a:ext uri="{FF2B5EF4-FFF2-40B4-BE49-F238E27FC236}">
                  <a16:creationId xmlns:a16="http://schemas.microsoft.com/office/drawing/2014/main" id="{4CAFFF14-CAD2-460E-9700-3F5111A4539B}"/>
                </a:ext>
              </a:extLst>
            </p:cNvPr>
            <p:cNvSpPr/>
            <p:nvPr/>
          </p:nvSpPr>
          <p:spPr>
            <a:xfrm>
              <a:off x="6628194" y="6410400"/>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90" name="任意多边形: 形状 1689">
              <a:extLst>
                <a:ext uri="{FF2B5EF4-FFF2-40B4-BE49-F238E27FC236}">
                  <a16:creationId xmlns:a16="http://schemas.microsoft.com/office/drawing/2014/main" id="{72F64533-B01F-4EF0-8E55-0E830B55AE9A}"/>
                </a:ext>
              </a:extLst>
            </p:cNvPr>
            <p:cNvSpPr/>
            <p:nvPr/>
          </p:nvSpPr>
          <p:spPr>
            <a:xfrm>
              <a:off x="6831778" y="6300827"/>
              <a:ext cx="163974" cy="12580"/>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91" name="任意多边形: 形状 1690">
              <a:extLst>
                <a:ext uri="{FF2B5EF4-FFF2-40B4-BE49-F238E27FC236}">
                  <a16:creationId xmlns:a16="http://schemas.microsoft.com/office/drawing/2014/main" id="{C3FE488E-3185-453C-A6FE-55A9F3C18132}"/>
                </a:ext>
              </a:extLst>
            </p:cNvPr>
            <p:cNvSpPr/>
            <p:nvPr/>
          </p:nvSpPr>
          <p:spPr>
            <a:xfrm>
              <a:off x="6831778" y="6410400"/>
              <a:ext cx="163974" cy="12580"/>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92" name="任意多边形: 形状 1691">
              <a:extLst>
                <a:ext uri="{FF2B5EF4-FFF2-40B4-BE49-F238E27FC236}">
                  <a16:creationId xmlns:a16="http://schemas.microsoft.com/office/drawing/2014/main" id="{F4A12B60-9BA8-4432-815C-0A8192520C9D}"/>
                </a:ext>
              </a:extLst>
            </p:cNvPr>
            <p:cNvSpPr/>
            <p:nvPr/>
          </p:nvSpPr>
          <p:spPr>
            <a:xfrm>
              <a:off x="4275245" y="5758373"/>
              <a:ext cx="694905" cy="33463"/>
            </a:xfrm>
            <a:custGeom>
              <a:avLst/>
              <a:gdLst>
                <a:gd name="connsiteX0" fmla="*/ 0 w 549783"/>
                <a:gd name="connsiteY0" fmla="*/ 0 h 25336"/>
                <a:gd name="connsiteX1" fmla="*/ 549783 w 549783"/>
                <a:gd name="connsiteY1" fmla="*/ 0 h 25336"/>
                <a:gd name="connsiteX2" fmla="*/ 549783 w 549783"/>
                <a:gd name="connsiteY2" fmla="*/ 25337 h 25336"/>
                <a:gd name="connsiteX3" fmla="*/ 0 w 549783"/>
                <a:gd name="connsiteY3" fmla="*/ 25337 h 25336"/>
              </a:gdLst>
              <a:ahLst/>
              <a:cxnLst>
                <a:cxn ang="0">
                  <a:pos x="connsiteX0" y="connsiteY0"/>
                </a:cxn>
                <a:cxn ang="0">
                  <a:pos x="connsiteX1" y="connsiteY1"/>
                </a:cxn>
                <a:cxn ang="0">
                  <a:pos x="connsiteX2" y="connsiteY2"/>
                </a:cxn>
                <a:cxn ang="0">
                  <a:pos x="connsiteX3" y="connsiteY3"/>
                </a:cxn>
              </a:cxnLst>
              <a:rect l="l" t="t" r="r" b="b"/>
              <a:pathLst>
                <a:path w="549783" h="25336">
                  <a:moveTo>
                    <a:pt x="0" y="0"/>
                  </a:moveTo>
                  <a:lnTo>
                    <a:pt x="549783" y="0"/>
                  </a:lnTo>
                  <a:lnTo>
                    <a:pt x="549783" y="25337"/>
                  </a:lnTo>
                  <a:lnTo>
                    <a:pt x="0" y="25337"/>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93" name="任意多边形: 形状 1692">
              <a:extLst>
                <a:ext uri="{FF2B5EF4-FFF2-40B4-BE49-F238E27FC236}">
                  <a16:creationId xmlns:a16="http://schemas.microsoft.com/office/drawing/2014/main" id="{D5C0D0D7-32A8-429F-A3E0-B0FECB47BF1A}"/>
                </a:ext>
              </a:extLst>
            </p:cNvPr>
            <p:cNvSpPr/>
            <p:nvPr/>
          </p:nvSpPr>
          <p:spPr>
            <a:xfrm>
              <a:off x="4299805" y="5791837"/>
              <a:ext cx="670224" cy="37111"/>
            </a:xfrm>
            <a:custGeom>
              <a:avLst/>
              <a:gdLst>
                <a:gd name="connsiteX0" fmla="*/ 0 w 530256"/>
                <a:gd name="connsiteY0" fmla="*/ 0 h 28098"/>
                <a:gd name="connsiteX1" fmla="*/ 530257 w 530256"/>
                <a:gd name="connsiteY1" fmla="*/ 0 h 28098"/>
                <a:gd name="connsiteX2" fmla="*/ 530257 w 530256"/>
                <a:gd name="connsiteY2" fmla="*/ 28099 h 28098"/>
                <a:gd name="connsiteX3" fmla="*/ 0 w 530256"/>
                <a:gd name="connsiteY3" fmla="*/ 28099 h 28098"/>
              </a:gdLst>
              <a:ahLst/>
              <a:cxnLst>
                <a:cxn ang="0">
                  <a:pos x="connsiteX0" y="connsiteY0"/>
                </a:cxn>
                <a:cxn ang="0">
                  <a:pos x="connsiteX1" y="connsiteY1"/>
                </a:cxn>
                <a:cxn ang="0">
                  <a:pos x="connsiteX2" y="connsiteY2"/>
                </a:cxn>
                <a:cxn ang="0">
                  <a:pos x="connsiteX3" y="connsiteY3"/>
                </a:cxn>
              </a:cxnLst>
              <a:rect l="l" t="t" r="r" b="b"/>
              <a:pathLst>
                <a:path w="530256" h="28098">
                  <a:moveTo>
                    <a:pt x="0" y="0"/>
                  </a:moveTo>
                  <a:lnTo>
                    <a:pt x="530257" y="0"/>
                  </a:lnTo>
                  <a:lnTo>
                    <a:pt x="530257" y="28099"/>
                  </a:lnTo>
                  <a:lnTo>
                    <a:pt x="0" y="28099"/>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94" name="任意多边形: 形状 1693">
              <a:extLst>
                <a:ext uri="{FF2B5EF4-FFF2-40B4-BE49-F238E27FC236}">
                  <a16:creationId xmlns:a16="http://schemas.microsoft.com/office/drawing/2014/main" id="{21962A87-78BD-49BC-95C9-9BFC8C07E7D1}"/>
                </a:ext>
              </a:extLst>
            </p:cNvPr>
            <p:cNvSpPr/>
            <p:nvPr/>
          </p:nvSpPr>
          <p:spPr>
            <a:xfrm>
              <a:off x="4462094" y="5791837"/>
              <a:ext cx="12039" cy="37111"/>
            </a:xfrm>
            <a:custGeom>
              <a:avLst/>
              <a:gdLst>
                <a:gd name="connsiteX0" fmla="*/ 0 w 9525"/>
                <a:gd name="connsiteY0" fmla="*/ 0 h 28098"/>
                <a:gd name="connsiteX1" fmla="*/ 0 w 9525"/>
                <a:gd name="connsiteY1" fmla="*/ 28099 h 28098"/>
              </a:gdLst>
              <a:ahLst/>
              <a:cxnLst>
                <a:cxn ang="0">
                  <a:pos x="connsiteX0" y="connsiteY0"/>
                </a:cxn>
                <a:cxn ang="0">
                  <a:pos x="connsiteX1" y="connsiteY1"/>
                </a:cxn>
              </a:cxnLst>
              <a:rect l="l" t="t" r="r" b="b"/>
              <a:pathLst>
                <a:path w="9525" h="28098">
                  <a:moveTo>
                    <a:pt x="0" y="0"/>
                  </a:moveTo>
                  <a:lnTo>
                    <a:pt x="0" y="2809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95" name="任意多边形: 形状 1694">
              <a:extLst>
                <a:ext uri="{FF2B5EF4-FFF2-40B4-BE49-F238E27FC236}">
                  <a16:creationId xmlns:a16="http://schemas.microsoft.com/office/drawing/2014/main" id="{4B8B9EC5-3977-4B5F-BBEF-2E3EE34E77A3}"/>
                </a:ext>
              </a:extLst>
            </p:cNvPr>
            <p:cNvSpPr/>
            <p:nvPr/>
          </p:nvSpPr>
          <p:spPr>
            <a:xfrm>
              <a:off x="4653277" y="5791837"/>
              <a:ext cx="12039" cy="37111"/>
            </a:xfrm>
            <a:custGeom>
              <a:avLst/>
              <a:gdLst>
                <a:gd name="connsiteX0" fmla="*/ 0 w 9525"/>
                <a:gd name="connsiteY0" fmla="*/ 0 h 28098"/>
                <a:gd name="connsiteX1" fmla="*/ 0 w 9525"/>
                <a:gd name="connsiteY1" fmla="*/ 28099 h 28098"/>
              </a:gdLst>
              <a:ahLst/>
              <a:cxnLst>
                <a:cxn ang="0">
                  <a:pos x="connsiteX0" y="connsiteY0"/>
                </a:cxn>
                <a:cxn ang="0">
                  <a:pos x="connsiteX1" y="connsiteY1"/>
                </a:cxn>
              </a:cxnLst>
              <a:rect l="l" t="t" r="r" b="b"/>
              <a:pathLst>
                <a:path w="9525" h="28098">
                  <a:moveTo>
                    <a:pt x="0" y="0"/>
                  </a:moveTo>
                  <a:lnTo>
                    <a:pt x="0" y="2809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96" name="任意多边形: 形状 1695">
              <a:extLst>
                <a:ext uri="{FF2B5EF4-FFF2-40B4-BE49-F238E27FC236}">
                  <a16:creationId xmlns:a16="http://schemas.microsoft.com/office/drawing/2014/main" id="{BFC3A484-4E42-4ACA-9CA4-ADA3FB2E38D1}"/>
                </a:ext>
              </a:extLst>
            </p:cNvPr>
            <p:cNvSpPr/>
            <p:nvPr/>
          </p:nvSpPr>
          <p:spPr>
            <a:xfrm>
              <a:off x="4844702" y="5791837"/>
              <a:ext cx="12039" cy="37111"/>
            </a:xfrm>
            <a:custGeom>
              <a:avLst/>
              <a:gdLst>
                <a:gd name="connsiteX0" fmla="*/ 0 w 9525"/>
                <a:gd name="connsiteY0" fmla="*/ 0 h 28098"/>
                <a:gd name="connsiteX1" fmla="*/ 0 w 9525"/>
                <a:gd name="connsiteY1" fmla="*/ 28099 h 28098"/>
              </a:gdLst>
              <a:ahLst/>
              <a:cxnLst>
                <a:cxn ang="0">
                  <a:pos x="connsiteX0" y="connsiteY0"/>
                </a:cxn>
                <a:cxn ang="0">
                  <a:pos x="connsiteX1" y="connsiteY1"/>
                </a:cxn>
              </a:cxnLst>
              <a:rect l="l" t="t" r="r" b="b"/>
              <a:pathLst>
                <a:path w="9525" h="28098">
                  <a:moveTo>
                    <a:pt x="0" y="0"/>
                  </a:moveTo>
                  <a:lnTo>
                    <a:pt x="0" y="2809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97" name="任意多边形: 形状 1696">
              <a:extLst>
                <a:ext uri="{FF2B5EF4-FFF2-40B4-BE49-F238E27FC236}">
                  <a16:creationId xmlns:a16="http://schemas.microsoft.com/office/drawing/2014/main" id="{774B5F62-80A8-4F84-8EF6-7A46FE1A62F7}"/>
                </a:ext>
              </a:extLst>
            </p:cNvPr>
            <p:cNvSpPr/>
            <p:nvPr/>
          </p:nvSpPr>
          <p:spPr>
            <a:xfrm>
              <a:off x="4229375"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98" name="任意多边形: 形状 1697">
              <a:extLst>
                <a:ext uri="{FF2B5EF4-FFF2-40B4-BE49-F238E27FC236}">
                  <a16:creationId xmlns:a16="http://schemas.microsoft.com/office/drawing/2014/main" id="{11E79E48-A4A5-4D38-AC44-19E5442700CE}"/>
                </a:ext>
              </a:extLst>
            </p:cNvPr>
            <p:cNvSpPr/>
            <p:nvPr/>
          </p:nvSpPr>
          <p:spPr>
            <a:xfrm>
              <a:off x="4209751"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99" name="任意多边形: 形状 1698">
              <a:extLst>
                <a:ext uri="{FF2B5EF4-FFF2-40B4-BE49-F238E27FC236}">
                  <a16:creationId xmlns:a16="http://schemas.microsoft.com/office/drawing/2014/main" id="{B707E18A-7842-4EB7-9A46-0935703F99E7}"/>
                </a:ext>
              </a:extLst>
            </p:cNvPr>
            <p:cNvSpPr/>
            <p:nvPr/>
          </p:nvSpPr>
          <p:spPr>
            <a:xfrm>
              <a:off x="4118013"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00" name="任意多边形: 形状 1699">
              <a:extLst>
                <a:ext uri="{FF2B5EF4-FFF2-40B4-BE49-F238E27FC236}">
                  <a16:creationId xmlns:a16="http://schemas.microsoft.com/office/drawing/2014/main" id="{D7DC2644-4D17-48C4-8825-CA4F1EBC898F}"/>
                </a:ext>
              </a:extLst>
            </p:cNvPr>
            <p:cNvSpPr/>
            <p:nvPr/>
          </p:nvSpPr>
          <p:spPr>
            <a:xfrm>
              <a:off x="4098268"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01" name="任意多边形: 形状 1700">
              <a:extLst>
                <a:ext uri="{FF2B5EF4-FFF2-40B4-BE49-F238E27FC236}">
                  <a16:creationId xmlns:a16="http://schemas.microsoft.com/office/drawing/2014/main" id="{4163B909-8BBC-47D2-83A1-91D84575D192}"/>
                </a:ext>
              </a:extLst>
            </p:cNvPr>
            <p:cNvSpPr/>
            <p:nvPr/>
          </p:nvSpPr>
          <p:spPr>
            <a:xfrm>
              <a:off x="4006529"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02" name="任意多边形: 形状 1701">
              <a:extLst>
                <a:ext uri="{FF2B5EF4-FFF2-40B4-BE49-F238E27FC236}">
                  <a16:creationId xmlns:a16="http://schemas.microsoft.com/office/drawing/2014/main" id="{2C1EECD5-5DF7-470A-A0D5-2D75B5BEE1F5}"/>
                </a:ext>
              </a:extLst>
            </p:cNvPr>
            <p:cNvSpPr/>
            <p:nvPr/>
          </p:nvSpPr>
          <p:spPr>
            <a:xfrm>
              <a:off x="3986784"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03" name="任意多边形: 形状 1702">
              <a:extLst>
                <a:ext uri="{FF2B5EF4-FFF2-40B4-BE49-F238E27FC236}">
                  <a16:creationId xmlns:a16="http://schemas.microsoft.com/office/drawing/2014/main" id="{DF9DF045-4A94-4D30-9DA9-E96EE9F45882}"/>
                </a:ext>
              </a:extLst>
            </p:cNvPr>
            <p:cNvSpPr/>
            <p:nvPr/>
          </p:nvSpPr>
          <p:spPr>
            <a:xfrm>
              <a:off x="3895046"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04" name="任意多边形: 形状 1703">
              <a:extLst>
                <a:ext uri="{FF2B5EF4-FFF2-40B4-BE49-F238E27FC236}">
                  <a16:creationId xmlns:a16="http://schemas.microsoft.com/office/drawing/2014/main" id="{FCD2B734-C15A-4D81-899A-6983FCD76D14}"/>
                </a:ext>
              </a:extLst>
            </p:cNvPr>
            <p:cNvSpPr/>
            <p:nvPr/>
          </p:nvSpPr>
          <p:spPr>
            <a:xfrm>
              <a:off x="3875422"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05" name="任意多边形: 形状 1704">
              <a:extLst>
                <a:ext uri="{FF2B5EF4-FFF2-40B4-BE49-F238E27FC236}">
                  <a16:creationId xmlns:a16="http://schemas.microsoft.com/office/drawing/2014/main" id="{B0F50B49-9D01-4F13-8B87-D0DCCFFBCAA9}"/>
                </a:ext>
              </a:extLst>
            </p:cNvPr>
            <p:cNvSpPr/>
            <p:nvPr/>
          </p:nvSpPr>
          <p:spPr>
            <a:xfrm>
              <a:off x="3783683"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06" name="任意多边形: 形状 1705">
              <a:extLst>
                <a:ext uri="{FF2B5EF4-FFF2-40B4-BE49-F238E27FC236}">
                  <a16:creationId xmlns:a16="http://schemas.microsoft.com/office/drawing/2014/main" id="{52B62F2A-CAB5-4936-BFEF-DCCD44D0BF07}"/>
                </a:ext>
              </a:extLst>
            </p:cNvPr>
            <p:cNvSpPr/>
            <p:nvPr/>
          </p:nvSpPr>
          <p:spPr>
            <a:xfrm>
              <a:off x="3763939"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07" name="任意多边形: 形状 1706">
              <a:extLst>
                <a:ext uri="{FF2B5EF4-FFF2-40B4-BE49-F238E27FC236}">
                  <a16:creationId xmlns:a16="http://schemas.microsoft.com/office/drawing/2014/main" id="{F55DF667-1146-41FD-AB79-F2B4B6E316AB}"/>
                </a:ext>
              </a:extLst>
            </p:cNvPr>
            <p:cNvSpPr/>
            <p:nvPr/>
          </p:nvSpPr>
          <p:spPr>
            <a:xfrm>
              <a:off x="3672199"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08" name="任意多边形: 形状 1707">
              <a:extLst>
                <a:ext uri="{FF2B5EF4-FFF2-40B4-BE49-F238E27FC236}">
                  <a16:creationId xmlns:a16="http://schemas.microsoft.com/office/drawing/2014/main" id="{22509B8D-B30D-44D5-AC35-42B9F3EECBDB}"/>
                </a:ext>
              </a:extLst>
            </p:cNvPr>
            <p:cNvSpPr/>
            <p:nvPr/>
          </p:nvSpPr>
          <p:spPr>
            <a:xfrm>
              <a:off x="3652575"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09" name="任意多边形: 形状 1708">
              <a:extLst>
                <a:ext uri="{FF2B5EF4-FFF2-40B4-BE49-F238E27FC236}">
                  <a16:creationId xmlns:a16="http://schemas.microsoft.com/office/drawing/2014/main" id="{75FC054C-061C-4278-B39C-4B1AE3A6AF12}"/>
                </a:ext>
              </a:extLst>
            </p:cNvPr>
            <p:cNvSpPr/>
            <p:nvPr/>
          </p:nvSpPr>
          <p:spPr>
            <a:xfrm>
              <a:off x="3672199" y="6155904"/>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10" name="任意多边形: 形状 1709">
              <a:extLst>
                <a:ext uri="{FF2B5EF4-FFF2-40B4-BE49-F238E27FC236}">
                  <a16:creationId xmlns:a16="http://schemas.microsoft.com/office/drawing/2014/main" id="{6885CDE6-D554-406B-B642-91B5076E6D3F}"/>
                </a:ext>
              </a:extLst>
            </p:cNvPr>
            <p:cNvSpPr/>
            <p:nvPr/>
          </p:nvSpPr>
          <p:spPr>
            <a:xfrm>
              <a:off x="3783683" y="6155904"/>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11" name="任意多边形: 形状 1710">
              <a:extLst>
                <a:ext uri="{FF2B5EF4-FFF2-40B4-BE49-F238E27FC236}">
                  <a16:creationId xmlns:a16="http://schemas.microsoft.com/office/drawing/2014/main" id="{6CBC9457-5B83-42DF-9B8D-BC029637BE13}"/>
                </a:ext>
              </a:extLst>
            </p:cNvPr>
            <p:cNvSpPr/>
            <p:nvPr/>
          </p:nvSpPr>
          <p:spPr>
            <a:xfrm>
              <a:off x="3895046" y="6155904"/>
              <a:ext cx="91858" cy="12580"/>
            </a:xfrm>
            <a:custGeom>
              <a:avLst/>
              <a:gdLst>
                <a:gd name="connsiteX0" fmla="*/ 0 w 72675"/>
                <a:gd name="connsiteY0" fmla="*/ 0 h 9525"/>
                <a:gd name="connsiteX1" fmla="*/ 72676 w 72675"/>
                <a:gd name="connsiteY1" fmla="*/ 0 h 9525"/>
              </a:gdLst>
              <a:ahLst/>
              <a:cxnLst>
                <a:cxn ang="0">
                  <a:pos x="connsiteX0" y="connsiteY0"/>
                </a:cxn>
                <a:cxn ang="0">
                  <a:pos x="connsiteX1" y="connsiteY1"/>
                </a:cxn>
              </a:cxnLst>
              <a:rect l="l" t="t" r="r" b="b"/>
              <a:pathLst>
                <a:path w="72675" h="9525">
                  <a:moveTo>
                    <a:pt x="0" y="0"/>
                  </a:moveTo>
                  <a:lnTo>
                    <a:pt x="72676"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12" name="任意多边形: 形状 1711">
              <a:extLst>
                <a:ext uri="{FF2B5EF4-FFF2-40B4-BE49-F238E27FC236}">
                  <a16:creationId xmlns:a16="http://schemas.microsoft.com/office/drawing/2014/main" id="{4F18BA20-30AE-4EEE-A264-46861144B69A}"/>
                </a:ext>
              </a:extLst>
            </p:cNvPr>
            <p:cNvSpPr/>
            <p:nvPr/>
          </p:nvSpPr>
          <p:spPr>
            <a:xfrm>
              <a:off x="4006529" y="6155904"/>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13" name="任意多边形: 形状 1712">
              <a:extLst>
                <a:ext uri="{FF2B5EF4-FFF2-40B4-BE49-F238E27FC236}">
                  <a16:creationId xmlns:a16="http://schemas.microsoft.com/office/drawing/2014/main" id="{4DDD381B-4002-42A8-816B-747E00984B86}"/>
                </a:ext>
              </a:extLst>
            </p:cNvPr>
            <p:cNvSpPr/>
            <p:nvPr/>
          </p:nvSpPr>
          <p:spPr>
            <a:xfrm>
              <a:off x="4118013" y="6155904"/>
              <a:ext cx="91738" cy="12580"/>
            </a:xfrm>
            <a:custGeom>
              <a:avLst/>
              <a:gdLst>
                <a:gd name="connsiteX0" fmla="*/ 0 w 72580"/>
                <a:gd name="connsiteY0" fmla="*/ 0 h 9525"/>
                <a:gd name="connsiteX1" fmla="*/ 72580 w 72580"/>
                <a:gd name="connsiteY1" fmla="*/ 0 h 9525"/>
              </a:gdLst>
              <a:ahLst/>
              <a:cxnLst>
                <a:cxn ang="0">
                  <a:pos x="connsiteX0" y="connsiteY0"/>
                </a:cxn>
                <a:cxn ang="0">
                  <a:pos x="connsiteX1" y="connsiteY1"/>
                </a:cxn>
              </a:cxnLst>
              <a:rect l="l" t="t" r="r" b="b"/>
              <a:pathLst>
                <a:path w="72580" h="9525">
                  <a:moveTo>
                    <a:pt x="0" y="0"/>
                  </a:moveTo>
                  <a:lnTo>
                    <a:pt x="7258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14" name="任意多边形: 形状 1713">
              <a:extLst>
                <a:ext uri="{FF2B5EF4-FFF2-40B4-BE49-F238E27FC236}">
                  <a16:creationId xmlns:a16="http://schemas.microsoft.com/office/drawing/2014/main" id="{49CB9B90-F969-46EC-9C0F-F55C5D3E7D27}"/>
                </a:ext>
              </a:extLst>
            </p:cNvPr>
            <p:cNvSpPr/>
            <p:nvPr/>
          </p:nvSpPr>
          <p:spPr>
            <a:xfrm>
              <a:off x="4229375" y="6155904"/>
              <a:ext cx="86321" cy="12580"/>
            </a:xfrm>
            <a:custGeom>
              <a:avLst/>
              <a:gdLst>
                <a:gd name="connsiteX0" fmla="*/ 0 w 68294"/>
                <a:gd name="connsiteY0" fmla="*/ 0 h 9525"/>
                <a:gd name="connsiteX1" fmla="*/ 68294 w 68294"/>
                <a:gd name="connsiteY1" fmla="*/ 0 h 9525"/>
              </a:gdLst>
              <a:ahLst/>
              <a:cxnLst>
                <a:cxn ang="0">
                  <a:pos x="connsiteX0" y="connsiteY0"/>
                </a:cxn>
                <a:cxn ang="0">
                  <a:pos x="connsiteX1" y="connsiteY1"/>
                </a:cxn>
              </a:cxnLst>
              <a:rect l="l" t="t" r="r" b="b"/>
              <a:pathLst>
                <a:path w="68294" h="9525">
                  <a:moveTo>
                    <a:pt x="0" y="0"/>
                  </a:moveTo>
                  <a:lnTo>
                    <a:pt x="68294"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15" name="任意多边形: 形状 1714">
              <a:extLst>
                <a:ext uri="{FF2B5EF4-FFF2-40B4-BE49-F238E27FC236}">
                  <a16:creationId xmlns:a16="http://schemas.microsoft.com/office/drawing/2014/main" id="{746E463B-0D4E-41BD-8105-0E1D0A08BEA8}"/>
                </a:ext>
              </a:extLst>
            </p:cNvPr>
            <p:cNvSpPr/>
            <p:nvPr/>
          </p:nvSpPr>
          <p:spPr>
            <a:xfrm>
              <a:off x="3672199" y="6196035"/>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16" name="任意多边形: 形状 1715">
              <a:extLst>
                <a:ext uri="{FF2B5EF4-FFF2-40B4-BE49-F238E27FC236}">
                  <a16:creationId xmlns:a16="http://schemas.microsoft.com/office/drawing/2014/main" id="{2FD060EE-2C0E-4B62-ABDA-845934C7E4F0}"/>
                </a:ext>
              </a:extLst>
            </p:cNvPr>
            <p:cNvSpPr/>
            <p:nvPr/>
          </p:nvSpPr>
          <p:spPr>
            <a:xfrm>
              <a:off x="3783683" y="6196035"/>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17" name="任意多边形: 形状 1716">
              <a:extLst>
                <a:ext uri="{FF2B5EF4-FFF2-40B4-BE49-F238E27FC236}">
                  <a16:creationId xmlns:a16="http://schemas.microsoft.com/office/drawing/2014/main" id="{47BBDE7D-4222-45E6-85F7-6E5D7672F348}"/>
                </a:ext>
              </a:extLst>
            </p:cNvPr>
            <p:cNvSpPr/>
            <p:nvPr/>
          </p:nvSpPr>
          <p:spPr>
            <a:xfrm>
              <a:off x="3895046" y="6196035"/>
              <a:ext cx="91858" cy="12580"/>
            </a:xfrm>
            <a:custGeom>
              <a:avLst/>
              <a:gdLst>
                <a:gd name="connsiteX0" fmla="*/ 0 w 72675"/>
                <a:gd name="connsiteY0" fmla="*/ 0 h 9525"/>
                <a:gd name="connsiteX1" fmla="*/ 72676 w 72675"/>
                <a:gd name="connsiteY1" fmla="*/ 0 h 9525"/>
              </a:gdLst>
              <a:ahLst/>
              <a:cxnLst>
                <a:cxn ang="0">
                  <a:pos x="connsiteX0" y="connsiteY0"/>
                </a:cxn>
                <a:cxn ang="0">
                  <a:pos x="connsiteX1" y="connsiteY1"/>
                </a:cxn>
              </a:cxnLst>
              <a:rect l="l" t="t" r="r" b="b"/>
              <a:pathLst>
                <a:path w="72675" h="9525">
                  <a:moveTo>
                    <a:pt x="0" y="0"/>
                  </a:moveTo>
                  <a:lnTo>
                    <a:pt x="72676"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18" name="任意多边形: 形状 1717">
              <a:extLst>
                <a:ext uri="{FF2B5EF4-FFF2-40B4-BE49-F238E27FC236}">
                  <a16:creationId xmlns:a16="http://schemas.microsoft.com/office/drawing/2014/main" id="{06A074D3-A575-4803-BECB-71878F28BD15}"/>
                </a:ext>
              </a:extLst>
            </p:cNvPr>
            <p:cNvSpPr/>
            <p:nvPr/>
          </p:nvSpPr>
          <p:spPr>
            <a:xfrm>
              <a:off x="4006529" y="6196035"/>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19" name="任意多边形: 形状 1718">
              <a:extLst>
                <a:ext uri="{FF2B5EF4-FFF2-40B4-BE49-F238E27FC236}">
                  <a16:creationId xmlns:a16="http://schemas.microsoft.com/office/drawing/2014/main" id="{B5584F5A-D64F-424B-A603-2E0E627D2A84}"/>
                </a:ext>
              </a:extLst>
            </p:cNvPr>
            <p:cNvSpPr/>
            <p:nvPr/>
          </p:nvSpPr>
          <p:spPr>
            <a:xfrm>
              <a:off x="4118013" y="6196035"/>
              <a:ext cx="91738" cy="12580"/>
            </a:xfrm>
            <a:custGeom>
              <a:avLst/>
              <a:gdLst>
                <a:gd name="connsiteX0" fmla="*/ 0 w 72580"/>
                <a:gd name="connsiteY0" fmla="*/ 0 h 9525"/>
                <a:gd name="connsiteX1" fmla="*/ 72580 w 72580"/>
                <a:gd name="connsiteY1" fmla="*/ 0 h 9525"/>
              </a:gdLst>
              <a:ahLst/>
              <a:cxnLst>
                <a:cxn ang="0">
                  <a:pos x="connsiteX0" y="connsiteY0"/>
                </a:cxn>
                <a:cxn ang="0">
                  <a:pos x="connsiteX1" y="connsiteY1"/>
                </a:cxn>
              </a:cxnLst>
              <a:rect l="l" t="t" r="r" b="b"/>
              <a:pathLst>
                <a:path w="72580" h="9525">
                  <a:moveTo>
                    <a:pt x="0" y="0"/>
                  </a:moveTo>
                  <a:lnTo>
                    <a:pt x="7258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20" name="任意多边形: 形状 1719">
              <a:extLst>
                <a:ext uri="{FF2B5EF4-FFF2-40B4-BE49-F238E27FC236}">
                  <a16:creationId xmlns:a16="http://schemas.microsoft.com/office/drawing/2014/main" id="{5C391F9E-35D3-4F73-AD42-00102E089D24}"/>
                </a:ext>
              </a:extLst>
            </p:cNvPr>
            <p:cNvSpPr/>
            <p:nvPr/>
          </p:nvSpPr>
          <p:spPr>
            <a:xfrm>
              <a:off x="4229375" y="6196035"/>
              <a:ext cx="86321" cy="12580"/>
            </a:xfrm>
            <a:custGeom>
              <a:avLst/>
              <a:gdLst>
                <a:gd name="connsiteX0" fmla="*/ 0 w 68294"/>
                <a:gd name="connsiteY0" fmla="*/ 0 h 9525"/>
                <a:gd name="connsiteX1" fmla="*/ 68294 w 68294"/>
                <a:gd name="connsiteY1" fmla="*/ 0 h 9525"/>
              </a:gdLst>
              <a:ahLst/>
              <a:cxnLst>
                <a:cxn ang="0">
                  <a:pos x="connsiteX0" y="connsiteY0"/>
                </a:cxn>
                <a:cxn ang="0">
                  <a:pos x="connsiteX1" y="connsiteY1"/>
                </a:cxn>
              </a:cxnLst>
              <a:rect l="l" t="t" r="r" b="b"/>
              <a:pathLst>
                <a:path w="68294" h="9525">
                  <a:moveTo>
                    <a:pt x="0" y="0"/>
                  </a:moveTo>
                  <a:lnTo>
                    <a:pt x="68294"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21" name="任意多边形: 形状 1720">
              <a:extLst>
                <a:ext uri="{FF2B5EF4-FFF2-40B4-BE49-F238E27FC236}">
                  <a16:creationId xmlns:a16="http://schemas.microsoft.com/office/drawing/2014/main" id="{07B94113-194F-41C9-93F3-3268D84FE72D}"/>
                </a:ext>
              </a:extLst>
            </p:cNvPr>
            <p:cNvSpPr/>
            <p:nvPr/>
          </p:nvSpPr>
          <p:spPr>
            <a:xfrm>
              <a:off x="3672199" y="6214654"/>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22" name="任意多边形: 形状 1721">
              <a:extLst>
                <a:ext uri="{FF2B5EF4-FFF2-40B4-BE49-F238E27FC236}">
                  <a16:creationId xmlns:a16="http://schemas.microsoft.com/office/drawing/2014/main" id="{2C2E16C0-9145-481F-B531-A1EBF44BC33E}"/>
                </a:ext>
              </a:extLst>
            </p:cNvPr>
            <p:cNvSpPr/>
            <p:nvPr/>
          </p:nvSpPr>
          <p:spPr>
            <a:xfrm>
              <a:off x="3783683" y="6214654"/>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23" name="任意多边形: 形状 1722">
              <a:extLst>
                <a:ext uri="{FF2B5EF4-FFF2-40B4-BE49-F238E27FC236}">
                  <a16:creationId xmlns:a16="http://schemas.microsoft.com/office/drawing/2014/main" id="{F1944D6A-DBB8-4349-A040-E145A5E09820}"/>
                </a:ext>
              </a:extLst>
            </p:cNvPr>
            <p:cNvSpPr/>
            <p:nvPr/>
          </p:nvSpPr>
          <p:spPr>
            <a:xfrm>
              <a:off x="3895046" y="6214654"/>
              <a:ext cx="91858" cy="12580"/>
            </a:xfrm>
            <a:custGeom>
              <a:avLst/>
              <a:gdLst>
                <a:gd name="connsiteX0" fmla="*/ 0 w 72675"/>
                <a:gd name="connsiteY0" fmla="*/ 0 h 9525"/>
                <a:gd name="connsiteX1" fmla="*/ 72676 w 72675"/>
                <a:gd name="connsiteY1" fmla="*/ 0 h 9525"/>
              </a:gdLst>
              <a:ahLst/>
              <a:cxnLst>
                <a:cxn ang="0">
                  <a:pos x="connsiteX0" y="connsiteY0"/>
                </a:cxn>
                <a:cxn ang="0">
                  <a:pos x="connsiteX1" y="connsiteY1"/>
                </a:cxn>
              </a:cxnLst>
              <a:rect l="l" t="t" r="r" b="b"/>
              <a:pathLst>
                <a:path w="72675" h="9525">
                  <a:moveTo>
                    <a:pt x="0" y="0"/>
                  </a:moveTo>
                  <a:lnTo>
                    <a:pt x="72676"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24" name="任意多边形: 形状 1723">
              <a:extLst>
                <a:ext uri="{FF2B5EF4-FFF2-40B4-BE49-F238E27FC236}">
                  <a16:creationId xmlns:a16="http://schemas.microsoft.com/office/drawing/2014/main" id="{02F02DE8-B6E0-4ACB-8157-25125F316EF6}"/>
                </a:ext>
              </a:extLst>
            </p:cNvPr>
            <p:cNvSpPr/>
            <p:nvPr/>
          </p:nvSpPr>
          <p:spPr>
            <a:xfrm>
              <a:off x="4006529" y="6214654"/>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25" name="任意多边形: 形状 1724">
              <a:extLst>
                <a:ext uri="{FF2B5EF4-FFF2-40B4-BE49-F238E27FC236}">
                  <a16:creationId xmlns:a16="http://schemas.microsoft.com/office/drawing/2014/main" id="{E1DBCF92-8EF6-41EF-9F6F-88D1C79D2FAE}"/>
                </a:ext>
              </a:extLst>
            </p:cNvPr>
            <p:cNvSpPr/>
            <p:nvPr/>
          </p:nvSpPr>
          <p:spPr>
            <a:xfrm>
              <a:off x="4118013" y="6214654"/>
              <a:ext cx="91738" cy="12580"/>
            </a:xfrm>
            <a:custGeom>
              <a:avLst/>
              <a:gdLst>
                <a:gd name="connsiteX0" fmla="*/ 0 w 72580"/>
                <a:gd name="connsiteY0" fmla="*/ 0 h 9525"/>
                <a:gd name="connsiteX1" fmla="*/ 72580 w 72580"/>
                <a:gd name="connsiteY1" fmla="*/ 0 h 9525"/>
              </a:gdLst>
              <a:ahLst/>
              <a:cxnLst>
                <a:cxn ang="0">
                  <a:pos x="connsiteX0" y="connsiteY0"/>
                </a:cxn>
                <a:cxn ang="0">
                  <a:pos x="connsiteX1" y="connsiteY1"/>
                </a:cxn>
              </a:cxnLst>
              <a:rect l="l" t="t" r="r" b="b"/>
              <a:pathLst>
                <a:path w="72580" h="9525">
                  <a:moveTo>
                    <a:pt x="0" y="0"/>
                  </a:moveTo>
                  <a:lnTo>
                    <a:pt x="7258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26" name="任意多边形: 形状 1725">
              <a:extLst>
                <a:ext uri="{FF2B5EF4-FFF2-40B4-BE49-F238E27FC236}">
                  <a16:creationId xmlns:a16="http://schemas.microsoft.com/office/drawing/2014/main" id="{1F816BE9-6EAA-4DA8-BC52-79C45E1E34D6}"/>
                </a:ext>
              </a:extLst>
            </p:cNvPr>
            <p:cNvSpPr/>
            <p:nvPr/>
          </p:nvSpPr>
          <p:spPr>
            <a:xfrm>
              <a:off x="4229375" y="6214654"/>
              <a:ext cx="86321" cy="12580"/>
            </a:xfrm>
            <a:custGeom>
              <a:avLst/>
              <a:gdLst>
                <a:gd name="connsiteX0" fmla="*/ 0 w 68294"/>
                <a:gd name="connsiteY0" fmla="*/ 0 h 9525"/>
                <a:gd name="connsiteX1" fmla="*/ 68294 w 68294"/>
                <a:gd name="connsiteY1" fmla="*/ 0 h 9525"/>
              </a:gdLst>
              <a:ahLst/>
              <a:cxnLst>
                <a:cxn ang="0">
                  <a:pos x="connsiteX0" y="connsiteY0"/>
                </a:cxn>
                <a:cxn ang="0">
                  <a:pos x="connsiteX1" y="connsiteY1"/>
                </a:cxn>
              </a:cxnLst>
              <a:rect l="l" t="t" r="r" b="b"/>
              <a:pathLst>
                <a:path w="68294" h="9525">
                  <a:moveTo>
                    <a:pt x="0" y="0"/>
                  </a:moveTo>
                  <a:lnTo>
                    <a:pt x="68294"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27" name="任意多边形: 形状 1726">
              <a:extLst>
                <a:ext uri="{FF2B5EF4-FFF2-40B4-BE49-F238E27FC236}">
                  <a16:creationId xmlns:a16="http://schemas.microsoft.com/office/drawing/2014/main" id="{173949B8-A86F-4292-A105-59B66B25CDD9}"/>
                </a:ext>
              </a:extLst>
            </p:cNvPr>
            <p:cNvSpPr/>
            <p:nvPr/>
          </p:nvSpPr>
          <p:spPr>
            <a:xfrm>
              <a:off x="3672199" y="6317182"/>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28" name="任意多边形: 形状 1727">
              <a:extLst>
                <a:ext uri="{FF2B5EF4-FFF2-40B4-BE49-F238E27FC236}">
                  <a16:creationId xmlns:a16="http://schemas.microsoft.com/office/drawing/2014/main" id="{B3C86955-3ACC-4C28-97D1-21ABB2EF873C}"/>
                </a:ext>
              </a:extLst>
            </p:cNvPr>
            <p:cNvSpPr/>
            <p:nvPr/>
          </p:nvSpPr>
          <p:spPr>
            <a:xfrm>
              <a:off x="3783683" y="6317182"/>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29" name="任意多边形: 形状 1728">
              <a:extLst>
                <a:ext uri="{FF2B5EF4-FFF2-40B4-BE49-F238E27FC236}">
                  <a16:creationId xmlns:a16="http://schemas.microsoft.com/office/drawing/2014/main" id="{D35F600A-E139-4E35-A267-B8E4F577E4EB}"/>
                </a:ext>
              </a:extLst>
            </p:cNvPr>
            <p:cNvSpPr/>
            <p:nvPr/>
          </p:nvSpPr>
          <p:spPr>
            <a:xfrm>
              <a:off x="3895046" y="6317182"/>
              <a:ext cx="91858" cy="12580"/>
            </a:xfrm>
            <a:custGeom>
              <a:avLst/>
              <a:gdLst>
                <a:gd name="connsiteX0" fmla="*/ 0 w 72675"/>
                <a:gd name="connsiteY0" fmla="*/ 0 h 9525"/>
                <a:gd name="connsiteX1" fmla="*/ 72676 w 72675"/>
                <a:gd name="connsiteY1" fmla="*/ 0 h 9525"/>
              </a:gdLst>
              <a:ahLst/>
              <a:cxnLst>
                <a:cxn ang="0">
                  <a:pos x="connsiteX0" y="connsiteY0"/>
                </a:cxn>
                <a:cxn ang="0">
                  <a:pos x="connsiteX1" y="connsiteY1"/>
                </a:cxn>
              </a:cxnLst>
              <a:rect l="l" t="t" r="r" b="b"/>
              <a:pathLst>
                <a:path w="72675" h="9525">
                  <a:moveTo>
                    <a:pt x="0" y="0"/>
                  </a:moveTo>
                  <a:lnTo>
                    <a:pt x="72676"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30" name="任意多边形: 形状 1729">
              <a:extLst>
                <a:ext uri="{FF2B5EF4-FFF2-40B4-BE49-F238E27FC236}">
                  <a16:creationId xmlns:a16="http://schemas.microsoft.com/office/drawing/2014/main" id="{0F7F01B7-7718-4DA1-A17F-6FA6E86BB71D}"/>
                </a:ext>
              </a:extLst>
            </p:cNvPr>
            <p:cNvSpPr/>
            <p:nvPr/>
          </p:nvSpPr>
          <p:spPr>
            <a:xfrm>
              <a:off x="4006529" y="6317182"/>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31" name="任意多边形: 形状 1730">
              <a:extLst>
                <a:ext uri="{FF2B5EF4-FFF2-40B4-BE49-F238E27FC236}">
                  <a16:creationId xmlns:a16="http://schemas.microsoft.com/office/drawing/2014/main" id="{70BAA96A-A793-4C56-9B06-993053643B70}"/>
                </a:ext>
              </a:extLst>
            </p:cNvPr>
            <p:cNvSpPr/>
            <p:nvPr/>
          </p:nvSpPr>
          <p:spPr>
            <a:xfrm>
              <a:off x="4118013" y="6317182"/>
              <a:ext cx="91738" cy="12580"/>
            </a:xfrm>
            <a:custGeom>
              <a:avLst/>
              <a:gdLst>
                <a:gd name="connsiteX0" fmla="*/ 0 w 72580"/>
                <a:gd name="connsiteY0" fmla="*/ 0 h 9525"/>
                <a:gd name="connsiteX1" fmla="*/ 72580 w 72580"/>
                <a:gd name="connsiteY1" fmla="*/ 0 h 9525"/>
              </a:gdLst>
              <a:ahLst/>
              <a:cxnLst>
                <a:cxn ang="0">
                  <a:pos x="connsiteX0" y="connsiteY0"/>
                </a:cxn>
                <a:cxn ang="0">
                  <a:pos x="connsiteX1" y="connsiteY1"/>
                </a:cxn>
              </a:cxnLst>
              <a:rect l="l" t="t" r="r" b="b"/>
              <a:pathLst>
                <a:path w="72580" h="9525">
                  <a:moveTo>
                    <a:pt x="0" y="0"/>
                  </a:moveTo>
                  <a:lnTo>
                    <a:pt x="7258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32" name="任意多边形: 形状 1731">
              <a:extLst>
                <a:ext uri="{FF2B5EF4-FFF2-40B4-BE49-F238E27FC236}">
                  <a16:creationId xmlns:a16="http://schemas.microsoft.com/office/drawing/2014/main" id="{4744EF48-9420-4D18-B8D8-0F57251D8073}"/>
                </a:ext>
              </a:extLst>
            </p:cNvPr>
            <p:cNvSpPr/>
            <p:nvPr/>
          </p:nvSpPr>
          <p:spPr>
            <a:xfrm>
              <a:off x="4229375" y="6317182"/>
              <a:ext cx="86321" cy="12580"/>
            </a:xfrm>
            <a:custGeom>
              <a:avLst/>
              <a:gdLst>
                <a:gd name="connsiteX0" fmla="*/ 0 w 68294"/>
                <a:gd name="connsiteY0" fmla="*/ 0 h 9525"/>
                <a:gd name="connsiteX1" fmla="*/ 68294 w 68294"/>
                <a:gd name="connsiteY1" fmla="*/ 0 h 9525"/>
              </a:gdLst>
              <a:ahLst/>
              <a:cxnLst>
                <a:cxn ang="0">
                  <a:pos x="connsiteX0" y="connsiteY0"/>
                </a:cxn>
                <a:cxn ang="0">
                  <a:pos x="connsiteX1" y="connsiteY1"/>
                </a:cxn>
              </a:cxnLst>
              <a:rect l="l" t="t" r="r" b="b"/>
              <a:pathLst>
                <a:path w="68294" h="9525">
                  <a:moveTo>
                    <a:pt x="0" y="0"/>
                  </a:moveTo>
                  <a:lnTo>
                    <a:pt x="68294"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33" name="任意多边形: 形状 1732">
              <a:extLst>
                <a:ext uri="{FF2B5EF4-FFF2-40B4-BE49-F238E27FC236}">
                  <a16:creationId xmlns:a16="http://schemas.microsoft.com/office/drawing/2014/main" id="{F21E9E68-0268-4FCF-AF8D-C678496F5A4C}"/>
                </a:ext>
              </a:extLst>
            </p:cNvPr>
            <p:cNvSpPr/>
            <p:nvPr/>
          </p:nvSpPr>
          <p:spPr>
            <a:xfrm>
              <a:off x="3672199" y="6357313"/>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34" name="任意多边形: 形状 1733">
              <a:extLst>
                <a:ext uri="{FF2B5EF4-FFF2-40B4-BE49-F238E27FC236}">
                  <a16:creationId xmlns:a16="http://schemas.microsoft.com/office/drawing/2014/main" id="{D112BFAB-93D2-4982-8DFD-A15FAB14E8B8}"/>
                </a:ext>
              </a:extLst>
            </p:cNvPr>
            <p:cNvSpPr/>
            <p:nvPr/>
          </p:nvSpPr>
          <p:spPr>
            <a:xfrm>
              <a:off x="3783683" y="6357313"/>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35" name="任意多边形: 形状 1734">
              <a:extLst>
                <a:ext uri="{FF2B5EF4-FFF2-40B4-BE49-F238E27FC236}">
                  <a16:creationId xmlns:a16="http://schemas.microsoft.com/office/drawing/2014/main" id="{8CFC8D90-893B-48C7-949E-E8772E6DB777}"/>
                </a:ext>
              </a:extLst>
            </p:cNvPr>
            <p:cNvSpPr/>
            <p:nvPr/>
          </p:nvSpPr>
          <p:spPr>
            <a:xfrm>
              <a:off x="3895046" y="6357313"/>
              <a:ext cx="91858" cy="12580"/>
            </a:xfrm>
            <a:custGeom>
              <a:avLst/>
              <a:gdLst>
                <a:gd name="connsiteX0" fmla="*/ 0 w 72675"/>
                <a:gd name="connsiteY0" fmla="*/ 0 h 9525"/>
                <a:gd name="connsiteX1" fmla="*/ 72676 w 72675"/>
                <a:gd name="connsiteY1" fmla="*/ 0 h 9525"/>
              </a:gdLst>
              <a:ahLst/>
              <a:cxnLst>
                <a:cxn ang="0">
                  <a:pos x="connsiteX0" y="connsiteY0"/>
                </a:cxn>
                <a:cxn ang="0">
                  <a:pos x="connsiteX1" y="connsiteY1"/>
                </a:cxn>
              </a:cxnLst>
              <a:rect l="l" t="t" r="r" b="b"/>
              <a:pathLst>
                <a:path w="72675" h="9525">
                  <a:moveTo>
                    <a:pt x="0" y="0"/>
                  </a:moveTo>
                  <a:lnTo>
                    <a:pt x="72676"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36" name="任意多边形: 形状 1735">
              <a:extLst>
                <a:ext uri="{FF2B5EF4-FFF2-40B4-BE49-F238E27FC236}">
                  <a16:creationId xmlns:a16="http://schemas.microsoft.com/office/drawing/2014/main" id="{F8EB3718-C1FF-4BBB-8620-B0B436A78B7A}"/>
                </a:ext>
              </a:extLst>
            </p:cNvPr>
            <p:cNvSpPr/>
            <p:nvPr/>
          </p:nvSpPr>
          <p:spPr>
            <a:xfrm>
              <a:off x="4006529" y="6357313"/>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37" name="任意多边形: 形状 1736">
              <a:extLst>
                <a:ext uri="{FF2B5EF4-FFF2-40B4-BE49-F238E27FC236}">
                  <a16:creationId xmlns:a16="http://schemas.microsoft.com/office/drawing/2014/main" id="{C90DFE64-E2E1-42E7-BD40-04458646CCF8}"/>
                </a:ext>
              </a:extLst>
            </p:cNvPr>
            <p:cNvSpPr/>
            <p:nvPr/>
          </p:nvSpPr>
          <p:spPr>
            <a:xfrm>
              <a:off x="4118013" y="6357313"/>
              <a:ext cx="91738" cy="12580"/>
            </a:xfrm>
            <a:custGeom>
              <a:avLst/>
              <a:gdLst>
                <a:gd name="connsiteX0" fmla="*/ 0 w 72580"/>
                <a:gd name="connsiteY0" fmla="*/ 0 h 9525"/>
                <a:gd name="connsiteX1" fmla="*/ 72580 w 72580"/>
                <a:gd name="connsiteY1" fmla="*/ 0 h 9525"/>
              </a:gdLst>
              <a:ahLst/>
              <a:cxnLst>
                <a:cxn ang="0">
                  <a:pos x="connsiteX0" y="connsiteY0"/>
                </a:cxn>
                <a:cxn ang="0">
                  <a:pos x="connsiteX1" y="connsiteY1"/>
                </a:cxn>
              </a:cxnLst>
              <a:rect l="l" t="t" r="r" b="b"/>
              <a:pathLst>
                <a:path w="72580" h="9525">
                  <a:moveTo>
                    <a:pt x="0" y="0"/>
                  </a:moveTo>
                  <a:lnTo>
                    <a:pt x="7258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38" name="任意多边形: 形状 1737">
              <a:extLst>
                <a:ext uri="{FF2B5EF4-FFF2-40B4-BE49-F238E27FC236}">
                  <a16:creationId xmlns:a16="http://schemas.microsoft.com/office/drawing/2014/main" id="{5572EA75-1D64-4E26-81EC-9028037D62A5}"/>
                </a:ext>
              </a:extLst>
            </p:cNvPr>
            <p:cNvSpPr/>
            <p:nvPr/>
          </p:nvSpPr>
          <p:spPr>
            <a:xfrm>
              <a:off x="4229375" y="6357313"/>
              <a:ext cx="86321" cy="12580"/>
            </a:xfrm>
            <a:custGeom>
              <a:avLst/>
              <a:gdLst>
                <a:gd name="connsiteX0" fmla="*/ 0 w 68294"/>
                <a:gd name="connsiteY0" fmla="*/ 0 h 9525"/>
                <a:gd name="connsiteX1" fmla="*/ 68294 w 68294"/>
                <a:gd name="connsiteY1" fmla="*/ 0 h 9525"/>
              </a:gdLst>
              <a:ahLst/>
              <a:cxnLst>
                <a:cxn ang="0">
                  <a:pos x="connsiteX0" y="connsiteY0"/>
                </a:cxn>
                <a:cxn ang="0">
                  <a:pos x="connsiteX1" y="connsiteY1"/>
                </a:cxn>
              </a:cxnLst>
              <a:rect l="l" t="t" r="r" b="b"/>
              <a:pathLst>
                <a:path w="68294" h="9525">
                  <a:moveTo>
                    <a:pt x="0" y="0"/>
                  </a:moveTo>
                  <a:lnTo>
                    <a:pt x="68294"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39" name="任意多边形: 形状 1738">
              <a:extLst>
                <a:ext uri="{FF2B5EF4-FFF2-40B4-BE49-F238E27FC236}">
                  <a16:creationId xmlns:a16="http://schemas.microsoft.com/office/drawing/2014/main" id="{DDAF44E3-2109-4289-9A06-63EAE9FB13BD}"/>
                </a:ext>
              </a:extLst>
            </p:cNvPr>
            <p:cNvSpPr/>
            <p:nvPr/>
          </p:nvSpPr>
          <p:spPr>
            <a:xfrm>
              <a:off x="3672199" y="6375931"/>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40" name="任意多边形: 形状 1739">
              <a:extLst>
                <a:ext uri="{FF2B5EF4-FFF2-40B4-BE49-F238E27FC236}">
                  <a16:creationId xmlns:a16="http://schemas.microsoft.com/office/drawing/2014/main" id="{286D2C1A-8713-4AB0-B8EA-42139B76F48D}"/>
                </a:ext>
              </a:extLst>
            </p:cNvPr>
            <p:cNvSpPr/>
            <p:nvPr/>
          </p:nvSpPr>
          <p:spPr>
            <a:xfrm>
              <a:off x="3783683" y="6375931"/>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41" name="任意多边形: 形状 1740">
              <a:extLst>
                <a:ext uri="{FF2B5EF4-FFF2-40B4-BE49-F238E27FC236}">
                  <a16:creationId xmlns:a16="http://schemas.microsoft.com/office/drawing/2014/main" id="{8F4B490A-956E-49B5-B5D6-0F7E825D5156}"/>
                </a:ext>
              </a:extLst>
            </p:cNvPr>
            <p:cNvSpPr/>
            <p:nvPr/>
          </p:nvSpPr>
          <p:spPr>
            <a:xfrm>
              <a:off x="3895046" y="6375931"/>
              <a:ext cx="91858" cy="12580"/>
            </a:xfrm>
            <a:custGeom>
              <a:avLst/>
              <a:gdLst>
                <a:gd name="connsiteX0" fmla="*/ 0 w 72675"/>
                <a:gd name="connsiteY0" fmla="*/ 0 h 9525"/>
                <a:gd name="connsiteX1" fmla="*/ 72676 w 72675"/>
                <a:gd name="connsiteY1" fmla="*/ 0 h 9525"/>
              </a:gdLst>
              <a:ahLst/>
              <a:cxnLst>
                <a:cxn ang="0">
                  <a:pos x="connsiteX0" y="connsiteY0"/>
                </a:cxn>
                <a:cxn ang="0">
                  <a:pos x="connsiteX1" y="connsiteY1"/>
                </a:cxn>
              </a:cxnLst>
              <a:rect l="l" t="t" r="r" b="b"/>
              <a:pathLst>
                <a:path w="72675" h="9525">
                  <a:moveTo>
                    <a:pt x="0" y="0"/>
                  </a:moveTo>
                  <a:lnTo>
                    <a:pt x="72676"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42" name="任意多边形: 形状 1741">
              <a:extLst>
                <a:ext uri="{FF2B5EF4-FFF2-40B4-BE49-F238E27FC236}">
                  <a16:creationId xmlns:a16="http://schemas.microsoft.com/office/drawing/2014/main" id="{53205C83-F06E-4A95-9DBA-C4E3DEF8D3EE}"/>
                </a:ext>
              </a:extLst>
            </p:cNvPr>
            <p:cNvSpPr/>
            <p:nvPr/>
          </p:nvSpPr>
          <p:spPr>
            <a:xfrm>
              <a:off x="4006529" y="6375931"/>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43" name="任意多边形: 形状 1742">
              <a:extLst>
                <a:ext uri="{FF2B5EF4-FFF2-40B4-BE49-F238E27FC236}">
                  <a16:creationId xmlns:a16="http://schemas.microsoft.com/office/drawing/2014/main" id="{4C45EE2A-E783-40D2-BA78-C93777E4DE62}"/>
                </a:ext>
              </a:extLst>
            </p:cNvPr>
            <p:cNvSpPr/>
            <p:nvPr/>
          </p:nvSpPr>
          <p:spPr>
            <a:xfrm>
              <a:off x="4118013" y="6375931"/>
              <a:ext cx="91738" cy="12580"/>
            </a:xfrm>
            <a:custGeom>
              <a:avLst/>
              <a:gdLst>
                <a:gd name="connsiteX0" fmla="*/ 0 w 72580"/>
                <a:gd name="connsiteY0" fmla="*/ 0 h 9525"/>
                <a:gd name="connsiteX1" fmla="*/ 72580 w 72580"/>
                <a:gd name="connsiteY1" fmla="*/ 0 h 9525"/>
              </a:gdLst>
              <a:ahLst/>
              <a:cxnLst>
                <a:cxn ang="0">
                  <a:pos x="connsiteX0" y="connsiteY0"/>
                </a:cxn>
                <a:cxn ang="0">
                  <a:pos x="connsiteX1" y="connsiteY1"/>
                </a:cxn>
              </a:cxnLst>
              <a:rect l="l" t="t" r="r" b="b"/>
              <a:pathLst>
                <a:path w="72580" h="9525">
                  <a:moveTo>
                    <a:pt x="0" y="0"/>
                  </a:moveTo>
                  <a:lnTo>
                    <a:pt x="7258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44" name="任意多边形: 形状 1743">
              <a:extLst>
                <a:ext uri="{FF2B5EF4-FFF2-40B4-BE49-F238E27FC236}">
                  <a16:creationId xmlns:a16="http://schemas.microsoft.com/office/drawing/2014/main" id="{34238D98-0785-4AF6-B210-43C5FD12DCCB}"/>
                </a:ext>
              </a:extLst>
            </p:cNvPr>
            <p:cNvSpPr/>
            <p:nvPr/>
          </p:nvSpPr>
          <p:spPr>
            <a:xfrm>
              <a:off x="4229375" y="6375931"/>
              <a:ext cx="86321" cy="12580"/>
            </a:xfrm>
            <a:custGeom>
              <a:avLst/>
              <a:gdLst>
                <a:gd name="connsiteX0" fmla="*/ 0 w 68294"/>
                <a:gd name="connsiteY0" fmla="*/ 0 h 9525"/>
                <a:gd name="connsiteX1" fmla="*/ 68294 w 68294"/>
                <a:gd name="connsiteY1" fmla="*/ 0 h 9525"/>
              </a:gdLst>
              <a:ahLst/>
              <a:cxnLst>
                <a:cxn ang="0">
                  <a:pos x="connsiteX0" y="connsiteY0"/>
                </a:cxn>
                <a:cxn ang="0">
                  <a:pos x="connsiteX1" y="connsiteY1"/>
                </a:cxn>
              </a:cxnLst>
              <a:rect l="l" t="t" r="r" b="b"/>
              <a:pathLst>
                <a:path w="68294" h="9525">
                  <a:moveTo>
                    <a:pt x="0" y="0"/>
                  </a:moveTo>
                  <a:lnTo>
                    <a:pt x="68294"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45" name="任意多边形: 形状 1744">
              <a:extLst>
                <a:ext uri="{FF2B5EF4-FFF2-40B4-BE49-F238E27FC236}">
                  <a16:creationId xmlns:a16="http://schemas.microsoft.com/office/drawing/2014/main" id="{B4B06252-767E-41BC-BBD6-D7B2BFE2F957}"/>
                </a:ext>
              </a:extLst>
            </p:cNvPr>
            <p:cNvSpPr/>
            <p:nvPr/>
          </p:nvSpPr>
          <p:spPr>
            <a:xfrm>
              <a:off x="3672199" y="6468772"/>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46" name="任意多边形: 形状 1745">
              <a:extLst>
                <a:ext uri="{FF2B5EF4-FFF2-40B4-BE49-F238E27FC236}">
                  <a16:creationId xmlns:a16="http://schemas.microsoft.com/office/drawing/2014/main" id="{737C2922-DA84-4549-BE93-BD1F182A017D}"/>
                </a:ext>
              </a:extLst>
            </p:cNvPr>
            <p:cNvSpPr/>
            <p:nvPr/>
          </p:nvSpPr>
          <p:spPr>
            <a:xfrm>
              <a:off x="3783683" y="6468772"/>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47" name="任意多边形: 形状 1746">
              <a:extLst>
                <a:ext uri="{FF2B5EF4-FFF2-40B4-BE49-F238E27FC236}">
                  <a16:creationId xmlns:a16="http://schemas.microsoft.com/office/drawing/2014/main" id="{B9E155E3-0BE2-4A00-8169-78CF63061FAB}"/>
                </a:ext>
              </a:extLst>
            </p:cNvPr>
            <p:cNvSpPr/>
            <p:nvPr/>
          </p:nvSpPr>
          <p:spPr>
            <a:xfrm>
              <a:off x="3895046" y="6468772"/>
              <a:ext cx="91858" cy="12580"/>
            </a:xfrm>
            <a:custGeom>
              <a:avLst/>
              <a:gdLst>
                <a:gd name="connsiteX0" fmla="*/ 0 w 72675"/>
                <a:gd name="connsiteY0" fmla="*/ 0 h 9525"/>
                <a:gd name="connsiteX1" fmla="*/ 72676 w 72675"/>
                <a:gd name="connsiteY1" fmla="*/ 0 h 9525"/>
              </a:gdLst>
              <a:ahLst/>
              <a:cxnLst>
                <a:cxn ang="0">
                  <a:pos x="connsiteX0" y="connsiteY0"/>
                </a:cxn>
                <a:cxn ang="0">
                  <a:pos x="connsiteX1" y="connsiteY1"/>
                </a:cxn>
              </a:cxnLst>
              <a:rect l="l" t="t" r="r" b="b"/>
              <a:pathLst>
                <a:path w="72675" h="9525">
                  <a:moveTo>
                    <a:pt x="0" y="0"/>
                  </a:moveTo>
                  <a:lnTo>
                    <a:pt x="72676"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48" name="任意多边形: 形状 1747">
              <a:extLst>
                <a:ext uri="{FF2B5EF4-FFF2-40B4-BE49-F238E27FC236}">
                  <a16:creationId xmlns:a16="http://schemas.microsoft.com/office/drawing/2014/main" id="{E9DA7589-53D2-4877-AF64-E08B11F95CFF}"/>
                </a:ext>
              </a:extLst>
            </p:cNvPr>
            <p:cNvSpPr/>
            <p:nvPr/>
          </p:nvSpPr>
          <p:spPr>
            <a:xfrm>
              <a:off x="4006529" y="6468772"/>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49" name="任意多边形: 形状 1748">
              <a:extLst>
                <a:ext uri="{FF2B5EF4-FFF2-40B4-BE49-F238E27FC236}">
                  <a16:creationId xmlns:a16="http://schemas.microsoft.com/office/drawing/2014/main" id="{90246529-0BD1-4568-99AF-E69CCD48D144}"/>
                </a:ext>
              </a:extLst>
            </p:cNvPr>
            <p:cNvSpPr/>
            <p:nvPr/>
          </p:nvSpPr>
          <p:spPr>
            <a:xfrm>
              <a:off x="4118013" y="6468772"/>
              <a:ext cx="91738" cy="12580"/>
            </a:xfrm>
            <a:custGeom>
              <a:avLst/>
              <a:gdLst>
                <a:gd name="connsiteX0" fmla="*/ 0 w 72580"/>
                <a:gd name="connsiteY0" fmla="*/ 0 h 9525"/>
                <a:gd name="connsiteX1" fmla="*/ 72580 w 72580"/>
                <a:gd name="connsiteY1" fmla="*/ 0 h 9525"/>
              </a:gdLst>
              <a:ahLst/>
              <a:cxnLst>
                <a:cxn ang="0">
                  <a:pos x="connsiteX0" y="connsiteY0"/>
                </a:cxn>
                <a:cxn ang="0">
                  <a:pos x="connsiteX1" y="connsiteY1"/>
                </a:cxn>
              </a:cxnLst>
              <a:rect l="l" t="t" r="r" b="b"/>
              <a:pathLst>
                <a:path w="72580" h="9525">
                  <a:moveTo>
                    <a:pt x="0" y="0"/>
                  </a:moveTo>
                  <a:lnTo>
                    <a:pt x="7258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50" name="任意多边形: 形状 1749">
              <a:extLst>
                <a:ext uri="{FF2B5EF4-FFF2-40B4-BE49-F238E27FC236}">
                  <a16:creationId xmlns:a16="http://schemas.microsoft.com/office/drawing/2014/main" id="{20E29E97-35D0-4AB0-9BDE-F9D2CB91CD03}"/>
                </a:ext>
              </a:extLst>
            </p:cNvPr>
            <p:cNvSpPr/>
            <p:nvPr/>
          </p:nvSpPr>
          <p:spPr>
            <a:xfrm>
              <a:off x="4229375" y="6468772"/>
              <a:ext cx="86321" cy="12580"/>
            </a:xfrm>
            <a:custGeom>
              <a:avLst/>
              <a:gdLst>
                <a:gd name="connsiteX0" fmla="*/ 0 w 68294"/>
                <a:gd name="connsiteY0" fmla="*/ 0 h 9525"/>
                <a:gd name="connsiteX1" fmla="*/ 68294 w 68294"/>
                <a:gd name="connsiteY1" fmla="*/ 0 h 9525"/>
              </a:gdLst>
              <a:ahLst/>
              <a:cxnLst>
                <a:cxn ang="0">
                  <a:pos x="connsiteX0" y="connsiteY0"/>
                </a:cxn>
                <a:cxn ang="0">
                  <a:pos x="connsiteX1" y="connsiteY1"/>
                </a:cxn>
              </a:cxnLst>
              <a:rect l="l" t="t" r="r" b="b"/>
              <a:pathLst>
                <a:path w="68294" h="9525">
                  <a:moveTo>
                    <a:pt x="0" y="0"/>
                  </a:moveTo>
                  <a:lnTo>
                    <a:pt x="68294"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51" name="任意多边形: 形状 1750">
              <a:extLst>
                <a:ext uri="{FF2B5EF4-FFF2-40B4-BE49-F238E27FC236}">
                  <a16:creationId xmlns:a16="http://schemas.microsoft.com/office/drawing/2014/main" id="{587727A9-4118-4973-8868-F13D28DC5ADF}"/>
                </a:ext>
              </a:extLst>
            </p:cNvPr>
            <p:cNvSpPr/>
            <p:nvPr/>
          </p:nvSpPr>
          <p:spPr>
            <a:xfrm>
              <a:off x="3672199" y="6508903"/>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52" name="任意多边形: 形状 1751">
              <a:extLst>
                <a:ext uri="{FF2B5EF4-FFF2-40B4-BE49-F238E27FC236}">
                  <a16:creationId xmlns:a16="http://schemas.microsoft.com/office/drawing/2014/main" id="{68B95E2C-2DBE-452E-B93C-2BA16CC2E0CF}"/>
                </a:ext>
              </a:extLst>
            </p:cNvPr>
            <p:cNvSpPr/>
            <p:nvPr/>
          </p:nvSpPr>
          <p:spPr>
            <a:xfrm>
              <a:off x="3783683" y="6508903"/>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53" name="任意多边形: 形状 1752">
              <a:extLst>
                <a:ext uri="{FF2B5EF4-FFF2-40B4-BE49-F238E27FC236}">
                  <a16:creationId xmlns:a16="http://schemas.microsoft.com/office/drawing/2014/main" id="{75DBD1A5-8BF7-470B-85F9-2E0A4608E93E}"/>
                </a:ext>
              </a:extLst>
            </p:cNvPr>
            <p:cNvSpPr/>
            <p:nvPr/>
          </p:nvSpPr>
          <p:spPr>
            <a:xfrm>
              <a:off x="3895046" y="6508903"/>
              <a:ext cx="91858" cy="12580"/>
            </a:xfrm>
            <a:custGeom>
              <a:avLst/>
              <a:gdLst>
                <a:gd name="connsiteX0" fmla="*/ 0 w 72675"/>
                <a:gd name="connsiteY0" fmla="*/ 0 h 9525"/>
                <a:gd name="connsiteX1" fmla="*/ 72676 w 72675"/>
                <a:gd name="connsiteY1" fmla="*/ 0 h 9525"/>
              </a:gdLst>
              <a:ahLst/>
              <a:cxnLst>
                <a:cxn ang="0">
                  <a:pos x="connsiteX0" y="connsiteY0"/>
                </a:cxn>
                <a:cxn ang="0">
                  <a:pos x="connsiteX1" y="connsiteY1"/>
                </a:cxn>
              </a:cxnLst>
              <a:rect l="l" t="t" r="r" b="b"/>
              <a:pathLst>
                <a:path w="72675" h="9525">
                  <a:moveTo>
                    <a:pt x="0" y="0"/>
                  </a:moveTo>
                  <a:lnTo>
                    <a:pt x="72676"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54" name="任意多边形: 形状 1753">
              <a:extLst>
                <a:ext uri="{FF2B5EF4-FFF2-40B4-BE49-F238E27FC236}">
                  <a16:creationId xmlns:a16="http://schemas.microsoft.com/office/drawing/2014/main" id="{01BB7BAB-60C9-4FC9-ACA6-B322D73E2B31}"/>
                </a:ext>
              </a:extLst>
            </p:cNvPr>
            <p:cNvSpPr/>
            <p:nvPr/>
          </p:nvSpPr>
          <p:spPr>
            <a:xfrm>
              <a:off x="4006529" y="6508903"/>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55" name="任意多边形: 形状 1754">
              <a:extLst>
                <a:ext uri="{FF2B5EF4-FFF2-40B4-BE49-F238E27FC236}">
                  <a16:creationId xmlns:a16="http://schemas.microsoft.com/office/drawing/2014/main" id="{2EE0037B-EF0F-4609-A7CE-2E486AA50577}"/>
                </a:ext>
              </a:extLst>
            </p:cNvPr>
            <p:cNvSpPr/>
            <p:nvPr/>
          </p:nvSpPr>
          <p:spPr>
            <a:xfrm>
              <a:off x="4118013" y="6508903"/>
              <a:ext cx="91738" cy="12580"/>
            </a:xfrm>
            <a:custGeom>
              <a:avLst/>
              <a:gdLst>
                <a:gd name="connsiteX0" fmla="*/ 0 w 72580"/>
                <a:gd name="connsiteY0" fmla="*/ 0 h 9525"/>
                <a:gd name="connsiteX1" fmla="*/ 72580 w 72580"/>
                <a:gd name="connsiteY1" fmla="*/ 0 h 9525"/>
              </a:gdLst>
              <a:ahLst/>
              <a:cxnLst>
                <a:cxn ang="0">
                  <a:pos x="connsiteX0" y="connsiteY0"/>
                </a:cxn>
                <a:cxn ang="0">
                  <a:pos x="connsiteX1" y="connsiteY1"/>
                </a:cxn>
              </a:cxnLst>
              <a:rect l="l" t="t" r="r" b="b"/>
              <a:pathLst>
                <a:path w="72580" h="9525">
                  <a:moveTo>
                    <a:pt x="0" y="0"/>
                  </a:moveTo>
                  <a:lnTo>
                    <a:pt x="7258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56" name="任意多边形: 形状 1755">
              <a:extLst>
                <a:ext uri="{FF2B5EF4-FFF2-40B4-BE49-F238E27FC236}">
                  <a16:creationId xmlns:a16="http://schemas.microsoft.com/office/drawing/2014/main" id="{94DA0C49-BA20-4B6F-BC3D-7D3468E0C771}"/>
                </a:ext>
              </a:extLst>
            </p:cNvPr>
            <p:cNvSpPr/>
            <p:nvPr/>
          </p:nvSpPr>
          <p:spPr>
            <a:xfrm>
              <a:off x="4229375" y="6508903"/>
              <a:ext cx="86321" cy="12580"/>
            </a:xfrm>
            <a:custGeom>
              <a:avLst/>
              <a:gdLst>
                <a:gd name="connsiteX0" fmla="*/ 0 w 68294"/>
                <a:gd name="connsiteY0" fmla="*/ 0 h 9525"/>
                <a:gd name="connsiteX1" fmla="*/ 68294 w 68294"/>
                <a:gd name="connsiteY1" fmla="*/ 0 h 9525"/>
              </a:gdLst>
              <a:ahLst/>
              <a:cxnLst>
                <a:cxn ang="0">
                  <a:pos x="connsiteX0" y="connsiteY0"/>
                </a:cxn>
                <a:cxn ang="0">
                  <a:pos x="connsiteX1" y="connsiteY1"/>
                </a:cxn>
              </a:cxnLst>
              <a:rect l="l" t="t" r="r" b="b"/>
              <a:pathLst>
                <a:path w="68294" h="9525">
                  <a:moveTo>
                    <a:pt x="0" y="0"/>
                  </a:moveTo>
                  <a:lnTo>
                    <a:pt x="68294"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57" name="任意多边形: 形状 1756">
              <a:extLst>
                <a:ext uri="{FF2B5EF4-FFF2-40B4-BE49-F238E27FC236}">
                  <a16:creationId xmlns:a16="http://schemas.microsoft.com/office/drawing/2014/main" id="{DDB1110E-549B-40E7-B40F-C849B9E00040}"/>
                </a:ext>
              </a:extLst>
            </p:cNvPr>
            <p:cNvSpPr/>
            <p:nvPr/>
          </p:nvSpPr>
          <p:spPr>
            <a:xfrm>
              <a:off x="3672199" y="6527521"/>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58" name="任意多边形: 形状 1757">
              <a:extLst>
                <a:ext uri="{FF2B5EF4-FFF2-40B4-BE49-F238E27FC236}">
                  <a16:creationId xmlns:a16="http://schemas.microsoft.com/office/drawing/2014/main" id="{9370D0D4-6B47-4F7E-95E8-8485FD40B2A9}"/>
                </a:ext>
              </a:extLst>
            </p:cNvPr>
            <p:cNvSpPr/>
            <p:nvPr/>
          </p:nvSpPr>
          <p:spPr>
            <a:xfrm>
              <a:off x="3783683" y="6527521"/>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59" name="任意多边形: 形状 1758">
              <a:extLst>
                <a:ext uri="{FF2B5EF4-FFF2-40B4-BE49-F238E27FC236}">
                  <a16:creationId xmlns:a16="http://schemas.microsoft.com/office/drawing/2014/main" id="{C391B0F5-4550-40D3-AC4D-D36244120112}"/>
                </a:ext>
              </a:extLst>
            </p:cNvPr>
            <p:cNvSpPr/>
            <p:nvPr/>
          </p:nvSpPr>
          <p:spPr>
            <a:xfrm>
              <a:off x="3895046" y="6527521"/>
              <a:ext cx="91858" cy="12580"/>
            </a:xfrm>
            <a:custGeom>
              <a:avLst/>
              <a:gdLst>
                <a:gd name="connsiteX0" fmla="*/ 0 w 72675"/>
                <a:gd name="connsiteY0" fmla="*/ 0 h 9525"/>
                <a:gd name="connsiteX1" fmla="*/ 72676 w 72675"/>
                <a:gd name="connsiteY1" fmla="*/ 0 h 9525"/>
              </a:gdLst>
              <a:ahLst/>
              <a:cxnLst>
                <a:cxn ang="0">
                  <a:pos x="connsiteX0" y="connsiteY0"/>
                </a:cxn>
                <a:cxn ang="0">
                  <a:pos x="connsiteX1" y="connsiteY1"/>
                </a:cxn>
              </a:cxnLst>
              <a:rect l="l" t="t" r="r" b="b"/>
              <a:pathLst>
                <a:path w="72675" h="9525">
                  <a:moveTo>
                    <a:pt x="0" y="0"/>
                  </a:moveTo>
                  <a:lnTo>
                    <a:pt x="72676"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60" name="任意多边形: 形状 1759">
              <a:extLst>
                <a:ext uri="{FF2B5EF4-FFF2-40B4-BE49-F238E27FC236}">
                  <a16:creationId xmlns:a16="http://schemas.microsoft.com/office/drawing/2014/main" id="{FD9F0A1F-4EBD-4C1F-BCD3-BDEF635C85B3}"/>
                </a:ext>
              </a:extLst>
            </p:cNvPr>
            <p:cNvSpPr/>
            <p:nvPr/>
          </p:nvSpPr>
          <p:spPr>
            <a:xfrm>
              <a:off x="4006529" y="6527521"/>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61" name="任意多边形: 形状 1760">
              <a:extLst>
                <a:ext uri="{FF2B5EF4-FFF2-40B4-BE49-F238E27FC236}">
                  <a16:creationId xmlns:a16="http://schemas.microsoft.com/office/drawing/2014/main" id="{A052631E-7D56-4947-ABAB-958A262D909B}"/>
                </a:ext>
              </a:extLst>
            </p:cNvPr>
            <p:cNvSpPr/>
            <p:nvPr/>
          </p:nvSpPr>
          <p:spPr>
            <a:xfrm>
              <a:off x="4118013" y="6527521"/>
              <a:ext cx="91738" cy="12580"/>
            </a:xfrm>
            <a:custGeom>
              <a:avLst/>
              <a:gdLst>
                <a:gd name="connsiteX0" fmla="*/ 0 w 72580"/>
                <a:gd name="connsiteY0" fmla="*/ 0 h 9525"/>
                <a:gd name="connsiteX1" fmla="*/ 72580 w 72580"/>
                <a:gd name="connsiteY1" fmla="*/ 0 h 9525"/>
              </a:gdLst>
              <a:ahLst/>
              <a:cxnLst>
                <a:cxn ang="0">
                  <a:pos x="connsiteX0" y="connsiteY0"/>
                </a:cxn>
                <a:cxn ang="0">
                  <a:pos x="connsiteX1" y="connsiteY1"/>
                </a:cxn>
              </a:cxnLst>
              <a:rect l="l" t="t" r="r" b="b"/>
              <a:pathLst>
                <a:path w="72580" h="9525">
                  <a:moveTo>
                    <a:pt x="0" y="0"/>
                  </a:moveTo>
                  <a:lnTo>
                    <a:pt x="7258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62" name="任意多边形: 形状 1761">
              <a:extLst>
                <a:ext uri="{FF2B5EF4-FFF2-40B4-BE49-F238E27FC236}">
                  <a16:creationId xmlns:a16="http://schemas.microsoft.com/office/drawing/2014/main" id="{509F155E-E06B-437F-ABBA-0CC9F220AFAF}"/>
                </a:ext>
              </a:extLst>
            </p:cNvPr>
            <p:cNvSpPr/>
            <p:nvPr/>
          </p:nvSpPr>
          <p:spPr>
            <a:xfrm>
              <a:off x="4229375" y="6527521"/>
              <a:ext cx="86321" cy="12580"/>
            </a:xfrm>
            <a:custGeom>
              <a:avLst/>
              <a:gdLst>
                <a:gd name="connsiteX0" fmla="*/ 0 w 68294"/>
                <a:gd name="connsiteY0" fmla="*/ 0 h 9525"/>
                <a:gd name="connsiteX1" fmla="*/ 68294 w 68294"/>
                <a:gd name="connsiteY1" fmla="*/ 0 h 9525"/>
              </a:gdLst>
              <a:ahLst/>
              <a:cxnLst>
                <a:cxn ang="0">
                  <a:pos x="connsiteX0" y="connsiteY0"/>
                </a:cxn>
                <a:cxn ang="0">
                  <a:pos x="connsiteX1" y="connsiteY1"/>
                </a:cxn>
              </a:cxnLst>
              <a:rect l="l" t="t" r="r" b="b"/>
              <a:pathLst>
                <a:path w="68294" h="9525">
                  <a:moveTo>
                    <a:pt x="0" y="0"/>
                  </a:moveTo>
                  <a:lnTo>
                    <a:pt x="68294"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63" name="任意多边形: 形状 1762">
              <a:extLst>
                <a:ext uri="{FF2B5EF4-FFF2-40B4-BE49-F238E27FC236}">
                  <a16:creationId xmlns:a16="http://schemas.microsoft.com/office/drawing/2014/main" id="{DC554114-3C04-4481-A6D8-DB0849699642}"/>
                </a:ext>
              </a:extLst>
            </p:cNvPr>
            <p:cNvSpPr/>
            <p:nvPr/>
          </p:nvSpPr>
          <p:spPr>
            <a:xfrm>
              <a:off x="3672199" y="6078900"/>
              <a:ext cx="91738" cy="24421"/>
            </a:xfrm>
            <a:custGeom>
              <a:avLst/>
              <a:gdLst>
                <a:gd name="connsiteX0" fmla="*/ 0 w 72580"/>
                <a:gd name="connsiteY0" fmla="*/ 18490 h 18490"/>
                <a:gd name="connsiteX1" fmla="*/ 62666 w 72580"/>
                <a:gd name="connsiteY1" fmla="*/ 8575 h 18490"/>
                <a:gd name="connsiteX2" fmla="*/ 72581 w 72580"/>
                <a:gd name="connsiteY2" fmla="*/ 18490 h 18490"/>
              </a:gdLst>
              <a:ahLst/>
              <a:cxnLst>
                <a:cxn ang="0">
                  <a:pos x="connsiteX0" y="connsiteY0"/>
                </a:cxn>
                <a:cxn ang="0">
                  <a:pos x="connsiteX1" y="connsiteY1"/>
                </a:cxn>
                <a:cxn ang="0">
                  <a:pos x="connsiteX2" y="connsiteY2"/>
                </a:cxn>
              </a:cxnLst>
              <a:rect l="l" t="t" r="r" b="b"/>
              <a:pathLst>
                <a:path w="72580" h="18490">
                  <a:moveTo>
                    <a:pt x="0" y="18490"/>
                  </a:moveTo>
                  <a:cubicBezTo>
                    <a:pt x="14567" y="-1552"/>
                    <a:pt x="42623" y="-5991"/>
                    <a:pt x="62666" y="8575"/>
                  </a:cubicBezTo>
                  <a:cubicBezTo>
                    <a:pt x="66470" y="11341"/>
                    <a:pt x="69815" y="14686"/>
                    <a:pt x="72581" y="18490"/>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64" name="任意多边形: 形状 1763">
              <a:extLst>
                <a:ext uri="{FF2B5EF4-FFF2-40B4-BE49-F238E27FC236}">
                  <a16:creationId xmlns:a16="http://schemas.microsoft.com/office/drawing/2014/main" id="{97B8BB5F-7C12-4BFF-8299-93D9D2DC85DC}"/>
                </a:ext>
              </a:extLst>
            </p:cNvPr>
            <p:cNvSpPr/>
            <p:nvPr/>
          </p:nvSpPr>
          <p:spPr>
            <a:xfrm>
              <a:off x="3783683" y="6078900"/>
              <a:ext cx="91738" cy="24421"/>
            </a:xfrm>
            <a:custGeom>
              <a:avLst/>
              <a:gdLst>
                <a:gd name="connsiteX0" fmla="*/ 0 w 72580"/>
                <a:gd name="connsiteY0" fmla="*/ 18490 h 18490"/>
                <a:gd name="connsiteX1" fmla="*/ 62666 w 72580"/>
                <a:gd name="connsiteY1" fmla="*/ 8575 h 18490"/>
                <a:gd name="connsiteX2" fmla="*/ 72580 w 72580"/>
                <a:gd name="connsiteY2" fmla="*/ 18490 h 18490"/>
              </a:gdLst>
              <a:ahLst/>
              <a:cxnLst>
                <a:cxn ang="0">
                  <a:pos x="connsiteX0" y="connsiteY0"/>
                </a:cxn>
                <a:cxn ang="0">
                  <a:pos x="connsiteX1" y="connsiteY1"/>
                </a:cxn>
                <a:cxn ang="0">
                  <a:pos x="connsiteX2" y="connsiteY2"/>
                </a:cxn>
              </a:cxnLst>
              <a:rect l="l" t="t" r="r" b="b"/>
              <a:pathLst>
                <a:path w="72580" h="18490">
                  <a:moveTo>
                    <a:pt x="0" y="18490"/>
                  </a:moveTo>
                  <a:cubicBezTo>
                    <a:pt x="14567" y="-1552"/>
                    <a:pt x="42623" y="-5991"/>
                    <a:pt x="62666" y="8575"/>
                  </a:cubicBezTo>
                  <a:cubicBezTo>
                    <a:pt x="66470" y="11341"/>
                    <a:pt x="69815" y="14686"/>
                    <a:pt x="72580" y="18490"/>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65" name="任意多边形: 形状 1764">
              <a:extLst>
                <a:ext uri="{FF2B5EF4-FFF2-40B4-BE49-F238E27FC236}">
                  <a16:creationId xmlns:a16="http://schemas.microsoft.com/office/drawing/2014/main" id="{79322BC8-4264-445E-9442-406F1FF41B51}"/>
                </a:ext>
              </a:extLst>
            </p:cNvPr>
            <p:cNvSpPr/>
            <p:nvPr/>
          </p:nvSpPr>
          <p:spPr>
            <a:xfrm>
              <a:off x="3895046" y="6078901"/>
              <a:ext cx="91858" cy="24419"/>
            </a:xfrm>
            <a:custGeom>
              <a:avLst/>
              <a:gdLst>
                <a:gd name="connsiteX0" fmla="*/ 0 w 72675"/>
                <a:gd name="connsiteY0" fmla="*/ 18489 h 18489"/>
                <a:gd name="connsiteX1" fmla="*/ 62810 w 72675"/>
                <a:gd name="connsiteY1" fmla="*/ 8623 h 18489"/>
                <a:gd name="connsiteX2" fmla="*/ 72676 w 72675"/>
                <a:gd name="connsiteY2" fmla="*/ 18489 h 18489"/>
              </a:gdLst>
              <a:ahLst/>
              <a:cxnLst>
                <a:cxn ang="0">
                  <a:pos x="connsiteX0" y="connsiteY0"/>
                </a:cxn>
                <a:cxn ang="0">
                  <a:pos x="connsiteX1" y="connsiteY1"/>
                </a:cxn>
                <a:cxn ang="0">
                  <a:pos x="connsiteX2" y="connsiteY2"/>
                </a:cxn>
              </a:cxnLst>
              <a:rect l="l" t="t" r="r" b="b"/>
              <a:pathLst>
                <a:path w="72675" h="18489">
                  <a:moveTo>
                    <a:pt x="0" y="18489"/>
                  </a:moveTo>
                  <a:cubicBezTo>
                    <a:pt x="14620" y="-1580"/>
                    <a:pt x="42742" y="-5997"/>
                    <a:pt x="62810" y="8623"/>
                  </a:cubicBezTo>
                  <a:cubicBezTo>
                    <a:pt x="66592" y="11379"/>
                    <a:pt x="69920" y="14708"/>
                    <a:pt x="72676" y="18489"/>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66" name="任意多边形: 形状 1765">
              <a:extLst>
                <a:ext uri="{FF2B5EF4-FFF2-40B4-BE49-F238E27FC236}">
                  <a16:creationId xmlns:a16="http://schemas.microsoft.com/office/drawing/2014/main" id="{A155DA03-8002-4D83-9B60-5763DA497A4D}"/>
                </a:ext>
              </a:extLst>
            </p:cNvPr>
            <p:cNvSpPr/>
            <p:nvPr/>
          </p:nvSpPr>
          <p:spPr>
            <a:xfrm>
              <a:off x="4006529" y="6078900"/>
              <a:ext cx="91738" cy="24421"/>
            </a:xfrm>
            <a:custGeom>
              <a:avLst/>
              <a:gdLst>
                <a:gd name="connsiteX0" fmla="*/ 0 w 72580"/>
                <a:gd name="connsiteY0" fmla="*/ 18490 h 18490"/>
                <a:gd name="connsiteX1" fmla="*/ 62666 w 72580"/>
                <a:gd name="connsiteY1" fmla="*/ 8575 h 18490"/>
                <a:gd name="connsiteX2" fmla="*/ 72581 w 72580"/>
                <a:gd name="connsiteY2" fmla="*/ 18490 h 18490"/>
              </a:gdLst>
              <a:ahLst/>
              <a:cxnLst>
                <a:cxn ang="0">
                  <a:pos x="connsiteX0" y="connsiteY0"/>
                </a:cxn>
                <a:cxn ang="0">
                  <a:pos x="connsiteX1" y="connsiteY1"/>
                </a:cxn>
                <a:cxn ang="0">
                  <a:pos x="connsiteX2" y="connsiteY2"/>
                </a:cxn>
              </a:cxnLst>
              <a:rect l="l" t="t" r="r" b="b"/>
              <a:pathLst>
                <a:path w="72580" h="18490">
                  <a:moveTo>
                    <a:pt x="0" y="18490"/>
                  </a:moveTo>
                  <a:cubicBezTo>
                    <a:pt x="14567" y="-1552"/>
                    <a:pt x="42623" y="-5991"/>
                    <a:pt x="62666" y="8575"/>
                  </a:cubicBezTo>
                  <a:cubicBezTo>
                    <a:pt x="66470" y="11341"/>
                    <a:pt x="69815" y="14686"/>
                    <a:pt x="72581" y="18490"/>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67" name="任意多边形: 形状 1766">
              <a:extLst>
                <a:ext uri="{FF2B5EF4-FFF2-40B4-BE49-F238E27FC236}">
                  <a16:creationId xmlns:a16="http://schemas.microsoft.com/office/drawing/2014/main" id="{0DFA0C1A-A011-4ADD-92D0-48513E200DC8}"/>
                </a:ext>
              </a:extLst>
            </p:cNvPr>
            <p:cNvSpPr/>
            <p:nvPr/>
          </p:nvSpPr>
          <p:spPr>
            <a:xfrm>
              <a:off x="4118013" y="6078900"/>
              <a:ext cx="91738" cy="24421"/>
            </a:xfrm>
            <a:custGeom>
              <a:avLst/>
              <a:gdLst>
                <a:gd name="connsiteX0" fmla="*/ 0 w 72580"/>
                <a:gd name="connsiteY0" fmla="*/ 18490 h 18490"/>
                <a:gd name="connsiteX1" fmla="*/ 62666 w 72580"/>
                <a:gd name="connsiteY1" fmla="*/ 8575 h 18490"/>
                <a:gd name="connsiteX2" fmla="*/ 72580 w 72580"/>
                <a:gd name="connsiteY2" fmla="*/ 18490 h 18490"/>
              </a:gdLst>
              <a:ahLst/>
              <a:cxnLst>
                <a:cxn ang="0">
                  <a:pos x="connsiteX0" y="connsiteY0"/>
                </a:cxn>
                <a:cxn ang="0">
                  <a:pos x="connsiteX1" y="connsiteY1"/>
                </a:cxn>
                <a:cxn ang="0">
                  <a:pos x="connsiteX2" y="connsiteY2"/>
                </a:cxn>
              </a:cxnLst>
              <a:rect l="l" t="t" r="r" b="b"/>
              <a:pathLst>
                <a:path w="72580" h="18490">
                  <a:moveTo>
                    <a:pt x="0" y="18490"/>
                  </a:moveTo>
                  <a:cubicBezTo>
                    <a:pt x="14567" y="-1552"/>
                    <a:pt x="42623" y="-5991"/>
                    <a:pt x="62666" y="8575"/>
                  </a:cubicBezTo>
                  <a:cubicBezTo>
                    <a:pt x="66470" y="11341"/>
                    <a:pt x="69815" y="14686"/>
                    <a:pt x="72580" y="18490"/>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68" name="任意多边形: 形状 1767">
              <a:extLst>
                <a:ext uri="{FF2B5EF4-FFF2-40B4-BE49-F238E27FC236}">
                  <a16:creationId xmlns:a16="http://schemas.microsoft.com/office/drawing/2014/main" id="{349FCF9E-7986-4A42-B646-321CC15D3541}"/>
                </a:ext>
              </a:extLst>
            </p:cNvPr>
            <p:cNvSpPr/>
            <p:nvPr/>
          </p:nvSpPr>
          <p:spPr>
            <a:xfrm>
              <a:off x="4229375" y="6078882"/>
              <a:ext cx="86321" cy="24437"/>
            </a:xfrm>
            <a:custGeom>
              <a:avLst/>
              <a:gdLst>
                <a:gd name="connsiteX0" fmla="*/ 0 w 68294"/>
                <a:gd name="connsiteY0" fmla="*/ 18502 h 18502"/>
                <a:gd name="connsiteX1" fmla="*/ 56417 w 68294"/>
                <a:gd name="connsiteY1" fmla="*/ 6625 h 18502"/>
                <a:gd name="connsiteX2" fmla="*/ 68294 w 68294"/>
                <a:gd name="connsiteY2" fmla="*/ 18502 h 18502"/>
              </a:gdLst>
              <a:ahLst/>
              <a:cxnLst>
                <a:cxn ang="0">
                  <a:pos x="connsiteX0" y="connsiteY0"/>
                </a:cxn>
                <a:cxn ang="0">
                  <a:pos x="connsiteX1" y="connsiteY1"/>
                </a:cxn>
                <a:cxn ang="0">
                  <a:pos x="connsiteX2" y="connsiteY2"/>
                </a:cxn>
              </a:cxnLst>
              <a:rect l="l" t="t" r="r" b="b"/>
              <a:pathLst>
                <a:path w="68294" h="18502">
                  <a:moveTo>
                    <a:pt x="0" y="18502"/>
                  </a:moveTo>
                  <a:cubicBezTo>
                    <a:pt x="12299" y="-356"/>
                    <a:pt x="37557" y="-5675"/>
                    <a:pt x="56417" y="6625"/>
                  </a:cubicBezTo>
                  <a:cubicBezTo>
                    <a:pt x="61157" y="9717"/>
                    <a:pt x="65202" y="13762"/>
                    <a:pt x="68294" y="18502"/>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69" name="任意多边形: 形状 1768">
              <a:extLst>
                <a:ext uri="{FF2B5EF4-FFF2-40B4-BE49-F238E27FC236}">
                  <a16:creationId xmlns:a16="http://schemas.microsoft.com/office/drawing/2014/main" id="{F0B61318-D314-486B-8CF4-676B4C10BEC6}"/>
                </a:ext>
              </a:extLst>
            </p:cNvPr>
            <p:cNvSpPr/>
            <p:nvPr/>
          </p:nvSpPr>
          <p:spPr>
            <a:xfrm>
              <a:off x="3554696" y="5962548"/>
              <a:ext cx="12039" cy="826261"/>
            </a:xfrm>
            <a:custGeom>
              <a:avLst/>
              <a:gdLst>
                <a:gd name="connsiteX0" fmla="*/ 0 w 9525"/>
                <a:gd name="connsiteY0" fmla="*/ 0 h 625602"/>
                <a:gd name="connsiteX1" fmla="*/ 0 w 9525"/>
                <a:gd name="connsiteY1" fmla="*/ 625602 h 625602"/>
              </a:gdLst>
              <a:ahLst/>
              <a:cxnLst>
                <a:cxn ang="0">
                  <a:pos x="connsiteX0" y="connsiteY0"/>
                </a:cxn>
                <a:cxn ang="0">
                  <a:pos x="connsiteX1" y="connsiteY1"/>
                </a:cxn>
              </a:cxnLst>
              <a:rect l="l" t="t" r="r" b="b"/>
              <a:pathLst>
                <a:path w="9525" h="625602">
                  <a:moveTo>
                    <a:pt x="0" y="0"/>
                  </a:moveTo>
                  <a:lnTo>
                    <a:pt x="0" y="625602"/>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70" name="任意多边形: 形状 1769">
              <a:extLst>
                <a:ext uri="{FF2B5EF4-FFF2-40B4-BE49-F238E27FC236}">
                  <a16:creationId xmlns:a16="http://schemas.microsoft.com/office/drawing/2014/main" id="{A6FA6752-4E0D-459C-89D2-8D34162EA58C}"/>
                </a:ext>
              </a:extLst>
            </p:cNvPr>
            <p:cNvSpPr/>
            <p:nvPr/>
          </p:nvSpPr>
          <p:spPr>
            <a:xfrm>
              <a:off x="7876423" y="5962548"/>
              <a:ext cx="760879" cy="12580"/>
            </a:xfrm>
            <a:custGeom>
              <a:avLst/>
              <a:gdLst>
                <a:gd name="connsiteX0" fmla="*/ 601980 w 601979"/>
                <a:gd name="connsiteY0" fmla="*/ 0 h 9525"/>
                <a:gd name="connsiteX1" fmla="*/ 0 w 601979"/>
                <a:gd name="connsiteY1" fmla="*/ 0 h 9525"/>
              </a:gdLst>
              <a:ahLst/>
              <a:cxnLst>
                <a:cxn ang="0">
                  <a:pos x="connsiteX0" y="connsiteY0"/>
                </a:cxn>
                <a:cxn ang="0">
                  <a:pos x="connsiteX1" y="connsiteY1"/>
                </a:cxn>
              </a:cxnLst>
              <a:rect l="l" t="t" r="r" b="b"/>
              <a:pathLst>
                <a:path w="601979" h="9525">
                  <a:moveTo>
                    <a:pt x="6019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71" name="任意多边形: 形状 1770">
              <a:extLst>
                <a:ext uri="{FF2B5EF4-FFF2-40B4-BE49-F238E27FC236}">
                  <a16:creationId xmlns:a16="http://schemas.microsoft.com/office/drawing/2014/main" id="{3B1BDCC3-7A93-43CF-AD0D-0B9E2309B82F}"/>
                </a:ext>
              </a:extLst>
            </p:cNvPr>
            <p:cNvSpPr/>
            <p:nvPr/>
          </p:nvSpPr>
          <p:spPr>
            <a:xfrm>
              <a:off x="7876423" y="6005447"/>
              <a:ext cx="760879" cy="12580"/>
            </a:xfrm>
            <a:custGeom>
              <a:avLst/>
              <a:gdLst>
                <a:gd name="connsiteX0" fmla="*/ 601980 w 601979"/>
                <a:gd name="connsiteY0" fmla="*/ 0 h 9525"/>
                <a:gd name="connsiteX1" fmla="*/ 0 w 601979"/>
                <a:gd name="connsiteY1" fmla="*/ 0 h 9525"/>
              </a:gdLst>
              <a:ahLst/>
              <a:cxnLst>
                <a:cxn ang="0">
                  <a:pos x="connsiteX0" y="connsiteY0"/>
                </a:cxn>
                <a:cxn ang="0">
                  <a:pos x="connsiteX1" y="connsiteY1"/>
                </a:cxn>
              </a:cxnLst>
              <a:rect l="l" t="t" r="r" b="b"/>
              <a:pathLst>
                <a:path w="601979" h="9525">
                  <a:moveTo>
                    <a:pt x="6019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72" name="任意多边形: 形状 1771">
              <a:extLst>
                <a:ext uri="{FF2B5EF4-FFF2-40B4-BE49-F238E27FC236}">
                  <a16:creationId xmlns:a16="http://schemas.microsoft.com/office/drawing/2014/main" id="{94ADAA1B-5580-4AD6-B3C3-9951FD773C69}"/>
                </a:ext>
              </a:extLst>
            </p:cNvPr>
            <p:cNvSpPr/>
            <p:nvPr/>
          </p:nvSpPr>
          <p:spPr>
            <a:xfrm>
              <a:off x="7876423" y="6038657"/>
              <a:ext cx="760879" cy="12580"/>
            </a:xfrm>
            <a:custGeom>
              <a:avLst/>
              <a:gdLst>
                <a:gd name="connsiteX0" fmla="*/ 601980 w 601979"/>
                <a:gd name="connsiteY0" fmla="*/ 0 h 9525"/>
                <a:gd name="connsiteX1" fmla="*/ 0 w 601979"/>
                <a:gd name="connsiteY1" fmla="*/ 0 h 9525"/>
              </a:gdLst>
              <a:ahLst/>
              <a:cxnLst>
                <a:cxn ang="0">
                  <a:pos x="connsiteX0" y="connsiteY0"/>
                </a:cxn>
                <a:cxn ang="0">
                  <a:pos x="connsiteX1" y="connsiteY1"/>
                </a:cxn>
              </a:cxnLst>
              <a:rect l="l" t="t" r="r" b="b"/>
              <a:pathLst>
                <a:path w="601979" h="9525">
                  <a:moveTo>
                    <a:pt x="6019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73" name="任意多边形: 形状 1772">
              <a:extLst>
                <a:ext uri="{FF2B5EF4-FFF2-40B4-BE49-F238E27FC236}">
                  <a16:creationId xmlns:a16="http://schemas.microsoft.com/office/drawing/2014/main" id="{58DDD206-5633-4F11-B5A7-FEA3958D7909}"/>
                </a:ext>
              </a:extLst>
            </p:cNvPr>
            <p:cNvSpPr/>
            <p:nvPr/>
          </p:nvSpPr>
          <p:spPr>
            <a:xfrm>
              <a:off x="7876423" y="5828948"/>
              <a:ext cx="12039" cy="959861"/>
            </a:xfrm>
            <a:custGeom>
              <a:avLst/>
              <a:gdLst>
                <a:gd name="connsiteX0" fmla="*/ 0 w 9525"/>
                <a:gd name="connsiteY0" fmla="*/ 0 h 726757"/>
                <a:gd name="connsiteX1" fmla="*/ 0 w 9525"/>
                <a:gd name="connsiteY1" fmla="*/ 726758 h 726757"/>
              </a:gdLst>
              <a:ahLst/>
              <a:cxnLst>
                <a:cxn ang="0">
                  <a:pos x="connsiteX0" y="connsiteY0"/>
                </a:cxn>
                <a:cxn ang="0">
                  <a:pos x="connsiteX1" y="connsiteY1"/>
                </a:cxn>
              </a:cxnLst>
              <a:rect l="l" t="t" r="r" b="b"/>
              <a:pathLst>
                <a:path w="9525" h="726757">
                  <a:moveTo>
                    <a:pt x="0" y="0"/>
                  </a:moveTo>
                  <a:lnTo>
                    <a:pt x="0" y="726758"/>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74" name="任意多边形: 形状 1773">
              <a:extLst>
                <a:ext uri="{FF2B5EF4-FFF2-40B4-BE49-F238E27FC236}">
                  <a16:creationId xmlns:a16="http://schemas.microsoft.com/office/drawing/2014/main" id="{4B154B02-2D38-449C-BAFC-12CFCA7C9F90}"/>
                </a:ext>
              </a:extLst>
            </p:cNvPr>
            <p:cNvSpPr/>
            <p:nvPr/>
          </p:nvSpPr>
          <p:spPr>
            <a:xfrm>
              <a:off x="7764339"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75" name="任意多边形: 形状 1774">
              <a:extLst>
                <a:ext uri="{FF2B5EF4-FFF2-40B4-BE49-F238E27FC236}">
                  <a16:creationId xmlns:a16="http://schemas.microsoft.com/office/drawing/2014/main" id="{096BAC5C-D2DF-4AFE-B634-472762091DC7}"/>
                </a:ext>
              </a:extLst>
            </p:cNvPr>
            <p:cNvSpPr/>
            <p:nvPr/>
          </p:nvSpPr>
          <p:spPr>
            <a:xfrm>
              <a:off x="7692224"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76" name="任意多边形: 形状 1775">
              <a:extLst>
                <a:ext uri="{FF2B5EF4-FFF2-40B4-BE49-F238E27FC236}">
                  <a16:creationId xmlns:a16="http://schemas.microsoft.com/office/drawing/2014/main" id="{ABD8DC1C-EB10-4429-8DE9-64A650DFAEF3}"/>
                </a:ext>
              </a:extLst>
            </p:cNvPr>
            <p:cNvSpPr/>
            <p:nvPr/>
          </p:nvSpPr>
          <p:spPr>
            <a:xfrm>
              <a:off x="7665376"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77" name="任意多边形: 形状 1776">
              <a:extLst>
                <a:ext uri="{FF2B5EF4-FFF2-40B4-BE49-F238E27FC236}">
                  <a16:creationId xmlns:a16="http://schemas.microsoft.com/office/drawing/2014/main" id="{C77D8234-9C13-46A5-8141-B40F929F117B}"/>
                </a:ext>
              </a:extLst>
            </p:cNvPr>
            <p:cNvSpPr/>
            <p:nvPr/>
          </p:nvSpPr>
          <p:spPr>
            <a:xfrm>
              <a:off x="7598799"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78" name="任意多边形: 形状 1777">
              <a:extLst>
                <a:ext uri="{FF2B5EF4-FFF2-40B4-BE49-F238E27FC236}">
                  <a16:creationId xmlns:a16="http://schemas.microsoft.com/office/drawing/2014/main" id="{14D335EC-F886-41AC-8CE7-6628231D230E}"/>
                </a:ext>
              </a:extLst>
            </p:cNvPr>
            <p:cNvSpPr/>
            <p:nvPr/>
          </p:nvSpPr>
          <p:spPr>
            <a:xfrm>
              <a:off x="7505374"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79" name="任意多边形: 形状 1778">
              <a:extLst>
                <a:ext uri="{FF2B5EF4-FFF2-40B4-BE49-F238E27FC236}">
                  <a16:creationId xmlns:a16="http://schemas.microsoft.com/office/drawing/2014/main" id="{C602B57B-3C61-49E5-A15D-E30DBBEFC7EE}"/>
                </a:ext>
              </a:extLst>
            </p:cNvPr>
            <p:cNvSpPr/>
            <p:nvPr/>
          </p:nvSpPr>
          <p:spPr>
            <a:xfrm>
              <a:off x="7411950"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80" name="任意多边形: 形状 1779">
              <a:extLst>
                <a:ext uri="{FF2B5EF4-FFF2-40B4-BE49-F238E27FC236}">
                  <a16:creationId xmlns:a16="http://schemas.microsoft.com/office/drawing/2014/main" id="{63CB89A4-9BCD-4029-80DC-F74060348609}"/>
                </a:ext>
              </a:extLst>
            </p:cNvPr>
            <p:cNvSpPr/>
            <p:nvPr/>
          </p:nvSpPr>
          <p:spPr>
            <a:xfrm>
              <a:off x="7572071"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81" name="任意多边形: 形状 1780">
              <a:extLst>
                <a:ext uri="{FF2B5EF4-FFF2-40B4-BE49-F238E27FC236}">
                  <a16:creationId xmlns:a16="http://schemas.microsoft.com/office/drawing/2014/main" id="{6AABE1D7-B17B-451A-885F-CCED101CA8D5}"/>
                </a:ext>
              </a:extLst>
            </p:cNvPr>
            <p:cNvSpPr/>
            <p:nvPr/>
          </p:nvSpPr>
          <p:spPr>
            <a:xfrm>
              <a:off x="7478647"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82" name="任意多边形: 形状 1781">
              <a:extLst>
                <a:ext uri="{FF2B5EF4-FFF2-40B4-BE49-F238E27FC236}">
                  <a16:creationId xmlns:a16="http://schemas.microsoft.com/office/drawing/2014/main" id="{09498875-676A-4D5A-8154-EE68E51B26D3}"/>
                </a:ext>
              </a:extLst>
            </p:cNvPr>
            <p:cNvSpPr/>
            <p:nvPr/>
          </p:nvSpPr>
          <p:spPr>
            <a:xfrm>
              <a:off x="7385222"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83" name="任意多边形: 形状 1782">
              <a:extLst>
                <a:ext uri="{FF2B5EF4-FFF2-40B4-BE49-F238E27FC236}">
                  <a16:creationId xmlns:a16="http://schemas.microsoft.com/office/drawing/2014/main" id="{7DE29287-92B8-4D2D-AF51-8C1AD6BF8B8D}"/>
                </a:ext>
              </a:extLst>
            </p:cNvPr>
            <p:cNvSpPr/>
            <p:nvPr/>
          </p:nvSpPr>
          <p:spPr>
            <a:xfrm>
              <a:off x="7310339"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84" name="任意多边形: 形状 1783">
              <a:extLst>
                <a:ext uri="{FF2B5EF4-FFF2-40B4-BE49-F238E27FC236}">
                  <a16:creationId xmlns:a16="http://schemas.microsoft.com/office/drawing/2014/main" id="{967C563A-B644-4CA3-A64E-D103EBBBEB47}"/>
                </a:ext>
              </a:extLst>
            </p:cNvPr>
            <p:cNvSpPr/>
            <p:nvPr/>
          </p:nvSpPr>
          <p:spPr>
            <a:xfrm>
              <a:off x="7692224" y="5968336"/>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85" name="任意多边形: 形状 1784">
              <a:extLst>
                <a:ext uri="{FF2B5EF4-FFF2-40B4-BE49-F238E27FC236}">
                  <a16:creationId xmlns:a16="http://schemas.microsoft.com/office/drawing/2014/main" id="{CE6DF1AB-B37B-4825-BF5C-7243411ED15E}"/>
                </a:ext>
              </a:extLst>
            </p:cNvPr>
            <p:cNvSpPr/>
            <p:nvPr/>
          </p:nvSpPr>
          <p:spPr>
            <a:xfrm>
              <a:off x="7596631" y="5968336"/>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86" name="任意多边形: 形状 1785">
              <a:extLst>
                <a:ext uri="{FF2B5EF4-FFF2-40B4-BE49-F238E27FC236}">
                  <a16:creationId xmlns:a16="http://schemas.microsoft.com/office/drawing/2014/main" id="{3F6673A6-2C62-4578-88CD-E0470517CC78}"/>
                </a:ext>
              </a:extLst>
            </p:cNvPr>
            <p:cNvSpPr/>
            <p:nvPr/>
          </p:nvSpPr>
          <p:spPr>
            <a:xfrm>
              <a:off x="7504411" y="5968336"/>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87" name="任意多边形: 形状 1786">
              <a:extLst>
                <a:ext uri="{FF2B5EF4-FFF2-40B4-BE49-F238E27FC236}">
                  <a16:creationId xmlns:a16="http://schemas.microsoft.com/office/drawing/2014/main" id="{C7129C8A-C2CE-4050-A6B1-4AEDEC50F7AA}"/>
                </a:ext>
              </a:extLst>
            </p:cNvPr>
            <p:cNvSpPr/>
            <p:nvPr/>
          </p:nvSpPr>
          <p:spPr>
            <a:xfrm>
              <a:off x="7411227" y="5968336"/>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88" name="任意多边形: 形状 1787">
              <a:extLst>
                <a:ext uri="{FF2B5EF4-FFF2-40B4-BE49-F238E27FC236}">
                  <a16:creationId xmlns:a16="http://schemas.microsoft.com/office/drawing/2014/main" id="{0DB7BB77-4F9A-4495-8D22-B32E7E293B03}"/>
                </a:ext>
              </a:extLst>
            </p:cNvPr>
            <p:cNvSpPr/>
            <p:nvPr/>
          </p:nvSpPr>
          <p:spPr>
            <a:xfrm>
              <a:off x="7310339" y="5968336"/>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89" name="任意多边形: 形状 1788">
              <a:extLst>
                <a:ext uri="{FF2B5EF4-FFF2-40B4-BE49-F238E27FC236}">
                  <a16:creationId xmlns:a16="http://schemas.microsoft.com/office/drawing/2014/main" id="{E2DED915-CC3F-42C7-B5F7-12C9F63CDF45}"/>
                </a:ext>
              </a:extLst>
            </p:cNvPr>
            <p:cNvSpPr/>
            <p:nvPr/>
          </p:nvSpPr>
          <p:spPr>
            <a:xfrm>
              <a:off x="7692224" y="5887445"/>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90" name="任意多边形: 形状 1789">
              <a:extLst>
                <a:ext uri="{FF2B5EF4-FFF2-40B4-BE49-F238E27FC236}">
                  <a16:creationId xmlns:a16="http://schemas.microsoft.com/office/drawing/2014/main" id="{182B36B3-77B1-4CFB-BBF7-9C698ED3A6AD}"/>
                </a:ext>
              </a:extLst>
            </p:cNvPr>
            <p:cNvSpPr/>
            <p:nvPr/>
          </p:nvSpPr>
          <p:spPr>
            <a:xfrm>
              <a:off x="7596631" y="5887445"/>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91" name="任意多边形: 形状 1790">
              <a:extLst>
                <a:ext uri="{FF2B5EF4-FFF2-40B4-BE49-F238E27FC236}">
                  <a16:creationId xmlns:a16="http://schemas.microsoft.com/office/drawing/2014/main" id="{97835EE7-92CF-46DB-A0D8-E131E629B740}"/>
                </a:ext>
              </a:extLst>
            </p:cNvPr>
            <p:cNvSpPr/>
            <p:nvPr/>
          </p:nvSpPr>
          <p:spPr>
            <a:xfrm>
              <a:off x="7504411" y="5887445"/>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92" name="任意多边形: 形状 1791">
              <a:extLst>
                <a:ext uri="{FF2B5EF4-FFF2-40B4-BE49-F238E27FC236}">
                  <a16:creationId xmlns:a16="http://schemas.microsoft.com/office/drawing/2014/main" id="{A504633D-2A01-4F74-BBCF-6B11FDB34C1C}"/>
                </a:ext>
              </a:extLst>
            </p:cNvPr>
            <p:cNvSpPr/>
            <p:nvPr/>
          </p:nvSpPr>
          <p:spPr>
            <a:xfrm>
              <a:off x="7411227" y="5887445"/>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93" name="任意多边形: 形状 1792">
              <a:extLst>
                <a:ext uri="{FF2B5EF4-FFF2-40B4-BE49-F238E27FC236}">
                  <a16:creationId xmlns:a16="http://schemas.microsoft.com/office/drawing/2014/main" id="{AFFCB8DC-6357-447B-96FE-04CB4FF9ED76}"/>
                </a:ext>
              </a:extLst>
            </p:cNvPr>
            <p:cNvSpPr/>
            <p:nvPr/>
          </p:nvSpPr>
          <p:spPr>
            <a:xfrm>
              <a:off x="7310339" y="5887445"/>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94" name="任意多边形: 形状 1793">
              <a:extLst>
                <a:ext uri="{FF2B5EF4-FFF2-40B4-BE49-F238E27FC236}">
                  <a16:creationId xmlns:a16="http://schemas.microsoft.com/office/drawing/2014/main" id="{FA3CE383-4987-47C5-AF8E-B103BE46FF2C}"/>
                </a:ext>
              </a:extLst>
            </p:cNvPr>
            <p:cNvSpPr/>
            <p:nvPr/>
          </p:nvSpPr>
          <p:spPr>
            <a:xfrm>
              <a:off x="7221850" y="5858638"/>
              <a:ext cx="654573" cy="12580"/>
            </a:xfrm>
            <a:custGeom>
              <a:avLst/>
              <a:gdLst>
                <a:gd name="connsiteX0" fmla="*/ 517874 w 517874"/>
                <a:gd name="connsiteY0" fmla="*/ 0 h 9525"/>
                <a:gd name="connsiteX1" fmla="*/ 0 w 517874"/>
                <a:gd name="connsiteY1" fmla="*/ 0 h 9525"/>
              </a:gdLst>
              <a:ahLst/>
              <a:cxnLst>
                <a:cxn ang="0">
                  <a:pos x="connsiteX0" y="connsiteY0"/>
                </a:cxn>
                <a:cxn ang="0">
                  <a:pos x="connsiteX1" y="connsiteY1"/>
                </a:cxn>
              </a:cxnLst>
              <a:rect l="l" t="t" r="r" b="b"/>
              <a:pathLst>
                <a:path w="517874" h="9525">
                  <a:moveTo>
                    <a:pt x="517874"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95" name="任意多边形: 形状 1794">
              <a:extLst>
                <a:ext uri="{FF2B5EF4-FFF2-40B4-BE49-F238E27FC236}">
                  <a16:creationId xmlns:a16="http://schemas.microsoft.com/office/drawing/2014/main" id="{61B040AE-5FF8-4C42-AA2F-F8443A091ECD}"/>
                </a:ext>
              </a:extLst>
            </p:cNvPr>
            <p:cNvSpPr/>
            <p:nvPr/>
          </p:nvSpPr>
          <p:spPr>
            <a:xfrm>
              <a:off x="7692224" y="6037526"/>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96" name="任意多边形: 形状 1795">
              <a:extLst>
                <a:ext uri="{FF2B5EF4-FFF2-40B4-BE49-F238E27FC236}">
                  <a16:creationId xmlns:a16="http://schemas.microsoft.com/office/drawing/2014/main" id="{0DD1019D-718B-4FF0-8F99-5E6F25460BF2}"/>
                </a:ext>
              </a:extLst>
            </p:cNvPr>
            <p:cNvSpPr/>
            <p:nvPr/>
          </p:nvSpPr>
          <p:spPr>
            <a:xfrm>
              <a:off x="7596631" y="6037526"/>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97" name="任意多边形: 形状 1796">
              <a:extLst>
                <a:ext uri="{FF2B5EF4-FFF2-40B4-BE49-F238E27FC236}">
                  <a16:creationId xmlns:a16="http://schemas.microsoft.com/office/drawing/2014/main" id="{F372896C-58D8-43BB-8782-832B90C1136A}"/>
                </a:ext>
              </a:extLst>
            </p:cNvPr>
            <p:cNvSpPr/>
            <p:nvPr/>
          </p:nvSpPr>
          <p:spPr>
            <a:xfrm>
              <a:off x="7504411" y="6037526"/>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98" name="任意多边形: 形状 1797">
              <a:extLst>
                <a:ext uri="{FF2B5EF4-FFF2-40B4-BE49-F238E27FC236}">
                  <a16:creationId xmlns:a16="http://schemas.microsoft.com/office/drawing/2014/main" id="{1BA871B0-C341-438B-84EB-2CD25DEDFD4D}"/>
                </a:ext>
              </a:extLst>
            </p:cNvPr>
            <p:cNvSpPr/>
            <p:nvPr/>
          </p:nvSpPr>
          <p:spPr>
            <a:xfrm>
              <a:off x="7411227" y="6037526"/>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99" name="任意多边形: 形状 1798">
              <a:extLst>
                <a:ext uri="{FF2B5EF4-FFF2-40B4-BE49-F238E27FC236}">
                  <a16:creationId xmlns:a16="http://schemas.microsoft.com/office/drawing/2014/main" id="{B6764506-74C3-4713-A92E-4214405AE86B}"/>
                </a:ext>
              </a:extLst>
            </p:cNvPr>
            <p:cNvSpPr/>
            <p:nvPr/>
          </p:nvSpPr>
          <p:spPr>
            <a:xfrm>
              <a:off x="7310339" y="6037526"/>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00" name="任意多边形: 形状 1799">
              <a:extLst>
                <a:ext uri="{FF2B5EF4-FFF2-40B4-BE49-F238E27FC236}">
                  <a16:creationId xmlns:a16="http://schemas.microsoft.com/office/drawing/2014/main" id="{77FD01B8-1F5F-4A17-AD52-3BBBA11B6E05}"/>
                </a:ext>
              </a:extLst>
            </p:cNvPr>
            <p:cNvSpPr/>
            <p:nvPr/>
          </p:nvSpPr>
          <p:spPr>
            <a:xfrm>
              <a:off x="7692224" y="6128103"/>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01" name="任意多边形: 形状 1800">
              <a:extLst>
                <a:ext uri="{FF2B5EF4-FFF2-40B4-BE49-F238E27FC236}">
                  <a16:creationId xmlns:a16="http://schemas.microsoft.com/office/drawing/2014/main" id="{78D77900-5BD1-4C5E-B413-3656EF33164D}"/>
                </a:ext>
              </a:extLst>
            </p:cNvPr>
            <p:cNvSpPr/>
            <p:nvPr/>
          </p:nvSpPr>
          <p:spPr>
            <a:xfrm>
              <a:off x="7596631" y="6128103"/>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02" name="任意多边形: 形状 1801">
              <a:extLst>
                <a:ext uri="{FF2B5EF4-FFF2-40B4-BE49-F238E27FC236}">
                  <a16:creationId xmlns:a16="http://schemas.microsoft.com/office/drawing/2014/main" id="{EBC13808-5A9E-465B-98B7-39250E2B37E3}"/>
                </a:ext>
              </a:extLst>
            </p:cNvPr>
            <p:cNvSpPr/>
            <p:nvPr/>
          </p:nvSpPr>
          <p:spPr>
            <a:xfrm>
              <a:off x="7504411" y="6128103"/>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03" name="任意多边形: 形状 1802">
              <a:extLst>
                <a:ext uri="{FF2B5EF4-FFF2-40B4-BE49-F238E27FC236}">
                  <a16:creationId xmlns:a16="http://schemas.microsoft.com/office/drawing/2014/main" id="{27D04B77-5CD6-407C-9512-5C5A2140EFC8}"/>
                </a:ext>
              </a:extLst>
            </p:cNvPr>
            <p:cNvSpPr/>
            <p:nvPr/>
          </p:nvSpPr>
          <p:spPr>
            <a:xfrm>
              <a:off x="7411227" y="6128103"/>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04" name="任意多边形: 形状 1803">
              <a:extLst>
                <a:ext uri="{FF2B5EF4-FFF2-40B4-BE49-F238E27FC236}">
                  <a16:creationId xmlns:a16="http://schemas.microsoft.com/office/drawing/2014/main" id="{EF8A4EFB-97E4-43AC-9A15-C9E095CA34D8}"/>
                </a:ext>
              </a:extLst>
            </p:cNvPr>
            <p:cNvSpPr/>
            <p:nvPr/>
          </p:nvSpPr>
          <p:spPr>
            <a:xfrm>
              <a:off x="7310339" y="6128103"/>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05" name="任意多边形: 形状 1804">
              <a:extLst>
                <a:ext uri="{FF2B5EF4-FFF2-40B4-BE49-F238E27FC236}">
                  <a16:creationId xmlns:a16="http://schemas.microsoft.com/office/drawing/2014/main" id="{A95A6C3F-3E48-4B76-9567-6FECFCD9EB92}"/>
                </a:ext>
              </a:extLst>
            </p:cNvPr>
            <p:cNvSpPr/>
            <p:nvPr/>
          </p:nvSpPr>
          <p:spPr>
            <a:xfrm>
              <a:off x="7692224" y="6210880"/>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06" name="任意多边形: 形状 1805">
              <a:extLst>
                <a:ext uri="{FF2B5EF4-FFF2-40B4-BE49-F238E27FC236}">
                  <a16:creationId xmlns:a16="http://schemas.microsoft.com/office/drawing/2014/main" id="{7079872F-B2BD-4336-AD4E-F1F3DFC198D6}"/>
                </a:ext>
              </a:extLst>
            </p:cNvPr>
            <p:cNvSpPr/>
            <p:nvPr/>
          </p:nvSpPr>
          <p:spPr>
            <a:xfrm>
              <a:off x="7596631" y="6210880"/>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07" name="任意多边形: 形状 1806">
              <a:extLst>
                <a:ext uri="{FF2B5EF4-FFF2-40B4-BE49-F238E27FC236}">
                  <a16:creationId xmlns:a16="http://schemas.microsoft.com/office/drawing/2014/main" id="{6E056118-07E4-4F40-B214-E19961C0F69D}"/>
                </a:ext>
              </a:extLst>
            </p:cNvPr>
            <p:cNvSpPr/>
            <p:nvPr/>
          </p:nvSpPr>
          <p:spPr>
            <a:xfrm>
              <a:off x="7504411" y="6210880"/>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08" name="任意多边形: 形状 1807">
              <a:extLst>
                <a:ext uri="{FF2B5EF4-FFF2-40B4-BE49-F238E27FC236}">
                  <a16:creationId xmlns:a16="http://schemas.microsoft.com/office/drawing/2014/main" id="{449CAD4A-9AF0-4D69-B8CC-AD2A639003D1}"/>
                </a:ext>
              </a:extLst>
            </p:cNvPr>
            <p:cNvSpPr/>
            <p:nvPr/>
          </p:nvSpPr>
          <p:spPr>
            <a:xfrm>
              <a:off x="7411227" y="6210880"/>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09" name="任意多边形: 形状 1808">
              <a:extLst>
                <a:ext uri="{FF2B5EF4-FFF2-40B4-BE49-F238E27FC236}">
                  <a16:creationId xmlns:a16="http://schemas.microsoft.com/office/drawing/2014/main" id="{7DC05ABB-59FA-4B72-A4E6-812A66ADC289}"/>
                </a:ext>
              </a:extLst>
            </p:cNvPr>
            <p:cNvSpPr/>
            <p:nvPr/>
          </p:nvSpPr>
          <p:spPr>
            <a:xfrm>
              <a:off x="7310339" y="6210880"/>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10" name="任意多边形: 形状 1809">
              <a:extLst>
                <a:ext uri="{FF2B5EF4-FFF2-40B4-BE49-F238E27FC236}">
                  <a16:creationId xmlns:a16="http://schemas.microsoft.com/office/drawing/2014/main" id="{F50B533B-1524-4C44-9C61-700403132E04}"/>
                </a:ext>
              </a:extLst>
            </p:cNvPr>
            <p:cNvSpPr/>
            <p:nvPr/>
          </p:nvSpPr>
          <p:spPr>
            <a:xfrm>
              <a:off x="7692224" y="6304476"/>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11" name="任意多边形: 形状 1810">
              <a:extLst>
                <a:ext uri="{FF2B5EF4-FFF2-40B4-BE49-F238E27FC236}">
                  <a16:creationId xmlns:a16="http://schemas.microsoft.com/office/drawing/2014/main" id="{544F021F-2B3D-44A0-8C6E-3E80483DFAAF}"/>
                </a:ext>
              </a:extLst>
            </p:cNvPr>
            <p:cNvSpPr/>
            <p:nvPr/>
          </p:nvSpPr>
          <p:spPr>
            <a:xfrm>
              <a:off x="7596631" y="6304476"/>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12" name="任意多边形: 形状 1811">
              <a:extLst>
                <a:ext uri="{FF2B5EF4-FFF2-40B4-BE49-F238E27FC236}">
                  <a16:creationId xmlns:a16="http://schemas.microsoft.com/office/drawing/2014/main" id="{76275557-AA17-4A58-B0A6-AE0244447A4C}"/>
                </a:ext>
              </a:extLst>
            </p:cNvPr>
            <p:cNvSpPr/>
            <p:nvPr/>
          </p:nvSpPr>
          <p:spPr>
            <a:xfrm>
              <a:off x="7504411" y="6304476"/>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13" name="任意多边形: 形状 1812">
              <a:extLst>
                <a:ext uri="{FF2B5EF4-FFF2-40B4-BE49-F238E27FC236}">
                  <a16:creationId xmlns:a16="http://schemas.microsoft.com/office/drawing/2014/main" id="{6E3A29CE-82AC-4260-9E5E-0622ED637669}"/>
                </a:ext>
              </a:extLst>
            </p:cNvPr>
            <p:cNvSpPr/>
            <p:nvPr/>
          </p:nvSpPr>
          <p:spPr>
            <a:xfrm>
              <a:off x="7411227" y="6304476"/>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14" name="任意多边形: 形状 1813">
              <a:extLst>
                <a:ext uri="{FF2B5EF4-FFF2-40B4-BE49-F238E27FC236}">
                  <a16:creationId xmlns:a16="http://schemas.microsoft.com/office/drawing/2014/main" id="{3052B1F4-DB76-4B78-8418-BFF5E1BDFE5E}"/>
                </a:ext>
              </a:extLst>
            </p:cNvPr>
            <p:cNvSpPr/>
            <p:nvPr/>
          </p:nvSpPr>
          <p:spPr>
            <a:xfrm>
              <a:off x="7310339" y="6304476"/>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15" name="任意多边形: 形状 1814">
              <a:extLst>
                <a:ext uri="{FF2B5EF4-FFF2-40B4-BE49-F238E27FC236}">
                  <a16:creationId xmlns:a16="http://schemas.microsoft.com/office/drawing/2014/main" id="{2C4C1499-4128-4D0E-841B-4FF039321689}"/>
                </a:ext>
              </a:extLst>
            </p:cNvPr>
            <p:cNvSpPr/>
            <p:nvPr/>
          </p:nvSpPr>
          <p:spPr>
            <a:xfrm>
              <a:off x="7692224" y="6381467"/>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16" name="任意多边形: 形状 1815">
              <a:extLst>
                <a:ext uri="{FF2B5EF4-FFF2-40B4-BE49-F238E27FC236}">
                  <a16:creationId xmlns:a16="http://schemas.microsoft.com/office/drawing/2014/main" id="{37F590E9-AA8A-4EF4-9E5A-14C1DC758356}"/>
                </a:ext>
              </a:extLst>
            </p:cNvPr>
            <p:cNvSpPr/>
            <p:nvPr/>
          </p:nvSpPr>
          <p:spPr>
            <a:xfrm>
              <a:off x="7596631" y="6381467"/>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17" name="任意多边形: 形状 1816">
              <a:extLst>
                <a:ext uri="{FF2B5EF4-FFF2-40B4-BE49-F238E27FC236}">
                  <a16:creationId xmlns:a16="http://schemas.microsoft.com/office/drawing/2014/main" id="{7ECFE487-0C98-4373-A9D0-E75091A7BF6D}"/>
                </a:ext>
              </a:extLst>
            </p:cNvPr>
            <p:cNvSpPr/>
            <p:nvPr/>
          </p:nvSpPr>
          <p:spPr>
            <a:xfrm>
              <a:off x="7504411" y="6381467"/>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18" name="任意多边形: 形状 1817">
              <a:extLst>
                <a:ext uri="{FF2B5EF4-FFF2-40B4-BE49-F238E27FC236}">
                  <a16:creationId xmlns:a16="http://schemas.microsoft.com/office/drawing/2014/main" id="{EB89760C-9EEA-4681-BE61-FDC4B4DFF5A9}"/>
                </a:ext>
              </a:extLst>
            </p:cNvPr>
            <p:cNvSpPr/>
            <p:nvPr/>
          </p:nvSpPr>
          <p:spPr>
            <a:xfrm>
              <a:off x="7411227" y="6381467"/>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19" name="任意多边形: 形状 1818">
              <a:extLst>
                <a:ext uri="{FF2B5EF4-FFF2-40B4-BE49-F238E27FC236}">
                  <a16:creationId xmlns:a16="http://schemas.microsoft.com/office/drawing/2014/main" id="{72F7E8CE-DCA8-43B9-AADB-EEA31E258461}"/>
                </a:ext>
              </a:extLst>
            </p:cNvPr>
            <p:cNvSpPr/>
            <p:nvPr/>
          </p:nvSpPr>
          <p:spPr>
            <a:xfrm>
              <a:off x="7310339" y="6381467"/>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20" name="任意多边形: 形状 1819">
              <a:extLst>
                <a:ext uri="{FF2B5EF4-FFF2-40B4-BE49-F238E27FC236}">
                  <a16:creationId xmlns:a16="http://schemas.microsoft.com/office/drawing/2014/main" id="{8D235098-DA53-491B-B942-6FA78C707215}"/>
                </a:ext>
              </a:extLst>
            </p:cNvPr>
            <p:cNvSpPr/>
            <p:nvPr/>
          </p:nvSpPr>
          <p:spPr>
            <a:xfrm>
              <a:off x="7692224" y="6479717"/>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21" name="任意多边形: 形状 1820">
              <a:extLst>
                <a:ext uri="{FF2B5EF4-FFF2-40B4-BE49-F238E27FC236}">
                  <a16:creationId xmlns:a16="http://schemas.microsoft.com/office/drawing/2014/main" id="{B8D93C8F-0444-4932-B0CE-AAD515A3D68B}"/>
                </a:ext>
              </a:extLst>
            </p:cNvPr>
            <p:cNvSpPr/>
            <p:nvPr/>
          </p:nvSpPr>
          <p:spPr>
            <a:xfrm>
              <a:off x="7596631" y="6479717"/>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22" name="任意多边形: 形状 1821">
              <a:extLst>
                <a:ext uri="{FF2B5EF4-FFF2-40B4-BE49-F238E27FC236}">
                  <a16:creationId xmlns:a16="http://schemas.microsoft.com/office/drawing/2014/main" id="{0044A4F7-BD32-4AC0-9EE8-0C0021DDAB3B}"/>
                </a:ext>
              </a:extLst>
            </p:cNvPr>
            <p:cNvSpPr/>
            <p:nvPr/>
          </p:nvSpPr>
          <p:spPr>
            <a:xfrm>
              <a:off x="7504411" y="6479717"/>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23" name="任意多边形: 形状 1822">
              <a:extLst>
                <a:ext uri="{FF2B5EF4-FFF2-40B4-BE49-F238E27FC236}">
                  <a16:creationId xmlns:a16="http://schemas.microsoft.com/office/drawing/2014/main" id="{06FD1670-B834-4C63-BF4A-94687046360F}"/>
                </a:ext>
              </a:extLst>
            </p:cNvPr>
            <p:cNvSpPr/>
            <p:nvPr/>
          </p:nvSpPr>
          <p:spPr>
            <a:xfrm>
              <a:off x="7411227" y="6479717"/>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24" name="任意多边形: 形状 1823">
              <a:extLst>
                <a:ext uri="{FF2B5EF4-FFF2-40B4-BE49-F238E27FC236}">
                  <a16:creationId xmlns:a16="http://schemas.microsoft.com/office/drawing/2014/main" id="{ABCE5274-931B-472A-8962-63635063ECFD}"/>
                </a:ext>
              </a:extLst>
            </p:cNvPr>
            <p:cNvSpPr/>
            <p:nvPr/>
          </p:nvSpPr>
          <p:spPr>
            <a:xfrm>
              <a:off x="7310339" y="6479717"/>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25" name="任意多边形: 形状 1824">
              <a:extLst>
                <a:ext uri="{FF2B5EF4-FFF2-40B4-BE49-F238E27FC236}">
                  <a16:creationId xmlns:a16="http://schemas.microsoft.com/office/drawing/2014/main" id="{3594A260-B959-4A6F-A5A7-5B30BB254B3B}"/>
                </a:ext>
              </a:extLst>
            </p:cNvPr>
            <p:cNvSpPr/>
            <p:nvPr/>
          </p:nvSpPr>
          <p:spPr>
            <a:xfrm>
              <a:off x="7692224" y="6553814"/>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26" name="任意多边形: 形状 1825">
              <a:extLst>
                <a:ext uri="{FF2B5EF4-FFF2-40B4-BE49-F238E27FC236}">
                  <a16:creationId xmlns:a16="http://schemas.microsoft.com/office/drawing/2014/main" id="{72C6B481-97D7-44B8-973B-66F96C47CC11}"/>
                </a:ext>
              </a:extLst>
            </p:cNvPr>
            <p:cNvSpPr/>
            <p:nvPr/>
          </p:nvSpPr>
          <p:spPr>
            <a:xfrm>
              <a:off x="7596631" y="6553814"/>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27" name="任意多边形: 形状 1826">
              <a:extLst>
                <a:ext uri="{FF2B5EF4-FFF2-40B4-BE49-F238E27FC236}">
                  <a16:creationId xmlns:a16="http://schemas.microsoft.com/office/drawing/2014/main" id="{EED936F1-81A6-42BC-BC1A-8B4B641CBD77}"/>
                </a:ext>
              </a:extLst>
            </p:cNvPr>
            <p:cNvSpPr/>
            <p:nvPr/>
          </p:nvSpPr>
          <p:spPr>
            <a:xfrm>
              <a:off x="7504411" y="6553814"/>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28" name="任意多边形: 形状 1827">
              <a:extLst>
                <a:ext uri="{FF2B5EF4-FFF2-40B4-BE49-F238E27FC236}">
                  <a16:creationId xmlns:a16="http://schemas.microsoft.com/office/drawing/2014/main" id="{A9B6ED77-0C02-4A65-B887-8B938F0D06EE}"/>
                </a:ext>
              </a:extLst>
            </p:cNvPr>
            <p:cNvSpPr/>
            <p:nvPr/>
          </p:nvSpPr>
          <p:spPr>
            <a:xfrm>
              <a:off x="7411227" y="6553814"/>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29" name="任意多边形: 形状 1828">
              <a:extLst>
                <a:ext uri="{FF2B5EF4-FFF2-40B4-BE49-F238E27FC236}">
                  <a16:creationId xmlns:a16="http://schemas.microsoft.com/office/drawing/2014/main" id="{85D9F2CD-5208-4253-9ABF-CC48E61B653A}"/>
                </a:ext>
              </a:extLst>
            </p:cNvPr>
            <p:cNvSpPr/>
            <p:nvPr/>
          </p:nvSpPr>
          <p:spPr>
            <a:xfrm>
              <a:off x="7310339" y="6553814"/>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30" name="任意多边形: 形状 1829">
              <a:extLst>
                <a:ext uri="{FF2B5EF4-FFF2-40B4-BE49-F238E27FC236}">
                  <a16:creationId xmlns:a16="http://schemas.microsoft.com/office/drawing/2014/main" id="{915F6A91-4090-4391-A3EE-67143AD88C4E}"/>
                </a:ext>
              </a:extLst>
            </p:cNvPr>
            <p:cNvSpPr/>
            <p:nvPr/>
          </p:nvSpPr>
          <p:spPr>
            <a:xfrm>
              <a:off x="7692224" y="6653070"/>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31" name="任意多边形: 形状 1830">
              <a:extLst>
                <a:ext uri="{FF2B5EF4-FFF2-40B4-BE49-F238E27FC236}">
                  <a16:creationId xmlns:a16="http://schemas.microsoft.com/office/drawing/2014/main" id="{F965F1BB-C6B4-47B3-8E7C-2790A62C7202}"/>
                </a:ext>
              </a:extLst>
            </p:cNvPr>
            <p:cNvSpPr/>
            <p:nvPr/>
          </p:nvSpPr>
          <p:spPr>
            <a:xfrm>
              <a:off x="7596631" y="6653070"/>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32" name="任意多边形: 形状 1831">
              <a:extLst>
                <a:ext uri="{FF2B5EF4-FFF2-40B4-BE49-F238E27FC236}">
                  <a16:creationId xmlns:a16="http://schemas.microsoft.com/office/drawing/2014/main" id="{4997210F-D347-42E2-8E11-27DEAE5645A6}"/>
                </a:ext>
              </a:extLst>
            </p:cNvPr>
            <p:cNvSpPr/>
            <p:nvPr/>
          </p:nvSpPr>
          <p:spPr>
            <a:xfrm>
              <a:off x="7504411" y="6653070"/>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33" name="任意多边形: 形状 1832">
              <a:extLst>
                <a:ext uri="{FF2B5EF4-FFF2-40B4-BE49-F238E27FC236}">
                  <a16:creationId xmlns:a16="http://schemas.microsoft.com/office/drawing/2014/main" id="{FD551B5B-7CD0-4596-83B6-437EFA8CB1E4}"/>
                </a:ext>
              </a:extLst>
            </p:cNvPr>
            <p:cNvSpPr/>
            <p:nvPr/>
          </p:nvSpPr>
          <p:spPr>
            <a:xfrm>
              <a:off x="7411227" y="6653070"/>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34" name="任意多边形: 形状 1833">
              <a:extLst>
                <a:ext uri="{FF2B5EF4-FFF2-40B4-BE49-F238E27FC236}">
                  <a16:creationId xmlns:a16="http://schemas.microsoft.com/office/drawing/2014/main" id="{AADFF044-D36E-4024-AA34-10246C039323}"/>
                </a:ext>
              </a:extLst>
            </p:cNvPr>
            <p:cNvSpPr/>
            <p:nvPr/>
          </p:nvSpPr>
          <p:spPr>
            <a:xfrm>
              <a:off x="7310339" y="6653070"/>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35" name="任意多边形: 形状 1834">
              <a:extLst>
                <a:ext uri="{FF2B5EF4-FFF2-40B4-BE49-F238E27FC236}">
                  <a16:creationId xmlns:a16="http://schemas.microsoft.com/office/drawing/2014/main" id="{A1D0838F-1F7B-42BD-85D0-E4C3BD2BED70}"/>
                </a:ext>
              </a:extLst>
            </p:cNvPr>
            <p:cNvSpPr/>
            <p:nvPr/>
          </p:nvSpPr>
          <p:spPr>
            <a:xfrm>
              <a:off x="7221850" y="5828948"/>
              <a:ext cx="654573" cy="12580"/>
            </a:xfrm>
            <a:custGeom>
              <a:avLst/>
              <a:gdLst>
                <a:gd name="connsiteX0" fmla="*/ 517874 w 517874"/>
                <a:gd name="connsiteY0" fmla="*/ 0 h 9525"/>
                <a:gd name="connsiteX1" fmla="*/ 0 w 517874"/>
                <a:gd name="connsiteY1" fmla="*/ 0 h 9525"/>
              </a:gdLst>
              <a:ahLst/>
              <a:cxnLst>
                <a:cxn ang="0">
                  <a:pos x="connsiteX0" y="connsiteY0"/>
                </a:cxn>
                <a:cxn ang="0">
                  <a:pos x="connsiteX1" y="connsiteY1"/>
                </a:cxn>
              </a:cxnLst>
              <a:rect l="l" t="t" r="r" b="b"/>
              <a:pathLst>
                <a:path w="517874" h="9525">
                  <a:moveTo>
                    <a:pt x="517874"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36" name="任意多边形: 形状 1835">
              <a:extLst>
                <a:ext uri="{FF2B5EF4-FFF2-40B4-BE49-F238E27FC236}">
                  <a16:creationId xmlns:a16="http://schemas.microsoft.com/office/drawing/2014/main" id="{D62E030B-0DC2-46C5-87CE-835300FD5689}"/>
                </a:ext>
              </a:extLst>
            </p:cNvPr>
            <p:cNvSpPr/>
            <p:nvPr/>
          </p:nvSpPr>
          <p:spPr>
            <a:xfrm>
              <a:off x="7221850" y="5758373"/>
              <a:ext cx="694904" cy="33463"/>
            </a:xfrm>
            <a:custGeom>
              <a:avLst/>
              <a:gdLst>
                <a:gd name="connsiteX0" fmla="*/ 0 w 549782"/>
                <a:gd name="connsiteY0" fmla="*/ 0 h 25336"/>
                <a:gd name="connsiteX1" fmla="*/ 549783 w 549782"/>
                <a:gd name="connsiteY1" fmla="*/ 0 h 25336"/>
                <a:gd name="connsiteX2" fmla="*/ 549783 w 549782"/>
                <a:gd name="connsiteY2" fmla="*/ 25337 h 25336"/>
                <a:gd name="connsiteX3" fmla="*/ 0 w 549782"/>
                <a:gd name="connsiteY3" fmla="*/ 25337 h 25336"/>
              </a:gdLst>
              <a:ahLst/>
              <a:cxnLst>
                <a:cxn ang="0">
                  <a:pos x="connsiteX0" y="connsiteY0"/>
                </a:cxn>
                <a:cxn ang="0">
                  <a:pos x="connsiteX1" y="connsiteY1"/>
                </a:cxn>
                <a:cxn ang="0">
                  <a:pos x="connsiteX2" y="connsiteY2"/>
                </a:cxn>
                <a:cxn ang="0">
                  <a:pos x="connsiteX3" y="connsiteY3"/>
                </a:cxn>
              </a:cxnLst>
              <a:rect l="l" t="t" r="r" b="b"/>
              <a:pathLst>
                <a:path w="549782" h="25336">
                  <a:moveTo>
                    <a:pt x="0" y="0"/>
                  </a:moveTo>
                  <a:lnTo>
                    <a:pt x="549783" y="0"/>
                  </a:lnTo>
                  <a:lnTo>
                    <a:pt x="549783" y="25337"/>
                  </a:lnTo>
                  <a:lnTo>
                    <a:pt x="0" y="25337"/>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37" name="任意多边形: 形状 1836">
              <a:extLst>
                <a:ext uri="{FF2B5EF4-FFF2-40B4-BE49-F238E27FC236}">
                  <a16:creationId xmlns:a16="http://schemas.microsoft.com/office/drawing/2014/main" id="{948C7D7C-0325-4FE9-8F32-B2358C1B216F}"/>
                </a:ext>
              </a:extLst>
            </p:cNvPr>
            <p:cNvSpPr/>
            <p:nvPr/>
          </p:nvSpPr>
          <p:spPr>
            <a:xfrm>
              <a:off x="7221850" y="5791837"/>
              <a:ext cx="670224" cy="37111"/>
            </a:xfrm>
            <a:custGeom>
              <a:avLst/>
              <a:gdLst>
                <a:gd name="connsiteX0" fmla="*/ 0 w 530256"/>
                <a:gd name="connsiteY0" fmla="*/ 0 h 28098"/>
                <a:gd name="connsiteX1" fmla="*/ 530257 w 530256"/>
                <a:gd name="connsiteY1" fmla="*/ 0 h 28098"/>
                <a:gd name="connsiteX2" fmla="*/ 530257 w 530256"/>
                <a:gd name="connsiteY2" fmla="*/ 28099 h 28098"/>
                <a:gd name="connsiteX3" fmla="*/ 0 w 530256"/>
                <a:gd name="connsiteY3" fmla="*/ 28099 h 28098"/>
              </a:gdLst>
              <a:ahLst/>
              <a:cxnLst>
                <a:cxn ang="0">
                  <a:pos x="connsiteX0" y="connsiteY0"/>
                </a:cxn>
                <a:cxn ang="0">
                  <a:pos x="connsiteX1" y="connsiteY1"/>
                </a:cxn>
                <a:cxn ang="0">
                  <a:pos x="connsiteX2" y="connsiteY2"/>
                </a:cxn>
                <a:cxn ang="0">
                  <a:pos x="connsiteX3" y="connsiteY3"/>
                </a:cxn>
              </a:cxnLst>
              <a:rect l="l" t="t" r="r" b="b"/>
              <a:pathLst>
                <a:path w="530256" h="28098">
                  <a:moveTo>
                    <a:pt x="0" y="0"/>
                  </a:moveTo>
                  <a:lnTo>
                    <a:pt x="530257" y="0"/>
                  </a:lnTo>
                  <a:lnTo>
                    <a:pt x="530257" y="28099"/>
                  </a:lnTo>
                  <a:lnTo>
                    <a:pt x="0" y="28099"/>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38" name="任意多边形: 形状 1837">
              <a:extLst>
                <a:ext uri="{FF2B5EF4-FFF2-40B4-BE49-F238E27FC236}">
                  <a16:creationId xmlns:a16="http://schemas.microsoft.com/office/drawing/2014/main" id="{13B81844-A245-4D07-8AA8-7DDF3CB239AE}"/>
                </a:ext>
              </a:extLst>
            </p:cNvPr>
            <p:cNvSpPr/>
            <p:nvPr/>
          </p:nvSpPr>
          <p:spPr>
            <a:xfrm>
              <a:off x="7729906" y="5791837"/>
              <a:ext cx="12039" cy="37111"/>
            </a:xfrm>
            <a:custGeom>
              <a:avLst/>
              <a:gdLst>
                <a:gd name="connsiteX0" fmla="*/ 0 w 9525"/>
                <a:gd name="connsiteY0" fmla="*/ 0 h 28098"/>
                <a:gd name="connsiteX1" fmla="*/ 0 w 9525"/>
                <a:gd name="connsiteY1" fmla="*/ 28099 h 28098"/>
              </a:gdLst>
              <a:ahLst/>
              <a:cxnLst>
                <a:cxn ang="0">
                  <a:pos x="connsiteX0" y="connsiteY0"/>
                </a:cxn>
                <a:cxn ang="0">
                  <a:pos x="connsiteX1" y="connsiteY1"/>
                </a:cxn>
              </a:cxnLst>
              <a:rect l="l" t="t" r="r" b="b"/>
              <a:pathLst>
                <a:path w="9525" h="28098">
                  <a:moveTo>
                    <a:pt x="0" y="0"/>
                  </a:moveTo>
                  <a:lnTo>
                    <a:pt x="0" y="2809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39" name="任意多边形: 形状 1838">
              <a:extLst>
                <a:ext uri="{FF2B5EF4-FFF2-40B4-BE49-F238E27FC236}">
                  <a16:creationId xmlns:a16="http://schemas.microsoft.com/office/drawing/2014/main" id="{A30D5BD3-163F-4E96-BC4E-F220C9E75F63}"/>
                </a:ext>
              </a:extLst>
            </p:cNvPr>
            <p:cNvSpPr/>
            <p:nvPr/>
          </p:nvSpPr>
          <p:spPr>
            <a:xfrm>
              <a:off x="7538723" y="5791837"/>
              <a:ext cx="12039" cy="37111"/>
            </a:xfrm>
            <a:custGeom>
              <a:avLst/>
              <a:gdLst>
                <a:gd name="connsiteX0" fmla="*/ 0 w 9525"/>
                <a:gd name="connsiteY0" fmla="*/ 0 h 28098"/>
                <a:gd name="connsiteX1" fmla="*/ 0 w 9525"/>
                <a:gd name="connsiteY1" fmla="*/ 28099 h 28098"/>
              </a:gdLst>
              <a:ahLst/>
              <a:cxnLst>
                <a:cxn ang="0">
                  <a:pos x="connsiteX0" y="connsiteY0"/>
                </a:cxn>
                <a:cxn ang="0">
                  <a:pos x="connsiteX1" y="connsiteY1"/>
                </a:cxn>
              </a:cxnLst>
              <a:rect l="l" t="t" r="r" b="b"/>
              <a:pathLst>
                <a:path w="9525" h="28098">
                  <a:moveTo>
                    <a:pt x="0" y="0"/>
                  </a:moveTo>
                  <a:lnTo>
                    <a:pt x="0" y="2809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40" name="任意多边形: 形状 1839">
              <a:extLst>
                <a:ext uri="{FF2B5EF4-FFF2-40B4-BE49-F238E27FC236}">
                  <a16:creationId xmlns:a16="http://schemas.microsoft.com/office/drawing/2014/main" id="{24E3E887-01CF-4467-B14D-59218FF8A991}"/>
                </a:ext>
              </a:extLst>
            </p:cNvPr>
            <p:cNvSpPr/>
            <p:nvPr/>
          </p:nvSpPr>
          <p:spPr>
            <a:xfrm>
              <a:off x="7347299" y="5791837"/>
              <a:ext cx="12039" cy="37111"/>
            </a:xfrm>
            <a:custGeom>
              <a:avLst/>
              <a:gdLst>
                <a:gd name="connsiteX0" fmla="*/ 0 w 9525"/>
                <a:gd name="connsiteY0" fmla="*/ 0 h 28098"/>
                <a:gd name="connsiteX1" fmla="*/ 0 w 9525"/>
                <a:gd name="connsiteY1" fmla="*/ 28099 h 28098"/>
              </a:gdLst>
              <a:ahLst/>
              <a:cxnLst>
                <a:cxn ang="0">
                  <a:pos x="connsiteX0" y="connsiteY0"/>
                </a:cxn>
                <a:cxn ang="0">
                  <a:pos x="connsiteX1" y="connsiteY1"/>
                </a:cxn>
              </a:cxnLst>
              <a:rect l="l" t="t" r="r" b="b"/>
              <a:pathLst>
                <a:path w="9525" h="28098">
                  <a:moveTo>
                    <a:pt x="0" y="0"/>
                  </a:moveTo>
                  <a:lnTo>
                    <a:pt x="0" y="2809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41" name="任意多边形: 形状 1840">
              <a:extLst>
                <a:ext uri="{FF2B5EF4-FFF2-40B4-BE49-F238E27FC236}">
                  <a16:creationId xmlns:a16="http://schemas.microsoft.com/office/drawing/2014/main" id="{D4A5B9A1-6E1E-4F68-A44C-A21F968C1F7E}"/>
                </a:ext>
              </a:extLst>
            </p:cNvPr>
            <p:cNvSpPr/>
            <p:nvPr/>
          </p:nvSpPr>
          <p:spPr>
            <a:xfrm>
              <a:off x="7962624"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42" name="任意多边形: 形状 1841">
              <a:extLst>
                <a:ext uri="{FF2B5EF4-FFF2-40B4-BE49-F238E27FC236}">
                  <a16:creationId xmlns:a16="http://schemas.microsoft.com/office/drawing/2014/main" id="{A995088A-CE26-4772-A417-3B5B7DDDF0D1}"/>
                </a:ext>
              </a:extLst>
            </p:cNvPr>
            <p:cNvSpPr/>
            <p:nvPr/>
          </p:nvSpPr>
          <p:spPr>
            <a:xfrm>
              <a:off x="7982249"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43" name="任意多边形: 形状 1842">
              <a:extLst>
                <a:ext uri="{FF2B5EF4-FFF2-40B4-BE49-F238E27FC236}">
                  <a16:creationId xmlns:a16="http://schemas.microsoft.com/office/drawing/2014/main" id="{2BCC1EC9-2EEB-4F75-ADA3-F5B599E5C69C}"/>
                </a:ext>
              </a:extLst>
            </p:cNvPr>
            <p:cNvSpPr/>
            <p:nvPr/>
          </p:nvSpPr>
          <p:spPr>
            <a:xfrm>
              <a:off x="8074108"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44" name="任意多边形: 形状 1843">
              <a:extLst>
                <a:ext uri="{FF2B5EF4-FFF2-40B4-BE49-F238E27FC236}">
                  <a16:creationId xmlns:a16="http://schemas.microsoft.com/office/drawing/2014/main" id="{09D3C266-5673-4D4C-98C7-A60918759AEC}"/>
                </a:ext>
              </a:extLst>
            </p:cNvPr>
            <p:cNvSpPr/>
            <p:nvPr/>
          </p:nvSpPr>
          <p:spPr>
            <a:xfrm>
              <a:off x="8093733"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45" name="任意多边形: 形状 1844">
              <a:extLst>
                <a:ext uri="{FF2B5EF4-FFF2-40B4-BE49-F238E27FC236}">
                  <a16:creationId xmlns:a16="http://schemas.microsoft.com/office/drawing/2014/main" id="{E7C5642A-15BB-4B64-86BC-08EA502EAB35}"/>
                </a:ext>
              </a:extLst>
            </p:cNvPr>
            <p:cNvSpPr/>
            <p:nvPr/>
          </p:nvSpPr>
          <p:spPr>
            <a:xfrm>
              <a:off x="8185471"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46" name="任意多边形: 形状 1845">
              <a:extLst>
                <a:ext uri="{FF2B5EF4-FFF2-40B4-BE49-F238E27FC236}">
                  <a16:creationId xmlns:a16="http://schemas.microsoft.com/office/drawing/2014/main" id="{3FC0A225-9C1D-4716-BA53-BA36EA577856}"/>
                </a:ext>
              </a:extLst>
            </p:cNvPr>
            <p:cNvSpPr/>
            <p:nvPr/>
          </p:nvSpPr>
          <p:spPr>
            <a:xfrm>
              <a:off x="8205215"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47" name="任意多边形: 形状 1846">
              <a:extLst>
                <a:ext uri="{FF2B5EF4-FFF2-40B4-BE49-F238E27FC236}">
                  <a16:creationId xmlns:a16="http://schemas.microsoft.com/office/drawing/2014/main" id="{32CA270C-8372-46B4-900F-2CC87D7F0BA6}"/>
                </a:ext>
              </a:extLst>
            </p:cNvPr>
            <p:cNvSpPr/>
            <p:nvPr/>
          </p:nvSpPr>
          <p:spPr>
            <a:xfrm>
              <a:off x="8296955"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48" name="任意多边形: 形状 1847">
              <a:extLst>
                <a:ext uri="{FF2B5EF4-FFF2-40B4-BE49-F238E27FC236}">
                  <a16:creationId xmlns:a16="http://schemas.microsoft.com/office/drawing/2014/main" id="{80D7F56E-0E45-4CCE-A9C9-A8DCC8410C75}"/>
                </a:ext>
              </a:extLst>
            </p:cNvPr>
            <p:cNvSpPr/>
            <p:nvPr/>
          </p:nvSpPr>
          <p:spPr>
            <a:xfrm>
              <a:off x="8316578"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49" name="任意多边形: 形状 1848">
              <a:extLst>
                <a:ext uri="{FF2B5EF4-FFF2-40B4-BE49-F238E27FC236}">
                  <a16:creationId xmlns:a16="http://schemas.microsoft.com/office/drawing/2014/main" id="{9CA40F6A-00D8-4EDE-B4C5-B9D4682547F7}"/>
                </a:ext>
              </a:extLst>
            </p:cNvPr>
            <p:cNvSpPr/>
            <p:nvPr/>
          </p:nvSpPr>
          <p:spPr>
            <a:xfrm>
              <a:off x="8408438"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50" name="任意多边形: 形状 1849">
              <a:extLst>
                <a:ext uri="{FF2B5EF4-FFF2-40B4-BE49-F238E27FC236}">
                  <a16:creationId xmlns:a16="http://schemas.microsoft.com/office/drawing/2014/main" id="{520C8F0E-3CCF-4D00-B2D9-735D1B5F43A1}"/>
                </a:ext>
              </a:extLst>
            </p:cNvPr>
            <p:cNvSpPr/>
            <p:nvPr/>
          </p:nvSpPr>
          <p:spPr>
            <a:xfrm>
              <a:off x="8428062"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51" name="任意多边形: 形状 1850">
              <a:extLst>
                <a:ext uri="{FF2B5EF4-FFF2-40B4-BE49-F238E27FC236}">
                  <a16:creationId xmlns:a16="http://schemas.microsoft.com/office/drawing/2014/main" id="{0682C2A1-E9D1-4007-BCB4-0E66BC9E79E5}"/>
                </a:ext>
              </a:extLst>
            </p:cNvPr>
            <p:cNvSpPr/>
            <p:nvPr/>
          </p:nvSpPr>
          <p:spPr>
            <a:xfrm>
              <a:off x="8519801"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52" name="任意多边形: 形状 1851">
              <a:extLst>
                <a:ext uri="{FF2B5EF4-FFF2-40B4-BE49-F238E27FC236}">
                  <a16:creationId xmlns:a16="http://schemas.microsoft.com/office/drawing/2014/main" id="{EB084904-10D0-43EE-82A8-ED67BD38A618}"/>
                </a:ext>
              </a:extLst>
            </p:cNvPr>
            <p:cNvSpPr/>
            <p:nvPr/>
          </p:nvSpPr>
          <p:spPr>
            <a:xfrm>
              <a:off x="8539545"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53" name="任意多边形: 形状 1852">
              <a:extLst>
                <a:ext uri="{FF2B5EF4-FFF2-40B4-BE49-F238E27FC236}">
                  <a16:creationId xmlns:a16="http://schemas.microsoft.com/office/drawing/2014/main" id="{9212049E-6FFD-4628-A453-48C15F2449A9}"/>
                </a:ext>
              </a:extLst>
            </p:cNvPr>
            <p:cNvSpPr/>
            <p:nvPr/>
          </p:nvSpPr>
          <p:spPr>
            <a:xfrm>
              <a:off x="8428062" y="6155904"/>
              <a:ext cx="91738" cy="12580"/>
            </a:xfrm>
            <a:custGeom>
              <a:avLst/>
              <a:gdLst>
                <a:gd name="connsiteX0" fmla="*/ 72580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54" name="任意多边形: 形状 1853">
              <a:extLst>
                <a:ext uri="{FF2B5EF4-FFF2-40B4-BE49-F238E27FC236}">
                  <a16:creationId xmlns:a16="http://schemas.microsoft.com/office/drawing/2014/main" id="{4978F14A-8E47-42FA-B653-FA01B265D4CA}"/>
                </a:ext>
              </a:extLst>
            </p:cNvPr>
            <p:cNvSpPr/>
            <p:nvPr/>
          </p:nvSpPr>
          <p:spPr>
            <a:xfrm>
              <a:off x="8316578" y="6155904"/>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55" name="任意多边形: 形状 1854">
              <a:extLst>
                <a:ext uri="{FF2B5EF4-FFF2-40B4-BE49-F238E27FC236}">
                  <a16:creationId xmlns:a16="http://schemas.microsoft.com/office/drawing/2014/main" id="{D93AB6E9-0A9F-44D8-8089-A1E7820F4003}"/>
                </a:ext>
              </a:extLst>
            </p:cNvPr>
            <p:cNvSpPr/>
            <p:nvPr/>
          </p:nvSpPr>
          <p:spPr>
            <a:xfrm>
              <a:off x="8205215" y="6155904"/>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56" name="任意多边形: 形状 1855">
              <a:extLst>
                <a:ext uri="{FF2B5EF4-FFF2-40B4-BE49-F238E27FC236}">
                  <a16:creationId xmlns:a16="http://schemas.microsoft.com/office/drawing/2014/main" id="{EFC262CD-EF42-40E4-B4C4-7ECA7BD20FB4}"/>
                </a:ext>
              </a:extLst>
            </p:cNvPr>
            <p:cNvSpPr/>
            <p:nvPr/>
          </p:nvSpPr>
          <p:spPr>
            <a:xfrm>
              <a:off x="8093733" y="6155904"/>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57" name="任意多边形: 形状 1856">
              <a:extLst>
                <a:ext uri="{FF2B5EF4-FFF2-40B4-BE49-F238E27FC236}">
                  <a16:creationId xmlns:a16="http://schemas.microsoft.com/office/drawing/2014/main" id="{222C7BF3-2138-49C9-98BA-FACC8DFF1718}"/>
                </a:ext>
              </a:extLst>
            </p:cNvPr>
            <p:cNvSpPr/>
            <p:nvPr/>
          </p:nvSpPr>
          <p:spPr>
            <a:xfrm>
              <a:off x="7982249" y="6155904"/>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58" name="任意多边形: 形状 1857">
              <a:extLst>
                <a:ext uri="{FF2B5EF4-FFF2-40B4-BE49-F238E27FC236}">
                  <a16:creationId xmlns:a16="http://schemas.microsoft.com/office/drawing/2014/main" id="{6BAF5CE4-B59D-41A4-AD43-D2E11D6D4C7E}"/>
                </a:ext>
              </a:extLst>
            </p:cNvPr>
            <p:cNvSpPr/>
            <p:nvPr/>
          </p:nvSpPr>
          <p:spPr>
            <a:xfrm>
              <a:off x="7876423" y="6155904"/>
              <a:ext cx="86201" cy="12580"/>
            </a:xfrm>
            <a:custGeom>
              <a:avLst/>
              <a:gdLst>
                <a:gd name="connsiteX0" fmla="*/ 68199 w 68199"/>
                <a:gd name="connsiteY0" fmla="*/ 0 h 9525"/>
                <a:gd name="connsiteX1" fmla="*/ 0 w 68199"/>
                <a:gd name="connsiteY1" fmla="*/ 0 h 9525"/>
              </a:gdLst>
              <a:ahLst/>
              <a:cxnLst>
                <a:cxn ang="0">
                  <a:pos x="connsiteX0" y="connsiteY0"/>
                </a:cxn>
                <a:cxn ang="0">
                  <a:pos x="connsiteX1" y="connsiteY1"/>
                </a:cxn>
              </a:cxnLst>
              <a:rect l="l" t="t" r="r" b="b"/>
              <a:pathLst>
                <a:path w="68199" h="9525">
                  <a:moveTo>
                    <a:pt x="68199"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59" name="任意多边形: 形状 1858">
              <a:extLst>
                <a:ext uri="{FF2B5EF4-FFF2-40B4-BE49-F238E27FC236}">
                  <a16:creationId xmlns:a16="http://schemas.microsoft.com/office/drawing/2014/main" id="{7F176284-B654-4F2C-9E02-7A70F689172A}"/>
                </a:ext>
              </a:extLst>
            </p:cNvPr>
            <p:cNvSpPr/>
            <p:nvPr/>
          </p:nvSpPr>
          <p:spPr>
            <a:xfrm>
              <a:off x="8428062" y="6196035"/>
              <a:ext cx="91738" cy="12580"/>
            </a:xfrm>
            <a:custGeom>
              <a:avLst/>
              <a:gdLst>
                <a:gd name="connsiteX0" fmla="*/ 72580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60" name="任意多边形: 形状 1859">
              <a:extLst>
                <a:ext uri="{FF2B5EF4-FFF2-40B4-BE49-F238E27FC236}">
                  <a16:creationId xmlns:a16="http://schemas.microsoft.com/office/drawing/2014/main" id="{6DCB6790-B525-436D-94A9-BDDBA5AA2E0A}"/>
                </a:ext>
              </a:extLst>
            </p:cNvPr>
            <p:cNvSpPr/>
            <p:nvPr/>
          </p:nvSpPr>
          <p:spPr>
            <a:xfrm>
              <a:off x="8316578" y="6196035"/>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61" name="任意多边形: 形状 1860">
              <a:extLst>
                <a:ext uri="{FF2B5EF4-FFF2-40B4-BE49-F238E27FC236}">
                  <a16:creationId xmlns:a16="http://schemas.microsoft.com/office/drawing/2014/main" id="{391AE829-C013-473B-81F8-26F99A4FCA0C}"/>
                </a:ext>
              </a:extLst>
            </p:cNvPr>
            <p:cNvSpPr/>
            <p:nvPr/>
          </p:nvSpPr>
          <p:spPr>
            <a:xfrm>
              <a:off x="8205215" y="6196035"/>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62" name="任意多边形: 形状 1861">
              <a:extLst>
                <a:ext uri="{FF2B5EF4-FFF2-40B4-BE49-F238E27FC236}">
                  <a16:creationId xmlns:a16="http://schemas.microsoft.com/office/drawing/2014/main" id="{6D28FFA3-5331-40E7-AC99-D6972D3A2273}"/>
                </a:ext>
              </a:extLst>
            </p:cNvPr>
            <p:cNvSpPr/>
            <p:nvPr/>
          </p:nvSpPr>
          <p:spPr>
            <a:xfrm>
              <a:off x="8093733" y="6196035"/>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63" name="任意多边形: 形状 1862">
              <a:extLst>
                <a:ext uri="{FF2B5EF4-FFF2-40B4-BE49-F238E27FC236}">
                  <a16:creationId xmlns:a16="http://schemas.microsoft.com/office/drawing/2014/main" id="{3D097424-8DA8-4A7B-B72E-0868B40667B5}"/>
                </a:ext>
              </a:extLst>
            </p:cNvPr>
            <p:cNvSpPr/>
            <p:nvPr/>
          </p:nvSpPr>
          <p:spPr>
            <a:xfrm>
              <a:off x="7982249" y="6196035"/>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64" name="任意多边形: 形状 1863">
              <a:extLst>
                <a:ext uri="{FF2B5EF4-FFF2-40B4-BE49-F238E27FC236}">
                  <a16:creationId xmlns:a16="http://schemas.microsoft.com/office/drawing/2014/main" id="{B659AA7B-70EE-4E88-983A-2E53C03DE110}"/>
                </a:ext>
              </a:extLst>
            </p:cNvPr>
            <p:cNvSpPr/>
            <p:nvPr/>
          </p:nvSpPr>
          <p:spPr>
            <a:xfrm>
              <a:off x="7876423" y="6196035"/>
              <a:ext cx="86201" cy="12580"/>
            </a:xfrm>
            <a:custGeom>
              <a:avLst/>
              <a:gdLst>
                <a:gd name="connsiteX0" fmla="*/ 68199 w 68199"/>
                <a:gd name="connsiteY0" fmla="*/ 0 h 9525"/>
                <a:gd name="connsiteX1" fmla="*/ 0 w 68199"/>
                <a:gd name="connsiteY1" fmla="*/ 0 h 9525"/>
              </a:gdLst>
              <a:ahLst/>
              <a:cxnLst>
                <a:cxn ang="0">
                  <a:pos x="connsiteX0" y="connsiteY0"/>
                </a:cxn>
                <a:cxn ang="0">
                  <a:pos x="connsiteX1" y="connsiteY1"/>
                </a:cxn>
              </a:cxnLst>
              <a:rect l="l" t="t" r="r" b="b"/>
              <a:pathLst>
                <a:path w="68199" h="9525">
                  <a:moveTo>
                    <a:pt x="68199"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65" name="任意多边形: 形状 1864">
              <a:extLst>
                <a:ext uri="{FF2B5EF4-FFF2-40B4-BE49-F238E27FC236}">
                  <a16:creationId xmlns:a16="http://schemas.microsoft.com/office/drawing/2014/main" id="{28C6CA28-8BC1-4179-BC56-36A5E90E3A0E}"/>
                </a:ext>
              </a:extLst>
            </p:cNvPr>
            <p:cNvSpPr/>
            <p:nvPr/>
          </p:nvSpPr>
          <p:spPr>
            <a:xfrm>
              <a:off x="8428062" y="6214654"/>
              <a:ext cx="91738" cy="12580"/>
            </a:xfrm>
            <a:custGeom>
              <a:avLst/>
              <a:gdLst>
                <a:gd name="connsiteX0" fmla="*/ 72580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66" name="任意多边形: 形状 1865">
              <a:extLst>
                <a:ext uri="{FF2B5EF4-FFF2-40B4-BE49-F238E27FC236}">
                  <a16:creationId xmlns:a16="http://schemas.microsoft.com/office/drawing/2014/main" id="{CD85D8FA-B2B2-4AD2-A11A-14A2B7F119D0}"/>
                </a:ext>
              </a:extLst>
            </p:cNvPr>
            <p:cNvSpPr/>
            <p:nvPr/>
          </p:nvSpPr>
          <p:spPr>
            <a:xfrm>
              <a:off x="8316578" y="6214654"/>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67" name="任意多边形: 形状 1866">
              <a:extLst>
                <a:ext uri="{FF2B5EF4-FFF2-40B4-BE49-F238E27FC236}">
                  <a16:creationId xmlns:a16="http://schemas.microsoft.com/office/drawing/2014/main" id="{D55B9216-AE17-484C-81C1-CD0ACA849548}"/>
                </a:ext>
              </a:extLst>
            </p:cNvPr>
            <p:cNvSpPr/>
            <p:nvPr/>
          </p:nvSpPr>
          <p:spPr>
            <a:xfrm>
              <a:off x="8205215" y="6214654"/>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68" name="任意多边形: 形状 1867">
              <a:extLst>
                <a:ext uri="{FF2B5EF4-FFF2-40B4-BE49-F238E27FC236}">
                  <a16:creationId xmlns:a16="http://schemas.microsoft.com/office/drawing/2014/main" id="{1F7B5132-F107-49EE-AE41-6F2483D674F6}"/>
                </a:ext>
              </a:extLst>
            </p:cNvPr>
            <p:cNvSpPr/>
            <p:nvPr/>
          </p:nvSpPr>
          <p:spPr>
            <a:xfrm>
              <a:off x="8093733" y="6214654"/>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69" name="任意多边形: 形状 1868">
              <a:extLst>
                <a:ext uri="{FF2B5EF4-FFF2-40B4-BE49-F238E27FC236}">
                  <a16:creationId xmlns:a16="http://schemas.microsoft.com/office/drawing/2014/main" id="{A4A8E594-E1D5-4F74-B3F2-AC94056B81C4}"/>
                </a:ext>
              </a:extLst>
            </p:cNvPr>
            <p:cNvSpPr/>
            <p:nvPr/>
          </p:nvSpPr>
          <p:spPr>
            <a:xfrm>
              <a:off x="7982249" y="6214654"/>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70" name="任意多边形: 形状 1869">
              <a:extLst>
                <a:ext uri="{FF2B5EF4-FFF2-40B4-BE49-F238E27FC236}">
                  <a16:creationId xmlns:a16="http://schemas.microsoft.com/office/drawing/2014/main" id="{01C75F71-349D-4069-977A-907C6FA6236B}"/>
                </a:ext>
              </a:extLst>
            </p:cNvPr>
            <p:cNvSpPr/>
            <p:nvPr/>
          </p:nvSpPr>
          <p:spPr>
            <a:xfrm>
              <a:off x="7876423" y="6214654"/>
              <a:ext cx="86201" cy="12580"/>
            </a:xfrm>
            <a:custGeom>
              <a:avLst/>
              <a:gdLst>
                <a:gd name="connsiteX0" fmla="*/ 68199 w 68199"/>
                <a:gd name="connsiteY0" fmla="*/ 0 h 9525"/>
                <a:gd name="connsiteX1" fmla="*/ 0 w 68199"/>
                <a:gd name="connsiteY1" fmla="*/ 0 h 9525"/>
              </a:gdLst>
              <a:ahLst/>
              <a:cxnLst>
                <a:cxn ang="0">
                  <a:pos x="connsiteX0" y="connsiteY0"/>
                </a:cxn>
                <a:cxn ang="0">
                  <a:pos x="connsiteX1" y="connsiteY1"/>
                </a:cxn>
              </a:cxnLst>
              <a:rect l="l" t="t" r="r" b="b"/>
              <a:pathLst>
                <a:path w="68199" h="9525">
                  <a:moveTo>
                    <a:pt x="68199"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71" name="任意多边形: 形状 1870">
              <a:extLst>
                <a:ext uri="{FF2B5EF4-FFF2-40B4-BE49-F238E27FC236}">
                  <a16:creationId xmlns:a16="http://schemas.microsoft.com/office/drawing/2014/main" id="{7FC7622A-FA98-45B1-9E5F-08654DF546F1}"/>
                </a:ext>
              </a:extLst>
            </p:cNvPr>
            <p:cNvSpPr/>
            <p:nvPr/>
          </p:nvSpPr>
          <p:spPr>
            <a:xfrm>
              <a:off x="8428062" y="6317182"/>
              <a:ext cx="91738" cy="12580"/>
            </a:xfrm>
            <a:custGeom>
              <a:avLst/>
              <a:gdLst>
                <a:gd name="connsiteX0" fmla="*/ 72580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72" name="任意多边形: 形状 1871">
              <a:extLst>
                <a:ext uri="{FF2B5EF4-FFF2-40B4-BE49-F238E27FC236}">
                  <a16:creationId xmlns:a16="http://schemas.microsoft.com/office/drawing/2014/main" id="{D4CCBEDF-6EFD-4B3C-8AAF-F9F40B1F9355}"/>
                </a:ext>
              </a:extLst>
            </p:cNvPr>
            <p:cNvSpPr/>
            <p:nvPr/>
          </p:nvSpPr>
          <p:spPr>
            <a:xfrm>
              <a:off x="8316578" y="6317182"/>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73" name="任意多边形: 形状 1872">
              <a:extLst>
                <a:ext uri="{FF2B5EF4-FFF2-40B4-BE49-F238E27FC236}">
                  <a16:creationId xmlns:a16="http://schemas.microsoft.com/office/drawing/2014/main" id="{AFDA4F1C-BF36-4803-A03C-F5E70FE12D2F}"/>
                </a:ext>
              </a:extLst>
            </p:cNvPr>
            <p:cNvSpPr/>
            <p:nvPr/>
          </p:nvSpPr>
          <p:spPr>
            <a:xfrm>
              <a:off x="8205215" y="6317182"/>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74" name="任意多边形: 形状 1873">
              <a:extLst>
                <a:ext uri="{FF2B5EF4-FFF2-40B4-BE49-F238E27FC236}">
                  <a16:creationId xmlns:a16="http://schemas.microsoft.com/office/drawing/2014/main" id="{6D24CCD0-B351-4954-A307-C5FC93B04890}"/>
                </a:ext>
              </a:extLst>
            </p:cNvPr>
            <p:cNvSpPr/>
            <p:nvPr/>
          </p:nvSpPr>
          <p:spPr>
            <a:xfrm>
              <a:off x="8093733" y="6317182"/>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75" name="任意多边形: 形状 1874">
              <a:extLst>
                <a:ext uri="{FF2B5EF4-FFF2-40B4-BE49-F238E27FC236}">
                  <a16:creationId xmlns:a16="http://schemas.microsoft.com/office/drawing/2014/main" id="{C5158F3A-37A4-49D6-8F50-CF06E2528110}"/>
                </a:ext>
              </a:extLst>
            </p:cNvPr>
            <p:cNvSpPr/>
            <p:nvPr/>
          </p:nvSpPr>
          <p:spPr>
            <a:xfrm>
              <a:off x="7982249" y="6317182"/>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76" name="任意多边形: 形状 1875">
              <a:extLst>
                <a:ext uri="{FF2B5EF4-FFF2-40B4-BE49-F238E27FC236}">
                  <a16:creationId xmlns:a16="http://schemas.microsoft.com/office/drawing/2014/main" id="{4CD0CCF1-6CB4-478E-8AB2-019FCBDB1C8D}"/>
                </a:ext>
              </a:extLst>
            </p:cNvPr>
            <p:cNvSpPr/>
            <p:nvPr/>
          </p:nvSpPr>
          <p:spPr>
            <a:xfrm>
              <a:off x="7876423" y="6317182"/>
              <a:ext cx="86201" cy="12580"/>
            </a:xfrm>
            <a:custGeom>
              <a:avLst/>
              <a:gdLst>
                <a:gd name="connsiteX0" fmla="*/ 68199 w 68199"/>
                <a:gd name="connsiteY0" fmla="*/ 0 h 9525"/>
                <a:gd name="connsiteX1" fmla="*/ 0 w 68199"/>
                <a:gd name="connsiteY1" fmla="*/ 0 h 9525"/>
              </a:gdLst>
              <a:ahLst/>
              <a:cxnLst>
                <a:cxn ang="0">
                  <a:pos x="connsiteX0" y="connsiteY0"/>
                </a:cxn>
                <a:cxn ang="0">
                  <a:pos x="connsiteX1" y="connsiteY1"/>
                </a:cxn>
              </a:cxnLst>
              <a:rect l="l" t="t" r="r" b="b"/>
              <a:pathLst>
                <a:path w="68199" h="9525">
                  <a:moveTo>
                    <a:pt x="68199"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77" name="任意多边形: 形状 1876">
              <a:extLst>
                <a:ext uri="{FF2B5EF4-FFF2-40B4-BE49-F238E27FC236}">
                  <a16:creationId xmlns:a16="http://schemas.microsoft.com/office/drawing/2014/main" id="{A47AD01A-887C-4860-93E1-5EE8FE5E6BF3}"/>
                </a:ext>
              </a:extLst>
            </p:cNvPr>
            <p:cNvSpPr/>
            <p:nvPr/>
          </p:nvSpPr>
          <p:spPr>
            <a:xfrm>
              <a:off x="8428062" y="6357313"/>
              <a:ext cx="91738" cy="12580"/>
            </a:xfrm>
            <a:custGeom>
              <a:avLst/>
              <a:gdLst>
                <a:gd name="connsiteX0" fmla="*/ 72580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78" name="任意多边形: 形状 1877">
              <a:extLst>
                <a:ext uri="{FF2B5EF4-FFF2-40B4-BE49-F238E27FC236}">
                  <a16:creationId xmlns:a16="http://schemas.microsoft.com/office/drawing/2014/main" id="{9D9C4BBA-3F9B-40D0-A82C-FC95251D0509}"/>
                </a:ext>
              </a:extLst>
            </p:cNvPr>
            <p:cNvSpPr/>
            <p:nvPr/>
          </p:nvSpPr>
          <p:spPr>
            <a:xfrm>
              <a:off x="8316578" y="6357313"/>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79" name="任意多边形: 形状 1878">
              <a:extLst>
                <a:ext uri="{FF2B5EF4-FFF2-40B4-BE49-F238E27FC236}">
                  <a16:creationId xmlns:a16="http://schemas.microsoft.com/office/drawing/2014/main" id="{0474EA9A-2B91-42FF-AF74-62B11EE0B31B}"/>
                </a:ext>
              </a:extLst>
            </p:cNvPr>
            <p:cNvSpPr/>
            <p:nvPr/>
          </p:nvSpPr>
          <p:spPr>
            <a:xfrm>
              <a:off x="8205215" y="6357313"/>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80" name="任意多边形: 形状 1879">
              <a:extLst>
                <a:ext uri="{FF2B5EF4-FFF2-40B4-BE49-F238E27FC236}">
                  <a16:creationId xmlns:a16="http://schemas.microsoft.com/office/drawing/2014/main" id="{BD975B3A-AECC-4B73-AD2A-A3963D518766}"/>
                </a:ext>
              </a:extLst>
            </p:cNvPr>
            <p:cNvSpPr/>
            <p:nvPr/>
          </p:nvSpPr>
          <p:spPr>
            <a:xfrm>
              <a:off x="8093733" y="6357313"/>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81" name="任意多边形: 形状 1880">
              <a:extLst>
                <a:ext uri="{FF2B5EF4-FFF2-40B4-BE49-F238E27FC236}">
                  <a16:creationId xmlns:a16="http://schemas.microsoft.com/office/drawing/2014/main" id="{BFCF84B7-4E1F-4D7A-A252-B5A340200DA9}"/>
                </a:ext>
              </a:extLst>
            </p:cNvPr>
            <p:cNvSpPr/>
            <p:nvPr/>
          </p:nvSpPr>
          <p:spPr>
            <a:xfrm>
              <a:off x="7982249" y="6357313"/>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82" name="任意多边形: 形状 1881">
              <a:extLst>
                <a:ext uri="{FF2B5EF4-FFF2-40B4-BE49-F238E27FC236}">
                  <a16:creationId xmlns:a16="http://schemas.microsoft.com/office/drawing/2014/main" id="{CB1F1E9D-787A-4E13-8379-EECC93A156E2}"/>
                </a:ext>
              </a:extLst>
            </p:cNvPr>
            <p:cNvSpPr/>
            <p:nvPr/>
          </p:nvSpPr>
          <p:spPr>
            <a:xfrm>
              <a:off x="7876423" y="6357313"/>
              <a:ext cx="86201" cy="12580"/>
            </a:xfrm>
            <a:custGeom>
              <a:avLst/>
              <a:gdLst>
                <a:gd name="connsiteX0" fmla="*/ 68199 w 68199"/>
                <a:gd name="connsiteY0" fmla="*/ 0 h 9525"/>
                <a:gd name="connsiteX1" fmla="*/ 0 w 68199"/>
                <a:gd name="connsiteY1" fmla="*/ 0 h 9525"/>
              </a:gdLst>
              <a:ahLst/>
              <a:cxnLst>
                <a:cxn ang="0">
                  <a:pos x="connsiteX0" y="connsiteY0"/>
                </a:cxn>
                <a:cxn ang="0">
                  <a:pos x="connsiteX1" y="connsiteY1"/>
                </a:cxn>
              </a:cxnLst>
              <a:rect l="l" t="t" r="r" b="b"/>
              <a:pathLst>
                <a:path w="68199" h="9525">
                  <a:moveTo>
                    <a:pt x="68199"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83" name="任意多边形: 形状 1882">
              <a:extLst>
                <a:ext uri="{FF2B5EF4-FFF2-40B4-BE49-F238E27FC236}">
                  <a16:creationId xmlns:a16="http://schemas.microsoft.com/office/drawing/2014/main" id="{E7CD195C-8C66-43EF-B3E1-F9F67AEDE0B6}"/>
                </a:ext>
              </a:extLst>
            </p:cNvPr>
            <p:cNvSpPr/>
            <p:nvPr/>
          </p:nvSpPr>
          <p:spPr>
            <a:xfrm>
              <a:off x="8428062" y="6375931"/>
              <a:ext cx="91738" cy="12580"/>
            </a:xfrm>
            <a:custGeom>
              <a:avLst/>
              <a:gdLst>
                <a:gd name="connsiteX0" fmla="*/ 72580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84" name="任意多边形: 形状 1883">
              <a:extLst>
                <a:ext uri="{FF2B5EF4-FFF2-40B4-BE49-F238E27FC236}">
                  <a16:creationId xmlns:a16="http://schemas.microsoft.com/office/drawing/2014/main" id="{2C3A309C-8459-4339-9130-A14ECF4B28AC}"/>
                </a:ext>
              </a:extLst>
            </p:cNvPr>
            <p:cNvSpPr/>
            <p:nvPr/>
          </p:nvSpPr>
          <p:spPr>
            <a:xfrm>
              <a:off x="8316578" y="6375931"/>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85" name="任意多边形: 形状 1884">
              <a:extLst>
                <a:ext uri="{FF2B5EF4-FFF2-40B4-BE49-F238E27FC236}">
                  <a16:creationId xmlns:a16="http://schemas.microsoft.com/office/drawing/2014/main" id="{11B88C07-5224-4CFF-A300-9BC2F794F6BB}"/>
                </a:ext>
              </a:extLst>
            </p:cNvPr>
            <p:cNvSpPr/>
            <p:nvPr/>
          </p:nvSpPr>
          <p:spPr>
            <a:xfrm>
              <a:off x="8205215" y="6375931"/>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86" name="任意多边形: 形状 1885">
              <a:extLst>
                <a:ext uri="{FF2B5EF4-FFF2-40B4-BE49-F238E27FC236}">
                  <a16:creationId xmlns:a16="http://schemas.microsoft.com/office/drawing/2014/main" id="{345E6094-3052-4405-9807-A56A3FD266C6}"/>
                </a:ext>
              </a:extLst>
            </p:cNvPr>
            <p:cNvSpPr/>
            <p:nvPr/>
          </p:nvSpPr>
          <p:spPr>
            <a:xfrm>
              <a:off x="8093733" y="6375931"/>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87" name="任意多边形: 形状 1886">
              <a:extLst>
                <a:ext uri="{FF2B5EF4-FFF2-40B4-BE49-F238E27FC236}">
                  <a16:creationId xmlns:a16="http://schemas.microsoft.com/office/drawing/2014/main" id="{16054DDB-CA7F-4F7F-8BEB-80D0A431E3D3}"/>
                </a:ext>
              </a:extLst>
            </p:cNvPr>
            <p:cNvSpPr/>
            <p:nvPr/>
          </p:nvSpPr>
          <p:spPr>
            <a:xfrm>
              <a:off x="7982249" y="6375931"/>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88" name="任意多边形: 形状 1887">
              <a:extLst>
                <a:ext uri="{FF2B5EF4-FFF2-40B4-BE49-F238E27FC236}">
                  <a16:creationId xmlns:a16="http://schemas.microsoft.com/office/drawing/2014/main" id="{2B93C0E5-43A9-4FC6-9408-65D9C4926F50}"/>
                </a:ext>
              </a:extLst>
            </p:cNvPr>
            <p:cNvSpPr/>
            <p:nvPr/>
          </p:nvSpPr>
          <p:spPr>
            <a:xfrm>
              <a:off x="7876423" y="6375931"/>
              <a:ext cx="86201" cy="12580"/>
            </a:xfrm>
            <a:custGeom>
              <a:avLst/>
              <a:gdLst>
                <a:gd name="connsiteX0" fmla="*/ 68199 w 68199"/>
                <a:gd name="connsiteY0" fmla="*/ 0 h 9525"/>
                <a:gd name="connsiteX1" fmla="*/ 0 w 68199"/>
                <a:gd name="connsiteY1" fmla="*/ 0 h 9525"/>
              </a:gdLst>
              <a:ahLst/>
              <a:cxnLst>
                <a:cxn ang="0">
                  <a:pos x="connsiteX0" y="connsiteY0"/>
                </a:cxn>
                <a:cxn ang="0">
                  <a:pos x="connsiteX1" y="connsiteY1"/>
                </a:cxn>
              </a:cxnLst>
              <a:rect l="l" t="t" r="r" b="b"/>
              <a:pathLst>
                <a:path w="68199" h="9525">
                  <a:moveTo>
                    <a:pt x="68199"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89" name="任意多边形: 形状 1888">
              <a:extLst>
                <a:ext uri="{FF2B5EF4-FFF2-40B4-BE49-F238E27FC236}">
                  <a16:creationId xmlns:a16="http://schemas.microsoft.com/office/drawing/2014/main" id="{91FC97BB-6E3F-49E0-B785-564B9089E89D}"/>
                </a:ext>
              </a:extLst>
            </p:cNvPr>
            <p:cNvSpPr/>
            <p:nvPr/>
          </p:nvSpPr>
          <p:spPr>
            <a:xfrm>
              <a:off x="8428062" y="6468772"/>
              <a:ext cx="91738" cy="12580"/>
            </a:xfrm>
            <a:custGeom>
              <a:avLst/>
              <a:gdLst>
                <a:gd name="connsiteX0" fmla="*/ 72580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90" name="任意多边形: 形状 1889">
              <a:extLst>
                <a:ext uri="{FF2B5EF4-FFF2-40B4-BE49-F238E27FC236}">
                  <a16:creationId xmlns:a16="http://schemas.microsoft.com/office/drawing/2014/main" id="{1C0C6456-C85E-4DA2-9F75-3FE9B5F15CD2}"/>
                </a:ext>
              </a:extLst>
            </p:cNvPr>
            <p:cNvSpPr/>
            <p:nvPr/>
          </p:nvSpPr>
          <p:spPr>
            <a:xfrm>
              <a:off x="8316578" y="6468772"/>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91" name="任意多边形: 形状 1890">
              <a:extLst>
                <a:ext uri="{FF2B5EF4-FFF2-40B4-BE49-F238E27FC236}">
                  <a16:creationId xmlns:a16="http://schemas.microsoft.com/office/drawing/2014/main" id="{2E8D3DFE-4B95-4517-9168-2F54F81488DC}"/>
                </a:ext>
              </a:extLst>
            </p:cNvPr>
            <p:cNvSpPr/>
            <p:nvPr/>
          </p:nvSpPr>
          <p:spPr>
            <a:xfrm>
              <a:off x="8205215" y="6468772"/>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92" name="任意多边形: 形状 1891">
              <a:extLst>
                <a:ext uri="{FF2B5EF4-FFF2-40B4-BE49-F238E27FC236}">
                  <a16:creationId xmlns:a16="http://schemas.microsoft.com/office/drawing/2014/main" id="{C96B155D-A3E3-4C22-AD49-C57F00F10689}"/>
                </a:ext>
              </a:extLst>
            </p:cNvPr>
            <p:cNvSpPr/>
            <p:nvPr/>
          </p:nvSpPr>
          <p:spPr>
            <a:xfrm>
              <a:off x="8093733" y="6468772"/>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93" name="任意多边形: 形状 1892">
              <a:extLst>
                <a:ext uri="{FF2B5EF4-FFF2-40B4-BE49-F238E27FC236}">
                  <a16:creationId xmlns:a16="http://schemas.microsoft.com/office/drawing/2014/main" id="{F924EC76-AC93-42B8-BCA5-0815B9BA093C}"/>
                </a:ext>
              </a:extLst>
            </p:cNvPr>
            <p:cNvSpPr/>
            <p:nvPr/>
          </p:nvSpPr>
          <p:spPr>
            <a:xfrm>
              <a:off x="7982249" y="6468772"/>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94" name="任意多边形: 形状 1893">
              <a:extLst>
                <a:ext uri="{FF2B5EF4-FFF2-40B4-BE49-F238E27FC236}">
                  <a16:creationId xmlns:a16="http://schemas.microsoft.com/office/drawing/2014/main" id="{27CAA048-BB35-4718-8406-FB16421E985E}"/>
                </a:ext>
              </a:extLst>
            </p:cNvPr>
            <p:cNvSpPr/>
            <p:nvPr/>
          </p:nvSpPr>
          <p:spPr>
            <a:xfrm>
              <a:off x="7876423" y="6468772"/>
              <a:ext cx="86201" cy="12580"/>
            </a:xfrm>
            <a:custGeom>
              <a:avLst/>
              <a:gdLst>
                <a:gd name="connsiteX0" fmla="*/ 68199 w 68199"/>
                <a:gd name="connsiteY0" fmla="*/ 0 h 9525"/>
                <a:gd name="connsiteX1" fmla="*/ 0 w 68199"/>
                <a:gd name="connsiteY1" fmla="*/ 0 h 9525"/>
              </a:gdLst>
              <a:ahLst/>
              <a:cxnLst>
                <a:cxn ang="0">
                  <a:pos x="connsiteX0" y="connsiteY0"/>
                </a:cxn>
                <a:cxn ang="0">
                  <a:pos x="connsiteX1" y="connsiteY1"/>
                </a:cxn>
              </a:cxnLst>
              <a:rect l="l" t="t" r="r" b="b"/>
              <a:pathLst>
                <a:path w="68199" h="9525">
                  <a:moveTo>
                    <a:pt x="68199"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95" name="任意多边形: 形状 1894">
              <a:extLst>
                <a:ext uri="{FF2B5EF4-FFF2-40B4-BE49-F238E27FC236}">
                  <a16:creationId xmlns:a16="http://schemas.microsoft.com/office/drawing/2014/main" id="{BE34C599-DF9F-4D38-A162-72FF96F34FA1}"/>
                </a:ext>
              </a:extLst>
            </p:cNvPr>
            <p:cNvSpPr/>
            <p:nvPr/>
          </p:nvSpPr>
          <p:spPr>
            <a:xfrm>
              <a:off x="8428062" y="6508903"/>
              <a:ext cx="91738" cy="12580"/>
            </a:xfrm>
            <a:custGeom>
              <a:avLst/>
              <a:gdLst>
                <a:gd name="connsiteX0" fmla="*/ 72580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96" name="任意多边形: 形状 1895">
              <a:extLst>
                <a:ext uri="{FF2B5EF4-FFF2-40B4-BE49-F238E27FC236}">
                  <a16:creationId xmlns:a16="http://schemas.microsoft.com/office/drawing/2014/main" id="{102EFBEC-2B59-4309-8CC4-69B0C6D54F36}"/>
                </a:ext>
              </a:extLst>
            </p:cNvPr>
            <p:cNvSpPr/>
            <p:nvPr/>
          </p:nvSpPr>
          <p:spPr>
            <a:xfrm>
              <a:off x="8316578" y="6508903"/>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97" name="任意多边形: 形状 1896">
              <a:extLst>
                <a:ext uri="{FF2B5EF4-FFF2-40B4-BE49-F238E27FC236}">
                  <a16:creationId xmlns:a16="http://schemas.microsoft.com/office/drawing/2014/main" id="{4D830C55-2309-41D8-8152-5126BF51A4CA}"/>
                </a:ext>
              </a:extLst>
            </p:cNvPr>
            <p:cNvSpPr/>
            <p:nvPr/>
          </p:nvSpPr>
          <p:spPr>
            <a:xfrm>
              <a:off x="8205215" y="6508903"/>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98" name="任意多边形: 形状 1897">
              <a:extLst>
                <a:ext uri="{FF2B5EF4-FFF2-40B4-BE49-F238E27FC236}">
                  <a16:creationId xmlns:a16="http://schemas.microsoft.com/office/drawing/2014/main" id="{000C0565-0F4F-46CE-9F8A-0501F2F9DCFB}"/>
                </a:ext>
              </a:extLst>
            </p:cNvPr>
            <p:cNvSpPr/>
            <p:nvPr/>
          </p:nvSpPr>
          <p:spPr>
            <a:xfrm>
              <a:off x="8093733" y="6508903"/>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99" name="任意多边形: 形状 1898">
              <a:extLst>
                <a:ext uri="{FF2B5EF4-FFF2-40B4-BE49-F238E27FC236}">
                  <a16:creationId xmlns:a16="http://schemas.microsoft.com/office/drawing/2014/main" id="{7DAE6124-86C0-4D95-9C47-CBAC4F9CF254}"/>
                </a:ext>
              </a:extLst>
            </p:cNvPr>
            <p:cNvSpPr/>
            <p:nvPr/>
          </p:nvSpPr>
          <p:spPr>
            <a:xfrm>
              <a:off x="7982249" y="6508903"/>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00" name="任意多边形: 形状 1899">
              <a:extLst>
                <a:ext uri="{FF2B5EF4-FFF2-40B4-BE49-F238E27FC236}">
                  <a16:creationId xmlns:a16="http://schemas.microsoft.com/office/drawing/2014/main" id="{FD089216-33B1-4BF7-9DC1-6B08F8FB472E}"/>
                </a:ext>
              </a:extLst>
            </p:cNvPr>
            <p:cNvSpPr/>
            <p:nvPr/>
          </p:nvSpPr>
          <p:spPr>
            <a:xfrm>
              <a:off x="7876423" y="6508903"/>
              <a:ext cx="86201" cy="12580"/>
            </a:xfrm>
            <a:custGeom>
              <a:avLst/>
              <a:gdLst>
                <a:gd name="connsiteX0" fmla="*/ 68199 w 68199"/>
                <a:gd name="connsiteY0" fmla="*/ 0 h 9525"/>
                <a:gd name="connsiteX1" fmla="*/ 0 w 68199"/>
                <a:gd name="connsiteY1" fmla="*/ 0 h 9525"/>
              </a:gdLst>
              <a:ahLst/>
              <a:cxnLst>
                <a:cxn ang="0">
                  <a:pos x="connsiteX0" y="connsiteY0"/>
                </a:cxn>
                <a:cxn ang="0">
                  <a:pos x="connsiteX1" y="connsiteY1"/>
                </a:cxn>
              </a:cxnLst>
              <a:rect l="l" t="t" r="r" b="b"/>
              <a:pathLst>
                <a:path w="68199" h="9525">
                  <a:moveTo>
                    <a:pt x="68199"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01" name="任意多边形: 形状 1900">
              <a:extLst>
                <a:ext uri="{FF2B5EF4-FFF2-40B4-BE49-F238E27FC236}">
                  <a16:creationId xmlns:a16="http://schemas.microsoft.com/office/drawing/2014/main" id="{1DC89058-AD6F-4087-B474-C8DC411944D5}"/>
                </a:ext>
              </a:extLst>
            </p:cNvPr>
            <p:cNvSpPr/>
            <p:nvPr/>
          </p:nvSpPr>
          <p:spPr>
            <a:xfrm>
              <a:off x="8428062" y="6527521"/>
              <a:ext cx="91738" cy="12580"/>
            </a:xfrm>
            <a:custGeom>
              <a:avLst/>
              <a:gdLst>
                <a:gd name="connsiteX0" fmla="*/ 72580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02" name="任意多边形: 形状 1901">
              <a:extLst>
                <a:ext uri="{FF2B5EF4-FFF2-40B4-BE49-F238E27FC236}">
                  <a16:creationId xmlns:a16="http://schemas.microsoft.com/office/drawing/2014/main" id="{813EDD27-24E5-44FE-A13F-8CE8F78DF186}"/>
                </a:ext>
              </a:extLst>
            </p:cNvPr>
            <p:cNvSpPr/>
            <p:nvPr/>
          </p:nvSpPr>
          <p:spPr>
            <a:xfrm>
              <a:off x="8316578" y="6527521"/>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03" name="任意多边形: 形状 1902">
              <a:extLst>
                <a:ext uri="{FF2B5EF4-FFF2-40B4-BE49-F238E27FC236}">
                  <a16:creationId xmlns:a16="http://schemas.microsoft.com/office/drawing/2014/main" id="{B2FD25EA-1706-4171-A4DD-C4D902A7FB29}"/>
                </a:ext>
              </a:extLst>
            </p:cNvPr>
            <p:cNvSpPr/>
            <p:nvPr/>
          </p:nvSpPr>
          <p:spPr>
            <a:xfrm>
              <a:off x="8205215" y="6527521"/>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04" name="任意多边形: 形状 1903">
              <a:extLst>
                <a:ext uri="{FF2B5EF4-FFF2-40B4-BE49-F238E27FC236}">
                  <a16:creationId xmlns:a16="http://schemas.microsoft.com/office/drawing/2014/main" id="{BF23B4FA-0781-4AB2-9868-31E0159AFBA2}"/>
                </a:ext>
              </a:extLst>
            </p:cNvPr>
            <p:cNvSpPr/>
            <p:nvPr/>
          </p:nvSpPr>
          <p:spPr>
            <a:xfrm>
              <a:off x="8093733" y="6527521"/>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05" name="任意多边形: 形状 1904">
              <a:extLst>
                <a:ext uri="{FF2B5EF4-FFF2-40B4-BE49-F238E27FC236}">
                  <a16:creationId xmlns:a16="http://schemas.microsoft.com/office/drawing/2014/main" id="{755371D2-55F0-4A9F-8239-7BD9207DC393}"/>
                </a:ext>
              </a:extLst>
            </p:cNvPr>
            <p:cNvSpPr/>
            <p:nvPr/>
          </p:nvSpPr>
          <p:spPr>
            <a:xfrm>
              <a:off x="7982249" y="6527521"/>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06" name="任意多边形: 形状 1905">
              <a:extLst>
                <a:ext uri="{FF2B5EF4-FFF2-40B4-BE49-F238E27FC236}">
                  <a16:creationId xmlns:a16="http://schemas.microsoft.com/office/drawing/2014/main" id="{C32941FA-06B0-4D5D-9201-24CFAA71B86A}"/>
                </a:ext>
              </a:extLst>
            </p:cNvPr>
            <p:cNvSpPr/>
            <p:nvPr/>
          </p:nvSpPr>
          <p:spPr>
            <a:xfrm>
              <a:off x="7876423" y="6527521"/>
              <a:ext cx="86201" cy="12580"/>
            </a:xfrm>
            <a:custGeom>
              <a:avLst/>
              <a:gdLst>
                <a:gd name="connsiteX0" fmla="*/ 68199 w 68199"/>
                <a:gd name="connsiteY0" fmla="*/ 0 h 9525"/>
                <a:gd name="connsiteX1" fmla="*/ 0 w 68199"/>
                <a:gd name="connsiteY1" fmla="*/ 0 h 9525"/>
              </a:gdLst>
              <a:ahLst/>
              <a:cxnLst>
                <a:cxn ang="0">
                  <a:pos x="connsiteX0" y="connsiteY0"/>
                </a:cxn>
                <a:cxn ang="0">
                  <a:pos x="connsiteX1" y="connsiteY1"/>
                </a:cxn>
              </a:cxnLst>
              <a:rect l="l" t="t" r="r" b="b"/>
              <a:pathLst>
                <a:path w="68199" h="9525">
                  <a:moveTo>
                    <a:pt x="68199"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07" name="任意多边形: 形状 1906">
              <a:extLst>
                <a:ext uri="{FF2B5EF4-FFF2-40B4-BE49-F238E27FC236}">
                  <a16:creationId xmlns:a16="http://schemas.microsoft.com/office/drawing/2014/main" id="{28C879B6-304C-4E08-B903-564577C85E31}"/>
                </a:ext>
              </a:extLst>
            </p:cNvPr>
            <p:cNvSpPr/>
            <p:nvPr/>
          </p:nvSpPr>
          <p:spPr>
            <a:xfrm>
              <a:off x="8428062" y="6078900"/>
              <a:ext cx="91738" cy="24421"/>
            </a:xfrm>
            <a:custGeom>
              <a:avLst/>
              <a:gdLst>
                <a:gd name="connsiteX0" fmla="*/ 72580 w 72580"/>
                <a:gd name="connsiteY0" fmla="*/ 18490 h 18490"/>
                <a:gd name="connsiteX1" fmla="*/ 9916 w 72580"/>
                <a:gd name="connsiteY1" fmla="*/ 8575 h 18490"/>
                <a:gd name="connsiteX2" fmla="*/ 0 w 72580"/>
                <a:gd name="connsiteY2" fmla="*/ 18490 h 18490"/>
              </a:gdLst>
              <a:ahLst/>
              <a:cxnLst>
                <a:cxn ang="0">
                  <a:pos x="connsiteX0" y="connsiteY0"/>
                </a:cxn>
                <a:cxn ang="0">
                  <a:pos x="connsiteX1" y="connsiteY1"/>
                </a:cxn>
                <a:cxn ang="0">
                  <a:pos x="connsiteX2" y="connsiteY2"/>
                </a:cxn>
              </a:cxnLst>
              <a:rect l="l" t="t" r="r" b="b"/>
              <a:pathLst>
                <a:path w="72580" h="18490">
                  <a:moveTo>
                    <a:pt x="72580" y="18490"/>
                  </a:moveTo>
                  <a:cubicBezTo>
                    <a:pt x="58017" y="-1552"/>
                    <a:pt x="29956" y="-5991"/>
                    <a:pt x="9916" y="8575"/>
                  </a:cubicBezTo>
                  <a:cubicBezTo>
                    <a:pt x="6115" y="11341"/>
                    <a:pt x="2762" y="14686"/>
                    <a:pt x="0" y="18490"/>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08" name="任意多边形: 形状 1907">
              <a:extLst>
                <a:ext uri="{FF2B5EF4-FFF2-40B4-BE49-F238E27FC236}">
                  <a16:creationId xmlns:a16="http://schemas.microsoft.com/office/drawing/2014/main" id="{E2EBF460-FB30-4F11-BA8A-0F6CAB34DCD6}"/>
                </a:ext>
              </a:extLst>
            </p:cNvPr>
            <p:cNvSpPr/>
            <p:nvPr/>
          </p:nvSpPr>
          <p:spPr>
            <a:xfrm>
              <a:off x="8316338" y="6078901"/>
              <a:ext cx="91858" cy="24419"/>
            </a:xfrm>
            <a:custGeom>
              <a:avLst/>
              <a:gdLst>
                <a:gd name="connsiteX0" fmla="*/ 72676 w 72675"/>
                <a:gd name="connsiteY0" fmla="*/ 18489 h 18489"/>
                <a:gd name="connsiteX1" fmla="*/ 9868 w 72675"/>
                <a:gd name="connsiteY1" fmla="*/ 8623 h 18489"/>
                <a:gd name="connsiteX2" fmla="*/ 0 w 72675"/>
                <a:gd name="connsiteY2" fmla="*/ 18489 h 18489"/>
              </a:gdLst>
              <a:ahLst/>
              <a:cxnLst>
                <a:cxn ang="0">
                  <a:pos x="connsiteX0" y="connsiteY0"/>
                </a:cxn>
                <a:cxn ang="0">
                  <a:pos x="connsiteX1" y="connsiteY1"/>
                </a:cxn>
                <a:cxn ang="0">
                  <a:pos x="connsiteX2" y="connsiteY2"/>
                </a:cxn>
              </a:cxnLst>
              <a:rect l="l" t="t" r="r" b="b"/>
              <a:pathLst>
                <a:path w="72675" h="18489">
                  <a:moveTo>
                    <a:pt x="72676" y="18489"/>
                  </a:moveTo>
                  <a:cubicBezTo>
                    <a:pt x="58055" y="-1580"/>
                    <a:pt x="29937" y="-5997"/>
                    <a:pt x="9868" y="8623"/>
                  </a:cubicBezTo>
                  <a:cubicBezTo>
                    <a:pt x="6087" y="11379"/>
                    <a:pt x="2753" y="14708"/>
                    <a:pt x="0" y="18489"/>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09" name="任意多边形: 形状 1908">
              <a:extLst>
                <a:ext uri="{FF2B5EF4-FFF2-40B4-BE49-F238E27FC236}">
                  <a16:creationId xmlns:a16="http://schemas.microsoft.com/office/drawing/2014/main" id="{FD014C9D-7A4B-44AD-9912-7CFC61E92FF3}"/>
                </a:ext>
              </a:extLst>
            </p:cNvPr>
            <p:cNvSpPr/>
            <p:nvPr/>
          </p:nvSpPr>
          <p:spPr>
            <a:xfrm>
              <a:off x="8205215" y="6078900"/>
              <a:ext cx="91738" cy="24421"/>
            </a:xfrm>
            <a:custGeom>
              <a:avLst/>
              <a:gdLst>
                <a:gd name="connsiteX0" fmla="*/ 72580 w 72580"/>
                <a:gd name="connsiteY0" fmla="*/ 18490 h 18490"/>
                <a:gd name="connsiteX1" fmla="*/ 9915 w 72580"/>
                <a:gd name="connsiteY1" fmla="*/ 8575 h 18490"/>
                <a:gd name="connsiteX2" fmla="*/ 0 w 72580"/>
                <a:gd name="connsiteY2" fmla="*/ 18490 h 18490"/>
              </a:gdLst>
              <a:ahLst/>
              <a:cxnLst>
                <a:cxn ang="0">
                  <a:pos x="connsiteX0" y="connsiteY0"/>
                </a:cxn>
                <a:cxn ang="0">
                  <a:pos x="connsiteX1" y="connsiteY1"/>
                </a:cxn>
                <a:cxn ang="0">
                  <a:pos x="connsiteX2" y="connsiteY2"/>
                </a:cxn>
              </a:cxnLst>
              <a:rect l="l" t="t" r="r" b="b"/>
              <a:pathLst>
                <a:path w="72580" h="18490">
                  <a:moveTo>
                    <a:pt x="72580" y="18490"/>
                  </a:moveTo>
                  <a:cubicBezTo>
                    <a:pt x="58017" y="-1552"/>
                    <a:pt x="29956" y="-5991"/>
                    <a:pt x="9915" y="8575"/>
                  </a:cubicBezTo>
                  <a:cubicBezTo>
                    <a:pt x="6115" y="11341"/>
                    <a:pt x="2762" y="14686"/>
                    <a:pt x="0" y="18490"/>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10" name="任意多边形: 形状 1909">
              <a:extLst>
                <a:ext uri="{FF2B5EF4-FFF2-40B4-BE49-F238E27FC236}">
                  <a16:creationId xmlns:a16="http://schemas.microsoft.com/office/drawing/2014/main" id="{71D20B4A-4474-4A40-8A7A-36AB5BED8B38}"/>
                </a:ext>
              </a:extLst>
            </p:cNvPr>
            <p:cNvSpPr/>
            <p:nvPr/>
          </p:nvSpPr>
          <p:spPr>
            <a:xfrm>
              <a:off x="8093733" y="6078900"/>
              <a:ext cx="91738" cy="24421"/>
            </a:xfrm>
            <a:custGeom>
              <a:avLst/>
              <a:gdLst>
                <a:gd name="connsiteX0" fmla="*/ 72580 w 72580"/>
                <a:gd name="connsiteY0" fmla="*/ 18490 h 18490"/>
                <a:gd name="connsiteX1" fmla="*/ 9915 w 72580"/>
                <a:gd name="connsiteY1" fmla="*/ 8575 h 18490"/>
                <a:gd name="connsiteX2" fmla="*/ 0 w 72580"/>
                <a:gd name="connsiteY2" fmla="*/ 18490 h 18490"/>
              </a:gdLst>
              <a:ahLst/>
              <a:cxnLst>
                <a:cxn ang="0">
                  <a:pos x="connsiteX0" y="connsiteY0"/>
                </a:cxn>
                <a:cxn ang="0">
                  <a:pos x="connsiteX1" y="connsiteY1"/>
                </a:cxn>
                <a:cxn ang="0">
                  <a:pos x="connsiteX2" y="connsiteY2"/>
                </a:cxn>
              </a:cxnLst>
              <a:rect l="l" t="t" r="r" b="b"/>
              <a:pathLst>
                <a:path w="72580" h="18490">
                  <a:moveTo>
                    <a:pt x="72580" y="18490"/>
                  </a:moveTo>
                  <a:cubicBezTo>
                    <a:pt x="58017" y="-1552"/>
                    <a:pt x="29956" y="-5991"/>
                    <a:pt x="9915" y="8575"/>
                  </a:cubicBezTo>
                  <a:cubicBezTo>
                    <a:pt x="6115" y="11341"/>
                    <a:pt x="2762" y="14686"/>
                    <a:pt x="0" y="18490"/>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11" name="任意多边形: 形状 1910">
              <a:extLst>
                <a:ext uri="{FF2B5EF4-FFF2-40B4-BE49-F238E27FC236}">
                  <a16:creationId xmlns:a16="http://schemas.microsoft.com/office/drawing/2014/main" id="{2D7A8B16-58FD-4043-807A-83857D748514}"/>
                </a:ext>
              </a:extLst>
            </p:cNvPr>
            <p:cNvSpPr/>
            <p:nvPr/>
          </p:nvSpPr>
          <p:spPr>
            <a:xfrm>
              <a:off x="7982249" y="6078901"/>
              <a:ext cx="91858" cy="24419"/>
            </a:xfrm>
            <a:custGeom>
              <a:avLst/>
              <a:gdLst>
                <a:gd name="connsiteX0" fmla="*/ 72676 w 72675"/>
                <a:gd name="connsiteY0" fmla="*/ 18489 h 18489"/>
                <a:gd name="connsiteX1" fmla="*/ 9868 w 72675"/>
                <a:gd name="connsiteY1" fmla="*/ 8623 h 18489"/>
                <a:gd name="connsiteX2" fmla="*/ 0 w 72675"/>
                <a:gd name="connsiteY2" fmla="*/ 18489 h 18489"/>
              </a:gdLst>
              <a:ahLst/>
              <a:cxnLst>
                <a:cxn ang="0">
                  <a:pos x="connsiteX0" y="connsiteY0"/>
                </a:cxn>
                <a:cxn ang="0">
                  <a:pos x="connsiteX1" y="connsiteY1"/>
                </a:cxn>
                <a:cxn ang="0">
                  <a:pos x="connsiteX2" y="connsiteY2"/>
                </a:cxn>
              </a:cxnLst>
              <a:rect l="l" t="t" r="r" b="b"/>
              <a:pathLst>
                <a:path w="72675" h="18489">
                  <a:moveTo>
                    <a:pt x="72676" y="18489"/>
                  </a:moveTo>
                  <a:cubicBezTo>
                    <a:pt x="58055" y="-1580"/>
                    <a:pt x="29937" y="-5997"/>
                    <a:pt x="9868" y="8623"/>
                  </a:cubicBezTo>
                  <a:cubicBezTo>
                    <a:pt x="6087" y="11379"/>
                    <a:pt x="2753" y="14708"/>
                    <a:pt x="0" y="18489"/>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12" name="任意多边形: 形状 1911">
              <a:extLst>
                <a:ext uri="{FF2B5EF4-FFF2-40B4-BE49-F238E27FC236}">
                  <a16:creationId xmlns:a16="http://schemas.microsoft.com/office/drawing/2014/main" id="{26439A2A-086B-471F-A5FD-8E4F3AB31C74}"/>
                </a:ext>
              </a:extLst>
            </p:cNvPr>
            <p:cNvSpPr/>
            <p:nvPr/>
          </p:nvSpPr>
          <p:spPr>
            <a:xfrm>
              <a:off x="7876543" y="6078874"/>
              <a:ext cx="86201" cy="24444"/>
            </a:xfrm>
            <a:custGeom>
              <a:avLst/>
              <a:gdLst>
                <a:gd name="connsiteX0" fmla="*/ 68199 w 68199"/>
                <a:gd name="connsiteY0" fmla="*/ 18509 h 18508"/>
                <a:gd name="connsiteX1" fmla="*/ 11935 w 68199"/>
                <a:gd name="connsiteY1" fmla="*/ 6577 h 18508"/>
                <a:gd name="connsiteX2" fmla="*/ 0 w 68199"/>
                <a:gd name="connsiteY2" fmla="*/ 18509 h 18508"/>
              </a:gdLst>
              <a:ahLst/>
              <a:cxnLst>
                <a:cxn ang="0">
                  <a:pos x="connsiteX0" y="connsiteY0"/>
                </a:cxn>
                <a:cxn ang="0">
                  <a:pos x="connsiteX1" y="connsiteY1"/>
                </a:cxn>
                <a:cxn ang="0">
                  <a:pos x="connsiteX2" y="connsiteY2"/>
                </a:cxn>
              </a:cxnLst>
              <a:rect l="l" t="t" r="r" b="b"/>
              <a:pathLst>
                <a:path w="68199" h="18508">
                  <a:moveTo>
                    <a:pt x="68199" y="18509"/>
                  </a:moveTo>
                  <a:cubicBezTo>
                    <a:pt x="55959" y="-324"/>
                    <a:pt x="30766" y="-5666"/>
                    <a:pt x="11935" y="6577"/>
                  </a:cubicBezTo>
                  <a:cubicBezTo>
                    <a:pt x="7163" y="9676"/>
                    <a:pt x="3096" y="13741"/>
                    <a:pt x="0" y="18509"/>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13" name="任意多边形: 形状 1912">
              <a:extLst>
                <a:ext uri="{FF2B5EF4-FFF2-40B4-BE49-F238E27FC236}">
                  <a16:creationId xmlns:a16="http://schemas.microsoft.com/office/drawing/2014/main" id="{25C066E7-6109-444D-AC47-4822E960EFBD}"/>
                </a:ext>
              </a:extLst>
            </p:cNvPr>
            <p:cNvSpPr/>
            <p:nvPr/>
          </p:nvSpPr>
          <p:spPr>
            <a:xfrm>
              <a:off x="8637304" y="5962548"/>
              <a:ext cx="12039" cy="826261"/>
            </a:xfrm>
            <a:custGeom>
              <a:avLst/>
              <a:gdLst>
                <a:gd name="connsiteX0" fmla="*/ 0 w 9525"/>
                <a:gd name="connsiteY0" fmla="*/ 0 h 625602"/>
                <a:gd name="connsiteX1" fmla="*/ 0 w 9525"/>
                <a:gd name="connsiteY1" fmla="*/ 625602 h 625602"/>
              </a:gdLst>
              <a:ahLst/>
              <a:cxnLst>
                <a:cxn ang="0">
                  <a:pos x="connsiteX0" y="connsiteY0"/>
                </a:cxn>
                <a:cxn ang="0">
                  <a:pos x="connsiteX1" y="connsiteY1"/>
                </a:cxn>
              </a:cxnLst>
              <a:rect l="l" t="t" r="r" b="b"/>
              <a:pathLst>
                <a:path w="9525" h="625602">
                  <a:moveTo>
                    <a:pt x="0" y="0"/>
                  </a:moveTo>
                  <a:lnTo>
                    <a:pt x="0" y="625602"/>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14" name="任意多边形: 形状 1913">
              <a:extLst>
                <a:ext uri="{FF2B5EF4-FFF2-40B4-BE49-F238E27FC236}">
                  <a16:creationId xmlns:a16="http://schemas.microsoft.com/office/drawing/2014/main" id="{E984F316-DC72-40E4-8E5D-CC580FA2BEFE}"/>
                </a:ext>
              </a:extLst>
            </p:cNvPr>
            <p:cNvSpPr/>
            <p:nvPr/>
          </p:nvSpPr>
          <p:spPr>
            <a:xfrm>
              <a:off x="3195205" y="6845421"/>
              <a:ext cx="5801591" cy="12580"/>
            </a:xfrm>
            <a:custGeom>
              <a:avLst/>
              <a:gdLst>
                <a:gd name="connsiteX0" fmla="*/ 0 w 4590002"/>
                <a:gd name="connsiteY0" fmla="*/ 0 h 9525"/>
                <a:gd name="connsiteX1" fmla="*/ 4590003 w 4590002"/>
                <a:gd name="connsiteY1" fmla="*/ 0 h 9525"/>
              </a:gdLst>
              <a:ahLst/>
              <a:cxnLst>
                <a:cxn ang="0">
                  <a:pos x="connsiteX0" y="connsiteY0"/>
                </a:cxn>
                <a:cxn ang="0">
                  <a:pos x="connsiteX1" y="connsiteY1"/>
                </a:cxn>
              </a:cxnLst>
              <a:rect l="l" t="t" r="r" b="b"/>
              <a:pathLst>
                <a:path w="4590002" h="9525">
                  <a:moveTo>
                    <a:pt x="0" y="0"/>
                  </a:moveTo>
                  <a:lnTo>
                    <a:pt x="45900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1915" name="组合 1914">
            <a:extLst>
              <a:ext uri="{FF2B5EF4-FFF2-40B4-BE49-F238E27FC236}">
                <a16:creationId xmlns:a16="http://schemas.microsoft.com/office/drawing/2014/main" id="{30DE8C64-6284-49D7-9C7D-52E81F4C5779}"/>
              </a:ext>
            </a:extLst>
          </p:cNvPr>
          <p:cNvGrpSpPr/>
          <p:nvPr/>
        </p:nvGrpSpPr>
        <p:grpSpPr>
          <a:xfrm>
            <a:off x="5148627" y="5808850"/>
            <a:ext cx="1876437" cy="996007"/>
            <a:chOff x="4999887" y="5734072"/>
            <a:chExt cx="2189095" cy="1112008"/>
          </a:xfrm>
        </p:grpSpPr>
        <p:sp>
          <p:nvSpPr>
            <p:cNvPr id="1916" name="任意多边形: 形状 1915">
              <a:extLst>
                <a:ext uri="{FF2B5EF4-FFF2-40B4-BE49-F238E27FC236}">
                  <a16:creationId xmlns:a16="http://schemas.microsoft.com/office/drawing/2014/main" id="{D65FDEF7-45D9-40DA-ABD5-1891FF922885}"/>
                </a:ext>
              </a:extLst>
            </p:cNvPr>
            <p:cNvSpPr/>
            <p:nvPr/>
          </p:nvSpPr>
          <p:spPr>
            <a:xfrm>
              <a:off x="5178309" y="6534505"/>
              <a:ext cx="181912" cy="12039"/>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17" name="任意多边形: 形状 1916">
              <a:extLst>
                <a:ext uri="{FF2B5EF4-FFF2-40B4-BE49-F238E27FC236}">
                  <a16:creationId xmlns:a16="http://schemas.microsoft.com/office/drawing/2014/main" id="{E832ED96-E21A-4F32-A99A-647A2D0A8182}"/>
                </a:ext>
              </a:extLst>
            </p:cNvPr>
            <p:cNvSpPr/>
            <p:nvPr/>
          </p:nvSpPr>
          <p:spPr>
            <a:xfrm>
              <a:off x="5178309" y="6639487"/>
              <a:ext cx="181912" cy="12039"/>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18" name="任意多边形: 形状 1917">
              <a:extLst>
                <a:ext uri="{FF2B5EF4-FFF2-40B4-BE49-F238E27FC236}">
                  <a16:creationId xmlns:a16="http://schemas.microsoft.com/office/drawing/2014/main" id="{36C82D48-FAC7-4CE4-8EE0-55A1558931DC}"/>
                </a:ext>
              </a:extLst>
            </p:cNvPr>
            <p:cNvSpPr/>
            <p:nvPr/>
          </p:nvSpPr>
          <p:spPr>
            <a:xfrm>
              <a:off x="5406452" y="6534505"/>
              <a:ext cx="157473" cy="12039"/>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19" name="任意多边形: 形状 1918">
              <a:extLst>
                <a:ext uri="{FF2B5EF4-FFF2-40B4-BE49-F238E27FC236}">
                  <a16:creationId xmlns:a16="http://schemas.microsoft.com/office/drawing/2014/main" id="{74319C16-688A-49D6-82BA-3B89E477DDFC}"/>
                </a:ext>
              </a:extLst>
            </p:cNvPr>
            <p:cNvSpPr/>
            <p:nvPr/>
          </p:nvSpPr>
          <p:spPr>
            <a:xfrm>
              <a:off x="5406452" y="6639487"/>
              <a:ext cx="157473" cy="12039"/>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20" name="任意多边形: 形状 1919">
              <a:extLst>
                <a:ext uri="{FF2B5EF4-FFF2-40B4-BE49-F238E27FC236}">
                  <a16:creationId xmlns:a16="http://schemas.microsoft.com/office/drawing/2014/main" id="{3074A823-42E0-4D4F-AC14-3553603E889B}"/>
                </a:ext>
              </a:extLst>
            </p:cNvPr>
            <p:cNvSpPr/>
            <p:nvPr/>
          </p:nvSpPr>
          <p:spPr>
            <a:xfrm>
              <a:off x="5610156" y="6534505"/>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21" name="任意多边形: 形状 1920">
              <a:extLst>
                <a:ext uri="{FF2B5EF4-FFF2-40B4-BE49-F238E27FC236}">
                  <a16:creationId xmlns:a16="http://schemas.microsoft.com/office/drawing/2014/main" id="{E271876E-6164-4769-B409-DACE30891207}"/>
                </a:ext>
              </a:extLst>
            </p:cNvPr>
            <p:cNvSpPr/>
            <p:nvPr/>
          </p:nvSpPr>
          <p:spPr>
            <a:xfrm>
              <a:off x="5610156" y="6639487"/>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22" name="任意多边形: 形状 1921">
              <a:extLst>
                <a:ext uri="{FF2B5EF4-FFF2-40B4-BE49-F238E27FC236}">
                  <a16:creationId xmlns:a16="http://schemas.microsoft.com/office/drawing/2014/main" id="{B8AFD035-8199-4819-BE20-0C928DCA0D6B}"/>
                </a:ext>
              </a:extLst>
            </p:cNvPr>
            <p:cNvSpPr/>
            <p:nvPr/>
          </p:nvSpPr>
          <p:spPr>
            <a:xfrm>
              <a:off x="5813740" y="6534505"/>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23" name="任意多边形: 形状 1922">
              <a:extLst>
                <a:ext uri="{FF2B5EF4-FFF2-40B4-BE49-F238E27FC236}">
                  <a16:creationId xmlns:a16="http://schemas.microsoft.com/office/drawing/2014/main" id="{FB5C04AF-1892-449C-9C0E-1F969DDA9CAE}"/>
                </a:ext>
              </a:extLst>
            </p:cNvPr>
            <p:cNvSpPr/>
            <p:nvPr/>
          </p:nvSpPr>
          <p:spPr>
            <a:xfrm>
              <a:off x="5813740" y="6639487"/>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24" name="任意多边形: 形状 1923">
              <a:extLst>
                <a:ext uri="{FF2B5EF4-FFF2-40B4-BE49-F238E27FC236}">
                  <a16:creationId xmlns:a16="http://schemas.microsoft.com/office/drawing/2014/main" id="{33EA4148-E398-4EB3-895A-D97F9EA84FCC}"/>
                </a:ext>
              </a:extLst>
            </p:cNvPr>
            <p:cNvSpPr/>
            <p:nvPr/>
          </p:nvSpPr>
          <p:spPr>
            <a:xfrm>
              <a:off x="6017324" y="6534505"/>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25" name="任意多边形: 形状 1924">
              <a:extLst>
                <a:ext uri="{FF2B5EF4-FFF2-40B4-BE49-F238E27FC236}">
                  <a16:creationId xmlns:a16="http://schemas.microsoft.com/office/drawing/2014/main" id="{078DD749-C419-43B8-BA20-40D10F88BCB6}"/>
                </a:ext>
              </a:extLst>
            </p:cNvPr>
            <p:cNvSpPr/>
            <p:nvPr/>
          </p:nvSpPr>
          <p:spPr>
            <a:xfrm>
              <a:off x="6017324" y="6639487"/>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26" name="任意多边形: 形状 1925">
              <a:extLst>
                <a:ext uri="{FF2B5EF4-FFF2-40B4-BE49-F238E27FC236}">
                  <a16:creationId xmlns:a16="http://schemas.microsoft.com/office/drawing/2014/main" id="{396DE378-2ECF-4666-8FD3-7429CD5F155D}"/>
                </a:ext>
              </a:extLst>
            </p:cNvPr>
            <p:cNvSpPr/>
            <p:nvPr/>
          </p:nvSpPr>
          <p:spPr>
            <a:xfrm>
              <a:off x="6220908" y="6534505"/>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27" name="任意多边形: 形状 1926">
              <a:extLst>
                <a:ext uri="{FF2B5EF4-FFF2-40B4-BE49-F238E27FC236}">
                  <a16:creationId xmlns:a16="http://schemas.microsoft.com/office/drawing/2014/main" id="{3D40B755-6FF3-4D22-A304-A40206AD61B7}"/>
                </a:ext>
              </a:extLst>
            </p:cNvPr>
            <p:cNvSpPr/>
            <p:nvPr/>
          </p:nvSpPr>
          <p:spPr>
            <a:xfrm>
              <a:off x="6220908" y="6639487"/>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28" name="任意多边形: 形状 1927">
              <a:extLst>
                <a:ext uri="{FF2B5EF4-FFF2-40B4-BE49-F238E27FC236}">
                  <a16:creationId xmlns:a16="http://schemas.microsoft.com/office/drawing/2014/main" id="{3F757300-412C-4A89-9620-D016DDF7275C}"/>
                </a:ext>
              </a:extLst>
            </p:cNvPr>
            <p:cNvSpPr/>
            <p:nvPr/>
          </p:nvSpPr>
          <p:spPr>
            <a:xfrm>
              <a:off x="6424490" y="6534505"/>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29" name="任意多边形: 形状 1928">
              <a:extLst>
                <a:ext uri="{FF2B5EF4-FFF2-40B4-BE49-F238E27FC236}">
                  <a16:creationId xmlns:a16="http://schemas.microsoft.com/office/drawing/2014/main" id="{C57E9961-A47F-47AA-8121-D62008FC4DF8}"/>
                </a:ext>
              </a:extLst>
            </p:cNvPr>
            <p:cNvSpPr/>
            <p:nvPr/>
          </p:nvSpPr>
          <p:spPr>
            <a:xfrm>
              <a:off x="6424490" y="6639487"/>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30" name="任意多边形: 形状 1929">
              <a:extLst>
                <a:ext uri="{FF2B5EF4-FFF2-40B4-BE49-F238E27FC236}">
                  <a16:creationId xmlns:a16="http://schemas.microsoft.com/office/drawing/2014/main" id="{26C6EA1C-87CD-47E6-9501-994714CC9878}"/>
                </a:ext>
              </a:extLst>
            </p:cNvPr>
            <p:cNvSpPr/>
            <p:nvPr/>
          </p:nvSpPr>
          <p:spPr>
            <a:xfrm>
              <a:off x="6628194" y="6534505"/>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31" name="任意多边形: 形状 1930">
              <a:extLst>
                <a:ext uri="{FF2B5EF4-FFF2-40B4-BE49-F238E27FC236}">
                  <a16:creationId xmlns:a16="http://schemas.microsoft.com/office/drawing/2014/main" id="{24ABC0D3-4083-4E5E-8E0E-4EEF61895DE1}"/>
                </a:ext>
              </a:extLst>
            </p:cNvPr>
            <p:cNvSpPr/>
            <p:nvPr/>
          </p:nvSpPr>
          <p:spPr>
            <a:xfrm>
              <a:off x="6628194" y="6639487"/>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32" name="任意多边形: 形状 1931">
              <a:extLst>
                <a:ext uri="{FF2B5EF4-FFF2-40B4-BE49-F238E27FC236}">
                  <a16:creationId xmlns:a16="http://schemas.microsoft.com/office/drawing/2014/main" id="{1AA3276F-DB44-4FDE-9600-BE44CF2021BB}"/>
                </a:ext>
              </a:extLst>
            </p:cNvPr>
            <p:cNvSpPr/>
            <p:nvPr/>
          </p:nvSpPr>
          <p:spPr>
            <a:xfrm>
              <a:off x="6831778" y="6534505"/>
              <a:ext cx="163974" cy="12039"/>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33" name="任意多边形: 形状 1932">
              <a:extLst>
                <a:ext uri="{FF2B5EF4-FFF2-40B4-BE49-F238E27FC236}">
                  <a16:creationId xmlns:a16="http://schemas.microsoft.com/office/drawing/2014/main" id="{582CAF1F-3F83-4CD2-A064-6824135359A0}"/>
                </a:ext>
              </a:extLst>
            </p:cNvPr>
            <p:cNvSpPr/>
            <p:nvPr/>
          </p:nvSpPr>
          <p:spPr>
            <a:xfrm>
              <a:off x="6831778" y="6639487"/>
              <a:ext cx="163974" cy="12039"/>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34" name="任意多边形: 形状 1933">
              <a:extLst>
                <a:ext uri="{FF2B5EF4-FFF2-40B4-BE49-F238E27FC236}">
                  <a16:creationId xmlns:a16="http://schemas.microsoft.com/office/drawing/2014/main" id="{3C6B50F5-DE83-4D1E-8824-973CA1E76BD0}"/>
                </a:ext>
              </a:extLst>
            </p:cNvPr>
            <p:cNvSpPr/>
            <p:nvPr/>
          </p:nvSpPr>
          <p:spPr>
            <a:xfrm>
              <a:off x="5961076" y="5734072"/>
              <a:ext cx="284632" cy="951525"/>
            </a:xfrm>
            <a:custGeom>
              <a:avLst/>
              <a:gdLst>
                <a:gd name="connsiteX0" fmla="*/ 1924 w 225190"/>
                <a:gd name="connsiteY0" fmla="*/ 752812 h 752811"/>
                <a:gd name="connsiteX1" fmla="*/ 16307 w 225190"/>
                <a:gd name="connsiteY1" fmla="*/ 506591 h 752811"/>
                <a:gd name="connsiteX2" fmla="*/ 28022 w 225190"/>
                <a:gd name="connsiteY2" fmla="*/ 506591 h 752811"/>
                <a:gd name="connsiteX3" fmla="*/ 28784 w 225190"/>
                <a:gd name="connsiteY3" fmla="*/ 492970 h 752811"/>
                <a:gd name="connsiteX4" fmla="*/ 58979 w 225190"/>
                <a:gd name="connsiteY4" fmla="*/ 492970 h 752811"/>
                <a:gd name="connsiteX5" fmla="*/ 61170 w 225190"/>
                <a:gd name="connsiteY5" fmla="*/ 381432 h 752811"/>
                <a:gd name="connsiteX6" fmla="*/ 61170 w 225190"/>
                <a:gd name="connsiteY6" fmla="*/ 340665 h 752811"/>
                <a:gd name="connsiteX7" fmla="*/ 57359 w 225190"/>
                <a:gd name="connsiteY7" fmla="*/ 322472 h 752811"/>
                <a:gd name="connsiteX8" fmla="*/ 46120 w 225190"/>
                <a:gd name="connsiteY8" fmla="*/ 297993 h 752811"/>
                <a:gd name="connsiteX9" fmla="*/ 47072 w 225190"/>
                <a:gd name="connsiteY9" fmla="*/ 237128 h 752811"/>
                <a:gd name="connsiteX10" fmla="*/ 51930 w 225190"/>
                <a:gd name="connsiteY10" fmla="*/ 191694 h 752811"/>
                <a:gd name="connsiteX11" fmla="*/ 40596 w 225190"/>
                <a:gd name="connsiteY11" fmla="*/ 176930 h 752811"/>
                <a:gd name="connsiteX12" fmla="*/ 305 w 225190"/>
                <a:gd name="connsiteY12" fmla="*/ 102826 h 752811"/>
                <a:gd name="connsiteX13" fmla="*/ 2305 w 225190"/>
                <a:gd name="connsiteY13" fmla="*/ 61773 h 752811"/>
                <a:gd name="connsiteX14" fmla="*/ 10401 w 225190"/>
                <a:gd name="connsiteY14" fmla="*/ 56058 h 752811"/>
                <a:gd name="connsiteX15" fmla="*/ 8972 w 225190"/>
                <a:gd name="connsiteY15" fmla="*/ 27483 h 752811"/>
                <a:gd name="connsiteX16" fmla="*/ 9544 w 225190"/>
                <a:gd name="connsiteY16" fmla="*/ 12815 h 752811"/>
                <a:gd name="connsiteX17" fmla="*/ 27165 w 225190"/>
                <a:gd name="connsiteY17" fmla="*/ 908 h 752811"/>
                <a:gd name="connsiteX18" fmla="*/ 35071 w 225190"/>
                <a:gd name="connsiteY18" fmla="*/ 13958 h 752811"/>
                <a:gd name="connsiteX19" fmla="*/ 39548 w 225190"/>
                <a:gd name="connsiteY19" fmla="*/ 27483 h 752811"/>
                <a:gd name="connsiteX20" fmla="*/ 45644 w 225190"/>
                <a:gd name="connsiteY20" fmla="*/ 23768 h 752811"/>
                <a:gd name="connsiteX21" fmla="*/ 50406 w 225190"/>
                <a:gd name="connsiteY21" fmla="*/ 23768 h 752811"/>
                <a:gd name="connsiteX22" fmla="*/ 46501 w 225190"/>
                <a:gd name="connsiteY22" fmla="*/ 47962 h 752811"/>
                <a:gd name="connsiteX23" fmla="*/ 39262 w 225190"/>
                <a:gd name="connsiteY23" fmla="*/ 86062 h 752811"/>
                <a:gd name="connsiteX24" fmla="*/ 42120 w 225190"/>
                <a:gd name="connsiteY24" fmla="*/ 111494 h 752811"/>
                <a:gd name="connsiteX25" fmla="*/ 63360 w 225190"/>
                <a:gd name="connsiteY25" fmla="*/ 134163 h 752811"/>
                <a:gd name="connsiteX26" fmla="*/ 74600 w 225190"/>
                <a:gd name="connsiteY26" fmla="*/ 138545 h 752811"/>
                <a:gd name="connsiteX27" fmla="*/ 85077 w 225190"/>
                <a:gd name="connsiteY27" fmla="*/ 141593 h 752811"/>
                <a:gd name="connsiteX28" fmla="*/ 90411 w 225190"/>
                <a:gd name="connsiteY28" fmla="*/ 141593 h 752811"/>
                <a:gd name="connsiteX29" fmla="*/ 94697 w 225190"/>
                <a:gd name="connsiteY29" fmla="*/ 134639 h 752811"/>
                <a:gd name="connsiteX30" fmla="*/ 88887 w 225190"/>
                <a:gd name="connsiteY30" fmla="*/ 123305 h 752811"/>
                <a:gd name="connsiteX31" fmla="*/ 88887 w 225190"/>
                <a:gd name="connsiteY31" fmla="*/ 106064 h 752811"/>
                <a:gd name="connsiteX32" fmla="*/ 86411 w 225190"/>
                <a:gd name="connsiteY32" fmla="*/ 93301 h 752811"/>
                <a:gd name="connsiteX33" fmla="*/ 96698 w 225190"/>
                <a:gd name="connsiteY33" fmla="*/ 82252 h 752811"/>
                <a:gd name="connsiteX34" fmla="*/ 112700 w 225190"/>
                <a:gd name="connsiteY34" fmla="*/ 82252 h 752811"/>
                <a:gd name="connsiteX35" fmla="*/ 128226 w 225190"/>
                <a:gd name="connsiteY35" fmla="*/ 83109 h 752811"/>
                <a:gd name="connsiteX36" fmla="*/ 134226 w 225190"/>
                <a:gd name="connsiteY36" fmla="*/ 90824 h 752811"/>
                <a:gd name="connsiteX37" fmla="*/ 134226 w 225190"/>
                <a:gd name="connsiteY37" fmla="*/ 104064 h 752811"/>
                <a:gd name="connsiteX38" fmla="*/ 130797 w 225190"/>
                <a:gd name="connsiteY38" fmla="*/ 123114 h 752811"/>
                <a:gd name="connsiteX39" fmla="*/ 127178 w 225190"/>
                <a:gd name="connsiteY39" fmla="*/ 131115 h 752811"/>
                <a:gd name="connsiteX40" fmla="*/ 132893 w 225190"/>
                <a:gd name="connsiteY40" fmla="*/ 147498 h 752811"/>
                <a:gd name="connsiteX41" fmla="*/ 162516 w 225190"/>
                <a:gd name="connsiteY41" fmla="*/ 152832 h 752811"/>
                <a:gd name="connsiteX42" fmla="*/ 176803 w 225190"/>
                <a:gd name="connsiteY42" fmla="*/ 166929 h 752811"/>
                <a:gd name="connsiteX43" fmla="*/ 178899 w 225190"/>
                <a:gd name="connsiteY43" fmla="*/ 201505 h 752811"/>
                <a:gd name="connsiteX44" fmla="*/ 183947 w 225190"/>
                <a:gd name="connsiteY44" fmla="*/ 258655 h 752811"/>
                <a:gd name="connsiteX45" fmla="*/ 184613 w 225190"/>
                <a:gd name="connsiteY45" fmla="*/ 321901 h 752811"/>
                <a:gd name="connsiteX46" fmla="*/ 165563 w 225190"/>
                <a:gd name="connsiteY46" fmla="*/ 329807 h 752811"/>
                <a:gd name="connsiteX47" fmla="*/ 161277 w 225190"/>
                <a:gd name="connsiteY47" fmla="*/ 350762 h 752811"/>
                <a:gd name="connsiteX48" fmla="*/ 161754 w 225190"/>
                <a:gd name="connsiteY48" fmla="*/ 423628 h 752811"/>
                <a:gd name="connsiteX49" fmla="*/ 159277 w 225190"/>
                <a:gd name="connsiteY49" fmla="*/ 458775 h 752811"/>
                <a:gd name="connsiteX50" fmla="*/ 160515 w 225190"/>
                <a:gd name="connsiteY50" fmla="*/ 489922 h 752811"/>
                <a:gd name="connsiteX51" fmla="*/ 157753 w 225190"/>
                <a:gd name="connsiteY51" fmla="*/ 492970 h 752811"/>
                <a:gd name="connsiteX52" fmla="*/ 198330 w 225190"/>
                <a:gd name="connsiteY52" fmla="*/ 492970 h 752811"/>
                <a:gd name="connsiteX53" fmla="*/ 199187 w 225190"/>
                <a:gd name="connsiteY53" fmla="*/ 506591 h 752811"/>
                <a:gd name="connsiteX54" fmla="*/ 210903 w 225190"/>
                <a:gd name="connsiteY54" fmla="*/ 506591 h 752811"/>
                <a:gd name="connsiteX55" fmla="*/ 225190 w 225190"/>
                <a:gd name="connsiteY55" fmla="*/ 752812 h 752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225190" h="752811">
                  <a:moveTo>
                    <a:pt x="1924" y="752812"/>
                  </a:moveTo>
                  <a:lnTo>
                    <a:pt x="16307" y="506591"/>
                  </a:lnTo>
                  <a:lnTo>
                    <a:pt x="28022" y="506591"/>
                  </a:lnTo>
                  <a:lnTo>
                    <a:pt x="28784" y="492970"/>
                  </a:lnTo>
                  <a:lnTo>
                    <a:pt x="58979" y="492970"/>
                  </a:lnTo>
                  <a:lnTo>
                    <a:pt x="61170" y="381432"/>
                  </a:lnTo>
                  <a:lnTo>
                    <a:pt x="61170" y="340665"/>
                  </a:lnTo>
                  <a:lnTo>
                    <a:pt x="57359" y="322472"/>
                  </a:lnTo>
                  <a:cubicBezTo>
                    <a:pt x="54312" y="307709"/>
                    <a:pt x="42024" y="320948"/>
                    <a:pt x="46120" y="297993"/>
                  </a:cubicBezTo>
                  <a:cubicBezTo>
                    <a:pt x="47577" y="277738"/>
                    <a:pt x="47892" y="257418"/>
                    <a:pt x="47072" y="237128"/>
                  </a:cubicBezTo>
                  <a:cubicBezTo>
                    <a:pt x="47072" y="222460"/>
                    <a:pt x="51930" y="205886"/>
                    <a:pt x="51930" y="191694"/>
                  </a:cubicBezTo>
                  <a:cubicBezTo>
                    <a:pt x="50025" y="184550"/>
                    <a:pt x="45167" y="182169"/>
                    <a:pt x="40596" y="176930"/>
                  </a:cubicBezTo>
                  <a:cubicBezTo>
                    <a:pt x="24975" y="157880"/>
                    <a:pt x="305" y="139592"/>
                    <a:pt x="305" y="102826"/>
                  </a:cubicBezTo>
                  <a:cubicBezTo>
                    <a:pt x="-457" y="89109"/>
                    <a:pt x="209" y="75351"/>
                    <a:pt x="2305" y="61773"/>
                  </a:cubicBezTo>
                  <a:cubicBezTo>
                    <a:pt x="2781" y="59868"/>
                    <a:pt x="9925" y="58058"/>
                    <a:pt x="10401" y="56058"/>
                  </a:cubicBezTo>
                  <a:cubicBezTo>
                    <a:pt x="10554" y="46512"/>
                    <a:pt x="10077" y="36966"/>
                    <a:pt x="8972" y="27483"/>
                  </a:cubicBezTo>
                  <a:cubicBezTo>
                    <a:pt x="8972" y="22244"/>
                    <a:pt x="6496" y="16720"/>
                    <a:pt x="9544" y="12815"/>
                  </a:cubicBezTo>
                  <a:cubicBezTo>
                    <a:pt x="14326" y="7432"/>
                    <a:pt x="20384" y="3337"/>
                    <a:pt x="27165" y="908"/>
                  </a:cubicBezTo>
                  <a:cubicBezTo>
                    <a:pt x="32880" y="-1378"/>
                    <a:pt x="35071" y="-139"/>
                    <a:pt x="35071" y="13958"/>
                  </a:cubicBezTo>
                  <a:cubicBezTo>
                    <a:pt x="35243" y="18800"/>
                    <a:pt x="36795" y="23493"/>
                    <a:pt x="39548" y="27483"/>
                  </a:cubicBezTo>
                  <a:cubicBezTo>
                    <a:pt x="41358" y="29007"/>
                    <a:pt x="43548" y="25388"/>
                    <a:pt x="45644" y="23768"/>
                  </a:cubicBezTo>
                  <a:cubicBezTo>
                    <a:pt x="47739" y="22149"/>
                    <a:pt x="49168" y="21959"/>
                    <a:pt x="50406" y="23768"/>
                  </a:cubicBezTo>
                  <a:cubicBezTo>
                    <a:pt x="54512" y="31824"/>
                    <a:pt x="52930" y="41607"/>
                    <a:pt x="46501" y="47962"/>
                  </a:cubicBezTo>
                  <a:cubicBezTo>
                    <a:pt x="39357" y="55010"/>
                    <a:pt x="38691" y="71393"/>
                    <a:pt x="39262" y="86062"/>
                  </a:cubicBezTo>
                  <a:cubicBezTo>
                    <a:pt x="38681" y="94642"/>
                    <a:pt x="39653" y="103255"/>
                    <a:pt x="42120" y="111494"/>
                  </a:cubicBezTo>
                  <a:cubicBezTo>
                    <a:pt x="45949" y="121546"/>
                    <a:pt x="53578" y="129689"/>
                    <a:pt x="63360" y="134163"/>
                  </a:cubicBezTo>
                  <a:cubicBezTo>
                    <a:pt x="67008" y="135869"/>
                    <a:pt x="70761" y="137333"/>
                    <a:pt x="74600" y="138545"/>
                  </a:cubicBezTo>
                  <a:cubicBezTo>
                    <a:pt x="77924" y="140070"/>
                    <a:pt x="81458" y="141098"/>
                    <a:pt x="85077" y="141593"/>
                  </a:cubicBezTo>
                  <a:cubicBezTo>
                    <a:pt x="86506" y="141593"/>
                    <a:pt x="88983" y="142831"/>
                    <a:pt x="90411" y="141593"/>
                  </a:cubicBezTo>
                  <a:cubicBezTo>
                    <a:pt x="92554" y="139798"/>
                    <a:pt x="94059" y="137359"/>
                    <a:pt x="94697" y="134639"/>
                  </a:cubicBezTo>
                  <a:cubicBezTo>
                    <a:pt x="95364" y="131020"/>
                    <a:pt x="90316" y="128829"/>
                    <a:pt x="88887" y="123305"/>
                  </a:cubicBezTo>
                  <a:cubicBezTo>
                    <a:pt x="88497" y="117565"/>
                    <a:pt x="88497" y="111804"/>
                    <a:pt x="88887" y="106064"/>
                  </a:cubicBezTo>
                  <a:cubicBezTo>
                    <a:pt x="88316" y="100921"/>
                    <a:pt x="85172" y="98063"/>
                    <a:pt x="86411" y="93301"/>
                  </a:cubicBezTo>
                  <a:cubicBezTo>
                    <a:pt x="87430" y="87949"/>
                    <a:pt x="91431" y="83655"/>
                    <a:pt x="96698" y="82252"/>
                  </a:cubicBezTo>
                  <a:cubicBezTo>
                    <a:pt x="102022" y="81876"/>
                    <a:pt x="107375" y="81876"/>
                    <a:pt x="112700" y="82252"/>
                  </a:cubicBezTo>
                  <a:cubicBezTo>
                    <a:pt x="117881" y="81536"/>
                    <a:pt x="123149" y="81828"/>
                    <a:pt x="128226" y="83109"/>
                  </a:cubicBezTo>
                  <a:cubicBezTo>
                    <a:pt x="131559" y="84252"/>
                    <a:pt x="132893" y="87776"/>
                    <a:pt x="134226" y="90824"/>
                  </a:cubicBezTo>
                  <a:cubicBezTo>
                    <a:pt x="136112" y="95036"/>
                    <a:pt x="136112" y="99852"/>
                    <a:pt x="134226" y="104064"/>
                  </a:cubicBezTo>
                  <a:cubicBezTo>
                    <a:pt x="130988" y="112446"/>
                    <a:pt x="133274" y="117971"/>
                    <a:pt x="130797" y="123114"/>
                  </a:cubicBezTo>
                  <a:cubicBezTo>
                    <a:pt x="129264" y="125622"/>
                    <a:pt x="128054" y="128309"/>
                    <a:pt x="127178" y="131115"/>
                  </a:cubicBezTo>
                  <a:cubicBezTo>
                    <a:pt x="125997" y="137206"/>
                    <a:pt x="128178" y="143463"/>
                    <a:pt x="132893" y="147498"/>
                  </a:cubicBezTo>
                  <a:cubicBezTo>
                    <a:pt x="139084" y="152165"/>
                    <a:pt x="154705" y="151689"/>
                    <a:pt x="162516" y="152832"/>
                  </a:cubicBezTo>
                  <a:cubicBezTo>
                    <a:pt x="170326" y="153975"/>
                    <a:pt x="176803" y="157023"/>
                    <a:pt x="176803" y="166929"/>
                  </a:cubicBezTo>
                  <a:cubicBezTo>
                    <a:pt x="176765" y="178487"/>
                    <a:pt x="177470" y="190036"/>
                    <a:pt x="178899" y="201505"/>
                  </a:cubicBezTo>
                  <a:cubicBezTo>
                    <a:pt x="181184" y="220079"/>
                    <a:pt x="182423" y="240557"/>
                    <a:pt x="183947" y="258655"/>
                  </a:cubicBezTo>
                  <a:cubicBezTo>
                    <a:pt x="186233" y="283515"/>
                    <a:pt x="190900" y="309518"/>
                    <a:pt x="184613" y="321901"/>
                  </a:cubicBezTo>
                  <a:cubicBezTo>
                    <a:pt x="178403" y="324854"/>
                    <a:pt x="172041" y="327492"/>
                    <a:pt x="165563" y="329807"/>
                  </a:cubicBezTo>
                  <a:cubicBezTo>
                    <a:pt x="158801" y="332283"/>
                    <a:pt x="161944" y="338189"/>
                    <a:pt x="161277" y="350762"/>
                  </a:cubicBezTo>
                  <a:cubicBezTo>
                    <a:pt x="160230" y="372479"/>
                    <a:pt x="161754" y="407912"/>
                    <a:pt x="161754" y="423628"/>
                  </a:cubicBezTo>
                  <a:cubicBezTo>
                    <a:pt x="161754" y="433820"/>
                    <a:pt x="156801" y="449060"/>
                    <a:pt x="159277" y="458775"/>
                  </a:cubicBezTo>
                  <a:cubicBezTo>
                    <a:pt x="161096" y="469054"/>
                    <a:pt x="161515" y="479531"/>
                    <a:pt x="160515" y="489922"/>
                  </a:cubicBezTo>
                  <a:cubicBezTo>
                    <a:pt x="160515" y="490493"/>
                    <a:pt x="159468" y="491636"/>
                    <a:pt x="157753" y="492970"/>
                  </a:cubicBezTo>
                  <a:lnTo>
                    <a:pt x="198330" y="492970"/>
                  </a:lnTo>
                  <a:lnTo>
                    <a:pt x="199187" y="506591"/>
                  </a:lnTo>
                  <a:lnTo>
                    <a:pt x="210903" y="506591"/>
                  </a:lnTo>
                  <a:lnTo>
                    <a:pt x="225190" y="752812"/>
                  </a:lnTo>
                  <a:close/>
                </a:path>
              </a:pathLst>
            </a:custGeom>
            <a:solidFill>
              <a:schemeClr val="accent1"/>
            </a:solidFill>
            <a:ln w="809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35" name="任意多边形: 形状 1934">
              <a:extLst>
                <a:ext uri="{FF2B5EF4-FFF2-40B4-BE49-F238E27FC236}">
                  <a16:creationId xmlns:a16="http://schemas.microsoft.com/office/drawing/2014/main" id="{F8BBAB52-DC55-40B7-AC87-A238AD9E8007}"/>
                </a:ext>
              </a:extLst>
            </p:cNvPr>
            <p:cNvSpPr/>
            <p:nvPr/>
          </p:nvSpPr>
          <p:spPr>
            <a:xfrm>
              <a:off x="4999887" y="6512955"/>
              <a:ext cx="2189095" cy="333125"/>
            </a:xfrm>
            <a:custGeom>
              <a:avLst/>
              <a:gdLst>
                <a:gd name="connsiteX0" fmla="*/ 0 w 1731930"/>
                <a:gd name="connsiteY0" fmla="*/ 261556 h 263556"/>
                <a:gd name="connsiteX1" fmla="*/ 33814 w 1731930"/>
                <a:gd name="connsiteY1" fmla="*/ 0 h 263556"/>
                <a:gd name="connsiteX2" fmla="*/ 1698117 w 1731930"/>
                <a:gd name="connsiteY2" fmla="*/ 0 h 263556"/>
                <a:gd name="connsiteX3" fmla="*/ 1731931 w 1731930"/>
                <a:gd name="connsiteY3" fmla="*/ 261556 h 263556"/>
                <a:gd name="connsiteX4" fmla="*/ 0 w 1731930"/>
                <a:gd name="connsiteY4" fmla="*/ 261556 h 263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1930" h="263556">
                  <a:moveTo>
                    <a:pt x="0" y="261556"/>
                  </a:moveTo>
                  <a:lnTo>
                    <a:pt x="33814" y="0"/>
                  </a:lnTo>
                  <a:lnTo>
                    <a:pt x="1698117" y="0"/>
                  </a:lnTo>
                  <a:lnTo>
                    <a:pt x="1731931" y="261556"/>
                  </a:lnTo>
                  <a:cubicBezTo>
                    <a:pt x="1153478" y="264224"/>
                    <a:pt x="578358" y="264224"/>
                    <a:pt x="0" y="261556"/>
                  </a:cubicBezTo>
                  <a:close/>
                </a:path>
              </a:pathLst>
            </a:custGeom>
            <a:solidFill>
              <a:schemeClr val="accent1"/>
            </a:solidFill>
            <a:ln w="809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36" name="任意多边形: 形状 1935">
              <a:extLst>
                <a:ext uri="{FF2B5EF4-FFF2-40B4-BE49-F238E27FC236}">
                  <a16:creationId xmlns:a16="http://schemas.microsoft.com/office/drawing/2014/main" id="{F1720217-13AE-4B61-923C-B26D5F54BC51}"/>
                </a:ext>
              </a:extLst>
            </p:cNvPr>
            <p:cNvSpPr/>
            <p:nvPr/>
          </p:nvSpPr>
          <p:spPr>
            <a:xfrm>
              <a:off x="5393209" y="6574596"/>
              <a:ext cx="395319" cy="202542"/>
            </a:xfrm>
            <a:custGeom>
              <a:avLst/>
              <a:gdLst>
                <a:gd name="connsiteX0" fmla="*/ 233934 w 312762"/>
                <a:gd name="connsiteY0" fmla="*/ 81915 h 160244"/>
                <a:gd name="connsiteX1" fmla="*/ 232505 w 312762"/>
                <a:gd name="connsiteY1" fmla="*/ 88106 h 160244"/>
                <a:gd name="connsiteX2" fmla="*/ 213455 w 312762"/>
                <a:gd name="connsiteY2" fmla="*/ 155924 h 160244"/>
                <a:gd name="connsiteX3" fmla="*/ 212693 w 312762"/>
                <a:gd name="connsiteY3" fmla="*/ 159925 h 160244"/>
                <a:gd name="connsiteX4" fmla="*/ 239839 w 312762"/>
                <a:gd name="connsiteY4" fmla="*/ 159925 h 160244"/>
                <a:gd name="connsiteX5" fmla="*/ 241268 w 312762"/>
                <a:gd name="connsiteY5" fmla="*/ 156115 h 160244"/>
                <a:gd name="connsiteX6" fmla="*/ 247459 w 312762"/>
                <a:gd name="connsiteY6" fmla="*/ 134493 h 160244"/>
                <a:gd name="connsiteX7" fmla="*/ 261556 w 312762"/>
                <a:gd name="connsiteY7" fmla="*/ 86296 h 160244"/>
                <a:gd name="connsiteX8" fmla="*/ 266795 w 312762"/>
                <a:gd name="connsiteY8" fmla="*/ 82296 h 160244"/>
                <a:gd name="connsiteX9" fmla="*/ 276320 w 312762"/>
                <a:gd name="connsiteY9" fmla="*/ 82296 h 160244"/>
                <a:gd name="connsiteX10" fmla="*/ 282988 w 312762"/>
                <a:gd name="connsiteY10" fmla="*/ 79534 h 160244"/>
                <a:gd name="connsiteX11" fmla="*/ 304895 w 312762"/>
                <a:gd name="connsiteY11" fmla="*/ 55626 h 160244"/>
                <a:gd name="connsiteX12" fmla="*/ 312039 w 312762"/>
                <a:gd name="connsiteY12" fmla="*/ 40958 h 160244"/>
                <a:gd name="connsiteX13" fmla="*/ 304419 w 312762"/>
                <a:gd name="connsiteY13" fmla="*/ 20002 h 160244"/>
                <a:gd name="connsiteX14" fmla="*/ 287369 w 312762"/>
                <a:gd name="connsiteY14" fmla="*/ 11621 h 160244"/>
                <a:gd name="connsiteX15" fmla="*/ 250984 w 312762"/>
                <a:gd name="connsiteY15" fmla="*/ 3238 h 160244"/>
                <a:gd name="connsiteX16" fmla="*/ 226981 w 312762"/>
                <a:gd name="connsiteY16" fmla="*/ 0 h 160244"/>
                <a:gd name="connsiteX17" fmla="*/ 181070 w 312762"/>
                <a:gd name="connsiteY17" fmla="*/ 571 h 160244"/>
                <a:gd name="connsiteX18" fmla="*/ 146971 w 312762"/>
                <a:gd name="connsiteY18" fmla="*/ 4953 h 160244"/>
                <a:gd name="connsiteX19" fmla="*/ 117443 w 312762"/>
                <a:gd name="connsiteY19" fmla="*/ 18669 h 160244"/>
                <a:gd name="connsiteX20" fmla="*/ 112300 w 312762"/>
                <a:gd name="connsiteY20" fmla="*/ 20193 h 160244"/>
                <a:gd name="connsiteX21" fmla="*/ 96774 w 312762"/>
                <a:gd name="connsiteY21" fmla="*/ 22098 h 160244"/>
                <a:gd name="connsiteX22" fmla="*/ 88678 w 312762"/>
                <a:gd name="connsiteY22" fmla="*/ 26479 h 160244"/>
                <a:gd name="connsiteX23" fmla="*/ 86496 w 312762"/>
                <a:gd name="connsiteY23" fmla="*/ 39776 h 160244"/>
                <a:gd name="connsiteX24" fmla="*/ 87058 w 312762"/>
                <a:gd name="connsiteY24" fmla="*/ 40481 h 160244"/>
                <a:gd name="connsiteX25" fmla="*/ 93345 w 312762"/>
                <a:gd name="connsiteY25" fmla="*/ 46768 h 160244"/>
                <a:gd name="connsiteX26" fmla="*/ 106585 w 312762"/>
                <a:gd name="connsiteY26" fmla="*/ 54388 h 160244"/>
                <a:gd name="connsiteX27" fmla="*/ 161258 w 312762"/>
                <a:gd name="connsiteY27" fmla="*/ 76771 h 160244"/>
                <a:gd name="connsiteX28" fmla="*/ 179356 w 312762"/>
                <a:gd name="connsiteY28" fmla="*/ 91535 h 160244"/>
                <a:gd name="connsiteX29" fmla="*/ 182975 w 312762"/>
                <a:gd name="connsiteY29" fmla="*/ 106966 h 160244"/>
                <a:gd name="connsiteX30" fmla="*/ 177736 w 312762"/>
                <a:gd name="connsiteY30" fmla="*/ 121253 h 160244"/>
                <a:gd name="connsiteX31" fmla="*/ 146304 w 312762"/>
                <a:gd name="connsiteY31" fmla="*/ 144494 h 160244"/>
                <a:gd name="connsiteX32" fmla="*/ 102775 w 312762"/>
                <a:gd name="connsiteY32" fmla="*/ 151162 h 160244"/>
                <a:gd name="connsiteX33" fmla="*/ 44101 w 312762"/>
                <a:gd name="connsiteY33" fmla="*/ 150304 h 160244"/>
                <a:gd name="connsiteX34" fmla="*/ 29242 w 312762"/>
                <a:gd name="connsiteY34" fmla="*/ 148971 h 160244"/>
                <a:gd name="connsiteX35" fmla="*/ 21431 w 312762"/>
                <a:gd name="connsiteY35" fmla="*/ 149828 h 160244"/>
                <a:gd name="connsiteX36" fmla="*/ 3238 w 312762"/>
                <a:gd name="connsiteY36" fmla="*/ 158210 h 160244"/>
                <a:gd name="connsiteX37" fmla="*/ 0 w 312762"/>
                <a:gd name="connsiteY37" fmla="*/ 160211 h 160244"/>
                <a:gd name="connsiteX38" fmla="*/ 191643 w 312762"/>
                <a:gd name="connsiteY38" fmla="*/ 160211 h 160244"/>
                <a:gd name="connsiteX39" fmla="*/ 196120 w 312762"/>
                <a:gd name="connsiteY39" fmla="*/ 158401 h 160244"/>
                <a:gd name="connsiteX40" fmla="*/ 208121 w 312762"/>
                <a:gd name="connsiteY40" fmla="*/ 145161 h 160244"/>
                <a:gd name="connsiteX41" fmla="*/ 217646 w 312762"/>
                <a:gd name="connsiteY41" fmla="*/ 123539 h 160244"/>
                <a:gd name="connsiteX42" fmla="*/ 214884 w 312762"/>
                <a:gd name="connsiteY42" fmla="*/ 115633 h 160244"/>
                <a:gd name="connsiteX43" fmla="*/ 185261 w 312762"/>
                <a:gd name="connsiteY43" fmla="*/ 87058 h 160244"/>
                <a:gd name="connsiteX44" fmla="*/ 155829 w 312762"/>
                <a:gd name="connsiteY44" fmla="*/ 62103 h 160244"/>
                <a:gd name="connsiteX45" fmla="*/ 119348 w 312762"/>
                <a:gd name="connsiteY45" fmla="*/ 37052 h 160244"/>
                <a:gd name="connsiteX46" fmla="*/ 114871 w 312762"/>
                <a:gd name="connsiteY46" fmla="*/ 28480 h 160244"/>
                <a:gd name="connsiteX47" fmla="*/ 121825 w 312762"/>
                <a:gd name="connsiteY47" fmla="*/ 21908 h 160244"/>
                <a:gd name="connsiteX48" fmla="*/ 131921 w 312762"/>
                <a:gd name="connsiteY48" fmla="*/ 21050 h 160244"/>
                <a:gd name="connsiteX49" fmla="*/ 171640 w 312762"/>
                <a:gd name="connsiteY49" fmla="*/ 25622 h 160244"/>
                <a:gd name="connsiteX50" fmla="*/ 245078 w 312762"/>
                <a:gd name="connsiteY50" fmla="*/ 43148 h 160244"/>
                <a:gd name="connsiteX51" fmla="*/ 279368 w 312762"/>
                <a:gd name="connsiteY51" fmla="*/ 56769 h 160244"/>
                <a:gd name="connsiteX52" fmla="*/ 284131 w 312762"/>
                <a:gd name="connsiteY52" fmla="*/ 59627 h 160244"/>
                <a:gd name="connsiteX53" fmla="*/ 283083 w 312762"/>
                <a:gd name="connsiteY53" fmla="*/ 64294 h 160244"/>
                <a:gd name="connsiteX54" fmla="*/ 278892 w 312762"/>
                <a:gd name="connsiteY54" fmla="*/ 64294 h 160244"/>
                <a:gd name="connsiteX55" fmla="*/ 232696 w 312762"/>
                <a:gd name="connsiteY55" fmla="*/ 64960 h 160244"/>
                <a:gd name="connsiteX56" fmla="*/ 209836 w 312762"/>
                <a:gd name="connsiteY56" fmla="*/ 81629 h 160244"/>
                <a:gd name="connsiteX57" fmla="*/ 66389 w 312762"/>
                <a:gd name="connsiteY57" fmla="*/ 82867 h 160244"/>
                <a:gd name="connsiteX58" fmla="*/ 56197 w 312762"/>
                <a:gd name="connsiteY58" fmla="*/ 118777 h 160244"/>
                <a:gd name="connsiteX59" fmla="*/ 63436 w 312762"/>
                <a:gd name="connsiteY59" fmla="*/ 118777 h 160244"/>
                <a:gd name="connsiteX60" fmla="*/ 66199 w 312762"/>
                <a:gd name="connsiteY60" fmla="*/ 115538 h 160244"/>
                <a:gd name="connsiteX61" fmla="*/ 72009 w 312762"/>
                <a:gd name="connsiteY61" fmla="*/ 95631 h 160244"/>
                <a:gd name="connsiteX62" fmla="*/ 75247 w 312762"/>
                <a:gd name="connsiteY62" fmla="*/ 84582 h 160244"/>
                <a:gd name="connsiteX63" fmla="*/ 77819 w 312762"/>
                <a:gd name="connsiteY63" fmla="*/ 82296 h 160244"/>
                <a:gd name="connsiteX64" fmla="*/ 99346 w 312762"/>
                <a:gd name="connsiteY64" fmla="*/ 82296 h 160244"/>
                <a:gd name="connsiteX65" fmla="*/ 82296 w 312762"/>
                <a:gd name="connsiteY65" fmla="*/ 140875 h 160244"/>
                <a:gd name="connsiteX66" fmla="*/ 59531 w 312762"/>
                <a:gd name="connsiteY66" fmla="*/ 140875 h 160244"/>
                <a:gd name="connsiteX67" fmla="*/ 63532 w 312762"/>
                <a:gd name="connsiteY67" fmla="*/ 125730 h 160244"/>
                <a:gd name="connsiteX68" fmla="*/ 60674 w 312762"/>
                <a:gd name="connsiteY68" fmla="*/ 125158 h 160244"/>
                <a:gd name="connsiteX69" fmla="*/ 53149 w 312762"/>
                <a:gd name="connsiteY69" fmla="*/ 130683 h 160244"/>
                <a:gd name="connsiteX70" fmla="*/ 50673 w 312762"/>
                <a:gd name="connsiteY70" fmla="*/ 138875 h 160244"/>
                <a:gd name="connsiteX71" fmla="*/ 48196 w 312762"/>
                <a:gd name="connsiteY71" fmla="*/ 141161 h 160244"/>
                <a:gd name="connsiteX72" fmla="*/ 27527 w 312762"/>
                <a:gd name="connsiteY72" fmla="*/ 141161 h 160244"/>
                <a:gd name="connsiteX73" fmla="*/ 27527 w 312762"/>
                <a:gd name="connsiteY73" fmla="*/ 138017 h 160244"/>
                <a:gd name="connsiteX74" fmla="*/ 42672 w 312762"/>
                <a:gd name="connsiteY74" fmla="*/ 85820 h 160244"/>
                <a:gd name="connsiteX75" fmla="*/ 47339 w 312762"/>
                <a:gd name="connsiteY75" fmla="*/ 82201 h 160244"/>
                <a:gd name="connsiteX76" fmla="*/ 63436 w 312762"/>
                <a:gd name="connsiteY76" fmla="*/ 82201 h 160244"/>
                <a:gd name="connsiteX77" fmla="*/ 66675 w 312762"/>
                <a:gd name="connsiteY77" fmla="*/ 82201 h 160244"/>
                <a:gd name="connsiteX78" fmla="*/ 130397 w 312762"/>
                <a:gd name="connsiteY78" fmla="*/ 82867 h 160244"/>
                <a:gd name="connsiteX79" fmla="*/ 129064 w 312762"/>
                <a:gd name="connsiteY79" fmla="*/ 88487 h 160244"/>
                <a:gd name="connsiteX80" fmla="*/ 117253 w 312762"/>
                <a:gd name="connsiteY80" fmla="*/ 130207 h 160244"/>
                <a:gd name="connsiteX81" fmla="*/ 116300 w 312762"/>
                <a:gd name="connsiteY81" fmla="*/ 134779 h 160244"/>
                <a:gd name="connsiteX82" fmla="*/ 118777 w 312762"/>
                <a:gd name="connsiteY82" fmla="*/ 134779 h 160244"/>
                <a:gd name="connsiteX83" fmla="*/ 126206 w 312762"/>
                <a:gd name="connsiteY83" fmla="*/ 129635 h 160244"/>
                <a:gd name="connsiteX84" fmla="*/ 138779 w 312762"/>
                <a:gd name="connsiteY84" fmla="*/ 86773 h 160244"/>
                <a:gd name="connsiteX85" fmla="*/ 140303 w 312762"/>
                <a:gd name="connsiteY85" fmla="*/ 82391 h 160244"/>
                <a:gd name="connsiteX86" fmla="*/ 162782 w 312762"/>
                <a:gd name="connsiteY86" fmla="*/ 82391 h 160244"/>
                <a:gd name="connsiteX87" fmla="*/ 154400 w 312762"/>
                <a:gd name="connsiteY87" fmla="*/ 111919 h 160244"/>
                <a:gd name="connsiteX88" fmla="*/ 146018 w 312762"/>
                <a:gd name="connsiteY88" fmla="*/ 140494 h 160244"/>
                <a:gd name="connsiteX89" fmla="*/ 90868 w 312762"/>
                <a:gd name="connsiteY89" fmla="*/ 140494 h 160244"/>
                <a:gd name="connsiteX90" fmla="*/ 91630 w 312762"/>
                <a:gd name="connsiteY90" fmla="*/ 136684 h 160244"/>
                <a:gd name="connsiteX91" fmla="*/ 106489 w 312762"/>
                <a:gd name="connsiteY91" fmla="*/ 85725 h 160244"/>
                <a:gd name="connsiteX92" fmla="*/ 111633 w 312762"/>
                <a:gd name="connsiteY92" fmla="*/ 81725 h 160244"/>
                <a:gd name="connsiteX93" fmla="*/ 126111 w 312762"/>
                <a:gd name="connsiteY93" fmla="*/ 81725 h 160244"/>
                <a:gd name="connsiteX94" fmla="*/ 130397 w 312762"/>
                <a:gd name="connsiteY94" fmla="*/ 81725 h 160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312762" h="160244">
                  <a:moveTo>
                    <a:pt x="233934" y="81915"/>
                  </a:moveTo>
                  <a:cubicBezTo>
                    <a:pt x="233363" y="84392"/>
                    <a:pt x="233077" y="86201"/>
                    <a:pt x="232505" y="88106"/>
                  </a:cubicBezTo>
                  <a:cubicBezTo>
                    <a:pt x="226152" y="110652"/>
                    <a:pt x="219808" y="133255"/>
                    <a:pt x="213455" y="155924"/>
                  </a:cubicBezTo>
                  <a:cubicBezTo>
                    <a:pt x="213455" y="157163"/>
                    <a:pt x="212979" y="158496"/>
                    <a:pt x="212693" y="159925"/>
                  </a:cubicBezTo>
                  <a:lnTo>
                    <a:pt x="239839" y="159925"/>
                  </a:lnTo>
                  <a:cubicBezTo>
                    <a:pt x="240411" y="158496"/>
                    <a:pt x="240887" y="157353"/>
                    <a:pt x="241268" y="156115"/>
                  </a:cubicBezTo>
                  <a:lnTo>
                    <a:pt x="247459" y="134493"/>
                  </a:lnTo>
                  <a:cubicBezTo>
                    <a:pt x="252127" y="118396"/>
                    <a:pt x="256984" y="102394"/>
                    <a:pt x="261556" y="86296"/>
                  </a:cubicBezTo>
                  <a:cubicBezTo>
                    <a:pt x="262699" y="82391"/>
                    <a:pt x="262795" y="82391"/>
                    <a:pt x="266795" y="82296"/>
                  </a:cubicBezTo>
                  <a:cubicBezTo>
                    <a:pt x="270796" y="82201"/>
                    <a:pt x="273082" y="82296"/>
                    <a:pt x="276320" y="82296"/>
                  </a:cubicBezTo>
                  <a:cubicBezTo>
                    <a:pt x="278854" y="82467"/>
                    <a:pt x="281321" y="81448"/>
                    <a:pt x="282988" y="79534"/>
                  </a:cubicBezTo>
                  <a:cubicBezTo>
                    <a:pt x="290227" y="71533"/>
                    <a:pt x="297561" y="63627"/>
                    <a:pt x="304895" y="55626"/>
                  </a:cubicBezTo>
                  <a:cubicBezTo>
                    <a:pt x="308591" y="51492"/>
                    <a:pt x="311067" y="46415"/>
                    <a:pt x="312039" y="40958"/>
                  </a:cubicBezTo>
                  <a:cubicBezTo>
                    <a:pt x="314277" y="33060"/>
                    <a:pt x="311210" y="24616"/>
                    <a:pt x="304419" y="20002"/>
                  </a:cubicBezTo>
                  <a:cubicBezTo>
                    <a:pt x="299161" y="16419"/>
                    <a:pt x="293418" y="13597"/>
                    <a:pt x="287369" y="11621"/>
                  </a:cubicBezTo>
                  <a:cubicBezTo>
                    <a:pt x="275482" y="7885"/>
                    <a:pt x="263309" y="5082"/>
                    <a:pt x="250984" y="3238"/>
                  </a:cubicBezTo>
                  <a:cubicBezTo>
                    <a:pt x="243068" y="1599"/>
                    <a:pt x="235048" y="517"/>
                    <a:pt x="226981" y="0"/>
                  </a:cubicBezTo>
                  <a:cubicBezTo>
                    <a:pt x="211741" y="0"/>
                    <a:pt x="196405" y="0"/>
                    <a:pt x="181070" y="571"/>
                  </a:cubicBezTo>
                  <a:cubicBezTo>
                    <a:pt x="169602" y="1080"/>
                    <a:pt x="158191" y="2546"/>
                    <a:pt x="146971" y="4953"/>
                  </a:cubicBezTo>
                  <a:cubicBezTo>
                    <a:pt x="135950" y="6361"/>
                    <a:pt x="125635" y="11153"/>
                    <a:pt x="117443" y="18669"/>
                  </a:cubicBezTo>
                  <a:cubicBezTo>
                    <a:pt x="116033" y="19897"/>
                    <a:pt x="114157" y="20452"/>
                    <a:pt x="112300" y="20193"/>
                  </a:cubicBezTo>
                  <a:cubicBezTo>
                    <a:pt x="107051" y="19772"/>
                    <a:pt x="101765" y="20420"/>
                    <a:pt x="96774" y="22098"/>
                  </a:cubicBezTo>
                  <a:cubicBezTo>
                    <a:pt x="93850" y="23097"/>
                    <a:pt x="91116" y="24578"/>
                    <a:pt x="88678" y="26479"/>
                  </a:cubicBezTo>
                  <a:cubicBezTo>
                    <a:pt x="84401" y="29547"/>
                    <a:pt x="83429" y="35499"/>
                    <a:pt x="86496" y="39776"/>
                  </a:cubicBezTo>
                  <a:cubicBezTo>
                    <a:pt x="86668" y="40014"/>
                    <a:pt x="86858" y="40253"/>
                    <a:pt x="87058" y="40481"/>
                  </a:cubicBezTo>
                  <a:cubicBezTo>
                    <a:pt x="88859" y="42853"/>
                    <a:pt x="90973" y="44968"/>
                    <a:pt x="93345" y="46768"/>
                  </a:cubicBezTo>
                  <a:cubicBezTo>
                    <a:pt x="97479" y="49759"/>
                    <a:pt x="101917" y="52311"/>
                    <a:pt x="106585" y="54388"/>
                  </a:cubicBezTo>
                  <a:cubicBezTo>
                    <a:pt x="124682" y="62103"/>
                    <a:pt x="142970" y="69437"/>
                    <a:pt x="161258" y="76771"/>
                  </a:cubicBezTo>
                  <a:cubicBezTo>
                    <a:pt x="168745" y="79572"/>
                    <a:pt x="175107" y="84763"/>
                    <a:pt x="179356" y="91535"/>
                  </a:cubicBezTo>
                  <a:cubicBezTo>
                    <a:pt x="182470" y="96031"/>
                    <a:pt x="183766" y="101546"/>
                    <a:pt x="182975" y="106966"/>
                  </a:cubicBezTo>
                  <a:cubicBezTo>
                    <a:pt x="182137" y="112014"/>
                    <a:pt x="180356" y="116862"/>
                    <a:pt x="177736" y="121253"/>
                  </a:cubicBezTo>
                  <a:cubicBezTo>
                    <a:pt x="170574" y="132693"/>
                    <a:pt x="159344" y="140999"/>
                    <a:pt x="146304" y="144494"/>
                  </a:cubicBezTo>
                  <a:cubicBezTo>
                    <a:pt x="132131" y="148523"/>
                    <a:pt x="117510" y="150762"/>
                    <a:pt x="102775" y="151162"/>
                  </a:cubicBezTo>
                  <a:cubicBezTo>
                    <a:pt x="83220" y="151971"/>
                    <a:pt x="63627" y="151686"/>
                    <a:pt x="44101" y="150304"/>
                  </a:cubicBezTo>
                  <a:cubicBezTo>
                    <a:pt x="39148" y="150304"/>
                    <a:pt x="34576" y="149257"/>
                    <a:pt x="29242" y="148971"/>
                  </a:cubicBezTo>
                  <a:cubicBezTo>
                    <a:pt x="26603" y="148723"/>
                    <a:pt x="23946" y="149019"/>
                    <a:pt x="21431" y="149828"/>
                  </a:cubicBezTo>
                  <a:cubicBezTo>
                    <a:pt x="15240" y="152305"/>
                    <a:pt x="9239" y="155353"/>
                    <a:pt x="3238" y="158210"/>
                  </a:cubicBezTo>
                  <a:cubicBezTo>
                    <a:pt x="2115" y="158791"/>
                    <a:pt x="1029" y="159468"/>
                    <a:pt x="0" y="160211"/>
                  </a:cubicBezTo>
                  <a:lnTo>
                    <a:pt x="191643" y="160211"/>
                  </a:lnTo>
                  <a:cubicBezTo>
                    <a:pt x="193348" y="160411"/>
                    <a:pt x="195034" y="159725"/>
                    <a:pt x="196120" y="158401"/>
                  </a:cubicBezTo>
                  <a:cubicBezTo>
                    <a:pt x="200120" y="154019"/>
                    <a:pt x="204311" y="149733"/>
                    <a:pt x="208121" y="145161"/>
                  </a:cubicBezTo>
                  <a:cubicBezTo>
                    <a:pt x="213303" y="139017"/>
                    <a:pt x="216608" y="131512"/>
                    <a:pt x="217646" y="123539"/>
                  </a:cubicBezTo>
                  <a:cubicBezTo>
                    <a:pt x="218227" y="120596"/>
                    <a:pt x="217170" y="117577"/>
                    <a:pt x="214884" y="115633"/>
                  </a:cubicBezTo>
                  <a:cubicBezTo>
                    <a:pt x="204883" y="106108"/>
                    <a:pt x="194596" y="96583"/>
                    <a:pt x="185261" y="87058"/>
                  </a:cubicBezTo>
                  <a:cubicBezTo>
                    <a:pt x="176470" y="77610"/>
                    <a:pt x="166592" y="69228"/>
                    <a:pt x="155829" y="62103"/>
                  </a:cubicBezTo>
                  <a:cubicBezTo>
                    <a:pt x="143542" y="54007"/>
                    <a:pt x="131540" y="45339"/>
                    <a:pt x="119348" y="37052"/>
                  </a:cubicBezTo>
                  <a:cubicBezTo>
                    <a:pt x="116253" y="35370"/>
                    <a:pt x="114481" y="31981"/>
                    <a:pt x="114871" y="28480"/>
                  </a:cubicBezTo>
                  <a:cubicBezTo>
                    <a:pt x="115481" y="24992"/>
                    <a:pt x="118310" y="22318"/>
                    <a:pt x="121825" y="21908"/>
                  </a:cubicBezTo>
                  <a:cubicBezTo>
                    <a:pt x="125130" y="21149"/>
                    <a:pt x="128530" y="20861"/>
                    <a:pt x="131921" y="21050"/>
                  </a:cubicBezTo>
                  <a:cubicBezTo>
                    <a:pt x="145237" y="21810"/>
                    <a:pt x="158496" y="23337"/>
                    <a:pt x="171640" y="25622"/>
                  </a:cubicBezTo>
                  <a:cubicBezTo>
                    <a:pt x="196529" y="29613"/>
                    <a:pt x="221075" y="35471"/>
                    <a:pt x="245078" y="43148"/>
                  </a:cubicBezTo>
                  <a:cubicBezTo>
                    <a:pt x="256880" y="46682"/>
                    <a:pt x="268357" y="51244"/>
                    <a:pt x="279368" y="56769"/>
                  </a:cubicBezTo>
                  <a:cubicBezTo>
                    <a:pt x="281073" y="57512"/>
                    <a:pt x="282673" y="58474"/>
                    <a:pt x="284131" y="59627"/>
                  </a:cubicBezTo>
                  <a:cubicBezTo>
                    <a:pt x="286226" y="61341"/>
                    <a:pt x="285750" y="63532"/>
                    <a:pt x="283083" y="64294"/>
                  </a:cubicBezTo>
                  <a:cubicBezTo>
                    <a:pt x="281692" y="64484"/>
                    <a:pt x="280283" y="64484"/>
                    <a:pt x="278892" y="64294"/>
                  </a:cubicBezTo>
                  <a:lnTo>
                    <a:pt x="232696" y="64960"/>
                  </a:lnTo>
                  <a:cubicBezTo>
                    <a:pt x="222418" y="65427"/>
                    <a:pt x="213417" y="71990"/>
                    <a:pt x="209836" y="81629"/>
                  </a:cubicBezTo>
                  <a:close/>
                  <a:moveTo>
                    <a:pt x="66389" y="82867"/>
                  </a:moveTo>
                  <a:cubicBezTo>
                    <a:pt x="63055" y="94869"/>
                    <a:pt x="59722" y="106490"/>
                    <a:pt x="56197" y="118777"/>
                  </a:cubicBezTo>
                  <a:lnTo>
                    <a:pt x="63436" y="118777"/>
                  </a:lnTo>
                  <a:cubicBezTo>
                    <a:pt x="65532" y="118777"/>
                    <a:pt x="65722" y="117062"/>
                    <a:pt x="66199" y="115538"/>
                  </a:cubicBezTo>
                  <a:cubicBezTo>
                    <a:pt x="68104" y="108871"/>
                    <a:pt x="70104" y="102203"/>
                    <a:pt x="72009" y="95631"/>
                  </a:cubicBezTo>
                  <a:cubicBezTo>
                    <a:pt x="73152" y="91916"/>
                    <a:pt x="74200" y="88297"/>
                    <a:pt x="75247" y="84582"/>
                  </a:cubicBezTo>
                  <a:cubicBezTo>
                    <a:pt x="75247" y="83248"/>
                    <a:pt x="76295" y="82296"/>
                    <a:pt x="77819" y="82296"/>
                  </a:cubicBezTo>
                  <a:lnTo>
                    <a:pt x="99346" y="82296"/>
                  </a:lnTo>
                  <a:cubicBezTo>
                    <a:pt x="93726" y="102203"/>
                    <a:pt x="88011" y="121539"/>
                    <a:pt x="82296" y="140875"/>
                  </a:cubicBezTo>
                  <a:lnTo>
                    <a:pt x="59531" y="140875"/>
                  </a:lnTo>
                  <a:cubicBezTo>
                    <a:pt x="60960" y="135636"/>
                    <a:pt x="62198" y="130778"/>
                    <a:pt x="63532" y="125730"/>
                  </a:cubicBezTo>
                  <a:cubicBezTo>
                    <a:pt x="62598" y="125444"/>
                    <a:pt x="61646" y="125254"/>
                    <a:pt x="60674" y="125158"/>
                  </a:cubicBezTo>
                  <a:cubicBezTo>
                    <a:pt x="54864" y="125158"/>
                    <a:pt x="54864" y="125158"/>
                    <a:pt x="53149" y="130683"/>
                  </a:cubicBezTo>
                  <a:cubicBezTo>
                    <a:pt x="52388" y="133445"/>
                    <a:pt x="51530" y="136112"/>
                    <a:pt x="50673" y="138875"/>
                  </a:cubicBezTo>
                  <a:cubicBezTo>
                    <a:pt x="50673" y="140208"/>
                    <a:pt x="49816" y="141161"/>
                    <a:pt x="48196" y="141161"/>
                  </a:cubicBezTo>
                  <a:lnTo>
                    <a:pt x="27527" y="141161"/>
                  </a:lnTo>
                  <a:cubicBezTo>
                    <a:pt x="27422" y="140113"/>
                    <a:pt x="27422" y="139065"/>
                    <a:pt x="27527" y="138017"/>
                  </a:cubicBezTo>
                  <a:lnTo>
                    <a:pt x="42672" y="85820"/>
                  </a:lnTo>
                  <a:cubicBezTo>
                    <a:pt x="43720" y="82296"/>
                    <a:pt x="43815" y="82296"/>
                    <a:pt x="47339" y="82201"/>
                  </a:cubicBezTo>
                  <a:lnTo>
                    <a:pt x="63436" y="82201"/>
                  </a:lnTo>
                  <a:cubicBezTo>
                    <a:pt x="64513" y="82134"/>
                    <a:pt x="65599" y="82134"/>
                    <a:pt x="66675" y="82201"/>
                  </a:cubicBezTo>
                  <a:close/>
                  <a:moveTo>
                    <a:pt x="130397" y="82867"/>
                  </a:moveTo>
                  <a:cubicBezTo>
                    <a:pt x="130397" y="84963"/>
                    <a:pt x="129540" y="86773"/>
                    <a:pt x="129064" y="88487"/>
                  </a:cubicBezTo>
                  <a:cubicBezTo>
                    <a:pt x="125158" y="102394"/>
                    <a:pt x="121158" y="116300"/>
                    <a:pt x="117253" y="130207"/>
                  </a:cubicBezTo>
                  <a:cubicBezTo>
                    <a:pt x="117253" y="131636"/>
                    <a:pt x="116681" y="133064"/>
                    <a:pt x="116300" y="134779"/>
                  </a:cubicBezTo>
                  <a:lnTo>
                    <a:pt x="118777" y="134779"/>
                  </a:lnTo>
                  <a:cubicBezTo>
                    <a:pt x="124492" y="134779"/>
                    <a:pt x="124682" y="134779"/>
                    <a:pt x="126206" y="129635"/>
                  </a:cubicBezTo>
                  <a:lnTo>
                    <a:pt x="138779" y="86773"/>
                  </a:lnTo>
                  <a:cubicBezTo>
                    <a:pt x="139255" y="85344"/>
                    <a:pt x="139827" y="83915"/>
                    <a:pt x="140303" y="82391"/>
                  </a:cubicBezTo>
                  <a:lnTo>
                    <a:pt x="162782" y="82391"/>
                  </a:lnTo>
                  <a:cubicBezTo>
                    <a:pt x="160496" y="92583"/>
                    <a:pt x="157163" y="102203"/>
                    <a:pt x="154400" y="111919"/>
                  </a:cubicBezTo>
                  <a:cubicBezTo>
                    <a:pt x="151638" y="121634"/>
                    <a:pt x="148876" y="130969"/>
                    <a:pt x="146018" y="140494"/>
                  </a:cubicBezTo>
                  <a:lnTo>
                    <a:pt x="90868" y="140494"/>
                  </a:lnTo>
                  <a:cubicBezTo>
                    <a:pt x="91049" y="139208"/>
                    <a:pt x="91307" y="137941"/>
                    <a:pt x="91630" y="136684"/>
                  </a:cubicBezTo>
                  <a:lnTo>
                    <a:pt x="106489" y="85725"/>
                  </a:lnTo>
                  <a:cubicBezTo>
                    <a:pt x="107632" y="81820"/>
                    <a:pt x="107728" y="81725"/>
                    <a:pt x="111633" y="81725"/>
                  </a:cubicBezTo>
                  <a:lnTo>
                    <a:pt x="126111" y="81725"/>
                  </a:lnTo>
                  <a:lnTo>
                    <a:pt x="130397" y="81725"/>
                  </a:ln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37" name="任意多边形: 形状 1936">
              <a:extLst>
                <a:ext uri="{FF2B5EF4-FFF2-40B4-BE49-F238E27FC236}">
                  <a16:creationId xmlns:a16="http://schemas.microsoft.com/office/drawing/2014/main" id="{C4BB768C-1669-43D4-AB5A-9145CB39D9E8}"/>
                </a:ext>
              </a:extLst>
            </p:cNvPr>
            <p:cNvSpPr/>
            <p:nvPr/>
          </p:nvSpPr>
          <p:spPr>
            <a:xfrm>
              <a:off x="6668766" y="6559158"/>
              <a:ext cx="133385" cy="179438"/>
            </a:xfrm>
            <a:custGeom>
              <a:avLst/>
              <a:gdLst>
                <a:gd name="connsiteX0" fmla="*/ 64865 w 105529"/>
                <a:gd name="connsiteY0" fmla="*/ 25168 h 141965"/>
                <a:gd name="connsiteX1" fmla="*/ 68390 w 105529"/>
                <a:gd name="connsiteY1" fmla="*/ 33835 h 141965"/>
                <a:gd name="connsiteX2" fmla="*/ 66294 w 105529"/>
                <a:gd name="connsiteY2" fmla="*/ 44218 h 141965"/>
                <a:gd name="connsiteX3" fmla="*/ 61627 w 105529"/>
                <a:gd name="connsiteY3" fmla="*/ 48694 h 141965"/>
                <a:gd name="connsiteX4" fmla="*/ 56007 w 105529"/>
                <a:gd name="connsiteY4" fmla="*/ 50123 h 141965"/>
                <a:gd name="connsiteX5" fmla="*/ 54578 w 105529"/>
                <a:gd name="connsiteY5" fmla="*/ 50123 h 141965"/>
                <a:gd name="connsiteX6" fmla="*/ 46387 w 105529"/>
                <a:gd name="connsiteY6" fmla="*/ 35455 h 141965"/>
                <a:gd name="connsiteX7" fmla="*/ 49149 w 105529"/>
                <a:gd name="connsiteY7" fmla="*/ 30406 h 141965"/>
                <a:gd name="connsiteX8" fmla="*/ 49149 w 105529"/>
                <a:gd name="connsiteY8" fmla="*/ 28025 h 141965"/>
                <a:gd name="connsiteX9" fmla="*/ 46958 w 105529"/>
                <a:gd name="connsiteY9" fmla="*/ 28025 h 141965"/>
                <a:gd name="connsiteX10" fmla="*/ 36767 w 105529"/>
                <a:gd name="connsiteY10" fmla="*/ 35264 h 141965"/>
                <a:gd name="connsiteX11" fmla="*/ 41529 w 105529"/>
                <a:gd name="connsiteY11" fmla="*/ 45551 h 141965"/>
                <a:gd name="connsiteX12" fmla="*/ 42291 w 105529"/>
                <a:gd name="connsiteY12" fmla="*/ 51742 h 141965"/>
                <a:gd name="connsiteX13" fmla="*/ 38053 w 105529"/>
                <a:gd name="connsiteY13" fmla="*/ 55276 h 141965"/>
                <a:gd name="connsiteX14" fmla="*/ 35814 w 105529"/>
                <a:gd name="connsiteY14" fmla="*/ 54314 h 141965"/>
                <a:gd name="connsiteX15" fmla="*/ 32195 w 105529"/>
                <a:gd name="connsiteY15" fmla="*/ 51171 h 141965"/>
                <a:gd name="connsiteX16" fmla="*/ 30766 w 105529"/>
                <a:gd name="connsiteY16" fmla="*/ 49742 h 141965"/>
                <a:gd name="connsiteX17" fmla="*/ 28861 w 105529"/>
                <a:gd name="connsiteY17" fmla="*/ 49742 h 141965"/>
                <a:gd name="connsiteX18" fmla="*/ 28099 w 105529"/>
                <a:gd name="connsiteY18" fmla="*/ 51361 h 141965"/>
                <a:gd name="connsiteX19" fmla="*/ 28099 w 105529"/>
                <a:gd name="connsiteY19" fmla="*/ 54409 h 141965"/>
                <a:gd name="connsiteX20" fmla="*/ 28099 w 105529"/>
                <a:gd name="connsiteY20" fmla="*/ 56695 h 141965"/>
                <a:gd name="connsiteX21" fmla="*/ 26003 w 105529"/>
                <a:gd name="connsiteY21" fmla="*/ 60315 h 141965"/>
                <a:gd name="connsiteX22" fmla="*/ 22955 w 105529"/>
                <a:gd name="connsiteY22" fmla="*/ 58029 h 141965"/>
                <a:gd name="connsiteX23" fmla="*/ 20955 w 105529"/>
                <a:gd name="connsiteY23" fmla="*/ 54505 h 141965"/>
                <a:gd name="connsiteX24" fmla="*/ 16097 w 105529"/>
                <a:gd name="connsiteY24" fmla="*/ 43646 h 141965"/>
                <a:gd name="connsiteX25" fmla="*/ 9811 w 105529"/>
                <a:gd name="connsiteY25" fmla="*/ 32883 h 141965"/>
                <a:gd name="connsiteX26" fmla="*/ 8668 w 105529"/>
                <a:gd name="connsiteY26" fmla="*/ 28692 h 141965"/>
                <a:gd name="connsiteX27" fmla="*/ 13335 w 105529"/>
                <a:gd name="connsiteY27" fmla="*/ 28692 h 141965"/>
                <a:gd name="connsiteX28" fmla="*/ 21336 w 105529"/>
                <a:gd name="connsiteY28" fmla="*/ 35455 h 141965"/>
                <a:gd name="connsiteX29" fmla="*/ 23622 w 105529"/>
                <a:gd name="connsiteY29" fmla="*/ 37741 h 141965"/>
                <a:gd name="connsiteX30" fmla="*/ 24098 w 105529"/>
                <a:gd name="connsiteY30" fmla="*/ 34693 h 141965"/>
                <a:gd name="connsiteX31" fmla="*/ 14097 w 105529"/>
                <a:gd name="connsiteY31" fmla="*/ 17643 h 141965"/>
                <a:gd name="connsiteX32" fmla="*/ 10859 w 105529"/>
                <a:gd name="connsiteY32" fmla="*/ 14214 h 141965"/>
                <a:gd name="connsiteX33" fmla="*/ 10287 w 105529"/>
                <a:gd name="connsiteY33" fmla="*/ 11547 h 141965"/>
                <a:gd name="connsiteX34" fmla="*/ 12859 w 105529"/>
                <a:gd name="connsiteY34" fmla="*/ 10594 h 141965"/>
                <a:gd name="connsiteX35" fmla="*/ 20384 w 105529"/>
                <a:gd name="connsiteY35" fmla="*/ 14309 h 141965"/>
                <a:gd name="connsiteX36" fmla="*/ 31718 w 105529"/>
                <a:gd name="connsiteY36" fmla="*/ 27263 h 141965"/>
                <a:gd name="connsiteX37" fmla="*/ 37814 w 105529"/>
                <a:gd name="connsiteY37" fmla="*/ 28406 h 141965"/>
                <a:gd name="connsiteX38" fmla="*/ 41624 w 105529"/>
                <a:gd name="connsiteY38" fmla="*/ 24977 h 141965"/>
                <a:gd name="connsiteX39" fmla="*/ 41624 w 105529"/>
                <a:gd name="connsiteY39" fmla="*/ 20500 h 141965"/>
                <a:gd name="connsiteX40" fmla="*/ 36767 w 105529"/>
                <a:gd name="connsiteY40" fmla="*/ 16881 h 141965"/>
                <a:gd name="connsiteX41" fmla="*/ 35052 w 105529"/>
                <a:gd name="connsiteY41" fmla="*/ 14881 h 141965"/>
                <a:gd name="connsiteX42" fmla="*/ 36757 w 105529"/>
                <a:gd name="connsiteY42" fmla="*/ 11977 h 141965"/>
                <a:gd name="connsiteX43" fmla="*/ 37719 w 105529"/>
                <a:gd name="connsiteY43" fmla="*/ 11928 h 141965"/>
                <a:gd name="connsiteX44" fmla="*/ 44101 w 105529"/>
                <a:gd name="connsiteY44" fmla="*/ 12976 h 141965"/>
                <a:gd name="connsiteX45" fmla="*/ 51721 w 105529"/>
                <a:gd name="connsiteY45" fmla="*/ 9547 h 141965"/>
                <a:gd name="connsiteX46" fmla="*/ 53721 w 105529"/>
                <a:gd name="connsiteY46" fmla="*/ 3451 h 141965"/>
                <a:gd name="connsiteX47" fmla="*/ 56540 w 105529"/>
                <a:gd name="connsiteY47" fmla="*/ 15 h 141965"/>
                <a:gd name="connsiteX48" fmla="*/ 58388 w 105529"/>
                <a:gd name="connsiteY48" fmla="*/ 403 h 141965"/>
                <a:gd name="connsiteX49" fmla="*/ 67913 w 105529"/>
                <a:gd name="connsiteY49" fmla="*/ 8118 h 141965"/>
                <a:gd name="connsiteX50" fmla="*/ 67246 w 105529"/>
                <a:gd name="connsiteY50" fmla="*/ 12404 h 141965"/>
                <a:gd name="connsiteX51" fmla="*/ 61627 w 105529"/>
                <a:gd name="connsiteY51" fmla="*/ 18310 h 141965"/>
                <a:gd name="connsiteX52" fmla="*/ 60770 w 105529"/>
                <a:gd name="connsiteY52" fmla="*/ 19357 h 141965"/>
                <a:gd name="connsiteX53" fmla="*/ 64484 w 105529"/>
                <a:gd name="connsiteY53" fmla="*/ 19357 h 141965"/>
                <a:gd name="connsiteX54" fmla="*/ 86963 w 105529"/>
                <a:gd name="connsiteY54" fmla="*/ 6213 h 141965"/>
                <a:gd name="connsiteX55" fmla="*/ 91059 w 105529"/>
                <a:gd name="connsiteY55" fmla="*/ 5451 h 141965"/>
                <a:gd name="connsiteX56" fmla="*/ 103442 w 105529"/>
                <a:gd name="connsiteY56" fmla="*/ 13261 h 141965"/>
                <a:gd name="connsiteX57" fmla="*/ 105442 w 105529"/>
                <a:gd name="connsiteY57" fmla="*/ 21548 h 141965"/>
                <a:gd name="connsiteX58" fmla="*/ 101822 w 105529"/>
                <a:gd name="connsiteY58" fmla="*/ 27358 h 141965"/>
                <a:gd name="connsiteX59" fmla="*/ 95441 w 105529"/>
                <a:gd name="connsiteY59" fmla="*/ 30597 h 141965"/>
                <a:gd name="connsiteX60" fmla="*/ 79058 w 105529"/>
                <a:gd name="connsiteY60" fmla="*/ 42979 h 141965"/>
                <a:gd name="connsiteX61" fmla="*/ 77534 w 105529"/>
                <a:gd name="connsiteY61" fmla="*/ 45170 h 141965"/>
                <a:gd name="connsiteX62" fmla="*/ 80105 w 105529"/>
                <a:gd name="connsiteY62" fmla="*/ 46885 h 141965"/>
                <a:gd name="connsiteX63" fmla="*/ 85439 w 105529"/>
                <a:gd name="connsiteY63" fmla="*/ 51552 h 141965"/>
                <a:gd name="connsiteX64" fmla="*/ 85935 w 105529"/>
                <a:gd name="connsiteY64" fmla="*/ 56105 h 141965"/>
                <a:gd name="connsiteX65" fmla="*/ 85439 w 105529"/>
                <a:gd name="connsiteY65" fmla="*/ 56600 h 141965"/>
                <a:gd name="connsiteX66" fmla="*/ 82582 w 105529"/>
                <a:gd name="connsiteY66" fmla="*/ 58981 h 141965"/>
                <a:gd name="connsiteX67" fmla="*/ 73819 w 105529"/>
                <a:gd name="connsiteY67" fmla="*/ 65935 h 141965"/>
                <a:gd name="connsiteX68" fmla="*/ 70866 w 105529"/>
                <a:gd name="connsiteY68" fmla="*/ 68983 h 141965"/>
                <a:gd name="connsiteX69" fmla="*/ 73533 w 105529"/>
                <a:gd name="connsiteY69" fmla="*/ 70126 h 141965"/>
                <a:gd name="connsiteX70" fmla="*/ 90488 w 105529"/>
                <a:gd name="connsiteY70" fmla="*/ 76031 h 141965"/>
                <a:gd name="connsiteX71" fmla="*/ 90897 w 105529"/>
                <a:gd name="connsiteY71" fmla="*/ 79241 h 141965"/>
                <a:gd name="connsiteX72" fmla="*/ 90488 w 105529"/>
                <a:gd name="connsiteY72" fmla="*/ 79651 h 141965"/>
                <a:gd name="connsiteX73" fmla="*/ 85820 w 105529"/>
                <a:gd name="connsiteY73" fmla="*/ 83365 h 141965"/>
                <a:gd name="connsiteX74" fmla="*/ 75057 w 105529"/>
                <a:gd name="connsiteY74" fmla="*/ 88985 h 141965"/>
                <a:gd name="connsiteX75" fmla="*/ 73628 w 105529"/>
                <a:gd name="connsiteY75" fmla="*/ 88985 h 141965"/>
                <a:gd name="connsiteX76" fmla="*/ 73057 w 105529"/>
                <a:gd name="connsiteY76" fmla="*/ 86985 h 141965"/>
                <a:gd name="connsiteX77" fmla="*/ 73057 w 105529"/>
                <a:gd name="connsiteY77" fmla="*/ 82603 h 141965"/>
                <a:gd name="connsiteX78" fmla="*/ 70580 w 105529"/>
                <a:gd name="connsiteY78" fmla="*/ 78793 h 141965"/>
                <a:gd name="connsiteX79" fmla="*/ 65246 w 105529"/>
                <a:gd name="connsiteY79" fmla="*/ 82032 h 141965"/>
                <a:gd name="connsiteX80" fmla="*/ 64770 w 105529"/>
                <a:gd name="connsiteY80" fmla="*/ 88128 h 141965"/>
                <a:gd name="connsiteX81" fmla="*/ 65246 w 105529"/>
                <a:gd name="connsiteY81" fmla="*/ 104035 h 141965"/>
                <a:gd name="connsiteX82" fmla="*/ 66294 w 105529"/>
                <a:gd name="connsiteY82" fmla="*/ 120608 h 141965"/>
                <a:gd name="connsiteX83" fmla="*/ 67056 w 105529"/>
                <a:gd name="connsiteY83" fmla="*/ 125275 h 141965"/>
                <a:gd name="connsiteX84" fmla="*/ 66485 w 105529"/>
                <a:gd name="connsiteY84" fmla="*/ 137086 h 141965"/>
                <a:gd name="connsiteX85" fmla="*/ 58579 w 105529"/>
                <a:gd name="connsiteY85" fmla="*/ 141849 h 141965"/>
                <a:gd name="connsiteX86" fmla="*/ 49816 w 105529"/>
                <a:gd name="connsiteY86" fmla="*/ 139182 h 141965"/>
                <a:gd name="connsiteX87" fmla="*/ 36195 w 105529"/>
                <a:gd name="connsiteY87" fmla="*/ 134038 h 141965"/>
                <a:gd name="connsiteX88" fmla="*/ 33528 w 105529"/>
                <a:gd name="connsiteY88" fmla="*/ 131467 h 141965"/>
                <a:gd name="connsiteX89" fmla="*/ 36386 w 105529"/>
                <a:gd name="connsiteY89" fmla="*/ 131467 h 141965"/>
                <a:gd name="connsiteX90" fmla="*/ 45911 w 105529"/>
                <a:gd name="connsiteY90" fmla="*/ 130895 h 141965"/>
                <a:gd name="connsiteX91" fmla="*/ 49625 w 105529"/>
                <a:gd name="connsiteY91" fmla="*/ 130228 h 141965"/>
                <a:gd name="connsiteX92" fmla="*/ 54102 w 105529"/>
                <a:gd name="connsiteY92" fmla="*/ 124513 h 141965"/>
                <a:gd name="connsiteX93" fmla="*/ 54769 w 105529"/>
                <a:gd name="connsiteY93" fmla="*/ 101463 h 141965"/>
                <a:gd name="connsiteX94" fmla="*/ 54769 w 105529"/>
                <a:gd name="connsiteY94" fmla="*/ 90604 h 141965"/>
                <a:gd name="connsiteX95" fmla="*/ 51245 w 105529"/>
                <a:gd name="connsiteY95" fmla="*/ 88509 h 141965"/>
                <a:gd name="connsiteX96" fmla="*/ 47911 w 105529"/>
                <a:gd name="connsiteY96" fmla="*/ 90795 h 141965"/>
                <a:gd name="connsiteX97" fmla="*/ 31813 w 105529"/>
                <a:gd name="connsiteY97" fmla="*/ 105844 h 141965"/>
                <a:gd name="connsiteX98" fmla="*/ 23432 w 105529"/>
                <a:gd name="connsiteY98" fmla="*/ 114322 h 141965"/>
                <a:gd name="connsiteX99" fmla="*/ 15650 w 105529"/>
                <a:gd name="connsiteY99" fmla="*/ 115931 h 141965"/>
                <a:gd name="connsiteX100" fmla="*/ 15526 w 105529"/>
                <a:gd name="connsiteY100" fmla="*/ 115846 h 141965"/>
                <a:gd name="connsiteX101" fmla="*/ 2667 w 105529"/>
                <a:gd name="connsiteY101" fmla="*/ 108321 h 141965"/>
                <a:gd name="connsiteX102" fmla="*/ 0 w 105529"/>
                <a:gd name="connsiteY102" fmla="*/ 105654 h 141965"/>
                <a:gd name="connsiteX103" fmla="*/ 3143 w 105529"/>
                <a:gd name="connsiteY103" fmla="*/ 103844 h 141965"/>
                <a:gd name="connsiteX104" fmla="*/ 33242 w 105529"/>
                <a:gd name="connsiteY104" fmla="*/ 89080 h 141965"/>
                <a:gd name="connsiteX105" fmla="*/ 45720 w 105529"/>
                <a:gd name="connsiteY105" fmla="*/ 82413 h 141965"/>
                <a:gd name="connsiteX106" fmla="*/ 55912 w 105529"/>
                <a:gd name="connsiteY106" fmla="*/ 76222 h 141965"/>
                <a:gd name="connsiteX107" fmla="*/ 61055 w 105529"/>
                <a:gd name="connsiteY107" fmla="*/ 69173 h 141965"/>
                <a:gd name="connsiteX108" fmla="*/ 64579 w 105529"/>
                <a:gd name="connsiteY108" fmla="*/ 61077 h 141965"/>
                <a:gd name="connsiteX109" fmla="*/ 64579 w 105529"/>
                <a:gd name="connsiteY109" fmla="*/ 58696 h 141965"/>
                <a:gd name="connsiteX110" fmla="*/ 62103 w 105529"/>
                <a:gd name="connsiteY110" fmla="*/ 58696 h 141965"/>
                <a:gd name="connsiteX111" fmla="*/ 59722 w 105529"/>
                <a:gd name="connsiteY111" fmla="*/ 59934 h 141965"/>
                <a:gd name="connsiteX112" fmla="*/ 46768 w 105529"/>
                <a:gd name="connsiteY112" fmla="*/ 68030 h 141965"/>
                <a:gd name="connsiteX113" fmla="*/ 42958 w 105529"/>
                <a:gd name="connsiteY113" fmla="*/ 70316 h 141965"/>
                <a:gd name="connsiteX114" fmla="*/ 31433 w 105529"/>
                <a:gd name="connsiteY114" fmla="*/ 70316 h 141965"/>
                <a:gd name="connsiteX115" fmla="*/ 29909 w 105529"/>
                <a:gd name="connsiteY115" fmla="*/ 68792 h 141965"/>
                <a:gd name="connsiteX116" fmla="*/ 31528 w 105529"/>
                <a:gd name="connsiteY116" fmla="*/ 66982 h 141965"/>
                <a:gd name="connsiteX117" fmla="*/ 45339 w 105529"/>
                <a:gd name="connsiteY117" fmla="*/ 60410 h 141965"/>
                <a:gd name="connsiteX118" fmla="*/ 66389 w 105529"/>
                <a:gd name="connsiteY118" fmla="*/ 50123 h 141965"/>
                <a:gd name="connsiteX119" fmla="*/ 71819 w 105529"/>
                <a:gd name="connsiteY119" fmla="*/ 45265 h 141965"/>
                <a:gd name="connsiteX120" fmla="*/ 83534 w 105529"/>
                <a:gd name="connsiteY120" fmla="*/ 26215 h 141965"/>
                <a:gd name="connsiteX121" fmla="*/ 84773 w 105529"/>
                <a:gd name="connsiteY121" fmla="*/ 23072 h 141965"/>
                <a:gd name="connsiteX122" fmla="*/ 81058 w 105529"/>
                <a:gd name="connsiteY122" fmla="*/ 18881 h 141965"/>
                <a:gd name="connsiteX123" fmla="*/ 65723 w 105529"/>
                <a:gd name="connsiteY123" fmla="*/ 25263 h 141965"/>
                <a:gd name="connsiteX124" fmla="*/ 62198 w 105529"/>
                <a:gd name="connsiteY124" fmla="*/ 38407 h 141965"/>
                <a:gd name="connsiteX125" fmla="*/ 62198 w 105529"/>
                <a:gd name="connsiteY125" fmla="*/ 38407 h 141965"/>
                <a:gd name="connsiteX126" fmla="*/ 60388 w 105529"/>
                <a:gd name="connsiteY126" fmla="*/ 33454 h 141965"/>
                <a:gd name="connsiteX127" fmla="*/ 57407 w 105529"/>
                <a:gd name="connsiteY127" fmla="*/ 32211 h 141965"/>
                <a:gd name="connsiteX128" fmla="*/ 56674 w 105529"/>
                <a:gd name="connsiteY128" fmla="*/ 32692 h 141965"/>
                <a:gd name="connsiteX129" fmla="*/ 54007 w 105529"/>
                <a:gd name="connsiteY129" fmla="*/ 36502 h 141965"/>
                <a:gd name="connsiteX130" fmla="*/ 55436 w 105529"/>
                <a:gd name="connsiteY130" fmla="*/ 40408 h 141965"/>
                <a:gd name="connsiteX131" fmla="*/ 60198 w 105529"/>
                <a:gd name="connsiteY131" fmla="*/ 41265 h 141965"/>
                <a:gd name="connsiteX132" fmla="*/ 62198 w 105529"/>
                <a:gd name="connsiteY132" fmla="*/ 38407 h 141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105529" h="141965">
                  <a:moveTo>
                    <a:pt x="64865" y="25168"/>
                  </a:moveTo>
                  <a:cubicBezTo>
                    <a:pt x="66199" y="28406"/>
                    <a:pt x="67532" y="31073"/>
                    <a:pt x="68390" y="33835"/>
                  </a:cubicBezTo>
                  <a:cubicBezTo>
                    <a:pt x="69856" y="37402"/>
                    <a:pt x="69028" y="41500"/>
                    <a:pt x="66294" y="44218"/>
                  </a:cubicBezTo>
                  <a:cubicBezTo>
                    <a:pt x="64904" y="45875"/>
                    <a:pt x="63341" y="47376"/>
                    <a:pt x="61627" y="48694"/>
                  </a:cubicBezTo>
                  <a:cubicBezTo>
                    <a:pt x="60093" y="50047"/>
                    <a:pt x="57998" y="50571"/>
                    <a:pt x="56007" y="50123"/>
                  </a:cubicBezTo>
                  <a:cubicBezTo>
                    <a:pt x="55531" y="50028"/>
                    <a:pt x="55054" y="50028"/>
                    <a:pt x="54578" y="50123"/>
                  </a:cubicBezTo>
                  <a:cubicBezTo>
                    <a:pt x="45053" y="49456"/>
                    <a:pt x="43815" y="43551"/>
                    <a:pt x="46387" y="35455"/>
                  </a:cubicBezTo>
                  <a:cubicBezTo>
                    <a:pt x="47215" y="33724"/>
                    <a:pt x="48140" y="32039"/>
                    <a:pt x="49149" y="30406"/>
                  </a:cubicBezTo>
                  <a:cubicBezTo>
                    <a:pt x="49244" y="29616"/>
                    <a:pt x="49244" y="28816"/>
                    <a:pt x="49149" y="28025"/>
                  </a:cubicBezTo>
                  <a:cubicBezTo>
                    <a:pt x="48387" y="28025"/>
                    <a:pt x="47530" y="28025"/>
                    <a:pt x="46958" y="28025"/>
                  </a:cubicBezTo>
                  <a:cubicBezTo>
                    <a:pt x="43053" y="29624"/>
                    <a:pt x="39567" y="32102"/>
                    <a:pt x="36767" y="35264"/>
                  </a:cubicBezTo>
                  <a:cubicBezTo>
                    <a:pt x="38291" y="38598"/>
                    <a:pt x="39719" y="42217"/>
                    <a:pt x="41529" y="45551"/>
                  </a:cubicBezTo>
                  <a:cubicBezTo>
                    <a:pt x="42529" y="47454"/>
                    <a:pt x="42796" y="49656"/>
                    <a:pt x="42291" y="51742"/>
                  </a:cubicBezTo>
                  <a:cubicBezTo>
                    <a:pt x="42101" y="53895"/>
                    <a:pt x="40196" y="55476"/>
                    <a:pt x="38053" y="55276"/>
                  </a:cubicBezTo>
                  <a:cubicBezTo>
                    <a:pt x="37224" y="55200"/>
                    <a:pt x="36433" y="54867"/>
                    <a:pt x="35814" y="54314"/>
                  </a:cubicBezTo>
                  <a:cubicBezTo>
                    <a:pt x="34481" y="53362"/>
                    <a:pt x="33433" y="52219"/>
                    <a:pt x="32195" y="51171"/>
                  </a:cubicBezTo>
                  <a:cubicBezTo>
                    <a:pt x="31766" y="50647"/>
                    <a:pt x="31290" y="50171"/>
                    <a:pt x="30766" y="49742"/>
                  </a:cubicBezTo>
                  <a:cubicBezTo>
                    <a:pt x="30166" y="49466"/>
                    <a:pt x="29461" y="49466"/>
                    <a:pt x="28861" y="49742"/>
                  </a:cubicBezTo>
                  <a:cubicBezTo>
                    <a:pt x="28385" y="50152"/>
                    <a:pt x="28108" y="50742"/>
                    <a:pt x="28099" y="51361"/>
                  </a:cubicBezTo>
                  <a:cubicBezTo>
                    <a:pt x="28013" y="52371"/>
                    <a:pt x="28013" y="53400"/>
                    <a:pt x="28099" y="54409"/>
                  </a:cubicBezTo>
                  <a:cubicBezTo>
                    <a:pt x="28147" y="55171"/>
                    <a:pt x="28147" y="55933"/>
                    <a:pt x="28099" y="56695"/>
                  </a:cubicBezTo>
                  <a:cubicBezTo>
                    <a:pt x="28099" y="58124"/>
                    <a:pt x="28099" y="59934"/>
                    <a:pt x="26003" y="60315"/>
                  </a:cubicBezTo>
                  <a:cubicBezTo>
                    <a:pt x="23908" y="60696"/>
                    <a:pt x="23717" y="59172"/>
                    <a:pt x="22955" y="58029"/>
                  </a:cubicBezTo>
                  <a:cubicBezTo>
                    <a:pt x="22193" y="56905"/>
                    <a:pt x="21527" y="55733"/>
                    <a:pt x="20955" y="54505"/>
                  </a:cubicBezTo>
                  <a:cubicBezTo>
                    <a:pt x="19336" y="50885"/>
                    <a:pt x="17621" y="47266"/>
                    <a:pt x="16097" y="43646"/>
                  </a:cubicBezTo>
                  <a:cubicBezTo>
                    <a:pt x="14621" y="39730"/>
                    <a:pt x="12497" y="36091"/>
                    <a:pt x="9811" y="32883"/>
                  </a:cubicBezTo>
                  <a:cubicBezTo>
                    <a:pt x="8763" y="31740"/>
                    <a:pt x="7620" y="30406"/>
                    <a:pt x="8668" y="28692"/>
                  </a:cubicBezTo>
                  <a:cubicBezTo>
                    <a:pt x="9716" y="26977"/>
                    <a:pt x="11621" y="27549"/>
                    <a:pt x="13335" y="28692"/>
                  </a:cubicBezTo>
                  <a:cubicBezTo>
                    <a:pt x="15050" y="29835"/>
                    <a:pt x="18764" y="33169"/>
                    <a:pt x="21336" y="35455"/>
                  </a:cubicBezTo>
                  <a:cubicBezTo>
                    <a:pt x="22146" y="36168"/>
                    <a:pt x="22908" y="36932"/>
                    <a:pt x="23622" y="37741"/>
                  </a:cubicBezTo>
                  <a:cubicBezTo>
                    <a:pt x="25051" y="36502"/>
                    <a:pt x="24384" y="35550"/>
                    <a:pt x="24098" y="34693"/>
                  </a:cubicBezTo>
                  <a:cubicBezTo>
                    <a:pt x="22136" y="28308"/>
                    <a:pt x="18717" y="22469"/>
                    <a:pt x="14097" y="17643"/>
                  </a:cubicBezTo>
                  <a:cubicBezTo>
                    <a:pt x="12878" y="16643"/>
                    <a:pt x="11782" y="15490"/>
                    <a:pt x="10859" y="14214"/>
                  </a:cubicBezTo>
                  <a:cubicBezTo>
                    <a:pt x="10230" y="13480"/>
                    <a:pt x="10011" y="12476"/>
                    <a:pt x="10287" y="11547"/>
                  </a:cubicBezTo>
                  <a:cubicBezTo>
                    <a:pt x="10963" y="10864"/>
                    <a:pt x="11906" y="10515"/>
                    <a:pt x="12859" y="10594"/>
                  </a:cubicBezTo>
                  <a:cubicBezTo>
                    <a:pt x="15488" y="11581"/>
                    <a:pt x="18002" y="12825"/>
                    <a:pt x="20384" y="14309"/>
                  </a:cubicBezTo>
                  <a:cubicBezTo>
                    <a:pt x="24984" y="17830"/>
                    <a:pt x="28842" y="22234"/>
                    <a:pt x="31718" y="27263"/>
                  </a:cubicBezTo>
                  <a:cubicBezTo>
                    <a:pt x="33623" y="30502"/>
                    <a:pt x="34862" y="30692"/>
                    <a:pt x="37814" y="28406"/>
                  </a:cubicBezTo>
                  <a:cubicBezTo>
                    <a:pt x="39148" y="27340"/>
                    <a:pt x="40424" y="26195"/>
                    <a:pt x="41624" y="24977"/>
                  </a:cubicBezTo>
                  <a:cubicBezTo>
                    <a:pt x="43434" y="23167"/>
                    <a:pt x="43434" y="22310"/>
                    <a:pt x="41624" y="20500"/>
                  </a:cubicBezTo>
                  <a:cubicBezTo>
                    <a:pt x="39815" y="18691"/>
                    <a:pt x="38291" y="18214"/>
                    <a:pt x="36767" y="16881"/>
                  </a:cubicBezTo>
                  <a:cubicBezTo>
                    <a:pt x="36024" y="16381"/>
                    <a:pt x="35433" y="15690"/>
                    <a:pt x="35052" y="14881"/>
                  </a:cubicBezTo>
                  <a:cubicBezTo>
                    <a:pt x="34719" y="13608"/>
                    <a:pt x="35481" y="12308"/>
                    <a:pt x="36757" y="11977"/>
                  </a:cubicBezTo>
                  <a:cubicBezTo>
                    <a:pt x="37071" y="11896"/>
                    <a:pt x="37395" y="11878"/>
                    <a:pt x="37719" y="11928"/>
                  </a:cubicBezTo>
                  <a:cubicBezTo>
                    <a:pt x="39872" y="12137"/>
                    <a:pt x="41996" y="12488"/>
                    <a:pt x="44101" y="12976"/>
                  </a:cubicBezTo>
                  <a:cubicBezTo>
                    <a:pt x="48768" y="13928"/>
                    <a:pt x="49435" y="13642"/>
                    <a:pt x="51721" y="9547"/>
                  </a:cubicBezTo>
                  <a:cubicBezTo>
                    <a:pt x="52826" y="7685"/>
                    <a:pt x="53502" y="5604"/>
                    <a:pt x="53721" y="3451"/>
                  </a:cubicBezTo>
                  <a:cubicBezTo>
                    <a:pt x="53550" y="1723"/>
                    <a:pt x="54816" y="185"/>
                    <a:pt x="56540" y="15"/>
                  </a:cubicBezTo>
                  <a:cubicBezTo>
                    <a:pt x="57179" y="-48"/>
                    <a:pt x="57826" y="87"/>
                    <a:pt x="58388" y="403"/>
                  </a:cubicBezTo>
                  <a:cubicBezTo>
                    <a:pt x="62236" y="2002"/>
                    <a:pt x="65551" y="4681"/>
                    <a:pt x="67913" y="8118"/>
                  </a:cubicBezTo>
                  <a:cubicBezTo>
                    <a:pt x="68866" y="9495"/>
                    <a:pt x="68580" y="11382"/>
                    <a:pt x="67246" y="12404"/>
                  </a:cubicBezTo>
                  <a:cubicBezTo>
                    <a:pt x="65437" y="14404"/>
                    <a:pt x="63532" y="16309"/>
                    <a:pt x="61627" y="18310"/>
                  </a:cubicBezTo>
                  <a:lnTo>
                    <a:pt x="60770" y="19357"/>
                  </a:lnTo>
                  <a:cubicBezTo>
                    <a:pt x="61913" y="21358"/>
                    <a:pt x="63437" y="20786"/>
                    <a:pt x="64484" y="19357"/>
                  </a:cubicBezTo>
                  <a:cubicBezTo>
                    <a:pt x="71542" y="14267"/>
                    <a:pt x="79067" y="9866"/>
                    <a:pt x="86963" y="6213"/>
                  </a:cubicBezTo>
                  <a:cubicBezTo>
                    <a:pt x="88164" y="5403"/>
                    <a:pt x="89649" y="5128"/>
                    <a:pt x="91059" y="5451"/>
                  </a:cubicBezTo>
                  <a:cubicBezTo>
                    <a:pt x="96060" y="6302"/>
                    <a:pt x="100517" y="9112"/>
                    <a:pt x="103442" y="13261"/>
                  </a:cubicBezTo>
                  <a:cubicBezTo>
                    <a:pt x="105080" y="15693"/>
                    <a:pt x="105794" y="18635"/>
                    <a:pt x="105442" y="21548"/>
                  </a:cubicBezTo>
                  <a:cubicBezTo>
                    <a:pt x="105299" y="23974"/>
                    <a:pt x="103937" y="26163"/>
                    <a:pt x="101822" y="27358"/>
                  </a:cubicBezTo>
                  <a:cubicBezTo>
                    <a:pt x="99727" y="28501"/>
                    <a:pt x="97631" y="29644"/>
                    <a:pt x="95441" y="30597"/>
                  </a:cubicBezTo>
                  <a:cubicBezTo>
                    <a:pt x="89268" y="33687"/>
                    <a:pt x="83715" y="37884"/>
                    <a:pt x="79058" y="42979"/>
                  </a:cubicBezTo>
                  <a:cubicBezTo>
                    <a:pt x="78457" y="43644"/>
                    <a:pt x="77953" y="44381"/>
                    <a:pt x="77534" y="45170"/>
                  </a:cubicBezTo>
                  <a:cubicBezTo>
                    <a:pt x="78439" y="45664"/>
                    <a:pt x="79305" y="46237"/>
                    <a:pt x="80105" y="46885"/>
                  </a:cubicBezTo>
                  <a:cubicBezTo>
                    <a:pt x="81972" y="48338"/>
                    <a:pt x="83753" y="49895"/>
                    <a:pt x="85439" y="51552"/>
                  </a:cubicBezTo>
                  <a:cubicBezTo>
                    <a:pt x="86830" y="52676"/>
                    <a:pt x="87059" y="54714"/>
                    <a:pt x="85935" y="56105"/>
                  </a:cubicBezTo>
                  <a:cubicBezTo>
                    <a:pt x="85792" y="56286"/>
                    <a:pt x="85620" y="56457"/>
                    <a:pt x="85439" y="56600"/>
                  </a:cubicBezTo>
                  <a:cubicBezTo>
                    <a:pt x="84534" y="57448"/>
                    <a:pt x="83573" y="58239"/>
                    <a:pt x="82582" y="58981"/>
                  </a:cubicBezTo>
                  <a:cubicBezTo>
                    <a:pt x="79629" y="61267"/>
                    <a:pt x="76676" y="63553"/>
                    <a:pt x="73819" y="65935"/>
                  </a:cubicBezTo>
                  <a:cubicBezTo>
                    <a:pt x="72676" y="66887"/>
                    <a:pt x="71819" y="68030"/>
                    <a:pt x="70866" y="68983"/>
                  </a:cubicBezTo>
                  <a:cubicBezTo>
                    <a:pt x="71533" y="70507"/>
                    <a:pt x="72485" y="70411"/>
                    <a:pt x="73533" y="70126"/>
                  </a:cubicBezTo>
                  <a:cubicBezTo>
                    <a:pt x="79820" y="69145"/>
                    <a:pt x="86173" y="71354"/>
                    <a:pt x="90488" y="76031"/>
                  </a:cubicBezTo>
                  <a:cubicBezTo>
                    <a:pt x="91488" y="76803"/>
                    <a:pt x="91669" y="78241"/>
                    <a:pt x="90897" y="79241"/>
                  </a:cubicBezTo>
                  <a:cubicBezTo>
                    <a:pt x="90783" y="79394"/>
                    <a:pt x="90640" y="79527"/>
                    <a:pt x="90488" y="79651"/>
                  </a:cubicBezTo>
                  <a:cubicBezTo>
                    <a:pt x="89087" y="81070"/>
                    <a:pt x="87516" y="82318"/>
                    <a:pt x="85820" y="83365"/>
                  </a:cubicBezTo>
                  <a:cubicBezTo>
                    <a:pt x="82296" y="85366"/>
                    <a:pt x="78581" y="87175"/>
                    <a:pt x="75057" y="88985"/>
                  </a:cubicBezTo>
                  <a:lnTo>
                    <a:pt x="73628" y="88985"/>
                  </a:lnTo>
                  <a:cubicBezTo>
                    <a:pt x="73323" y="88357"/>
                    <a:pt x="73123" y="87680"/>
                    <a:pt x="73057" y="86985"/>
                  </a:cubicBezTo>
                  <a:cubicBezTo>
                    <a:pt x="73057" y="85556"/>
                    <a:pt x="73057" y="84032"/>
                    <a:pt x="73057" y="82603"/>
                  </a:cubicBezTo>
                  <a:cubicBezTo>
                    <a:pt x="73057" y="81175"/>
                    <a:pt x="72295" y="79079"/>
                    <a:pt x="70580" y="78793"/>
                  </a:cubicBezTo>
                  <a:cubicBezTo>
                    <a:pt x="68266" y="78517"/>
                    <a:pt x="66065" y="79851"/>
                    <a:pt x="65246" y="82032"/>
                  </a:cubicBezTo>
                  <a:cubicBezTo>
                    <a:pt x="64942" y="84051"/>
                    <a:pt x="64789" y="86090"/>
                    <a:pt x="64770" y="88128"/>
                  </a:cubicBezTo>
                  <a:cubicBezTo>
                    <a:pt x="64770" y="93462"/>
                    <a:pt x="64770" y="98796"/>
                    <a:pt x="65246" y="104035"/>
                  </a:cubicBezTo>
                  <a:cubicBezTo>
                    <a:pt x="65723" y="109273"/>
                    <a:pt x="65913" y="115084"/>
                    <a:pt x="66294" y="120608"/>
                  </a:cubicBezTo>
                  <a:cubicBezTo>
                    <a:pt x="66456" y="122180"/>
                    <a:pt x="66713" y="123732"/>
                    <a:pt x="67056" y="125275"/>
                  </a:cubicBezTo>
                  <a:cubicBezTo>
                    <a:pt x="67771" y="129200"/>
                    <a:pt x="67580" y="133248"/>
                    <a:pt x="66485" y="137086"/>
                  </a:cubicBezTo>
                  <a:cubicBezTo>
                    <a:pt x="65437" y="140449"/>
                    <a:pt x="62036" y="142487"/>
                    <a:pt x="58579" y="141849"/>
                  </a:cubicBezTo>
                  <a:cubicBezTo>
                    <a:pt x="55607" y="141144"/>
                    <a:pt x="52673" y="140258"/>
                    <a:pt x="49816" y="139182"/>
                  </a:cubicBezTo>
                  <a:cubicBezTo>
                    <a:pt x="45244" y="137563"/>
                    <a:pt x="40767" y="135753"/>
                    <a:pt x="36195" y="134038"/>
                  </a:cubicBezTo>
                  <a:cubicBezTo>
                    <a:pt x="35052" y="134038"/>
                    <a:pt x="33719" y="133467"/>
                    <a:pt x="33528" y="131467"/>
                  </a:cubicBezTo>
                  <a:cubicBezTo>
                    <a:pt x="34481" y="131371"/>
                    <a:pt x="35433" y="131371"/>
                    <a:pt x="36386" y="131467"/>
                  </a:cubicBezTo>
                  <a:cubicBezTo>
                    <a:pt x="39624" y="131467"/>
                    <a:pt x="42958" y="131467"/>
                    <a:pt x="45911" y="130895"/>
                  </a:cubicBezTo>
                  <a:cubicBezTo>
                    <a:pt x="47168" y="130809"/>
                    <a:pt x="48416" y="130590"/>
                    <a:pt x="49625" y="130228"/>
                  </a:cubicBezTo>
                  <a:cubicBezTo>
                    <a:pt x="52254" y="129571"/>
                    <a:pt x="54093" y="127219"/>
                    <a:pt x="54102" y="124513"/>
                  </a:cubicBezTo>
                  <a:cubicBezTo>
                    <a:pt x="54102" y="116893"/>
                    <a:pt x="54674" y="109178"/>
                    <a:pt x="54769" y="101463"/>
                  </a:cubicBezTo>
                  <a:cubicBezTo>
                    <a:pt x="54769" y="97843"/>
                    <a:pt x="54769" y="94224"/>
                    <a:pt x="54769" y="90604"/>
                  </a:cubicBezTo>
                  <a:cubicBezTo>
                    <a:pt x="54769" y="86985"/>
                    <a:pt x="53531" y="87366"/>
                    <a:pt x="51245" y="88509"/>
                  </a:cubicBezTo>
                  <a:cubicBezTo>
                    <a:pt x="50064" y="89157"/>
                    <a:pt x="48949" y="89928"/>
                    <a:pt x="47911" y="90795"/>
                  </a:cubicBezTo>
                  <a:cubicBezTo>
                    <a:pt x="42482" y="95843"/>
                    <a:pt x="37052" y="100796"/>
                    <a:pt x="31813" y="105844"/>
                  </a:cubicBezTo>
                  <a:cubicBezTo>
                    <a:pt x="28861" y="108607"/>
                    <a:pt x="26289" y="111559"/>
                    <a:pt x="23432" y="114322"/>
                  </a:cubicBezTo>
                  <a:cubicBezTo>
                    <a:pt x="21727" y="116912"/>
                    <a:pt x="18240" y="117636"/>
                    <a:pt x="15650" y="115931"/>
                  </a:cubicBezTo>
                  <a:cubicBezTo>
                    <a:pt x="15612" y="115903"/>
                    <a:pt x="15564" y="115874"/>
                    <a:pt x="15526" y="115846"/>
                  </a:cubicBezTo>
                  <a:cubicBezTo>
                    <a:pt x="11144" y="113560"/>
                    <a:pt x="6953" y="110893"/>
                    <a:pt x="2667" y="108321"/>
                  </a:cubicBezTo>
                  <a:cubicBezTo>
                    <a:pt x="1705" y="107502"/>
                    <a:pt x="819" y="106616"/>
                    <a:pt x="0" y="105654"/>
                  </a:cubicBezTo>
                  <a:cubicBezTo>
                    <a:pt x="991" y="104949"/>
                    <a:pt x="2039" y="104349"/>
                    <a:pt x="3143" y="103844"/>
                  </a:cubicBezTo>
                  <a:cubicBezTo>
                    <a:pt x="13649" y="99948"/>
                    <a:pt x="23736" y="95005"/>
                    <a:pt x="33242" y="89080"/>
                  </a:cubicBezTo>
                  <a:cubicBezTo>
                    <a:pt x="37338" y="86794"/>
                    <a:pt x="41624" y="84699"/>
                    <a:pt x="45720" y="82413"/>
                  </a:cubicBezTo>
                  <a:cubicBezTo>
                    <a:pt x="49816" y="80127"/>
                    <a:pt x="52578" y="78317"/>
                    <a:pt x="55912" y="76222"/>
                  </a:cubicBezTo>
                  <a:cubicBezTo>
                    <a:pt x="58179" y="74326"/>
                    <a:pt x="59941" y="71907"/>
                    <a:pt x="61055" y="69173"/>
                  </a:cubicBezTo>
                  <a:cubicBezTo>
                    <a:pt x="62427" y="66563"/>
                    <a:pt x="63598" y="63858"/>
                    <a:pt x="64579" y="61077"/>
                  </a:cubicBezTo>
                  <a:cubicBezTo>
                    <a:pt x="64922" y="60325"/>
                    <a:pt x="64922" y="59448"/>
                    <a:pt x="64579" y="58696"/>
                  </a:cubicBezTo>
                  <a:cubicBezTo>
                    <a:pt x="63789" y="58353"/>
                    <a:pt x="62894" y="58353"/>
                    <a:pt x="62103" y="58696"/>
                  </a:cubicBezTo>
                  <a:cubicBezTo>
                    <a:pt x="61246" y="58972"/>
                    <a:pt x="60446" y="59391"/>
                    <a:pt x="59722" y="59934"/>
                  </a:cubicBezTo>
                  <a:lnTo>
                    <a:pt x="46768" y="68030"/>
                  </a:lnTo>
                  <a:cubicBezTo>
                    <a:pt x="45529" y="68792"/>
                    <a:pt x="44196" y="69459"/>
                    <a:pt x="42958" y="70316"/>
                  </a:cubicBezTo>
                  <a:cubicBezTo>
                    <a:pt x="39424" y="72497"/>
                    <a:pt x="34966" y="72497"/>
                    <a:pt x="31433" y="70316"/>
                  </a:cubicBezTo>
                  <a:cubicBezTo>
                    <a:pt x="30766" y="70316"/>
                    <a:pt x="29813" y="69173"/>
                    <a:pt x="29909" y="68792"/>
                  </a:cubicBezTo>
                  <a:cubicBezTo>
                    <a:pt x="30175" y="67992"/>
                    <a:pt x="30756" y="67335"/>
                    <a:pt x="31528" y="66982"/>
                  </a:cubicBezTo>
                  <a:cubicBezTo>
                    <a:pt x="36100" y="64696"/>
                    <a:pt x="41053" y="62601"/>
                    <a:pt x="45339" y="60410"/>
                  </a:cubicBezTo>
                  <a:cubicBezTo>
                    <a:pt x="52388" y="57076"/>
                    <a:pt x="59436" y="53743"/>
                    <a:pt x="66389" y="50123"/>
                  </a:cubicBezTo>
                  <a:cubicBezTo>
                    <a:pt x="68580" y="48980"/>
                    <a:pt x="70447" y="47313"/>
                    <a:pt x="71819" y="45265"/>
                  </a:cubicBezTo>
                  <a:cubicBezTo>
                    <a:pt x="75914" y="38884"/>
                    <a:pt x="79629" y="32311"/>
                    <a:pt x="83534" y="26215"/>
                  </a:cubicBezTo>
                  <a:cubicBezTo>
                    <a:pt x="84096" y="25235"/>
                    <a:pt x="84515" y="24175"/>
                    <a:pt x="84773" y="23072"/>
                  </a:cubicBezTo>
                  <a:cubicBezTo>
                    <a:pt x="85535" y="20405"/>
                    <a:pt x="83725" y="18119"/>
                    <a:pt x="81058" y="18881"/>
                  </a:cubicBezTo>
                  <a:cubicBezTo>
                    <a:pt x="75686" y="20305"/>
                    <a:pt x="70523" y="22452"/>
                    <a:pt x="65723" y="25263"/>
                  </a:cubicBezTo>
                  <a:close/>
                  <a:moveTo>
                    <a:pt x="62198" y="38407"/>
                  </a:moveTo>
                  <a:lnTo>
                    <a:pt x="62198" y="38407"/>
                  </a:lnTo>
                  <a:cubicBezTo>
                    <a:pt x="61713" y="36715"/>
                    <a:pt x="61113" y="35059"/>
                    <a:pt x="60388" y="33454"/>
                  </a:cubicBezTo>
                  <a:cubicBezTo>
                    <a:pt x="59912" y="32287"/>
                    <a:pt x="58569" y="31730"/>
                    <a:pt x="57407" y="32211"/>
                  </a:cubicBezTo>
                  <a:cubicBezTo>
                    <a:pt x="57131" y="32323"/>
                    <a:pt x="56883" y="32486"/>
                    <a:pt x="56674" y="32692"/>
                  </a:cubicBezTo>
                  <a:cubicBezTo>
                    <a:pt x="55569" y="33794"/>
                    <a:pt x="54664" y="35084"/>
                    <a:pt x="54007" y="36502"/>
                  </a:cubicBezTo>
                  <a:cubicBezTo>
                    <a:pt x="53388" y="37978"/>
                    <a:pt x="54007" y="39684"/>
                    <a:pt x="55436" y="40408"/>
                  </a:cubicBezTo>
                  <a:cubicBezTo>
                    <a:pt x="56912" y="41130"/>
                    <a:pt x="58560" y="41427"/>
                    <a:pt x="60198" y="41265"/>
                  </a:cubicBezTo>
                  <a:cubicBezTo>
                    <a:pt x="60960" y="41170"/>
                    <a:pt x="61722" y="39074"/>
                    <a:pt x="62198" y="38407"/>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38" name="任意多边形: 形状 1937">
              <a:extLst>
                <a:ext uri="{FF2B5EF4-FFF2-40B4-BE49-F238E27FC236}">
                  <a16:creationId xmlns:a16="http://schemas.microsoft.com/office/drawing/2014/main" id="{A4C9E090-E301-4246-8BD2-AC0E49404DE3}"/>
                </a:ext>
              </a:extLst>
            </p:cNvPr>
            <p:cNvSpPr/>
            <p:nvPr/>
          </p:nvSpPr>
          <p:spPr>
            <a:xfrm>
              <a:off x="5883834" y="6561557"/>
              <a:ext cx="137276" cy="179273"/>
            </a:xfrm>
            <a:custGeom>
              <a:avLst/>
              <a:gdLst>
                <a:gd name="connsiteX0" fmla="*/ 65226 w 108608"/>
                <a:gd name="connsiteY0" fmla="*/ 42891 h 141834"/>
                <a:gd name="connsiteX1" fmla="*/ 67607 w 108608"/>
                <a:gd name="connsiteY1" fmla="*/ 45463 h 141834"/>
                <a:gd name="connsiteX2" fmla="*/ 71798 w 108608"/>
                <a:gd name="connsiteY2" fmla="*/ 49273 h 141834"/>
                <a:gd name="connsiteX3" fmla="*/ 79227 w 108608"/>
                <a:gd name="connsiteY3" fmla="*/ 45368 h 141834"/>
                <a:gd name="connsiteX4" fmla="*/ 82656 w 108608"/>
                <a:gd name="connsiteY4" fmla="*/ 37176 h 141834"/>
                <a:gd name="connsiteX5" fmla="*/ 82656 w 108608"/>
                <a:gd name="connsiteY5" fmla="*/ 35176 h 141834"/>
                <a:gd name="connsiteX6" fmla="*/ 85609 w 108608"/>
                <a:gd name="connsiteY6" fmla="*/ 32414 h 141834"/>
                <a:gd name="connsiteX7" fmla="*/ 87228 w 108608"/>
                <a:gd name="connsiteY7" fmla="*/ 32985 h 141834"/>
                <a:gd name="connsiteX8" fmla="*/ 89419 w 108608"/>
                <a:gd name="connsiteY8" fmla="*/ 34700 h 141834"/>
                <a:gd name="connsiteX9" fmla="*/ 95991 w 108608"/>
                <a:gd name="connsiteY9" fmla="*/ 39272 h 141834"/>
                <a:gd name="connsiteX10" fmla="*/ 96658 w 108608"/>
                <a:gd name="connsiteY10" fmla="*/ 44987 h 141834"/>
                <a:gd name="connsiteX11" fmla="*/ 90943 w 108608"/>
                <a:gd name="connsiteY11" fmla="*/ 48606 h 141834"/>
                <a:gd name="connsiteX12" fmla="*/ 86181 w 108608"/>
                <a:gd name="connsiteY12" fmla="*/ 52226 h 141834"/>
                <a:gd name="connsiteX13" fmla="*/ 82466 w 108608"/>
                <a:gd name="connsiteY13" fmla="*/ 57083 h 141834"/>
                <a:gd name="connsiteX14" fmla="*/ 80942 w 108608"/>
                <a:gd name="connsiteY14" fmla="*/ 60036 h 141834"/>
                <a:gd name="connsiteX15" fmla="*/ 83990 w 108608"/>
                <a:gd name="connsiteY15" fmla="*/ 59465 h 141834"/>
                <a:gd name="connsiteX16" fmla="*/ 95134 w 108608"/>
                <a:gd name="connsiteY16" fmla="*/ 53750 h 141834"/>
                <a:gd name="connsiteX17" fmla="*/ 107612 w 108608"/>
                <a:gd name="connsiteY17" fmla="*/ 57846 h 141834"/>
                <a:gd name="connsiteX18" fmla="*/ 105707 w 108608"/>
                <a:gd name="connsiteY18" fmla="*/ 63656 h 141834"/>
                <a:gd name="connsiteX19" fmla="*/ 83704 w 108608"/>
                <a:gd name="connsiteY19" fmla="*/ 73181 h 141834"/>
                <a:gd name="connsiteX20" fmla="*/ 76941 w 108608"/>
                <a:gd name="connsiteY20" fmla="*/ 77181 h 141834"/>
                <a:gd name="connsiteX21" fmla="*/ 79513 w 108608"/>
                <a:gd name="connsiteY21" fmla="*/ 79277 h 141834"/>
                <a:gd name="connsiteX22" fmla="*/ 89038 w 108608"/>
                <a:gd name="connsiteY22" fmla="*/ 85278 h 141834"/>
                <a:gd name="connsiteX23" fmla="*/ 89038 w 108608"/>
                <a:gd name="connsiteY23" fmla="*/ 90326 h 141834"/>
                <a:gd name="connsiteX24" fmla="*/ 86085 w 108608"/>
                <a:gd name="connsiteY24" fmla="*/ 91945 h 141834"/>
                <a:gd name="connsiteX25" fmla="*/ 75798 w 108608"/>
                <a:gd name="connsiteY25" fmla="*/ 95469 h 141834"/>
                <a:gd name="connsiteX26" fmla="*/ 72274 w 108608"/>
                <a:gd name="connsiteY26" fmla="*/ 96803 h 141834"/>
                <a:gd name="connsiteX27" fmla="*/ 69893 w 108608"/>
                <a:gd name="connsiteY27" fmla="*/ 100422 h 141834"/>
                <a:gd name="connsiteX28" fmla="*/ 69893 w 108608"/>
                <a:gd name="connsiteY28" fmla="*/ 117758 h 141834"/>
                <a:gd name="connsiteX29" fmla="*/ 68083 w 108608"/>
                <a:gd name="connsiteY29" fmla="*/ 133093 h 141834"/>
                <a:gd name="connsiteX30" fmla="*/ 62273 w 108608"/>
                <a:gd name="connsiteY30" fmla="*/ 141285 h 141834"/>
                <a:gd name="connsiteX31" fmla="*/ 59511 w 108608"/>
                <a:gd name="connsiteY31" fmla="*/ 141285 h 141834"/>
                <a:gd name="connsiteX32" fmla="*/ 55986 w 108608"/>
                <a:gd name="connsiteY32" fmla="*/ 133283 h 141834"/>
                <a:gd name="connsiteX33" fmla="*/ 55986 w 108608"/>
                <a:gd name="connsiteY33" fmla="*/ 110614 h 141834"/>
                <a:gd name="connsiteX34" fmla="*/ 55986 w 108608"/>
                <a:gd name="connsiteY34" fmla="*/ 106899 h 141834"/>
                <a:gd name="connsiteX35" fmla="*/ 56558 w 108608"/>
                <a:gd name="connsiteY35" fmla="*/ 103375 h 141834"/>
                <a:gd name="connsiteX36" fmla="*/ 53224 w 108608"/>
                <a:gd name="connsiteY36" fmla="*/ 103375 h 141834"/>
                <a:gd name="connsiteX37" fmla="*/ 38937 w 108608"/>
                <a:gd name="connsiteY37" fmla="*/ 108709 h 141834"/>
                <a:gd name="connsiteX38" fmla="*/ 27221 w 108608"/>
                <a:gd name="connsiteY38" fmla="*/ 112233 h 141834"/>
                <a:gd name="connsiteX39" fmla="*/ 20458 w 108608"/>
                <a:gd name="connsiteY39" fmla="*/ 109947 h 141834"/>
                <a:gd name="connsiteX40" fmla="*/ 19991 w 108608"/>
                <a:gd name="connsiteY40" fmla="*/ 107842 h 141834"/>
                <a:gd name="connsiteX41" fmla="*/ 20458 w 108608"/>
                <a:gd name="connsiteY41" fmla="*/ 107376 h 141834"/>
                <a:gd name="connsiteX42" fmla="*/ 22935 w 108608"/>
                <a:gd name="connsiteY42" fmla="*/ 104994 h 141834"/>
                <a:gd name="connsiteX43" fmla="*/ 51510 w 108608"/>
                <a:gd name="connsiteY43" fmla="*/ 85278 h 141834"/>
                <a:gd name="connsiteX44" fmla="*/ 54653 w 108608"/>
                <a:gd name="connsiteY44" fmla="*/ 83373 h 141834"/>
                <a:gd name="connsiteX45" fmla="*/ 55986 w 108608"/>
                <a:gd name="connsiteY45" fmla="*/ 76419 h 141834"/>
                <a:gd name="connsiteX46" fmla="*/ 53319 w 108608"/>
                <a:gd name="connsiteY46" fmla="*/ 76419 h 141834"/>
                <a:gd name="connsiteX47" fmla="*/ 21792 w 108608"/>
                <a:gd name="connsiteY47" fmla="*/ 91564 h 141834"/>
                <a:gd name="connsiteX48" fmla="*/ 8838 w 108608"/>
                <a:gd name="connsiteY48" fmla="*/ 91564 h 141834"/>
                <a:gd name="connsiteX49" fmla="*/ 1980 w 108608"/>
                <a:gd name="connsiteY49" fmla="*/ 87754 h 141834"/>
                <a:gd name="connsiteX50" fmla="*/ 75 w 108608"/>
                <a:gd name="connsiteY50" fmla="*/ 84230 h 141834"/>
                <a:gd name="connsiteX51" fmla="*/ 3123 w 108608"/>
                <a:gd name="connsiteY51" fmla="*/ 82134 h 141834"/>
                <a:gd name="connsiteX52" fmla="*/ 52843 w 108608"/>
                <a:gd name="connsiteY52" fmla="*/ 70228 h 141834"/>
                <a:gd name="connsiteX53" fmla="*/ 56177 w 108608"/>
                <a:gd name="connsiteY53" fmla="*/ 66228 h 141834"/>
                <a:gd name="connsiteX54" fmla="*/ 56177 w 108608"/>
                <a:gd name="connsiteY54" fmla="*/ 61560 h 141834"/>
                <a:gd name="connsiteX55" fmla="*/ 53415 w 108608"/>
                <a:gd name="connsiteY55" fmla="*/ 60417 h 141834"/>
                <a:gd name="connsiteX56" fmla="*/ 47509 w 108608"/>
                <a:gd name="connsiteY56" fmla="*/ 65370 h 141834"/>
                <a:gd name="connsiteX57" fmla="*/ 41508 w 108608"/>
                <a:gd name="connsiteY57" fmla="*/ 70800 h 141834"/>
                <a:gd name="connsiteX58" fmla="*/ 38137 w 108608"/>
                <a:gd name="connsiteY58" fmla="*/ 70866 h 141834"/>
                <a:gd name="connsiteX59" fmla="*/ 38079 w 108608"/>
                <a:gd name="connsiteY59" fmla="*/ 70800 h 141834"/>
                <a:gd name="connsiteX60" fmla="*/ 27411 w 108608"/>
                <a:gd name="connsiteY60" fmla="*/ 60703 h 141834"/>
                <a:gd name="connsiteX61" fmla="*/ 30269 w 108608"/>
                <a:gd name="connsiteY61" fmla="*/ 59274 h 141834"/>
                <a:gd name="connsiteX62" fmla="*/ 32460 w 108608"/>
                <a:gd name="connsiteY62" fmla="*/ 54417 h 141834"/>
                <a:gd name="connsiteX63" fmla="*/ 29793 w 108608"/>
                <a:gd name="connsiteY63" fmla="*/ 46035 h 141834"/>
                <a:gd name="connsiteX64" fmla="*/ 31317 w 108608"/>
                <a:gd name="connsiteY64" fmla="*/ 41939 h 141834"/>
                <a:gd name="connsiteX65" fmla="*/ 45890 w 108608"/>
                <a:gd name="connsiteY65" fmla="*/ 53464 h 141834"/>
                <a:gd name="connsiteX66" fmla="*/ 49224 w 108608"/>
                <a:gd name="connsiteY66" fmla="*/ 49368 h 141834"/>
                <a:gd name="connsiteX67" fmla="*/ 55129 w 108608"/>
                <a:gd name="connsiteY67" fmla="*/ 53369 h 141834"/>
                <a:gd name="connsiteX68" fmla="*/ 55796 w 108608"/>
                <a:gd name="connsiteY68" fmla="*/ 48130 h 141834"/>
                <a:gd name="connsiteX69" fmla="*/ 54939 w 108608"/>
                <a:gd name="connsiteY69" fmla="*/ 45177 h 141834"/>
                <a:gd name="connsiteX70" fmla="*/ 57510 w 108608"/>
                <a:gd name="connsiteY70" fmla="*/ 38510 h 141834"/>
                <a:gd name="connsiteX71" fmla="*/ 62368 w 108608"/>
                <a:gd name="connsiteY71" fmla="*/ 40415 h 141834"/>
                <a:gd name="connsiteX72" fmla="*/ 66369 w 108608"/>
                <a:gd name="connsiteY72" fmla="*/ 35081 h 141834"/>
                <a:gd name="connsiteX73" fmla="*/ 64749 w 108608"/>
                <a:gd name="connsiteY73" fmla="*/ 32985 h 141834"/>
                <a:gd name="connsiteX74" fmla="*/ 58082 w 108608"/>
                <a:gd name="connsiteY74" fmla="*/ 33843 h 141834"/>
                <a:gd name="connsiteX75" fmla="*/ 39889 w 108608"/>
                <a:gd name="connsiteY75" fmla="*/ 39367 h 141834"/>
                <a:gd name="connsiteX76" fmla="*/ 34269 w 108608"/>
                <a:gd name="connsiteY76" fmla="*/ 38510 h 141834"/>
                <a:gd name="connsiteX77" fmla="*/ 28554 w 108608"/>
                <a:gd name="connsiteY77" fmla="*/ 32604 h 141834"/>
                <a:gd name="connsiteX78" fmla="*/ 27411 w 108608"/>
                <a:gd name="connsiteY78" fmla="*/ 28413 h 141834"/>
                <a:gd name="connsiteX79" fmla="*/ 31221 w 108608"/>
                <a:gd name="connsiteY79" fmla="*/ 26794 h 141834"/>
                <a:gd name="connsiteX80" fmla="*/ 57034 w 108608"/>
                <a:gd name="connsiteY80" fmla="*/ 26794 h 141834"/>
                <a:gd name="connsiteX81" fmla="*/ 61320 w 108608"/>
                <a:gd name="connsiteY81" fmla="*/ 25556 h 141834"/>
                <a:gd name="connsiteX82" fmla="*/ 61320 w 108608"/>
                <a:gd name="connsiteY82" fmla="*/ 25080 h 141834"/>
                <a:gd name="connsiteX83" fmla="*/ 49414 w 108608"/>
                <a:gd name="connsiteY83" fmla="*/ 6696 h 141834"/>
                <a:gd name="connsiteX84" fmla="*/ 47795 w 108608"/>
                <a:gd name="connsiteY84" fmla="*/ 2124 h 141834"/>
                <a:gd name="connsiteX85" fmla="*/ 50367 w 108608"/>
                <a:gd name="connsiteY85" fmla="*/ 29 h 141834"/>
                <a:gd name="connsiteX86" fmla="*/ 54558 w 108608"/>
                <a:gd name="connsiteY86" fmla="*/ 1172 h 141834"/>
                <a:gd name="connsiteX87" fmla="*/ 64083 w 108608"/>
                <a:gd name="connsiteY87" fmla="*/ 7649 h 141834"/>
                <a:gd name="connsiteX88" fmla="*/ 65416 w 108608"/>
                <a:gd name="connsiteY88" fmla="*/ 10887 h 141834"/>
                <a:gd name="connsiteX89" fmla="*/ 63797 w 108608"/>
                <a:gd name="connsiteY89" fmla="*/ 22603 h 141834"/>
                <a:gd name="connsiteX90" fmla="*/ 63225 w 108608"/>
                <a:gd name="connsiteY90" fmla="*/ 25175 h 141834"/>
                <a:gd name="connsiteX91" fmla="*/ 72027 w 108608"/>
                <a:gd name="connsiteY91" fmla="*/ 21787 h 141834"/>
                <a:gd name="connsiteX92" fmla="*/ 72084 w 108608"/>
                <a:gd name="connsiteY92" fmla="*/ 21651 h 141834"/>
                <a:gd name="connsiteX93" fmla="*/ 75227 w 108608"/>
                <a:gd name="connsiteY93" fmla="*/ 13745 h 141834"/>
                <a:gd name="connsiteX94" fmla="*/ 81704 w 108608"/>
                <a:gd name="connsiteY94" fmla="*/ 4220 h 141834"/>
                <a:gd name="connsiteX95" fmla="*/ 86752 w 108608"/>
                <a:gd name="connsiteY95" fmla="*/ 4220 h 141834"/>
                <a:gd name="connsiteX96" fmla="*/ 96277 w 108608"/>
                <a:gd name="connsiteY96" fmla="*/ 13745 h 141834"/>
                <a:gd name="connsiteX97" fmla="*/ 96277 w 108608"/>
                <a:gd name="connsiteY97" fmla="*/ 20508 h 141834"/>
                <a:gd name="connsiteX98" fmla="*/ 86752 w 108608"/>
                <a:gd name="connsiteY98" fmla="*/ 27842 h 141834"/>
                <a:gd name="connsiteX99" fmla="*/ 77227 w 108608"/>
                <a:gd name="connsiteY99" fmla="*/ 30604 h 141834"/>
                <a:gd name="connsiteX100" fmla="*/ 74465 w 108608"/>
                <a:gd name="connsiteY100" fmla="*/ 31652 h 141834"/>
                <a:gd name="connsiteX101" fmla="*/ 65702 w 108608"/>
                <a:gd name="connsiteY101" fmla="*/ 41177 h 141834"/>
                <a:gd name="connsiteX102" fmla="*/ 78275 w 108608"/>
                <a:gd name="connsiteY102" fmla="*/ 54512 h 141834"/>
                <a:gd name="connsiteX103" fmla="*/ 78275 w 108608"/>
                <a:gd name="connsiteY103" fmla="*/ 54512 h 141834"/>
                <a:gd name="connsiteX104" fmla="*/ 76113 w 108608"/>
                <a:gd name="connsiteY104" fmla="*/ 51750 h 141834"/>
                <a:gd name="connsiteX105" fmla="*/ 76084 w 108608"/>
                <a:gd name="connsiteY105" fmla="*/ 51750 h 141834"/>
                <a:gd name="connsiteX106" fmla="*/ 72750 w 108608"/>
                <a:gd name="connsiteY106" fmla="*/ 51178 h 141834"/>
                <a:gd name="connsiteX107" fmla="*/ 69512 w 108608"/>
                <a:gd name="connsiteY107" fmla="*/ 53369 h 141834"/>
                <a:gd name="connsiteX108" fmla="*/ 68940 w 108608"/>
                <a:gd name="connsiteY108" fmla="*/ 62894 h 141834"/>
                <a:gd name="connsiteX109" fmla="*/ 71988 w 108608"/>
                <a:gd name="connsiteY109" fmla="*/ 65180 h 141834"/>
                <a:gd name="connsiteX110" fmla="*/ 75798 w 108608"/>
                <a:gd name="connsiteY110" fmla="*/ 62132 h 141834"/>
                <a:gd name="connsiteX111" fmla="*/ 78275 w 108608"/>
                <a:gd name="connsiteY111" fmla="*/ 54512 h 141834"/>
                <a:gd name="connsiteX112" fmla="*/ 35412 w 108608"/>
                <a:gd name="connsiteY112" fmla="*/ 100327 h 141834"/>
                <a:gd name="connsiteX113" fmla="*/ 35412 w 108608"/>
                <a:gd name="connsiteY113" fmla="*/ 100327 h 141834"/>
                <a:gd name="connsiteX114" fmla="*/ 35412 w 108608"/>
                <a:gd name="connsiteY114" fmla="*/ 101089 h 141834"/>
                <a:gd name="connsiteX115" fmla="*/ 38175 w 108608"/>
                <a:gd name="connsiteY115" fmla="*/ 100518 h 141834"/>
                <a:gd name="connsiteX116" fmla="*/ 46176 w 108608"/>
                <a:gd name="connsiteY116" fmla="*/ 97851 h 141834"/>
                <a:gd name="connsiteX117" fmla="*/ 53510 w 108608"/>
                <a:gd name="connsiteY117" fmla="*/ 95088 h 141834"/>
                <a:gd name="connsiteX118" fmla="*/ 56082 w 108608"/>
                <a:gd name="connsiteY118" fmla="*/ 91183 h 141834"/>
                <a:gd name="connsiteX119" fmla="*/ 55129 w 108608"/>
                <a:gd name="connsiteY119" fmla="*/ 88897 h 141834"/>
                <a:gd name="connsiteX120" fmla="*/ 53034 w 108608"/>
                <a:gd name="connsiteY120" fmla="*/ 88897 h 141834"/>
                <a:gd name="connsiteX121" fmla="*/ 38651 w 108608"/>
                <a:gd name="connsiteY121" fmla="*/ 97184 h 141834"/>
                <a:gd name="connsiteX122" fmla="*/ 35031 w 108608"/>
                <a:gd name="connsiteY122" fmla="*/ 99851 h 141834"/>
                <a:gd name="connsiteX123" fmla="*/ 69417 w 108608"/>
                <a:gd name="connsiteY123" fmla="*/ 72609 h 141834"/>
                <a:gd name="connsiteX124" fmla="*/ 69417 w 108608"/>
                <a:gd name="connsiteY124" fmla="*/ 72609 h 141834"/>
                <a:gd name="connsiteX125" fmla="*/ 75513 w 108608"/>
                <a:gd name="connsiteY125" fmla="*/ 73848 h 141834"/>
                <a:gd name="connsiteX126" fmla="*/ 85038 w 108608"/>
                <a:gd name="connsiteY126" fmla="*/ 68133 h 141834"/>
                <a:gd name="connsiteX127" fmla="*/ 87514 w 108608"/>
                <a:gd name="connsiteY127" fmla="*/ 65085 h 141834"/>
                <a:gd name="connsiteX128" fmla="*/ 73417 w 108608"/>
                <a:gd name="connsiteY128" fmla="*/ 69752 h 141834"/>
                <a:gd name="connsiteX129" fmla="*/ 69036 w 108608"/>
                <a:gd name="connsiteY129" fmla="*/ 72609 h 141834"/>
                <a:gd name="connsiteX130" fmla="*/ 80085 w 108608"/>
                <a:gd name="connsiteY130" fmla="*/ 23270 h 141834"/>
                <a:gd name="connsiteX131" fmla="*/ 80085 w 108608"/>
                <a:gd name="connsiteY131" fmla="*/ 23270 h 141834"/>
                <a:gd name="connsiteX132" fmla="*/ 87038 w 108608"/>
                <a:gd name="connsiteY132" fmla="*/ 20222 h 141834"/>
                <a:gd name="connsiteX133" fmla="*/ 86181 w 108608"/>
                <a:gd name="connsiteY133" fmla="*/ 16507 h 141834"/>
                <a:gd name="connsiteX134" fmla="*/ 83514 w 108608"/>
                <a:gd name="connsiteY134" fmla="*/ 16507 h 141834"/>
                <a:gd name="connsiteX135" fmla="*/ 80085 w 108608"/>
                <a:gd name="connsiteY135" fmla="*/ 23270 h 141834"/>
                <a:gd name="connsiteX136" fmla="*/ 71036 w 108608"/>
                <a:gd name="connsiteY136" fmla="*/ 80420 h 141834"/>
                <a:gd name="connsiteX137" fmla="*/ 71036 w 108608"/>
                <a:gd name="connsiteY137" fmla="*/ 80420 h 141834"/>
                <a:gd name="connsiteX138" fmla="*/ 69702 w 108608"/>
                <a:gd name="connsiteY138" fmla="*/ 81658 h 141834"/>
                <a:gd name="connsiteX139" fmla="*/ 69702 w 108608"/>
                <a:gd name="connsiteY139" fmla="*/ 87278 h 141834"/>
                <a:gd name="connsiteX140" fmla="*/ 71846 w 108608"/>
                <a:gd name="connsiteY140" fmla="*/ 89116 h 141834"/>
                <a:gd name="connsiteX141" fmla="*/ 73036 w 108608"/>
                <a:gd name="connsiteY141" fmla="*/ 88611 h 141834"/>
                <a:gd name="connsiteX142" fmla="*/ 75227 w 108608"/>
                <a:gd name="connsiteY142" fmla="*/ 86516 h 141834"/>
                <a:gd name="connsiteX143" fmla="*/ 71036 w 108608"/>
                <a:gd name="connsiteY143" fmla="*/ 80706 h 141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108608" h="141834">
                  <a:moveTo>
                    <a:pt x="65226" y="42891"/>
                  </a:moveTo>
                  <a:lnTo>
                    <a:pt x="67607" y="45463"/>
                  </a:lnTo>
                  <a:cubicBezTo>
                    <a:pt x="69036" y="46797"/>
                    <a:pt x="70464" y="47939"/>
                    <a:pt x="71798" y="49273"/>
                  </a:cubicBezTo>
                  <a:cubicBezTo>
                    <a:pt x="74608" y="48740"/>
                    <a:pt x="77199" y="47378"/>
                    <a:pt x="79227" y="45368"/>
                  </a:cubicBezTo>
                  <a:cubicBezTo>
                    <a:pt x="81189" y="43057"/>
                    <a:pt x="82390" y="40196"/>
                    <a:pt x="82656" y="37176"/>
                  </a:cubicBezTo>
                  <a:cubicBezTo>
                    <a:pt x="82656" y="36510"/>
                    <a:pt x="82656" y="35843"/>
                    <a:pt x="82656" y="35176"/>
                  </a:cubicBezTo>
                  <a:cubicBezTo>
                    <a:pt x="82704" y="33599"/>
                    <a:pt x="84028" y="32362"/>
                    <a:pt x="85609" y="32414"/>
                  </a:cubicBezTo>
                  <a:cubicBezTo>
                    <a:pt x="86190" y="32434"/>
                    <a:pt x="86762" y="32633"/>
                    <a:pt x="87228" y="32985"/>
                  </a:cubicBezTo>
                  <a:cubicBezTo>
                    <a:pt x="88019" y="33473"/>
                    <a:pt x="88752" y="34047"/>
                    <a:pt x="89419" y="34700"/>
                  </a:cubicBezTo>
                  <a:cubicBezTo>
                    <a:pt x="91324" y="36602"/>
                    <a:pt x="93544" y="38150"/>
                    <a:pt x="95991" y="39272"/>
                  </a:cubicBezTo>
                  <a:cubicBezTo>
                    <a:pt x="99135" y="40510"/>
                    <a:pt x="99325" y="42796"/>
                    <a:pt x="96658" y="44987"/>
                  </a:cubicBezTo>
                  <a:cubicBezTo>
                    <a:pt x="94925" y="46444"/>
                    <a:pt x="93001" y="47663"/>
                    <a:pt x="90943" y="48606"/>
                  </a:cubicBezTo>
                  <a:cubicBezTo>
                    <a:pt x="89057" y="49359"/>
                    <a:pt x="87409" y="50607"/>
                    <a:pt x="86181" y="52226"/>
                  </a:cubicBezTo>
                  <a:cubicBezTo>
                    <a:pt x="85038" y="53845"/>
                    <a:pt x="83704" y="55464"/>
                    <a:pt x="82466" y="57083"/>
                  </a:cubicBezTo>
                  <a:cubicBezTo>
                    <a:pt x="81228" y="58703"/>
                    <a:pt x="81704" y="58608"/>
                    <a:pt x="80942" y="60036"/>
                  </a:cubicBezTo>
                  <a:cubicBezTo>
                    <a:pt x="81980" y="59979"/>
                    <a:pt x="82999" y="59779"/>
                    <a:pt x="83990" y="59465"/>
                  </a:cubicBezTo>
                  <a:cubicBezTo>
                    <a:pt x="87705" y="57655"/>
                    <a:pt x="91515" y="55750"/>
                    <a:pt x="95134" y="53750"/>
                  </a:cubicBezTo>
                  <a:cubicBezTo>
                    <a:pt x="100944" y="50416"/>
                    <a:pt x="104659" y="53750"/>
                    <a:pt x="107612" y="57846"/>
                  </a:cubicBezTo>
                  <a:cubicBezTo>
                    <a:pt x="109422" y="60608"/>
                    <a:pt x="108755" y="62322"/>
                    <a:pt x="105707" y="63656"/>
                  </a:cubicBezTo>
                  <a:cubicBezTo>
                    <a:pt x="98373" y="66990"/>
                    <a:pt x="90943" y="70133"/>
                    <a:pt x="83704" y="73181"/>
                  </a:cubicBezTo>
                  <a:cubicBezTo>
                    <a:pt x="81180" y="74000"/>
                    <a:pt x="78875" y="75362"/>
                    <a:pt x="76941" y="77181"/>
                  </a:cubicBezTo>
                  <a:cubicBezTo>
                    <a:pt x="77894" y="77943"/>
                    <a:pt x="78656" y="78705"/>
                    <a:pt x="79513" y="79277"/>
                  </a:cubicBezTo>
                  <a:cubicBezTo>
                    <a:pt x="82656" y="81372"/>
                    <a:pt x="85895" y="83277"/>
                    <a:pt x="89038" y="85278"/>
                  </a:cubicBezTo>
                  <a:cubicBezTo>
                    <a:pt x="92181" y="87278"/>
                    <a:pt x="91515" y="88611"/>
                    <a:pt x="89038" y="90326"/>
                  </a:cubicBezTo>
                  <a:cubicBezTo>
                    <a:pt x="88162" y="91050"/>
                    <a:pt x="87162" y="91593"/>
                    <a:pt x="86085" y="91945"/>
                  </a:cubicBezTo>
                  <a:lnTo>
                    <a:pt x="75798" y="95469"/>
                  </a:lnTo>
                  <a:lnTo>
                    <a:pt x="72274" y="96803"/>
                  </a:lnTo>
                  <a:cubicBezTo>
                    <a:pt x="70702" y="97260"/>
                    <a:pt x="69683" y="98794"/>
                    <a:pt x="69893" y="100422"/>
                  </a:cubicBezTo>
                  <a:cubicBezTo>
                    <a:pt x="69893" y="106137"/>
                    <a:pt x="69893" y="111948"/>
                    <a:pt x="69893" y="117758"/>
                  </a:cubicBezTo>
                  <a:cubicBezTo>
                    <a:pt x="70007" y="122930"/>
                    <a:pt x="69398" y="128092"/>
                    <a:pt x="68083" y="133093"/>
                  </a:cubicBezTo>
                  <a:cubicBezTo>
                    <a:pt x="66988" y="136332"/>
                    <a:pt x="64969" y="139180"/>
                    <a:pt x="62273" y="141285"/>
                  </a:cubicBezTo>
                  <a:cubicBezTo>
                    <a:pt x="61501" y="142018"/>
                    <a:pt x="60282" y="142018"/>
                    <a:pt x="59511" y="141285"/>
                  </a:cubicBezTo>
                  <a:cubicBezTo>
                    <a:pt x="57006" y="139427"/>
                    <a:pt x="55672" y="136389"/>
                    <a:pt x="55986" y="133283"/>
                  </a:cubicBezTo>
                  <a:cubicBezTo>
                    <a:pt x="55986" y="125759"/>
                    <a:pt x="55986" y="118139"/>
                    <a:pt x="55986" y="110614"/>
                  </a:cubicBezTo>
                  <a:cubicBezTo>
                    <a:pt x="55986" y="109376"/>
                    <a:pt x="55986" y="108137"/>
                    <a:pt x="55986" y="106899"/>
                  </a:cubicBezTo>
                  <a:cubicBezTo>
                    <a:pt x="56091" y="105709"/>
                    <a:pt x="56282" y="104537"/>
                    <a:pt x="56558" y="103375"/>
                  </a:cubicBezTo>
                  <a:cubicBezTo>
                    <a:pt x="55510" y="102232"/>
                    <a:pt x="54272" y="103375"/>
                    <a:pt x="53224" y="103375"/>
                  </a:cubicBezTo>
                  <a:cubicBezTo>
                    <a:pt x="48462" y="105185"/>
                    <a:pt x="43699" y="107090"/>
                    <a:pt x="38937" y="108709"/>
                  </a:cubicBezTo>
                  <a:cubicBezTo>
                    <a:pt x="34174" y="110328"/>
                    <a:pt x="31126" y="111185"/>
                    <a:pt x="27221" y="112233"/>
                  </a:cubicBezTo>
                  <a:cubicBezTo>
                    <a:pt x="24725" y="112652"/>
                    <a:pt x="22182" y="111795"/>
                    <a:pt x="20458" y="109947"/>
                  </a:cubicBezTo>
                  <a:cubicBezTo>
                    <a:pt x="19744" y="109500"/>
                    <a:pt x="19534" y="108557"/>
                    <a:pt x="19991" y="107842"/>
                  </a:cubicBezTo>
                  <a:cubicBezTo>
                    <a:pt x="20106" y="107652"/>
                    <a:pt x="20268" y="107499"/>
                    <a:pt x="20458" y="107376"/>
                  </a:cubicBezTo>
                  <a:cubicBezTo>
                    <a:pt x="21239" y="106537"/>
                    <a:pt x="22058" y="105737"/>
                    <a:pt x="22935" y="104994"/>
                  </a:cubicBezTo>
                  <a:cubicBezTo>
                    <a:pt x="31383" y="96984"/>
                    <a:pt x="41023" y="90335"/>
                    <a:pt x="51510" y="85278"/>
                  </a:cubicBezTo>
                  <a:cubicBezTo>
                    <a:pt x="52634" y="84773"/>
                    <a:pt x="53681" y="84135"/>
                    <a:pt x="54653" y="83373"/>
                  </a:cubicBezTo>
                  <a:cubicBezTo>
                    <a:pt x="56920" y="81810"/>
                    <a:pt x="57510" y="78715"/>
                    <a:pt x="55986" y="76419"/>
                  </a:cubicBezTo>
                  <a:cubicBezTo>
                    <a:pt x="55101" y="76362"/>
                    <a:pt x="54205" y="76362"/>
                    <a:pt x="53319" y="76419"/>
                  </a:cubicBezTo>
                  <a:cubicBezTo>
                    <a:pt x="42499" y="80791"/>
                    <a:pt x="31964" y="85849"/>
                    <a:pt x="21792" y="91564"/>
                  </a:cubicBezTo>
                  <a:cubicBezTo>
                    <a:pt x="17782" y="93860"/>
                    <a:pt x="12848" y="93860"/>
                    <a:pt x="8838" y="91564"/>
                  </a:cubicBezTo>
                  <a:cubicBezTo>
                    <a:pt x="6485" y="90421"/>
                    <a:pt x="4189" y="89154"/>
                    <a:pt x="1980" y="87754"/>
                  </a:cubicBezTo>
                  <a:cubicBezTo>
                    <a:pt x="551" y="87221"/>
                    <a:pt x="-259" y="85716"/>
                    <a:pt x="75" y="84230"/>
                  </a:cubicBezTo>
                  <a:cubicBezTo>
                    <a:pt x="75" y="82515"/>
                    <a:pt x="1694" y="82325"/>
                    <a:pt x="3123" y="82134"/>
                  </a:cubicBezTo>
                  <a:cubicBezTo>
                    <a:pt x="19972" y="79420"/>
                    <a:pt x="36593" y="75438"/>
                    <a:pt x="52843" y="70228"/>
                  </a:cubicBezTo>
                  <a:cubicBezTo>
                    <a:pt x="55129" y="69466"/>
                    <a:pt x="56177" y="68514"/>
                    <a:pt x="56177" y="66228"/>
                  </a:cubicBezTo>
                  <a:cubicBezTo>
                    <a:pt x="56320" y="64675"/>
                    <a:pt x="56320" y="63113"/>
                    <a:pt x="56177" y="61560"/>
                  </a:cubicBezTo>
                  <a:cubicBezTo>
                    <a:pt x="56177" y="59941"/>
                    <a:pt x="54748" y="59465"/>
                    <a:pt x="53415" y="60417"/>
                  </a:cubicBezTo>
                  <a:cubicBezTo>
                    <a:pt x="52081" y="61370"/>
                    <a:pt x="49509" y="63656"/>
                    <a:pt x="47509" y="65370"/>
                  </a:cubicBezTo>
                  <a:lnTo>
                    <a:pt x="41508" y="70800"/>
                  </a:lnTo>
                  <a:cubicBezTo>
                    <a:pt x="40594" y="71742"/>
                    <a:pt x="39089" y="71771"/>
                    <a:pt x="38137" y="70866"/>
                  </a:cubicBezTo>
                  <a:cubicBezTo>
                    <a:pt x="38118" y="70838"/>
                    <a:pt x="38098" y="70819"/>
                    <a:pt x="38079" y="70800"/>
                  </a:cubicBezTo>
                  <a:lnTo>
                    <a:pt x="27411" y="60703"/>
                  </a:lnTo>
                  <a:lnTo>
                    <a:pt x="30269" y="59274"/>
                  </a:lnTo>
                  <a:cubicBezTo>
                    <a:pt x="32936" y="57941"/>
                    <a:pt x="33222" y="57274"/>
                    <a:pt x="32460" y="54417"/>
                  </a:cubicBezTo>
                  <a:lnTo>
                    <a:pt x="29793" y="46035"/>
                  </a:lnTo>
                  <a:cubicBezTo>
                    <a:pt x="29221" y="43844"/>
                    <a:pt x="29793" y="43844"/>
                    <a:pt x="31317" y="41939"/>
                  </a:cubicBezTo>
                  <a:cubicBezTo>
                    <a:pt x="36498" y="45358"/>
                    <a:pt x="41365" y="49216"/>
                    <a:pt x="45890" y="53464"/>
                  </a:cubicBezTo>
                  <a:lnTo>
                    <a:pt x="49224" y="49368"/>
                  </a:lnTo>
                  <a:lnTo>
                    <a:pt x="55129" y="53369"/>
                  </a:lnTo>
                  <a:cubicBezTo>
                    <a:pt x="56034" y="51778"/>
                    <a:pt x="56272" y="49892"/>
                    <a:pt x="55796" y="48130"/>
                  </a:cubicBezTo>
                  <a:cubicBezTo>
                    <a:pt x="55796" y="47178"/>
                    <a:pt x="55224" y="46225"/>
                    <a:pt x="54939" y="45177"/>
                  </a:cubicBezTo>
                  <a:cubicBezTo>
                    <a:pt x="53891" y="41367"/>
                    <a:pt x="53986" y="41082"/>
                    <a:pt x="57510" y="38510"/>
                  </a:cubicBezTo>
                  <a:lnTo>
                    <a:pt x="62368" y="40415"/>
                  </a:lnTo>
                  <a:cubicBezTo>
                    <a:pt x="64140" y="39016"/>
                    <a:pt x="65521" y="37177"/>
                    <a:pt x="66369" y="35081"/>
                  </a:cubicBezTo>
                  <a:cubicBezTo>
                    <a:pt x="67035" y="33938"/>
                    <a:pt x="66369" y="32890"/>
                    <a:pt x="64749" y="32985"/>
                  </a:cubicBezTo>
                  <a:cubicBezTo>
                    <a:pt x="62502" y="33023"/>
                    <a:pt x="60263" y="33311"/>
                    <a:pt x="58082" y="33843"/>
                  </a:cubicBezTo>
                  <a:cubicBezTo>
                    <a:pt x="51986" y="35557"/>
                    <a:pt x="45890" y="37462"/>
                    <a:pt x="39889" y="39367"/>
                  </a:cubicBezTo>
                  <a:cubicBezTo>
                    <a:pt x="38022" y="40321"/>
                    <a:pt x="35765" y="39977"/>
                    <a:pt x="34269" y="38510"/>
                  </a:cubicBezTo>
                  <a:lnTo>
                    <a:pt x="28554" y="32604"/>
                  </a:lnTo>
                  <a:cubicBezTo>
                    <a:pt x="27507" y="31461"/>
                    <a:pt x="26554" y="30128"/>
                    <a:pt x="27411" y="28413"/>
                  </a:cubicBezTo>
                  <a:cubicBezTo>
                    <a:pt x="28269" y="26699"/>
                    <a:pt x="29793" y="26794"/>
                    <a:pt x="31221" y="26794"/>
                  </a:cubicBezTo>
                  <a:lnTo>
                    <a:pt x="57034" y="26794"/>
                  </a:lnTo>
                  <a:cubicBezTo>
                    <a:pt x="58558" y="26794"/>
                    <a:pt x="60273" y="26794"/>
                    <a:pt x="61320" y="25556"/>
                  </a:cubicBezTo>
                  <a:lnTo>
                    <a:pt x="61320" y="25080"/>
                  </a:lnTo>
                  <a:cubicBezTo>
                    <a:pt x="56844" y="19364"/>
                    <a:pt x="54558" y="12126"/>
                    <a:pt x="49414" y="6696"/>
                  </a:cubicBezTo>
                  <a:cubicBezTo>
                    <a:pt x="48100" y="5570"/>
                    <a:pt x="47481" y="3828"/>
                    <a:pt x="47795" y="2124"/>
                  </a:cubicBezTo>
                  <a:cubicBezTo>
                    <a:pt x="47795" y="600"/>
                    <a:pt x="48938" y="-162"/>
                    <a:pt x="50367" y="29"/>
                  </a:cubicBezTo>
                  <a:cubicBezTo>
                    <a:pt x="51834" y="104"/>
                    <a:pt x="53262" y="494"/>
                    <a:pt x="54558" y="1172"/>
                  </a:cubicBezTo>
                  <a:cubicBezTo>
                    <a:pt x="57987" y="3172"/>
                    <a:pt x="61225" y="5458"/>
                    <a:pt x="64083" y="7649"/>
                  </a:cubicBezTo>
                  <a:cubicBezTo>
                    <a:pt x="65168" y="8339"/>
                    <a:pt x="65702" y="9635"/>
                    <a:pt x="65416" y="10887"/>
                  </a:cubicBezTo>
                  <a:cubicBezTo>
                    <a:pt x="65416" y="14793"/>
                    <a:pt x="64368" y="18698"/>
                    <a:pt x="63797" y="22603"/>
                  </a:cubicBezTo>
                  <a:lnTo>
                    <a:pt x="63225" y="25175"/>
                  </a:lnTo>
                  <a:cubicBezTo>
                    <a:pt x="66588" y="26669"/>
                    <a:pt x="70531" y="25152"/>
                    <a:pt x="72027" y="21787"/>
                  </a:cubicBezTo>
                  <a:cubicBezTo>
                    <a:pt x="72046" y="21742"/>
                    <a:pt x="72065" y="21696"/>
                    <a:pt x="72084" y="21651"/>
                  </a:cubicBezTo>
                  <a:cubicBezTo>
                    <a:pt x="73274" y="19073"/>
                    <a:pt x="74322" y="16434"/>
                    <a:pt x="75227" y="13745"/>
                  </a:cubicBezTo>
                  <a:cubicBezTo>
                    <a:pt x="76713" y="10163"/>
                    <a:pt x="78923" y="6922"/>
                    <a:pt x="81704" y="4220"/>
                  </a:cubicBezTo>
                  <a:cubicBezTo>
                    <a:pt x="83514" y="2410"/>
                    <a:pt x="84942" y="2124"/>
                    <a:pt x="86752" y="4220"/>
                  </a:cubicBezTo>
                  <a:cubicBezTo>
                    <a:pt x="90124" y="7190"/>
                    <a:pt x="93305" y="10371"/>
                    <a:pt x="96277" y="13745"/>
                  </a:cubicBezTo>
                  <a:cubicBezTo>
                    <a:pt x="97696" y="15775"/>
                    <a:pt x="97696" y="18477"/>
                    <a:pt x="96277" y="20508"/>
                  </a:cubicBezTo>
                  <a:cubicBezTo>
                    <a:pt x="93867" y="23815"/>
                    <a:pt x="90562" y="26361"/>
                    <a:pt x="86752" y="27842"/>
                  </a:cubicBezTo>
                  <a:cubicBezTo>
                    <a:pt x="83647" y="28998"/>
                    <a:pt x="80466" y="29921"/>
                    <a:pt x="77227" y="30604"/>
                  </a:cubicBezTo>
                  <a:cubicBezTo>
                    <a:pt x="76237" y="30735"/>
                    <a:pt x="75294" y="31095"/>
                    <a:pt x="74465" y="31652"/>
                  </a:cubicBezTo>
                  <a:cubicBezTo>
                    <a:pt x="71512" y="34700"/>
                    <a:pt x="68655" y="37938"/>
                    <a:pt x="65702" y="41177"/>
                  </a:cubicBezTo>
                  <a:close/>
                  <a:moveTo>
                    <a:pt x="78275" y="54512"/>
                  </a:moveTo>
                  <a:lnTo>
                    <a:pt x="78275" y="54512"/>
                  </a:lnTo>
                  <a:cubicBezTo>
                    <a:pt x="78437" y="53150"/>
                    <a:pt x="77475" y="51921"/>
                    <a:pt x="76113" y="51750"/>
                  </a:cubicBezTo>
                  <a:cubicBezTo>
                    <a:pt x="76103" y="51750"/>
                    <a:pt x="76094" y="51750"/>
                    <a:pt x="76084" y="51750"/>
                  </a:cubicBezTo>
                  <a:lnTo>
                    <a:pt x="72750" y="51178"/>
                  </a:lnTo>
                  <a:cubicBezTo>
                    <a:pt x="70655" y="51178"/>
                    <a:pt x="69702" y="51178"/>
                    <a:pt x="69512" y="53369"/>
                  </a:cubicBezTo>
                  <a:cubicBezTo>
                    <a:pt x="69131" y="56531"/>
                    <a:pt x="68940" y="59712"/>
                    <a:pt x="68940" y="62894"/>
                  </a:cubicBezTo>
                  <a:cubicBezTo>
                    <a:pt x="68940" y="65085"/>
                    <a:pt x="69893" y="65656"/>
                    <a:pt x="71988" y="65180"/>
                  </a:cubicBezTo>
                  <a:cubicBezTo>
                    <a:pt x="73665" y="64827"/>
                    <a:pt x="75084" y="63694"/>
                    <a:pt x="75798" y="62132"/>
                  </a:cubicBezTo>
                  <a:cubicBezTo>
                    <a:pt x="76751" y="59655"/>
                    <a:pt x="77513" y="57083"/>
                    <a:pt x="78275" y="54512"/>
                  </a:cubicBezTo>
                  <a:close/>
                  <a:moveTo>
                    <a:pt x="35412" y="100327"/>
                  </a:moveTo>
                  <a:lnTo>
                    <a:pt x="35412" y="100327"/>
                  </a:lnTo>
                  <a:lnTo>
                    <a:pt x="35412" y="101089"/>
                  </a:lnTo>
                  <a:cubicBezTo>
                    <a:pt x="36346" y="100956"/>
                    <a:pt x="37270" y="100765"/>
                    <a:pt x="38175" y="100518"/>
                  </a:cubicBezTo>
                  <a:lnTo>
                    <a:pt x="46176" y="97851"/>
                  </a:lnTo>
                  <a:lnTo>
                    <a:pt x="53510" y="95088"/>
                  </a:lnTo>
                  <a:cubicBezTo>
                    <a:pt x="55234" y="94622"/>
                    <a:pt x="56339" y="92945"/>
                    <a:pt x="56082" y="91183"/>
                  </a:cubicBezTo>
                  <a:cubicBezTo>
                    <a:pt x="56043" y="90335"/>
                    <a:pt x="55710" y="89526"/>
                    <a:pt x="55129" y="88897"/>
                  </a:cubicBezTo>
                  <a:cubicBezTo>
                    <a:pt x="55129" y="88897"/>
                    <a:pt x="53700" y="88897"/>
                    <a:pt x="53034" y="88897"/>
                  </a:cubicBezTo>
                  <a:cubicBezTo>
                    <a:pt x="48271" y="91659"/>
                    <a:pt x="43509" y="94326"/>
                    <a:pt x="38651" y="97184"/>
                  </a:cubicBezTo>
                  <a:cubicBezTo>
                    <a:pt x="37346" y="97936"/>
                    <a:pt x="36136" y="98822"/>
                    <a:pt x="35031" y="99851"/>
                  </a:cubicBezTo>
                  <a:close/>
                  <a:moveTo>
                    <a:pt x="69417" y="72609"/>
                  </a:moveTo>
                  <a:lnTo>
                    <a:pt x="69417" y="72609"/>
                  </a:lnTo>
                  <a:cubicBezTo>
                    <a:pt x="71703" y="75276"/>
                    <a:pt x="72846" y="75372"/>
                    <a:pt x="75513" y="73848"/>
                  </a:cubicBezTo>
                  <a:cubicBezTo>
                    <a:pt x="78180" y="72324"/>
                    <a:pt x="82180" y="70133"/>
                    <a:pt x="85038" y="68133"/>
                  </a:cubicBezTo>
                  <a:cubicBezTo>
                    <a:pt x="86085" y="67561"/>
                    <a:pt x="87324" y="67180"/>
                    <a:pt x="87514" y="65085"/>
                  </a:cubicBezTo>
                  <a:cubicBezTo>
                    <a:pt x="82180" y="65085"/>
                    <a:pt x="77989" y="68895"/>
                    <a:pt x="73417" y="69752"/>
                  </a:cubicBezTo>
                  <a:cubicBezTo>
                    <a:pt x="71617" y="70047"/>
                    <a:pt x="70026" y="71085"/>
                    <a:pt x="69036" y="72609"/>
                  </a:cubicBezTo>
                  <a:close/>
                  <a:moveTo>
                    <a:pt x="80085" y="23270"/>
                  </a:moveTo>
                  <a:lnTo>
                    <a:pt x="80085" y="23270"/>
                  </a:lnTo>
                  <a:cubicBezTo>
                    <a:pt x="82837" y="24210"/>
                    <a:pt x="85857" y="22887"/>
                    <a:pt x="87038" y="20222"/>
                  </a:cubicBezTo>
                  <a:cubicBezTo>
                    <a:pt x="87533" y="18924"/>
                    <a:pt x="87190" y="17458"/>
                    <a:pt x="86181" y="16507"/>
                  </a:cubicBezTo>
                  <a:cubicBezTo>
                    <a:pt x="85228" y="15650"/>
                    <a:pt x="84180" y="15459"/>
                    <a:pt x="83514" y="16507"/>
                  </a:cubicBezTo>
                  <a:cubicBezTo>
                    <a:pt x="81771" y="18401"/>
                    <a:pt x="80580" y="20742"/>
                    <a:pt x="80085" y="23270"/>
                  </a:cubicBezTo>
                  <a:close/>
                  <a:moveTo>
                    <a:pt x="71036" y="80420"/>
                  </a:moveTo>
                  <a:lnTo>
                    <a:pt x="71036" y="80420"/>
                  </a:lnTo>
                  <a:cubicBezTo>
                    <a:pt x="70274" y="81087"/>
                    <a:pt x="69702" y="81372"/>
                    <a:pt x="69702" y="81658"/>
                  </a:cubicBezTo>
                  <a:cubicBezTo>
                    <a:pt x="69560" y="83525"/>
                    <a:pt x="69560" y="85411"/>
                    <a:pt x="69702" y="87278"/>
                  </a:cubicBezTo>
                  <a:cubicBezTo>
                    <a:pt x="69788" y="88383"/>
                    <a:pt x="70750" y="89202"/>
                    <a:pt x="71846" y="89116"/>
                  </a:cubicBezTo>
                  <a:cubicBezTo>
                    <a:pt x="72293" y="89087"/>
                    <a:pt x="72712" y="88907"/>
                    <a:pt x="73036" y="88611"/>
                  </a:cubicBezTo>
                  <a:cubicBezTo>
                    <a:pt x="73817" y="87964"/>
                    <a:pt x="74541" y="87259"/>
                    <a:pt x="75227" y="86516"/>
                  </a:cubicBezTo>
                  <a:cubicBezTo>
                    <a:pt x="73798" y="84801"/>
                    <a:pt x="72560" y="82896"/>
                    <a:pt x="71036" y="80706"/>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39" name="任意多边形: 形状 1938">
              <a:extLst>
                <a:ext uri="{FF2B5EF4-FFF2-40B4-BE49-F238E27FC236}">
                  <a16:creationId xmlns:a16="http://schemas.microsoft.com/office/drawing/2014/main" id="{24C1AC05-678D-4A73-8B5E-BE5211B46BB4}"/>
                </a:ext>
              </a:extLst>
            </p:cNvPr>
            <p:cNvSpPr/>
            <p:nvPr/>
          </p:nvSpPr>
          <p:spPr>
            <a:xfrm>
              <a:off x="6342729" y="6570938"/>
              <a:ext cx="150169" cy="138036"/>
            </a:xfrm>
            <a:custGeom>
              <a:avLst/>
              <a:gdLst>
                <a:gd name="connsiteX0" fmla="*/ 30302 w 118808"/>
                <a:gd name="connsiteY0" fmla="*/ 62806 h 109209"/>
                <a:gd name="connsiteX1" fmla="*/ 28492 w 118808"/>
                <a:gd name="connsiteY1" fmla="*/ 65473 h 109209"/>
                <a:gd name="connsiteX2" fmla="*/ 20110 w 118808"/>
                <a:gd name="connsiteY2" fmla="*/ 80618 h 109209"/>
                <a:gd name="connsiteX3" fmla="*/ 10585 w 118808"/>
                <a:gd name="connsiteY3" fmla="*/ 90143 h 109209"/>
                <a:gd name="connsiteX4" fmla="*/ 8681 w 118808"/>
                <a:gd name="connsiteY4" fmla="*/ 90143 h 109209"/>
                <a:gd name="connsiteX5" fmla="*/ 3537 w 118808"/>
                <a:gd name="connsiteY5" fmla="*/ 87857 h 109209"/>
                <a:gd name="connsiteX6" fmla="*/ 4394 w 118808"/>
                <a:gd name="connsiteY6" fmla="*/ 79760 h 109209"/>
                <a:gd name="connsiteX7" fmla="*/ 11538 w 118808"/>
                <a:gd name="connsiteY7" fmla="*/ 73760 h 109209"/>
                <a:gd name="connsiteX8" fmla="*/ 29540 w 118808"/>
                <a:gd name="connsiteY8" fmla="*/ 53376 h 109209"/>
                <a:gd name="connsiteX9" fmla="*/ 31826 w 118808"/>
                <a:gd name="connsiteY9" fmla="*/ 49280 h 109209"/>
                <a:gd name="connsiteX10" fmla="*/ 33636 w 118808"/>
                <a:gd name="connsiteY10" fmla="*/ 38041 h 109209"/>
                <a:gd name="connsiteX11" fmla="*/ 31350 w 118808"/>
                <a:gd name="connsiteY11" fmla="*/ 39565 h 109209"/>
                <a:gd name="connsiteX12" fmla="*/ 27178 w 118808"/>
                <a:gd name="connsiteY12" fmla="*/ 39679 h 109209"/>
                <a:gd name="connsiteX13" fmla="*/ 27064 w 118808"/>
                <a:gd name="connsiteY13" fmla="*/ 39565 h 109209"/>
                <a:gd name="connsiteX14" fmla="*/ 21063 w 118808"/>
                <a:gd name="connsiteY14" fmla="*/ 31659 h 109209"/>
                <a:gd name="connsiteX15" fmla="*/ 23349 w 118808"/>
                <a:gd name="connsiteY15" fmla="*/ 30326 h 109209"/>
                <a:gd name="connsiteX16" fmla="*/ 35255 w 118808"/>
                <a:gd name="connsiteY16" fmla="*/ 23468 h 109209"/>
                <a:gd name="connsiteX17" fmla="*/ 36589 w 118808"/>
                <a:gd name="connsiteY17" fmla="*/ 20896 h 109209"/>
                <a:gd name="connsiteX18" fmla="*/ 38398 w 118808"/>
                <a:gd name="connsiteY18" fmla="*/ 8132 h 109209"/>
                <a:gd name="connsiteX19" fmla="*/ 40399 w 118808"/>
                <a:gd name="connsiteY19" fmla="*/ 4894 h 109209"/>
                <a:gd name="connsiteX20" fmla="*/ 43256 w 118808"/>
                <a:gd name="connsiteY20" fmla="*/ 4894 h 109209"/>
                <a:gd name="connsiteX21" fmla="*/ 52210 w 118808"/>
                <a:gd name="connsiteY21" fmla="*/ 12609 h 109209"/>
                <a:gd name="connsiteX22" fmla="*/ 53353 w 118808"/>
                <a:gd name="connsiteY22" fmla="*/ 15943 h 109209"/>
                <a:gd name="connsiteX23" fmla="*/ 56020 w 118808"/>
                <a:gd name="connsiteY23" fmla="*/ 16419 h 109209"/>
                <a:gd name="connsiteX24" fmla="*/ 58306 w 118808"/>
                <a:gd name="connsiteY24" fmla="*/ 20039 h 109209"/>
                <a:gd name="connsiteX25" fmla="*/ 56972 w 118808"/>
                <a:gd name="connsiteY25" fmla="*/ 22515 h 109209"/>
                <a:gd name="connsiteX26" fmla="*/ 49257 w 118808"/>
                <a:gd name="connsiteY26" fmla="*/ 29183 h 109209"/>
                <a:gd name="connsiteX27" fmla="*/ 46114 w 118808"/>
                <a:gd name="connsiteY27" fmla="*/ 34612 h 109209"/>
                <a:gd name="connsiteX28" fmla="*/ 43066 w 118808"/>
                <a:gd name="connsiteY28" fmla="*/ 52709 h 109209"/>
                <a:gd name="connsiteX29" fmla="*/ 41351 w 118808"/>
                <a:gd name="connsiteY29" fmla="*/ 79475 h 109209"/>
                <a:gd name="connsiteX30" fmla="*/ 41351 w 118808"/>
                <a:gd name="connsiteY30" fmla="*/ 92714 h 109209"/>
                <a:gd name="connsiteX31" fmla="*/ 46114 w 118808"/>
                <a:gd name="connsiteY31" fmla="*/ 96429 h 109209"/>
                <a:gd name="connsiteX32" fmla="*/ 51543 w 118808"/>
                <a:gd name="connsiteY32" fmla="*/ 93762 h 109209"/>
                <a:gd name="connsiteX33" fmla="*/ 65354 w 118808"/>
                <a:gd name="connsiteY33" fmla="*/ 77760 h 109209"/>
                <a:gd name="connsiteX34" fmla="*/ 65354 w 118808"/>
                <a:gd name="connsiteY34" fmla="*/ 73093 h 109209"/>
                <a:gd name="connsiteX35" fmla="*/ 60020 w 118808"/>
                <a:gd name="connsiteY35" fmla="*/ 65187 h 109209"/>
                <a:gd name="connsiteX36" fmla="*/ 59163 w 118808"/>
                <a:gd name="connsiteY36" fmla="*/ 63758 h 109209"/>
                <a:gd name="connsiteX37" fmla="*/ 59163 w 118808"/>
                <a:gd name="connsiteY37" fmla="*/ 60615 h 109209"/>
                <a:gd name="connsiteX38" fmla="*/ 62497 w 118808"/>
                <a:gd name="connsiteY38" fmla="*/ 60615 h 109209"/>
                <a:gd name="connsiteX39" fmla="*/ 72022 w 118808"/>
                <a:gd name="connsiteY39" fmla="*/ 66044 h 109209"/>
                <a:gd name="connsiteX40" fmla="*/ 76022 w 118808"/>
                <a:gd name="connsiteY40" fmla="*/ 57853 h 109209"/>
                <a:gd name="connsiteX41" fmla="*/ 76022 w 118808"/>
                <a:gd name="connsiteY41" fmla="*/ 55091 h 109209"/>
                <a:gd name="connsiteX42" fmla="*/ 73260 w 118808"/>
                <a:gd name="connsiteY42" fmla="*/ 55853 h 109209"/>
                <a:gd name="connsiteX43" fmla="*/ 73260 w 118808"/>
                <a:gd name="connsiteY43" fmla="*/ 55853 h 109209"/>
                <a:gd name="connsiteX44" fmla="*/ 68879 w 118808"/>
                <a:gd name="connsiteY44" fmla="*/ 57091 h 109209"/>
                <a:gd name="connsiteX45" fmla="*/ 66497 w 118808"/>
                <a:gd name="connsiteY45" fmla="*/ 49852 h 109209"/>
                <a:gd name="connsiteX46" fmla="*/ 69450 w 118808"/>
                <a:gd name="connsiteY46" fmla="*/ 41565 h 109209"/>
                <a:gd name="connsiteX47" fmla="*/ 71355 w 118808"/>
                <a:gd name="connsiteY47" fmla="*/ 34707 h 109209"/>
                <a:gd name="connsiteX48" fmla="*/ 71355 w 118808"/>
                <a:gd name="connsiteY48" fmla="*/ 32802 h 109209"/>
                <a:gd name="connsiteX49" fmla="*/ 67640 w 118808"/>
                <a:gd name="connsiteY49" fmla="*/ 35564 h 109209"/>
                <a:gd name="connsiteX50" fmla="*/ 60592 w 118808"/>
                <a:gd name="connsiteY50" fmla="*/ 40708 h 109209"/>
                <a:gd name="connsiteX51" fmla="*/ 49638 w 118808"/>
                <a:gd name="connsiteY51" fmla="*/ 37374 h 109209"/>
                <a:gd name="connsiteX52" fmla="*/ 51067 w 118808"/>
                <a:gd name="connsiteY52" fmla="*/ 36136 h 109209"/>
                <a:gd name="connsiteX53" fmla="*/ 68974 w 118808"/>
                <a:gd name="connsiteY53" fmla="*/ 24420 h 109209"/>
                <a:gd name="connsiteX54" fmla="*/ 78499 w 118808"/>
                <a:gd name="connsiteY54" fmla="*/ 10037 h 109209"/>
                <a:gd name="connsiteX55" fmla="*/ 78975 w 118808"/>
                <a:gd name="connsiteY55" fmla="*/ 3941 h 109209"/>
                <a:gd name="connsiteX56" fmla="*/ 84118 w 118808"/>
                <a:gd name="connsiteY56" fmla="*/ 798 h 109209"/>
                <a:gd name="connsiteX57" fmla="*/ 93643 w 118808"/>
                <a:gd name="connsiteY57" fmla="*/ 9085 h 109209"/>
                <a:gd name="connsiteX58" fmla="*/ 94787 w 118808"/>
                <a:gd name="connsiteY58" fmla="*/ 10228 h 109209"/>
                <a:gd name="connsiteX59" fmla="*/ 96025 w 118808"/>
                <a:gd name="connsiteY59" fmla="*/ 10228 h 109209"/>
                <a:gd name="connsiteX60" fmla="*/ 96025 w 118808"/>
                <a:gd name="connsiteY60" fmla="*/ 18324 h 109209"/>
                <a:gd name="connsiteX61" fmla="*/ 93453 w 118808"/>
                <a:gd name="connsiteY61" fmla="*/ 20039 h 109209"/>
                <a:gd name="connsiteX62" fmla="*/ 84881 w 118808"/>
                <a:gd name="connsiteY62" fmla="*/ 29564 h 109209"/>
                <a:gd name="connsiteX63" fmla="*/ 80594 w 118808"/>
                <a:gd name="connsiteY63" fmla="*/ 38422 h 109209"/>
                <a:gd name="connsiteX64" fmla="*/ 79165 w 118808"/>
                <a:gd name="connsiteY64" fmla="*/ 46232 h 109209"/>
                <a:gd name="connsiteX65" fmla="*/ 86119 w 118808"/>
                <a:gd name="connsiteY65" fmla="*/ 47566 h 109209"/>
                <a:gd name="connsiteX66" fmla="*/ 88500 w 118808"/>
                <a:gd name="connsiteY66" fmla="*/ 48899 h 109209"/>
                <a:gd name="connsiteX67" fmla="*/ 89452 w 118808"/>
                <a:gd name="connsiteY67" fmla="*/ 57377 h 109209"/>
                <a:gd name="connsiteX68" fmla="*/ 81261 w 118808"/>
                <a:gd name="connsiteY68" fmla="*/ 71283 h 109209"/>
                <a:gd name="connsiteX69" fmla="*/ 98597 w 118808"/>
                <a:gd name="connsiteY69" fmla="*/ 83094 h 109209"/>
                <a:gd name="connsiteX70" fmla="*/ 112313 w 118808"/>
                <a:gd name="connsiteY70" fmla="*/ 84428 h 109209"/>
                <a:gd name="connsiteX71" fmla="*/ 118504 w 118808"/>
                <a:gd name="connsiteY71" fmla="*/ 83856 h 109209"/>
                <a:gd name="connsiteX72" fmla="*/ 117942 w 118808"/>
                <a:gd name="connsiteY72" fmla="*/ 86495 h 109209"/>
                <a:gd name="connsiteX73" fmla="*/ 117456 w 118808"/>
                <a:gd name="connsiteY73" fmla="*/ 86714 h 109209"/>
                <a:gd name="connsiteX74" fmla="*/ 92786 w 118808"/>
                <a:gd name="connsiteY74" fmla="*/ 97001 h 109209"/>
                <a:gd name="connsiteX75" fmla="*/ 83833 w 118808"/>
                <a:gd name="connsiteY75" fmla="*/ 93667 h 109209"/>
                <a:gd name="connsiteX76" fmla="*/ 76213 w 118808"/>
                <a:gd name="connsiteY76" fmla="*/ 84142 h 109209"/>
                <a:gd name="connsiteX77" fmla="*/ 73927 w 118808"/>
                <a:gd name="connsiteY77" fmla="*/ 82142 h 109209"/>
                <a:gd name="connsiteX78" fmla="*/ 71355 w 118808"/>
                <a:gd name="connsiteY78" fmla="*/ 85285 h 109209"/>
                <a:gd name="connsiteX79" fmla="*/ 51257 w 118808"/>
                <a:gd name="connsiteY79" fmla="*/ 102811 h 109209"/>
                <a:gd name="connsiteX80" fmla="*/ 44590 w 118808"/>
                <a:gd name="connsiteY80" fmla="*/ 101763 h 109209"/>
                <a:gd name="connsiteX81" fmla="*/ 43066 w 118808"/>
                <a:gd name="connsiteY81" fmla="*/ 100430 h 109209"/>
                <a:gd name="connsiteX82" fmla="*/ 43066 w 118808"/>
                <a:gd name="connsiteY82" fmla="*/ 100430 h 109209"/>
                <a:gd name="connsiteX83" fmla="*/ 39065 w 118808"/>
                <a:gd name="connsiteY83" fmla="*/ 106907 h 109209"/>
                <a:gd name="connsiteX84" fmla="*/ 36684 w 118808"/>
                <a:gd name="connsiteY84" fmla="*/ 108716 h 109209"/>
                <a:gd name="connsiteX85" fmla="*/ 33922 w 118808"/>
                <a:gd name="connsiteY85" fmla="*/ 108716 h 109209"/>
                <a:gd name="connsiteX86" fmla="*/ 21634 w 118808"/>
                <a:gd name="connsiteY86" fmla="*/ 101096 h 109209"/>
                <a:gd name="connsiteX87" fmla="*/ 15539 w 118808"/>
                <a:gd name="connsiteY87" fmla="*/ 98239 h 109209"/>
                <a:gd name="connsiteX88" fmla="*/ 20015 w 118808"/>
                <a:gd name="connsiteY88" fmla="*/ 95762 h 109209"/>
                <a:gd name="connsiteX89" fmla="*/ 26016 w 118808"/>
                <a:gd name="connsiteY89" fmla="*/ 96429 h 109209"/>
                <a:gd name="connsiteX90" fmla="*/ 30874 w 118808"/>
                <a:gd name="connsiteY90" fmla="*/ 91857 h 109209"/>
                <a:gd name="connsiteX91" fmla="*/ 30874 w 118808"/>
                <a:gd name="connsiteY91" fmla="*/ 78236 h 109209"/>
                <a:gd name="connsiteX92" fmla="*/ 31922 w 118808"/>
                <a:gd name="connsiteY92" fmla="*/ 64425 h 109209"/>
                <a:gd name="connsiteX93" fmla="*/ 31922 w 118808"/>
                <a:gd name="connsiteY93" fmla="*/ 61853 h 109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118808" h="109209">
                  <a:moveTo>
                    <a:pt x="30302" y="62806"/>
                  </a:moveTo>
                  <a:cubicBezTo>
                    <a:pt x="29616" y="63635"/>
                    <a:pt x="29007" y="64530"/>
                    <a:pt x="28492" y="65473"/>
                  </a:cubicBezTo>
                  <a:cubicBezTo>
                    <a:pt x="25730" y="70521"/>
                    <a:pt x="23063" y="75665"/>
                    <a:pt x="20110" y="80618"/>
                  </a:cubicBezTo>
                  <a:cubicBezTo>
                    <a:pt x="17577" y="84371"/>
                    <a:pt x="14338" y="87609"/>
                    <a:pt x="10585" y="90143"/>
                  </a:cubicBezTo>
                  <a:cubicBezTo>
                    <a:pt x="9985" y="90419"/>
                    <a:pt x="9281" y="90419"/>
                    <a:pt x="8681" y="90143"/>
                  </a:cubicBezTo>
                  <a:cubicBezTo>
                    <a:pt x="6823" y="89752"/>
                    <a:pt x="5071" y="88981"/>
                    <a:pt x="3537" y="87857"/>
                  </a:cubicBezTo>
                  <a:cubicBezTo>
                    <a:pt x="-1035" y="83761"/>
                    <a:pt x="-1607" y="83475"/>
                    <a:pt x="4394" y="79760"/>
                  </a:cubicBezTo>
                  <a:cubicBezTo>
                    <a:pt x="7080" y="78160"/>
                    <a:pt x="9490" y="76131"/>
                    <a:pt x="11538" y="73760"/>
                  </a:cubicBezTo>
                  <a:lnTo>
                    <a:pt x="29540" y="53376"/>
                  </a:lnTo>
                  <a:cubicBezTo>
                    <a:pt x="30636" y="52224"/>
                    <a:pt x="31417" y="50814"/>
                    <a:pt x="31826" y="49280"/>
                  </a:cubicBezTo>
                  <a:cubicBezTo>
                    <a:pt x="32588" y="45756"/>
                    <a:pt x="32969" y="42232"/>
                    <a:pt x="33636" y="38041"/>
                  </a:cubicBezTo>
                  <a:lnTo>
                    <a:pt x="31350" y="39565"/>
                  </a:lnTo>
                  <a:cubicBezTo>
                    <a:pt x="30226" y="40746"/>
                    <a:pt x="28359" y="40803"/>
                    <a:pt x="27178" y="39679"/>
                  </a:cubicBezTo>
                  <a:cubicBezTo>
                    <a:pt x="27140" y="39641"/>
                    <a:pt x="27102" y="39603"/>
                    <a:pt x="27064" y="39565"/>
                  </a:cubicBezTo>
                  <a:cubicBezTo>
                    <a:pt x="24397" y="37507"/>
                    <a:pt x="22330" y="34779"/>
                    <a:pt x="21063" y="31659"/>
                  </a:cubicBezTo>
                  <a:cubicBezTo>
                    <a:pt x="21758" y="31111"/>
                    <a:pt x="22530" y="30662"/>
                    <a:pt x="23349" y="30326"/>
                  </a:cubicBezTo>
                  <a:cubicBezTo>
                    <a:pt x="27731" y="28841"/>
                    <a:pt x="31769" y="26511"/>
                    <a:pt x="35255" y="23468"/>
                  </a:cubicBezTo>
                  <a:cubicBezTo>
                    <a:pt x="36017" y="23468"/>
                    <a:pt x="36398" y="21848"/>
                    <a:pt x="36589" y="20896"/>
                  </a:cubicBezTo>
                  <a:cubicBezTo>
                    <a:pt x="37256" y="16705"/>
                    <a:pt x="37922" y="12419"/>
                    <a:pt x="38398" y="8132"/>
                  </a:cubicBezTo>
                  <a:cubicBezTo>
                    <a:pt x="38475" y="6785"/>
                    <a:pt x="39227" y="5566"/>
                    <a:pt x="40399" y="4894"/>
                  </a:cubicBezTo>
                  <a:cubicBezTo>
                    <a:pt x="41256" y="4289"/>
                    <a:pt x="42399" y="4289"/>
                    <a:pt x="43256" y="4894"/>
                  </a:cubicBezTo>
                  <a:cubicBezTo>
                    <a:pt x="46781" y="6769"/>
                    <a:pt x="49838" y="9405"/>
                    <a:pt x="52210" y="12609"/>
                  </a:cubicBezTo>
                  <a:cubicBezTo>
                    <a:pt x="52762" y="13655"/>
                    <a:pt x="53143" y="14779"/>
                    <a:pt x="53353" y="15943"/>
                  </a:cubicBezTo>
                  <a:cubicBezTo>
                    <a:pt x="54115" y="15943"/>
                    <a:pt x="55448" y="15943"/>
                    <a:pt x="56020" y="16419"/>
                  </a:cubicBezTo>
                  <a:cubicBezTo>
                    <a:pt x="57096" y="17398"/>
                    <a:pt x="57887" y="18649"/>
                    <a:pt x="58306" y="20039"/>
                  </a:cubicBezTo>
                  <a:cubicBezTo>
                    <a:pt x="58306" y="20705"/>
                    <a:pt x="57639" y="21848"/>
                    <a:pt x="56972" y="22515"/>
                  </a:cubicBezTo>
                  <a:cubicBezTo>
                    <a:pt x="54496" y="24801"/>
                    <a:pt x="51924" y="26992"/>
                    <a:pt x="49257" y="29183"/>
                  </a:cubicBezTo>
                  <a:cubicBezTo>
                    <a:pt x="47571" y="30536"/>
                    <a:pt x="46447" y="32474"/>
                    <a:pt x="46114" y="34612"/>
                  </a:cubicBezTo>
                  <a:cubicBezTo>
                    <a:pt x="44971" y="40613"/>
                    <a:pt x="44018" y="46613"/>
                    <a:pt x="43066" y="52709"/>
                  </a:cubicBezTo>
                  <a:cubicBezTo>
                    <a:pt x="41923" y="61587"/>
                    <a:pt x="41351" y="70521"/>
                    <a:pt x="41351" y="79475"/>
                  </a:cubicBezTo>
                  <a:cubicBezTo>
                    <a:pt x="41351" y="83856"/>
                    <a:pt x="41351" y="88333"/>
                    <a:pt x="41351" y="92714"/>
                  </a:cubicBezTo>
                  <a:cubicBezTo>
                    <a:pt x="41351" y="97096"/>
                    <a:pt x="42875" y="97382"/>
                    <a:pt x="46114" y="96429"/>
                  </a:cubicBezTo>
                  <a:cubicBezTo>
                    <a:pt x="48009" y="95734"/>
                    <a:pt x="49829" y="94838"/>
                    <a:pt x="51543" y="93762"/>
                  </a:cubicBezTo>
                  <a:cubicBezTo>
                    <a:pt x="57334" y="89581"/>
                    <a:pt x="62068" y="84104"/>
                    <a:pt x="65354" y="77760"/>
                  </a:cubicBezTo>
                  <a:cubicBezTo>
                    <a:pt x="66383" y="76379"/>
                    <a:pt x="66383" y="74474"/>
                    <a:pt x="65354" y="73093"/>
                  </a:cubicBezTo>
                  <a:cubicBezTo>
                    <a:pt x="63449" y="70521"/>
                    <a:pt x="61735" y="67854"/>
                    <a:pt x="60020" y="65187"/>
                  </a:cubicBezTo>
                  <a:cubicBezTo>
                    <a:pt x="59668" y="64759"/>
                    <a:pt x="59382" y="64273"/>
                    <a:pt x="59163" y="63758"/>
                  </a:cubicBezTo>
                  <a:cubicBezTo>
                    <a:pt x="59163" y="62711"/>
                    <a:pt x="58306" y="61377"/>
                    <a:pt x="59163" y="60615"/>
                  </a:cubicBezTo>
                  <a:cubicBezTo>
                    <a:pt x="60020" y="59853"/>
                    <a:pt x="61354" y="59853"/>
                    <a:pt x="62497" y="60615"/>
                  </a:cubicBezTo>
                  <a:lnTo>
                    <a:pt x="72022" y="66044"/>
                  </a:lnTo>
                  <a:cubicBezTo>
                    <a:pt x="73355" y="63473"/>
                    <a:pt x="74784" y="60710"/>
                    <a:pt x="76022" y="57853"/>
                  </a:cubicBezTo>
                  <a:cubicBezTo>
                    <a:pt x="76022" y="57091"/>
                    <a:pt x="76022" y="56043"/>
                    <a:pt x="76022" y="55091"/>
                  </a:cubicBezTo>
                  <a:lnTo>
                    <a:pt x="73260" y="55853"/>
                  </a:lnTo>
                  <a:lnTo>
                    <a:pt x="73260" y="55853"/>
                  </a:lnTo>
                  <a:cubicBezTo>
                    <a:pt x="71926" y="56615"/>
                    <a:pt x="70879" y="58520"/>
                    <a:pt x="68879" y="57091"/>
                  </a:cubicBezTo>
                  <a:cubicBezTo>
                    <a:pt x="66545" y="55491"/>
                    <a:pt x="65573" y="52528"/>
                    <a:pt x="66497" y="49852"/>
                  </a:cubicBezTo>
                  <a:lnTo>
                    <a:pt x="69450" y="41565"/>
                  </a:lnTo>
                  <a:cubicBezTo>
                    <a:pt x="70117" y="39279"/>
                    <a:pt x="70783" y="36993"/>
                    <a:pt x="71355" y="34707"/>
                  </a:cubicBezTo>
                  <a:cubicBezTo>
                    <a:pt x="71441" y="34075"/>
                    <a:pt x="71441" y="33435"/>
                    <a:pt x="71355" y="32802"/>
                  </a:cubicBezTo>
                  <a:lnTo>
                    <a:pt x="67640" y="35564"/>
                  </a:lnTo>
                  <a:cubicBezTo>
                    <a:pt x="65440" y="37477"/>
                    <a:pt x="63087" y="39197"/>
                    <a:pt x="60592" y="40708"/>
                  </a:cubicBezTo>
                  <a:cubicBezTo>
                    <a:pt x="56610" y="42156"/>
                    <a:pt x="52143" y="40803"/>
                    <a:pt x="49638" y="37374"/>
                  </a:cubicBezTo>
                  <a:lnTo>
                    <a:pt x="51067" y="36136"/>
                  </a:lnTo>
                  <a:lnTo>
                    <a:pt x="68974" y="24420"/>
                  </a:lnTo>
                  <a:cubicBezTo>
                    <a:pt x="77927" y="18419"/>
                    <a:pt x="75927" y="20515"/>
                    <a:pt x="78499" y="10037"/>
                  </a:cubicBezTo>
                  <a:cubicBezTo>
                    <a:pt x="78851" y="8025"/>
                    <a:pt x="79004" y="5984"/>
                    <a:pt x="78975" y="3941"/>
                  </a:cubicBezTo>
                  <a:cubicBezTo>
                    <a:pt x="78975" y="131"/>
                    <a:pt x="80690" y="-916"/>
                    <a:pt x="84118" y="798"/>
                  </a:cubicBezTo>
                  <a:cubicBezTo>
                    <a:pt x="88243" y="2232"/>
                    <a:pt x="91653" y="5200"/>
                    <a:pt x="93643" y="9085"/>
                  </a:cubicBezTo>
                  <a:cubicBezTo>
                    <a:pt x="93643" y="9561"/>
                    <a:pt x="94406" y="9847"/>
                    <a:pt x="94787" y="10228"/>
                  </a:cubicBezTo>
                  <a:lnTo>
                    <a:pt x="96025" y="10228"/>
                  </a:lnTo>
                  <a:cubicBezTo>
                    <a:pt x="100025" y="12990"/>
                    <a:pt x="100121" y="15467"/>
                    <a:pt x="96025" y="18324"/>
                  </a:cubicBezTo>
                  <a:cubicBezTo>
                    <a:pt x="95225" y="18982"/>
                    <a:pt x="94367" y="19557"/>
                    <a:pt x="93453" y="20039"/>
                  </a:cubicBezTo>
                  <a:cubicBezTo>
                    <a:pt x="89433" y="21936"/>
                    <a:pt x="86347" y="25368"/>
                    <a:pt x="84881" y="29564"/>
                  </a:cubicBezTo>
                  <a:cubicBezTo>
                    <a:pt x="83604" y="32588"/>
                    <a:pt x="82175" y="35545"/>
                    <a:pt x="80594" y="38422"/>
                  </a:cubicBezTo>
                  <a:cubicBezTo>
                    <a:pt x="79470" y="40870"/>
                    <a:pt x="78984" y="43546"/>
                    <a:pt x="79165" y="46232"/>
                  </a:cubicBezTo>
                  <a:cubicBezTo>
                    <a:pt x="81547" y="46709"/>
                    <a:pt x="83833" y="46994"/>
                    <a:pt x="86119" y="47566"/>
                  </a:cubicBezTo>
                  <a:cubicBezTo>
                    <a:pt x="86995" y="47842"/>
                    <a:pt x="87805" y="48290"/>
                    <a:pt x="88500" y="48899"/>
                  </a:cubicBezTo>
                  <a:cubicBezTo>
                    <a:pt x="92119" y="51566"/>
                    <a:pt x="92310" y="53852"/>
                    <a:pt x="89452" y="57377"/>
                  </a:cubicBezTo>
                  <a:cubicBezTo>
                    <a:pt x="86223" y="61701"/>
                    <a:pt x="83480" y="66368"/>
                    <a:pt x="81261" y="71283"/>
                  </a:cubicBezTo>
                  <a:cubicBezTo>
                    <a:pt x="86290" y="76227"/>
                    <a:pt x="92158" y="80227"/>
                    <a:pt x="98597" y="83094"/>
                  </a:cubicBezTo>
                  <a:cubicBezTo>
                    <a:pt x="103006" y="84580"/>
                    <a:pt x="107702" y="85037"/>
                    <a:pt x="112313" y="84428"/>
                  </a:cubicBezTo>
                  <a:lnTo>
                    <a:pt x="118504" y="83856"/>
                  </a:lnTo>
                  <a:cubicBezTo>
                    <a:pt x="119075" y="84742"/>
                    <a:pt x="118818" y="85923"/>
                    <a:pt x="117942" y="86495"/>
                  </a:cubicBezTo>
                  <a:cubicBezTo>
                    <a:pt x="117789" y="86590"/>
                    <a:pt x="117627" y="86666"/>
                    <a:pt x="117456" y="86714"/>
                  </a:cubicBezTo>
                  <a:cubicBezTo>
                    <a:pt x="109674" y="91114"/>
                    <a:pt x="101387" y="94572"/>
                    <a:pt x="92786" y="97001"/>
                  </a:cubicBezTo>
                  <a:cubicBezTo>
                    <a:pt x="89395" y="98496"/>
                    <a:pt x="85424" y="97020"/>
                    <a:pt x="83833" y="93667"/>
                  </a:cubicBezTo>
                  <a:cubicBezTo>
                    <a:pt x="81451" y="90524"/>
                    <a:pt x="78784" y="87476"/>
                    <a:pt x="76213" y="84142"/>
                  </a:cubicBezTo>
                  <a:cubicBezTo>
                    <a:pt x="75508" y="83408"/>
                    <a:pt x="74746" y="82742"/>
                    <a:pt x="73927" y="82142"/>
                  </a:cubicBezTo>
                  <a:cubicBezTo>
                    <a:pt x="72974" y="83285"/>
                    <a:pt x="72117" y="84237"/>
                    <a:pt x="71355" y="85285"/>
                  </a:cubicBezTo>
                  <a:cubicBezTo>
                    <a:pt x="65649" y="92181"/>
                    <a:pt x="58868" y="98106"/>
                    <a:pt x="51257" y="102811"/>
                  </a:cubicBezTo>
                  <a:cubicBezTo>
                    <a:pt x="47828" y="104906"/>
                    <a:pt x="47447" y="104716"/>
                    <a:pt x="44590" y="101763"/>
                  </a:cubicBezTo>
                  <a:lnTo>
                    <a:pt x="43066" y="100430"/>
                  </a:lnTo>
                  <a:lnTo>
                    <a:pt x="43066" y="100430"/>
                  </a:lnTo>
                  <a:cubicBezTo>
                    <a:pt x="41732" y="102620"/>
                    <a:pt x="40494" y="104811"/>
                    <a:pt x="39065" y="106907"/>
                  </a:cubicBezTo>
                  <a:cubicBezTo>
                    <a:pt x="38398" y="107659"/>
                    <a:pt x="37589" y="108278"/>
                    <a:pt x="36684" y="108716"/>
                  </a:cubicBezTo>
                  <a:cubicBezTo>
                    <a:pt x="35884" y="109374"/>
                    <a:pt x="34731" y="109374"/>
                    <a:pt x="33922" y="108716"/>
                  </a:cubicBezTo>
                  <a:cubicBezTo>
                    <a:pt x="30312" y="105468"/>
                    <a:pt x="26149" y="102887"/>
                    <a:pt x="21634" y="101096"/>
                  </a:cubicBezTo>
                  <a:cubicBezTo>
                    <a:pt x="19634" y="100049"/>
                    <a:pt x="17539" y="99191"/>
                    <a:pt x="15539" y="98239"/>
                  </a:cubicBezTo>
                  <a:cubicBezTo>
                    <a:pt x="16967" y="95667"/>
                    <a:pt x="17443" y="95477"/>
                    <a:pt x="20015" y="95762"/>
                  </a:cubicBezTo>
                  <a:cubicBezTo>
                    <a:pt x="21996" y="96124"/>
                    <a:pt x="24006" y="96353"/>
                    <a:pt x="26016" y="96429"/>
                  </a:cubicBezTo>
                  <a:cubicBezTo>
                    <a:pt x="29635" y="96429"/>
                    <a:pt x="30683" y="95381"/>
                    <a:pt x="30874" y="91857"/>
                  </a:cubicBezTo>
                  <a:cubicBezTo>
                    <a:pt x="31064" y="88333"/>
                    <a:pt x="30874" y="82332"/>
                    <a:pt x="30874" y="78236"/>
                  </a:cubicBezTo>
                  <a:cubicBezTo>
                    <a:pt x="30874" y="74141"/>
                    <a:pt x="31540" y="68711"/>
                    <a:pt x="31922" y="64425"/>
                  </a:cubicBezTo>
                  <a:cubicBezTo>
                    <a:pt x="31922" y="63568"/>
                    <a:pt x="31922" y="62711"/>
                    <a:pt x="31922" y="61853"/>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40" name="任意多边形: 形状 1939">
              <a:extLst>
                <a:ext uri="{FF2B5EF4-FFF2-40B4-BE49-F238E27FC236}">
                  <a16:creationId xmlns:a16="http://schemas.microsoft.com/office/drawing/2014/main" id="{98240C8A-A7CE-440E-BC36-F9FA2B62E44B}"/>
                </a:ext>
              </a:extLst>
            </p:cNvPr>
            <p:cNvSpPr/>
            <p:nvPr/>
          </p:nvSpPr>
          <p:spPr>
            <a:xfrm>
              <a:off x="6046471" y="6576892"/>
              <a:ext cx="105270" cy="156251"/>
            </a:xfrm>
            <a:custGeom>
              <a:avLst/>
              <a:gdLst>
                <a:gd name="connsiteX0" fmla="*/ 19706 w 83286"/>
                <a:gd name="connsiteY0" fmla="*/ 52475 h 123620"/>
                <a:gd name="connsiteX1" fmla="*/ 21992 w 83286"/>
                <a:gd name="connsiteY1" fmla="*/ 50951 h 123620"/>
                <a:gd name="connsiteX2" fmla="*/ 32756 w 83286"/>
                <a:gd name="connsiteY2" fmla="*/ 41426 h 123620"/>
                <a:gd name="connsiteX3" fmla="*/ 34184 w 83286"/>
                <a:gd name="connsiteY3" fmla="*/ 37807 h 123620"/>
                <a:gd name="connsiteX4" fmla="*/ 32565 w 83286"/>
                <a:gd name="connsiteY4" fmla="*/ 20567 h 123620"/>
                <a:gd name="connsiteX5" fmla="*/ 31327 w 83286"/>
                <a:gd name="connsiteY5" fmla="*/ 17042 h 123620"/>
                <a:gd name="connsiteX6" fmla="*/ 28755 w 83286"/>
                <a:gd name="connsiteY6" fmla="*/ 11518 h 123620"/>
                <a:gd name="connsiteX7" fmla="*/ 29803 w 83286"/>
                <a:gd name="connsiteY7" fmla="*/ 4850 h 123620"/>
                <a:gd name="connsiteX8" fmla="*/ 42757 w 83286"/>
                <a:gd name="connsiteY8" fmla="*/ 2945 h 123620"/>
                <a:gd name="connsiteX9" fmla="*/ 46662 w 83286"/>
                <a:gd name="connsiteY9" fmla="*/ 5612 h 123620"/>
                <a:gd name="connsiteX10" fmla="*/ 48472 w 83286"/>
                <a:gd name="connsiteY10" fmla="*/ 10946 h 123620"/>
                <a:gd name="connsiteX11" fmla="*/ 46186 w 83286"/>
                <a:gd name="connsiteY11" fmla="*/ 25234 h 123620"/>
                <a:gd name="connsiteX12" fmla="*/ 47424 w 83286"/>
                <a:gd name="connsiteY12" fmla="*/ 29425 h 123620"/>
                <a:gd name="connsiteX13" fmla="*/ 50091 w 83286"/>
                <a:gd name="connsiteY13" fmla="*/ 27710 h 123620"/>
                <a:gd name="connsiteX14" fmla="*/ 64284 w 83286"/>
                <a:gd name="connsiteY14" fmla="*/ 18185 h 123620"/>
                <a:gd name="connsiteX15" fmla="*/ 77809 w 83286"/>
                <a:gd name="connsiteY15" fmla="*/ 15518 h 123620"/>
                <a:gd name="connsiteX16" fmla="*/ 83143 w 83286"/>
                <a:gd name="connsiteY16" fmla="*/ 19995 h 123620"/>
                <a:gd name="connsiteX17" fmla="*/ 80571 w 83286"/>
                <a:gd name="connsiteY17" fmla="*/ 26186 h 123620"/>
                <a:gd name="connsiteX18" fmla="*/ 75333 w 83286"/>
                <a:gd name="connsiteY18" fmla="*/ 29330 h 123620"/>
                <a:gd name="connsiteX19" fmla="*/ 63902 w 83286"/>
                <a:gd name="connsiteY19" fmla="*/ 38855 h 123620"/>
                <a:gd name="connsiteX20" fmla="*/ 62379 w 83286"/>
                <a:gd name="connsiteY20" fmla="*/ 41522 h 123620"/>
                <a:gd name="connsiteX21" fmla="*/ 63807 w 83286"/>
                <a:gd name="connsiteY21" fmla="*/ 46760 h 123620"/>
                <a:gd name="connsiteX22" fmla="*/ 64379 w 83286"/>
                <a:gd name="connsiteY22" fmla="*/ 46760 h 123620"/>
                <a:gd name="connsiteX23" fmla="*/ 63712 w 83286"/>
                <a:gd name="connsiteY23" fmla="*/ 55714 h 123620"/>
                <a:gd name="connsiteX24" fmla="*/ 51044 w 83286"/>
                <a:gd name="connsiteY24" fmla="*/ 61238 h 123620"/>
                <a:gd name="connsiteX25" fmla="*/ 47615 w 83286"/>
                <a:gd name="connsiteY25" fmla="*/ 61238 h 123620"/>
                <a:gd name="connsiteX26" fmla="*/ 44091 w 83286"/>
                <a:gd name="connsiteY26" fmla="*/ 64763 h 123620"/>
                <a:gd name="connsiteX27" fmla="*/ 44091 w 83286"/>
                <a:gd name="connsiteY27" fmla="*/ 68477 h 123620"/>
                <a:gd name="connsiteX28" fmla="*/ 44091 w 83286"/>
                <a:gd name="connsiteY28" fmla="*/ 79622 h 123620"/>
                <a:gd name="connsiteX29" fmla="*/ 44662 w 83286"/>
                <a:gd name="connsiteY29" fmla="*/ 89147 h 123620"/>
                <a:gd name="connsiteX30" fmla="*/ 45424 w 83286"/>
                <a:gd name="connsiteY30" fmla="*/ 113245 h 123620"/>
                <a:gd name="connsiteX31" fmla="*/ 43805 w 83286"/>
                <a:gd name="connsiteY31" fmla="*/ 120770 h 123620"/>
                <a:gd name="connsiteX32" fmla="*/ 38985 w 83286"/>
                <a:gd name="connsiteY32" fmla="*/ 123475 h 123620"/>
                <a:gd name="connsiteX33" fmla="*/ 36756 w 83286"/>
                <a:gd name="connsiteY33" fmla="*/ 121817 h 123620"/>
                <a:gd name="connsiteX34" fmla="*/ 30660 w 83286"/>
                <a:gd name="connsiteY34" fmla="*/ 103720 h 123620"/>
                <a:gd name="connsiteX35" fmla="*/ 32375 w 83286"/>
                <a:gd name="connsiteY35" fmla="*/ 90575 h 123620"/>
                <a:gd name="connsiteX36" fmla="*/ 32946 w 83286"/>
                <a:gd name="connsiteY36" fmla="*/ 86575 h 123620"/>
                <a:gd name="connsiteX37" fmla="*/ 33708 w 83286"/>
                <a:gd name="connsiteY37" fmla="*/ 53999 h 123620"/>
                <a:gd name="connsiteX38" fmla="*/ 32756 w 83286"/>
                <a:gd name="connsiteY38" fmla="*/ 50761 h 123620"/>
                <a:gd name="connsiteX39" fmla="*/ 29993 w 83286"/>
                <a:gd name="connsiteY39" fmla="*/ 52380 h 123620"/>
                <a:gd name="connsiteX40" fmla="*/ 17039 w 83286"/>
                <a:gd name="connsiteY40" fmla="*/ 68001 h 123620"/>
                <a:gd name="connsiteX41" fmla="*/ 9801 w 83286"/>
                <a:gd name="connsiteY41" fmla="*/ 69620 h 123620"/>
                <a:gd name="connsiteX42" fmla="*/ 2466 w 83286"/>
                <a:gd name="connsiteY42" fmla="*/ 64286 h 123620"/>
                <a:gd name="connsiteX43" fmla="*/ 180 w 83286"/>
                <a:gd name="connsiteY43" fmla="*/ 57524 h 123620"/>
                <a:gd name="connsiteX44" fmla="*/ 180 w 83286"/>
                <a:gd name="connsiteY44" fmla="*/ 55809 h 123620"/>
                <a:gd name="connsiteX45" fmla="*/ 5705 w 83286"/>
                <a:gd name="connsiteY45" fmla="*/ 37997 h 123620"/>
                <a:gd name="connsiteX46" fmla="*/ 7419 w 83286"/>
                <a:gd name="connsiteY46" fmla="*/ 34378 h 123620"/>
                <a:gd name="connsiteX47" fmla="*/ 9801 w 83286"/>
                <a:gd name="connsiteY47" fmla="*/ 32854 h 123620"/>
                <a:gd name="connsiteX48" fmla="*/ 11801 w 83286"/>
                <a:gd name="connsiteY48" fmla="*/ 34664 h 123620"/>
                <a:gd name="connsiteX49" fmla="*/ 17135 w 83286"/>
                <a:gd name="connsiteY49" fmla="*/ 47903 h 123620"/>
                <a:gd name="connsiteX50" fmla="*/ 19326 w 83286"/>
                <a:gd name="connsiteY50" fmla="*/ 51713 h 123620"/>
                <a:gd name="connsiteX51" fmla="*/ 57806 w 83286"/>
                <a:gd name="connsiteY51" fmla="*/ 31235 h 123620"/>
                <a:gd name="connsiteX52" fmla="*/ 57806 w 83286"/>
                <a:gd name="connsiteY52" fmla="*/ 31235 h 123620"/>
                <a:gd name="connsiteX53" fmla="*/ 56092 w 83286"/>
                <a:gd name="connsiteY53" fmla="*/ 31235 h 123620"/>
                <a:gd name="connsiteX54" fmla="*/ 45900 w 83286"/>
                <a:gd name="connsiteY54" fmla="*/ 39045 h 123620"/>
                <a:gd name="connsiteX55" fmla="*/ 44852 w 83286"/>
                <a:gd name="connsiteY55" fmla="*/ 41045 h 123620"/>
                <a:gd name="connsiteX56" fmla="*/ 44852 w 83286"/>
                <a:gd name="connsiteY56" fmla="*/ 50570 h 123620"/>
                <a:gd name="connsiteX57" fmla="*/ 47138 w 83286"/>
                <a:gd name="connsiteY57" fmla="*/ 52380 h 123620"/>
                <a:gd name="connsiteX58" fmla="*/ 55044 w 83286"/>
                <a:gd name="connsiteY58" fmla="*/ 45046 h 123620"/>
                <a:gd name="connsiteX59" fmla="*/ 57711 w 83286"/>
                <a:gd name="connsiteY59" fmla="*/ 34568 h 123620"/>
                <a:gd name="connsiteX60" fmla="*/ 57806 w 83286"/>
                <a:gd name="connsiteY60" fmla="*/ 31235 h 123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83286" h="123620">
                  <a:moveTo>
                    <a:pt x="19706" y="52475"/>
                  </a:moveTo>
                  <a:cubicBezTo>
                    <a:pt x="20497" y="52009"/>
                    <a:pt x="21259" y="51504"/>
                    <a:pt x="21992" y="50951"/>
                  </a:cubicBezTo>
                  <a:lnTo>
                    <a:pt x="32756" y="41426"/>
                  </a:lnTo>
                  <a:cubicBezTo>
                    <a:pt x="33794" y="40531"/>
                    <a:pt x="34327" y="39178"/>
                    <a:pt x="34184" y="37807"/>
                  </a:cubicBezTo>
                  <a:cubicBezTo>
                    <a:pt x="34184" y="32092"/>
                    <a:pt x="33232" y="26282"/>
                    <a:pt x="32565" y="20567"/>
                  </a:cubicBezTo>
                  <a:cubicBezTo>
                    <a:pt x="32337" y="19334"/>
                    <a:pt x="31918" y="18145"/>
                    <a:pt x="31327" y="17042"/>
                  </a:cubicBezTo>
                  <a:cubicBezTo>
                    <a:pt x="30565" y="15233"/>
                    <a:pt x="29708" y="13328"/>
                    <a:pt x="28755" y="11518"/>
                  </a:cubicBezTo>
                  <a:cubicBezTo>
                    <a:pt x="27479" y="9329"/>
                    <a:pt x="27917" y="6541"/>
                    <a:pt x="29803" y="4850"/>
                  </a:cubicBezTo>
                  <a:cubicBezTo>
                    <a:pt x="35613" y="-1150"/>
                    <a:pt x="35518" y="-1341"/>
                    <a:pt x="42757" y="2945"/>
                  </a:cubicBezTo>
                  <a:cubicBezTo>
                    <a:pt x="44091" y="3707"/>
                    <a:pt x="45329" y="4660"/>
                    <a:pt x="46662" y="5612"/>
                  </a:cubicBezTo>
                  <a:cubicBezTo>
                    <a:pt x="48510" y="6689"/>
                    <a:pt x="49282" y="8966"/>
                    <a:pt x="48472" y="10946"/>
                  </a:cubicBezTo>
                  <a:cubicBezTo>
                    <a:pt x="47243" y="15621"/>
                    <a:pt x="46472" y="20407"/>
                    <a:pt x="46186" y="25234"/>
                  </a:cubicBezTo>
                  <a:cubicBezTo>
                    <a:pt x="46186" y="26567"/>
                    <a:pt x="45424" y="28282"/>
                    <a:pt x="47424" y="29425"/>
                  </a:cubicBezTo>
                  <a:lnTo>
                    <a:pt x="50091" y="27710"/>
                  </a:lnTo>
                  <a:lnTo>
                    <a:pt x="64284" y="18185"/>
                  </a:lnTo>
                  <a:cubicBezTo>
                    <a:pt x="68322" y="15697"/>
                    <a:pt x="73123" y="14751"/>
                    <a:pt x="77809" y="15518"/>
                  </a:cubicBezTo>
                  <a:cubicBezTo>
                    <a:pt x="80381" y="15662"/>
                    <a:pt x="82552" y="17484"/>
                    <a:pt x="83143" y="19995"/>
                  </a:cubicBezTo>
                  <a:cubicBezTo>
                    <a:pt x="83686" y="22395"/>
                    <a:pt x="82657" y="24875"/>
                    <a:pt x="80571" y="26186"/>
                  </a:cubicBezTo>
                  <a:cubicBezTo>
                    <a:pt x="78981" y="27467"/>
                    <a:pt x="77209" y="28525"/>
                    <a:pt x="75333" y="29330"/>
                  </a:cubicBezTo>
                  <a:cubicBezTo>
                    <a:pt x="70856" y="31600"/>
                    <a:pt x="66941" y="34854"/>
                    <a:pt x="63902" y="38855"/>
                  </a:cubicBezTo>
                  <a:cubicBezTo>
                    <a:pt x="63283" y="39674"/>
                    <a:pt x="62769" y="40569"/>
                    <a:pt x="62379" y="41522"/>
                  </a:cubicBezTo>
                  <a:cubicBezTo>
                    <a:pt x="61331" y="43998"/>
                    <a:pt x="61617" y="45046"/>
                    <a:pt x="63807" y="46760"/>
                  </a:cubicBezTo>
                  <a:lnTo>
                    <a:pt x="64379" y="46760"/>
                  </a:lnTo>
                  <a:cubicBezTo>
                    <a:pt x="68951" y="50189"/>
                    <a:pt x="68951" y="52952"/>
                    <a:pt x="63712" y="55714"/>
                  </a:cubicBezTo>
                  <a:cubicBezTo>
                    <a:pt x="59607" y="57809"/>
                    <a:pt x="55378" y="59648"/>
                    <a:pt x="51044" y="61238"/>
                  </a:cubicBezTo>
                  <a:cubicBezTo>
                    <a:pt x="49910" y="61429"/>
                    <a:pt x="48748" y="61429"/>
                    <a:pt x="47615" y="61238"/>
                  </a:cubicBezTo>
                  <a:cubicBezTo>
                    <a:pt x="44662" y="61238"/>
                    <a:pt x="44091" y="61715"/>
                    <a:pt x="44091" y="64763"/>
                  </a:cubicBezTo>
                  <a:cubicBezTo>
                    <a:pt x="44091" y="66001"/>
                    <a:pt x="44091" y="67239"/>
                    <a:pt x="44091" y="68477"/>
                  </a:cubicBezTo>
                  <a:cubicBezTo>
                    <a:pt x="44091" y="72192"/>
                    <a:pt x="44091" y="75907"/>
                    <a:pt x="44091" y="79622"/>
                  </a:cubicBezTo>
                  <a:cubicBezTo>
                    <a:pt x="44091" y="83336"/>
                    <a:pt x="44567" y="86194"/>
                    <a:pt x="44662" y="89147"/>
                  </a:cubicBezTo>
                  <a:cubicBezTo>
                    <a:pt x="44662" y="97148"/>
                    <a:pt x="45424" y="105244"/>
                    <a:pt x="45424" y="113245"/>
                  </a:cubicBezTo>
                  <a:cubicBezTo>
                    <a:pt x="45405" y="115836"/>
                    <a:pt x="44852" y="118398"/>
                    <a:pt x="43805" y="120770"/>
                  </a:cubicBezTo>
                  <a:cubicBezTo>
                    <a:pt x="43224" y="122846"/>
                    <a:pt x="41062" y="124056"/>
                    <a:pt x="38985" y="123475"/>
                  </a:cubicBezTo>
                  <a:cubicBezTo>
                    <a:pt x="38071" y="123208"/>
                    <a:pt x="37271" y="122627"/>
                    <a:pt x="36756" y="121817"/>
                  </a:cubicBezTo>
                  <a:cubicBezTo>
                    <a:pt x="32175" y="116969"/>
                    <a:pt x="29946" y="110359"/>
                    <a:pt x="30660" y="103720"/>
                  </a:cubicBezTo>
                  <a:cubicBezTo>
                    <a:pt x="30660" y="99338"/>
                    <a:pt x="31803" y="94957"/>
                    <a:pt x="32375" y="90575"/>
                  </a:cubicBezTo>
                  <a:cubicBezTo>
                    <a:pt x="32375" y="89242"/>
                    <a:pt x="32375" y="87908"/>
                    <a:pt x="32946" y="86575"/>
                  </a:cubicBezTo>
                  <a:cubicBezTo>
                    <a:pt x="32946" y="75716"/>
                    <a:pt x="33518" y="64858"/>
                    <a:pt x="33708" y="53999"/>
                  </a:cubicBezTo>
                  <a:cubicBezTo>
                    <a:pt x="33708" y="52856"/>
                    <a:pt x="34280" y="51142"/>
                    <a:pt x="32756" y="50761"/>
                  </a:cubicBezTo>
                  <a:cubicBezTo>
                    <a:pt x="31232" y="50380"/>
                    <a:pt x="30660" y="51618"/>
                    <a:pt x="29993" y="52380"/>
                  </a:cubicBezTo>
                  <a:cubicBezTo>
                    <a:pt x="25612" y="57524"/>
                    <a:pt x="21326" y="62762"/>
                    <a:pt x="17039" y="68001"/>
                  </a:cubicBezTo>
                  <a:cubicBezTo>
                    <a:pt x="14754" y="70859"/>
                    <a:pt x="12944" y="71525"/>
                    <a:pt x="9801" y="69620"/>
                  </a:cubicBezTo>
                  <a:cubicBezTo>
                    <a:pt x="6657" y="67715"/>
                    <a:pt x="4847" y="66096"/>
                    <a:pt x="2466" y="64286"/>
                  </a:cubicBezTo>
                  <a:cubicBezTo>
                    <a:pt x="475" y="62648"/>
                    <a:pt x="-410" y="60029"/>
                    <a:pt x="180" y="57524"/>
                  </a:cubicBezTo>
                  <a:lnTo>
                    <a:pt x="180" y="55809"/>
                  </a:lnTo>
                  <a:cubicBezTo>
                    <a:pt x="1990" y="49904"/>
                    <a:pt x="3800" y="43998"/>
                    <a:pt x="5705" y="37997"/>
                  </a:cubicBezTo>
                  <a:cubicBezTo>
                    <a:pt x="6076" y="36711"/>
                    <a:pt x="6657" y="35483"/>
                    <a:pt x="7419" y="34378"/>
                  </a:cubicBezTo>
                  <a:cubicBezTo>
                    <a:pt x="7972" y="33568"/>
                    <a:pt x="8829" y="33018"/>
                    <a:pt x="9801" y="32854"/>
                  </a:cubicBezTo>
                  <a:cubicBezTo>
                    <a:pt x="10848" y="32854"/>
                    <a:pt x="11420" y="33616"/>
                    <a:pt x="11801" y="34664"/>
                  </a:cubicBezTo>
                  <a:cubicBezTo>
                    <a:pt x="13515" y="39140"/>
                    <a:pt x="15325" y="43522"/>
                    <a:pt x="17135" y="47903"/>
                  </a:cubicBezTo>
                  <a:cubicBezTo>
                    <a:pt x="17706" y="49142"/>
                    <a:pt x="18563" y="50285"/>
                    <a:pt x="19326" y="51713"/>
                  </a:cubicBezTo>
                  <a:close/>
                  <a:moveTo>
                    <a:pt x="57806" y="31235"/>
                  </a:moveTo>
                  <a:lnTo>
                    <a:pt x="57806" y="31235"/>
                  </a:lnTo>
                  <a:cubicBezTo>
                    <a:pt x="56949" y="31235"/>
                    <a:pt x="56378" y="31235"/>
                    <a:pt x="56092" y="31235"/>
                  </a:cubicBezTo>
                  <a:cubicBezTo>
                    <a:pt x="52663" y="33806"/>
                    <a:pt x="49234" y="36378"/>
                    <a:pt x="45900" y="39045"/>
                  </a:cubicBezTo>
                  <a:cubicBezTo>
                    <a:pt x="45281" y="39531"/>
                    <a:pt x="44900" y="40264"/>
                    <a:pt x="44852" y="41045"/>
                  </a:cubicBezTo>
                  <a:cubicBezTo>
                    <a:pt x="44852" y="44284"/>
                    <a:pt x="44852" y="47618"/>
                    <a:pt x="44852" y="50570"/>
                  </a:cubicBezTo>
                  <a:cubicBezTo>
                    <a:pt x="44852" y="51809"/>
                    <a:pt x="45805" y="52952"/>
                    <a:pt x="47138" y="52380"/>
                  </a:cubicBezTo>
                  <a:cubicBezTo>
                    <a:pt x="50472" y="50761"/>
                    <a:pt x="53997" y="49237"/>
                    <a:pt x="55044" y="45046"/>
                  </a:cubicBezTo>
                  <a:cubicBezTo>
                    <a:pt x="56092" y="40855"/>
                    <a:pt x="56854" y="38093"/>
                    <a:pt x="57711" y="34568"/>
                  </a:cubicBezTo>
                  <a:cubicBezTo>
                    <a:pt x="57825" y="33461"/>
                    <a:pt x="57854" y="32347"/>
                    <a:pt x="57806" y="31235"/>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41" name="任意多边形: 形状 1940">
              <a:extLst>
                <a:ext uri="{FF2B5EF4-FFF2-40B4-BE49-F238E27FC236}">
                  <a16:creationId xmlns:a16="http://schemas.microsoft.com/office/drawing/2014/main" id="{2DE9D0C9-3491-4E92-8C97-9DCBD67BAE08}"/>
                </a:ext>
              </a:extLst>
            </p:cNvPr>
            <p:cNvSpPr/>
            <p:nvPr/>
          </p:nvSpPr>
          <p:spPr>
            <a:xfrm>
              <a:off x="6520444" y="6580156"/>
              <a:ext cx="103713" cy="132253"/>
            </a:xfrm>
            <a:custGeom>
              <a:avLst/>
              <a:gdLst>
                <a:gd name="connsiteX0" fmla="*/ 190 w 82054"/>
                <a:gd name="connsiteY0" fmla="*/ 104091 h 104634"/>
                <a:gd name="connsiteX1" fmla="*/ 3619 w 82054"/>
                <a:gd name="connsiteY1" fmla="*/ 102281 h 104634"/>
                <a:gd name="connsiteX2" fmla="*/ 19621 w 82054"/>
                <a:gd name="connsiteY2" fmla="*/ 94089 h 104634"/>
                <a:gd name="connsiteX3" fmla="*/ 35909 w 82054"/>
                <a:gd name="connsiteY3" fmla="*/ 74468 h 104634"/>
                <a:gd name="connsiteX4" fmla="*/ 35909 w 82054"/>
                <a:gd name="connsiteY4" fmla="*/ 70182 h 104634"/>
                <a:gd name="connsiteX5" fmla="*/ 32766 w 82054"/>
                <a:gd name="connsiteY5" fmla="*/ 71801 h 104634"/>
                <a:gd name="connsiteX6" fmla="*/ 21336 w 82054"/>
                <a:gd name="connsiteY6" fmla="*/ 81326 h 104634"/>
                <a:gd name="connsiteX7" fmla="*/ 13049 w 82054"/>
                <a:gd name="connsiteY7" fmla="*/ 82374 h 104634"/>
                <a:gd name="connsiteX8" fmla="*/ 7144 w 82054"/>
                <a:gd name="connsiteY8" fmla="*/ 78373 h 104634"/>
                <a:gd name="connsiteX9" fmla="*/ 1619 w 82054"/>
                <a:gd name="connsiteY9" fmla="*/ 74468 h 104634"/>
                <a:gd name="connsiteX10" fmla="*/ 381 w 82054"/>
                <a:gd name="connsiteY10" fmla="*/ 71991 h 104634"/>
                <a:gd name="connsiteX11" fmla="*/ 2381 w 82054"/>
                <a:gd name="connsiteY11" fmla="*/ 70086 h 104634"/>
                <a:gd name="connsiteX12" fmla="*/ 7620 w 82054"/>
                <a:gd name="connsiteY12" fmla="*/ 68848 h 104634"/>
                <a:gd name="connsiteX13" fmla="*/ 22193 w 82054"/>
                <a:gd name="connsiteY13" fmla="*/ 63419 h 104634"/>
                <a:gd name="connsiteX14" fmla="*/ 37719 w 82054"/>
                <a:gd name="connsiteY14" fmla="*/ 53894 h 104634"/>
                <a:gd name="connsiteX15" fmla="*/ 40576 w 82054"/>
                <a:gd name="connsiteY15" fmla="*/ 49703 h 104634"/>
                <a:gd name="connsiteX16" fmla="*/ 42005 w 82054"/>
                <a:gd name="connsiteY16" fmla="*/ 12746 h 104634"/>
                <a:gd name="connsiteX17" fmla="*/ 40862 w 82054"/>
                <a:gd name="connsiteY17" fmla="*/ 5793 h 104634"/>
                <a:gd name="connsiteX18" fmla="*/ 40862 w 82054"/>
                <a:gd name="connsiteY18" fmla="*/ 2745 h 104634"/>
                <a:gd name="connsiteX19" fmla="*/ 45625 w 82054"/>
                <a:gd name="connsiteY19" fmla="*/ 840 h 104634"/>
                <a:gd name="connsiteX20" fmla="*/ 58007 w 82054"/>
                <a:gd name="connsiteY20" fmla="*/ 10365 h 104634"/>
                <a:gd name="connsiteX21" fmla="*/ 60007 w 82054"/>
                <a:gd name="connsiteY21" fmla="*/ 18651 h 104634"/>
                <a:gd name="connsiteX22" fmla="*/ 56292 w 82054"/>
                <a:gd name="connsiteY22" fmla="*/ 40368 h 104634"/>
                <a:gd name="connsiteX23" fmla="*/ 56959 w 82054"/>
                <a:gd name="connsiteY23" fmla="*/ 43607 h 104634"/>
                <a:gd name="connsiteX24" fmla="*/ 67151 w 82054"/>
                <a:gd name="connsiteY24" fmla="*/ 36273 h 104634"/>
                <a:gd name="connsiteX25" fmla="*/ 79562 w 82054"/>
                <a:gd name="connsiteY25" fmla="*/ 34596 h 104634"/>
                <a:gd name="connsiteX26" fmla="*/ 80772 w 82054"/>
                <a:gd name="connsiteY26" fmla="*/ 35701 h 104634"/>
                <a:gd name="connsiteX27" fmla="*/ 81296 w 82054"/>
                <a:gd name="connsiteY27" fmla="*/ 40521 h 104634"/>
                <a:gd name="connsiteX28" fmla="*/ 80010 w 82054"/>
                <a:gd name="connsiteY28" fmla="*/ 41511 h 104634"/>
                <a:gd name="connsiteX29" fmla="*/ 79343 w 82054"/>
                <a:gd name="connsiteY29" fmla="*/ 41511 h 104634"/>
                <a:gd name="connsiteX30" fmla="*/ 54007 w 82054"/>
                <a:gd name="connsiteY30" fmla="*/ 55704 h 104634"/>
                <a:gd name="connsiteX31" fmla="*/ 51340 w 82054"/>
                <a:gd name="connsiteY31" fmla="*/ 59895 h 104634"/>
                <a:gd name="connsiteX32" fmla="*/ 42291 w 82054"/>
                <a:gd name="connsiteY32" fmla="*/ 82850 h 104634"/>
                <a:gd name="connsiteX33" fmla="*/ 17621 w 82054"/>
                <a:gd name="connsiteY33" fmla="*/ 103614 h 104634"/>
                <a:gd name="connsiteX34" fmla="*/ 1429 w 82054"/>
                <a:gd name="connsiteY34" fmla="*/ 104281 h 104634"/>
                <a:gd name="connsiteX35" fmla="*/ 0 w 82054"/>
                <a:gd name="connsiteY35" fmla="*/ 103614 h 10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2054" h="104634">
                  <a:moveTo>
                    <a:pt x="190" y="104091"/>
                  </a:moveTo>
                  <a:lnTo>
                    <a:pt x="3619" y="102281"/>
                  </a:lnTo>
                  <a:cubicBezTo>
                    <a:pt x="9239" y="100147"/>
                    <a:pt x="14602" y="97404"/>
                    <a:pt x="19621" y="94089"/>
                  </a:cubicBezTo>
                  <a:cubicBezTo>
                    <a:pt x="26651" y="89060"/>
                    <a:pt x="32261" y="82297"/>
                    <a:pt x="35909" y="74468"/>
                  </a:cubicBezTo>
                  <a:cubicBezTo>
                    <a:pt x="36061" y="73039"/>
                    <a:pt x="36061" y="71610"/>
                    <a:pt x="35909" y="70182"/>
                  </a:cubicBezTo>
                  <a:cubicBezTo>
                    <a:pt x="34814" y="70620"/>
                    <a:pt x="33756" y="71163"/>
                    <a:pt x="32766" y="71801"/>
                  </a:cubicBezTo>
                  <a:cubicBezTo>
                    <a:pt x="28861" y="74944"/>
                    <a:pt x="25051" y="78183"/>
                    <a:pt x="21336" y="81326"/>
                  </a:cubicBezTo>
                  <a:cubicBezTo>
                    <a:pt x="19307" y="83860"/>
                    <a:pt x="15640" y="84317"/>
                    <a:pt x="13049" y="82374"/>
                  </a:cubicBezTo>
                  <a:cubicBezTo>
                    <a:pt x="11049" y="81231"/>
                    <a:pt x="9144" y="79802"/>
                    <a:pt x="7144" y="78373"/>
                  </a:cubicBezTo>
                  <a:cubicBezTo>
                    <a:pt x="5210" y="77211"/>
                    <a:pt x="3362" y="75906"/>
                    <a:pt x="1619" y="74468"/>
                  </a:cubicBezTo>
                  <a:cubicBezTo>
                    <a:pt x="952" y="73896"/>
                    <a:pt x="190" y="72753"/>
                    <a:pt x="381" y="71991"/>
                  </a:cubicBezTo>
                  <a:cubicBezTo>
                    <a:pt x="571" y="71229"/>
                    <a:pt x="1524" y="70372"/>
                    <a:pt x="2381" y="70086"/>
                  </a:cubicBezTo>
                  <a:cubicBezTo>
                    <a:pt x="4076" y="69486"/>
                    <a:pt x="5829" y="69067"/>
                    <a:pt x="7620" y="68848"/>
                  </a:cubicBezTo>
                  <a:cubicBezTo>
                    <a:pt x="12811" y="68105"/>
                    <a:pt x="17783" y="66248"/>
                    <a:pt x="22193" y="63419"/>
                  </a:cubicBezTo>
                  <a:cubicBezTo>
                    <a:pt x="27337" y="60466"/>
                    <a:pt x="32480" y="57323"/>
                    <a:pt x="37719" y="53894"/>
                  </a:cubicBezTo>
                  <a:cubicBezTo>
                    <a:pt x="39291" y="53046"/>
                    <a:pt x="40357" y="51484"/>
                    <a:pt x="40576" y="49703"/>
                  </a:cubicBezTo>
                  <a:cubicBezTo>
                    <a:pt x="42481" y="37482"/>
                    <a:pt x="42958" y="25079"/>
                    <a:pt x="42005" y="12746"/>
                  </a:cubicBezTo>
                  <a:cubicBezTo>
                    <a:pt x="42005" y="10460"/>
                    <a:pt x="41148" y="8079"/>
                    <a:pt x="40862" y="5793"/>
                  </a:cubicBezTo>
                  <a:cubicBezTo>
                    <a:pt x="40719" y="4781"/>
                    <a:pt x="40719" y="3756"/>
                    <a:pt x="40862" y="2745"/>
                  </a:cubicBezTo>
                  <a:cubicBezTo>
                    <a:pt x="41338" y="173"/>
                    <a:pt x="43529" y="-875"/>
                    <a:pt x="45625" y="840"/>
                  </a:cubicBezTo>
                  <a:cubicBezTo>
                    <a:pt x="49816" y="4078"/>
                    <a:pt x="54007" y="7412"/>
                    <a:pt x="58007" y="10365"/>
                  </a:cubicBezTo>
                  <a:cubicBezTo>
                    <a:pt x="60427" y="12383"/>
                    <a:pt x="61246" y="15750"/>
                    <a:pt x="60007" y="18651"/>
                  </a:cubicBezTo>
                  <a:cubicBezTo>
                    <a:pt x="57921" y="25719"/>
                    <a:pt x="56674" y="33006"/>
                    <a:pt x="56292" y="40368"/>
                  </a:cubicBezTo>
                  <a:cubicBezTo>
                    <a:pt x="56340" y="41473"/>
                    <a:pt x="56559" y="42569"/>
                    <a:pt x="56959" y="43607"/>
                  </a:cubicBezTo>
                  <a:cubicBezTo>
                    <a:pt x="60760" y="41778"/>
                    <a:pt x="64208" y="39302"/>
                    <a:pt x="67151" y="36273"/>
                  </a:cubicBezTo>
                  <a:cubicBezTo>
                    <a:pt x="70113" y="32377"/>
                    <a:pt x="75676" y="31628"/>
                    <a:pt x="79562" y="34596"/>
                  </a:cubicBezTo>
                  <a:cubicBezTo>
                    <a:pt x="80000" y="34920"/>
                    <a:pt x="80400" y="35292"/>
                    <a:pt x="80772" y="35701"/>
                  </a:cubicBezTo>
                  <a:cubicBezTo>
                    <a:pt x="82248" y="36892"/>
                    <a:pt x="82486" y="39044"/>
                    <a:pt x="81296" y="40521"/>
                  </a:cubicBezTo>
                  <a:cubicBezTo>
                    <a:pt x="80953" y="40949"/>
                    <a:pt x="80515" y="41292"/>
                    <a:pt x="80010" y="41511"/>
                  </a:cubicBezTo>
                  <a:lnTo>
                    <a:pt x="79343" y="41511"/>
                  </a:lnTo>
                  <a:cubicBezTo>
                    <a:pt x="70380" y="45255"/>
                    <a:pt x="61884" y="50017"/>
                    <a:pt x="54007" y="55704"/>
                  </a:cubicBezTo>
                  <a:cubicBezTo>
                    <a:pt x="52578" y="56675"/>
                    <a:pt x="51616" y="58190"/>
                    <a:pt x="51340" y="59895"/>
                  </a:cubicBezTo>
                  <a:cubicBezTo>
                    <a:pt x="49149" y="67848"/>
                    <a:pt x="46110" y="75544"/>
                    <a:pt x="42291" y="82850"/>
                  </a:cubicBezTo>
                  <a:cubicBezTo>
                    <a:pt x="37547" y="93080"/>
                    <a:pt x="28508" y="100681"/>
                    <a:pt x="17621" y="103614"/>
                  </a:cubicBezTo>
                  <a:cubicBezTo>
                    <a:pt x="12297" y="104691"/>
                    <a:pt x="6829" y="104919"/>
                    <a:pt x="1429" y="104281"/>
                  </a:cubicBezTo>
                  <a:cubicBezTo>
                    <a:pt x="914" y="104157"/>
                    <a:pt x="428" y="103929"/>
                    <a:pt x="0" y="103614"/>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42" name="任意多边形: 形状 1941">
              <a:extLst>
                <a:ext uri="{FF2B5EF4-FFF2-40B4-BE49-F238E27FC236}">
                  <a16:creationId xmlns:a16="http://schemas.microsoft.com/office/drawing/2014/main" id="{F33657B3-BECF-405A-864C-A869B728BC90}"/>
                </a:ext>
              </a:extLst>
            </p:cNvPr>
            <p:cNvSpPr/>
            <p:nvPr/>
          </p:nvSpPr>
          <p:spPr>
            <a:xfrm>
              <a:off x="6246503" y="6575602"/>
              <a:ext cx="63659" cy="155953"/>
            </a:xfrm>
            <a:custGeom>
              <a:avLst/>
              <a:gdLst>
                <a:gd name="connsiteX0" fmla="*/ 36518 w 50365"/>
                <a:gd name="connsiteY0" fmla="*/ 46829 h 123384"/>
                <a:gd name="connsiteX1" fmla="*/ 43662 w 50365"/>
                <a:gd name="connsiteY1" fmla="*/ 31113 h 123384"/>
                <a:gd name="connsiteX2" fmla="*/ 45376 w 50365"/>
                <a:gd name="connsiteY2" fmla="*/ 32827 h 123384"/>
                <a:gd name="connsiteX3" fmla="*/ 47567 w 50365"/>
                <a:gd name="connsiteY3" fmla="*/ 39400 h 123384"/>
                <a:gd name="connsiteX4" fmla="*/ 49186 w 50365"/>
                <a:gd name="connsiteY4" fmla="*/ 41971 h 123384"/>
                <a:gd name="connsiteX5" fmla="*/ 48043 w 50365"/>
                <a:gd name="connsiteY5" fmla="*/ 49115 h 123384"/>
                <a:gd name="connsiteX6" fmla="*/ 38518 w 50365"/>
                <a:gd name="connsiteY6" fmla="*/ 57878 h 123384"/>
                <a:gd name="connsiteX7" fmla="*/ 35756 w 50365"/>
                <a:gd name="connsiteY7" fmla="*/ 63022 h 123384"/>
                <a:gd name="connsiteX8" fmla="*/ 35756 w 50365"/>
                <a:gd name="connsiteY8" fmla="*/ 89882 h 123384"/>
                <a:gd name="connsiteX9" fmla="*/ 35756 w 50365"/>
                <a:gd name="connsiteY9" fmla="*/ 96931 h 123384"/>
                <a:gd name="connsiteX10" fmla="*/ 33661 w 50365"/>
                <a:gd name="connsiteY10" fmla="*/ 115981 h 123384"/>
                <a:gd name="connsiteX11" fmla="*/ 29946 w 50365"/>
                <a:gd name="connsiteY11" fmla="*/ 122362 h 123384"/>
                <a:gd name="connsiteX12" fmla="*/ 26136 w 50365"/>
                <a:gd name="connsiteY12" fmla="*/ 123124 h 123384"/>
                <a:gd name="connsiteX13" fmla="*/ 24517 w 50365"/>
                <a:gd name="connsiteY13" fmla="*/ 120076 h 123384"/>
                <a:gd name="connsiteX14" fmla="*/ 24517 w 50365"/>
                <a:gd name="connsiteY14" fmla="*/ 110551 h 123384"/>
                <a:gd name="connsiteX15" fmla="*/ 24517 w 50365"/>
                <a:gd name="connsiteY15" fmla="*/ 72451 h 123384"/>
                <a:gd name="connsiteX16" fmla="*/ 24517 w 50365"/>
                <a:gd name="connsiteY16" fmla="*/ 69308 h 123384"/>
                <a:gd name="connsiteX17" fmla="*/ 22421 w 50365"/>
                <a:gd name="connsiteY17" fmla="*/ 70451 h 123384"/>
                <a:gd name="connsiteX18" fmla="*/ 15849 w 50365"/>
                <a:gd name="connsiteY18" fmla="*/ 75880 h 123384"/>
                <a:gd name="connsiteX19" fmla="*/ 9467 w 50365"/>
                <a:gd name="connsiteY19" fmla="*/ 77690 h 123384"/>
                <a:gd name="connsiteX20" fmla="*/ 6324 w 50365"/>
                <a:gd name="connsiteY20" fmla="*/ 72356 h 123384"/>
                <a:gd name="connsiteX21" fmla="*/ 8610 w 50365"/>
                <a:gd name="connsiteY21" fmla="*/ 67784 h 123384"/>
                <a:gd name="connsiteX22" fmla="*/ 10039 w 50365"/>
                <a:gd name="connsiteY22" fmla="*/ 56735 h 123384"/>
                <a:gd name="connsiteX23" fmla="*/ 7848 w 50365"/>
                <a:gd name="connsiteY23" fmla="*/ 47210 h 123384"/>
                <a:gd name="connsiteX24" fmla="*/ 7848 w 50365"/>
                <a:gd name="connsiteY24" fmla="*/ 42543 h 123384"/>
                <a:gd name="connsiteX25" fmla="*/ 8800 w 50365"/>
                <a:gd name="connsiteY25" fmla="*/ 39304 h 123384"/>
                <a:gd name="connsiteX26" fmla="*/ 7372 w 50365"/>
                <a:gd name="connsiteY26" fmla="*/ 32065 h 123384"/>
                <a:gd name="connsiteX27" fmla="*/ 1180 w 50365"/>
                <a:gd name="connsiteY27" fmla="*/ 22540 h 123384"/>
                <a:gd name="connsiteX28" fmla="*/ 37 w 50365"/>
                <a:gd name="connsiteY28" fmla="*/ 18254 h 123384"/>
                <a:gd name="connsiteX29" fmla="*/ 2304 w 50365"/>
                <a:gd name="connsiteY29" fmla="*/ 15074 h 123384"/>
                <a:gd name="connsiteX30" fmla="*/ 3943 w 50365"/>
                <a:gd name="connsiteY30" fmla="*/ 15301 h 123384"/>
                <a:gd name="connsiteX31" fmla="*/ 6991 w 50365"/>
                <a:gd name="connsiteY31" fmla="*/ 16921 h 123384"/>
                <a:gd name="connsiteX32" fmla="*/ 13658 w 50365"/>
                <a:gd name="connsiteY32" fmla="*/ 23112 h 123384"/>
                <a:gd name="connsiteX33" fmla="*/ 15563 w 50365"/>
                <a:gd name="connsiteY33" fmla="*/ 31684 h 123384"/>
                <a:gd name="connsiteX34" fmla="*/ 12896 w 50365"/>
                <a:gd name="connsiteY34" fmla="*/ 39685 h 123384"/>
                <a:gd name="connsiteX35" fmla="*/ 13468 w 50365"/>
                <a:gd name="connsiteY35" fmla="*/ 46734 h 123384"/>
                <a:gd name="connsiteX36" fmla="*/ 15468 w 50365"/>
                <a:gd name="connsiteY36" fmla="*/ 49877 h 123384"/>
                <a:gd name="connsiteX37" fmla="*/ 15468 w 50365"/>
                <a:gd name="connsiteY37" fmla="*/ 61688 h 123384"/>
                <a:gd name="connsiteX38" fmla="*/ 14706 w 50365"/>
                <a:gd name="connsiteY38" fmla="*/ 63879 h 123384"/>
                <a:gd name="connsiteX39" fmla="*/ 16801 w 50365"/>
                <a:gd name="connsiteY39" fmla="*/ 63879 h 123384"/>
                <a:gd name="connsiteX40" fmla="*/ 19945 w 50365"/>
                <a:gd name="connsiteY40" fmla="*/ 61879 h 123384"/>
                <a:gd name="connsiteX41" fmla="*/ 24517 w 50365"/>
                <a:gd name="connsiteY41" fmla="*/ 53306 h 123384"/>
                <a:gd name="connsiteX42" fmla="*/ 24517 w 50365"/>
                <a:gd name="connsiteY42" fmla="*/ 24731 h 123384"/>
                <a:gd name="connsiteX43" fmla="*/ 22897 w 50365"/>
                <a:gd name="connsiteY43" fmla="*/ 10920 h 123384"/>
                <a:gd name="connsiteX44" fmla="*/ 22897 w 50365"/>
                <a:gd name="connsiteY44" fmla="*/ 3871 h 123384"/>
                <a:gd name="connsiteX45" fmla="*/ 28612 w 50365"/>
                <a:gd name="connsiteY45" fmla="*/ 442 h 123384"/>
                <a:gd name="connsiteX46" fmla="*/ 38137 w 50365"/>
                <a:gd name="connsiteY46" fmla="*/ 7015 h 123384"/>
                <a:gd name="connsiteX47" fmla="*/ 39757 w 50365"/>
                <a:gd name="connsiteY47" fmla="*/ 15206 h 123384"/>
                <a:gd name="connsiteX48" fmla="*/ 35756 w 50365"/>
                <a:gd name="connsiteY48" fmla="*/ 41305 h 123384"/>
                <a:gd name="connsiteX49" fmla="*/ 36518 w 50365"/>
                <a:gd name="connsiteY49" fmla="*/ 46829 h 123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50365" h="123384">
                  <a:moveTo>
                    <a:pt x="36518" y="46829"/>
                  </a:moveTo>
                  <a:cubicBezTo>
                    <a:pt x="40995" y="42819"/>
                    <a:pt x="43586" y="37123"/>
                    <a:pt x="43662" y="31113"/>
                  </a:cubicBezTo>
                  <a:cubicBezTo>
                    <a:pt x="45186" y="31113"/>
                    <a:pt x="45472" y="31875"/>
                    <a:pt x="45376" y="32827"/>
                  </a:cubicBezTo>
                  <a:cubicBezTo>
                    <a:pt x="45157" y="35228"/>
                    <a:pt x="45957" y="37609"/>
                    <a:pt x="47567" y="39400"/>
                  </a:cubicBezTo>
                  <a:cubicBezTo>
                    <a:pt x="48158" y="40219"/>
                    <a:pt x="48701" y="41076"/>
                    <a:pt x="49186" y="41971"/>
                  </a:cubicBezTo>
                  <a:cubicBezTo>
                    <a:pt x="50996" y="45305"/>
                    <a:pt x="50806" y="46543"/>
                    <a:pt x="48043" y="49115"/>
                  </a:cubicBezTo>
                  <a:cubicBezTo>
                    <a:pt x="45281" y="51687"/>
                    <a:pt x="41566" y="55116"/>
                    <a:pt x="38518" y="57878"/>
                  </a:cubicBezTo>
                  <a:cubicBezTo>
                    <a:pt x="36842" y="59069"/>
                    <a:pt x="35823" y="60974"/>
                    <a:pt x="35756" y="63022"/>
                  </a:cubicBezTo>
                  <a:cubicBezTo>
                    <a:pt x="35756" y="71975"/>
                    <a:pt x="35756" y="80929"/>
                    <a:pt x="35756" y="89882"/>
                  </a:cubicBezTo>
                  <a:cubicBezTo>
                    <a:pt x="35613" y="92225"/>
                    <a:pt x="35613" y="94587"/>
                    <a:pt x="35756" y="96931"/>
                  </a:cubicBezTo>
                  <a:cubicBezTo>
                    <a:pt x="36118" y="103350"/>
                    <a:pt x="35413" y="109789"/>
                    <a:pt x="33661" y="115981"/>
                  </a:cubicBezTo>
                  <a:cubicBezTo>
                    <a:pt x="32975" y="118390"/>
                    <a:pt x="31698" y="120581"/>
                    <a:pt x="29946" y="122362"/>
                  </a:cubicBezTo>
                  <a:cubicBezTo>
                    <a:pt x="28946" y="123353"/>
                    <a:pt x="27441" y="123658"/>
                    <a:pt x="26136" y="123124"/>
                  </a:cubicBezTo>
                  <a:cubicBezTo>
                    <a:pt x="24612" y="123124"/>
                    <a:pt x="24517" y="121315"/>
                    <a:pt x="24517" y="120076"/>
                  </a:cubicBezTo>
                  <a:lnTo>
                    <a:pt x="24517" y="110551"/>
                  </a:lnTo>
                  <a:cubicBezTo>
                    <a:pt x="24517" y="97978"/>
                    <a:pt x="24517" y="85405"/>
                    <a:pt x="24517" y="72451"/>
                  </a:cubicBezTo>
                  <a:cubicBezTo>
                    <a:pt x="24517" y="71499"/>
                    <a:pt x="24517" y="70642"/>
                    <a:pt x="24517" y="69308"/>
                  </a:cubicBezTo>
                  <a:cubicBezTo>
                    <a:pt x="23783" y="69622"/>
                    <a:pt x="23078" y="70003"/>
                    <a:pt x="22421" y="70451"/>
                  </a:cubicBezTo>
                  <a:lnTo>
                    <a:pt x="15849" y="75880"/>
                  </a:lnTo>
                  <a:cubicBezTo>
                    <a:pt x="14058" y="77328"/>
                    <a:pt x="11753" y="77976"/>
                    <a:pt x="9467" y="77690"/>
                  </a:cubicBezTo>
                  <a:cubicBezTo>
                    <a:pt x="6229" y="77690"/>
                    <a:pt x="4895" y="75309"/>
                    <a:pt x="6324" y="72356"/>
                  </a:cubicBezTo>
                  <a:cubicBezTo>
                    <a:pt x="6991" y="70784"/>
                    <a:pt x="7753" y="69260"/>
                    <a:pt x="8610" y="67784"/>
                  </a:cubicBezTo>
                  <a:cubicBezTo>
                    <a:pt x="10591" y="64460"/>
                    <a:pt x="11115" y="60459"/>
                    <a:pt x="10039" y="56735"/>
                  </a:cubicBezTo>
                  <a:cubicBezTo>
                    <a:pt x="9181" y="53497"/>
                    <a:pt x="8419" y="50353"/>
                    <a:pt x="7848" y="47210"/>
                  </a:cubicBezTo>
                  <a:cubicBezTo>
                    <a:pt x="7562" y="45667"/>
                    <a:pt x="7562" y="44086"/>
                    <a:pt x="7848" y="42543"/>
                  </a:cubicBezTo>
                  <a:cubicBezTo>
                    <a:pt x="8077" y="41438"/>
                    <a:pt x="8400" y="40352"/>
                    <a:pt x="8800" y="39304"/>
                  </a:cubicBezTo>
                  <a:cubicBezTo>
                    <a:pt x="9658" y="36809"/>
                    <a:pt x="9115" y="34046"/>
                    <a:pt x="7372" y="32065"/>
                  </a:cubicBezTo>
                  <a:cubicBezTo>
                    <a:pt x="5095" y="29035"/>
                    <a:pt x="3028" y="25853"/>
                    <a:pt x="1180" y="22540"/>
                  </a:cubicBezTo>
                  <a:cubicBezTo>
                    <a:pt x="466" y="21221"/>
                    <a:pt x="75" y="19753"/>
                    <a:pt x="37" y="18254"/>
                  </a:cubicBezTo>
                  <a:cubicBezTo>
                    <a:pt x="-210" y="16749"/>
                    <a:pt x="799" y="15326"/>
                    <a:pt x="2304" y="15074"/>
                  </a:cubicBezTo>
                  <a:cubicBezTo>
                    <a:pt x="2866" y="14981"/>
                    <a:pt x="3438" y="15060"/>
                    <a:pt x="3943" y="15301"/>
                  </a:cubicBezTo>
                  <a:cubicBezTo>
                    <a:pt x="5048" y="15651"/>
                    <a:pt x="6086" y="16200"/>
                    <a:pt x="6991" y="16921"/>
                  </a:cubicBezTo>
                  <a:cubicBezTo>
                    <a:pt x="9353" y="18834"/>
                    <a:pt x="11572" y="20902"/>
                    <a:pt x="13658" y="23112"/>
                  </a:cubicBezTo>
                  <a:cubicBezTo>
                    <a:pt x="15839" y="25392"/>
                    <a:pt x="16573" y="28695"/>
                    <a:pt x="15563" y="31684"/>
                  </a:cubicBezTo>
                  <a:cubicBezTo>
                    <a:pt x="14858" y="34410"/>
                    <a:pt x="13972" y="37085"/>
                    <a:pt x="12896" y="39685"/>
                  </a:cubicBezTo>
                  <a:cubicBezTo>
                    <a:pt x="11791" y="41962"/>
                    <a:pt x="12010" y="44667"/>
                    <a:pt x="13468" y="46734"/>
                  </a:cubicBezTo>
                  <a:cubicBezTo>
                    <a:pt x="14230" y="47782"/>
                    <a:pt x="14801" y="48925"/>
                    <a:pt x="15468" y="49877"/>
                  </a:cubicBezTo>
                  <a:cubicBezTo>
                    <a:pt x="18040" y="53392"/>
                    <a:pt x="18040" y="58173"/>
                    <a:pt x="15468" y="61688"/>
                  </a:cubicBezTo>
                  <a:cubicBezTo>
                    <a:pt x="15163" y="62402"/>
                    <a:pt x="14915" y="63136"/>
                    <a:pt x="14706" y="63879"/>
                  </a:cubicBezTo>
                  <a:cubicBezTo>
                    <a:pt x="15401" y="63917"/>
                    <a:pt x="16106" y="63917"/>
                    <a:pt x="16801" y="63879"/>
                  </a:cubicBezTo>
                  <a:cubicBezTo>
                    <a:pt x="17792" y="63126"/>
                    <a:pt x="18840" y="62460"/>
                    <a:pt x="19945" y="61879"/>
                  </a:cubicBezTo>
                  <a:cubicBezTo>
                    <a:pt x="23250" y="60402"/>
                    <a:pt x="25136" y="56878"/>
                    <a:pt x="24517" y="53306"/>
                  </a:cubicBezTo>
                  <a:cubicBezTo>
                    <a:pt x="24517" y="43781"/>
                    <a:pt x="24517" y="34256"/>
                    <a:pt x="24517" y="24731"/>
                  </a:cubicBezTo>
                  <a:cubicBezTo>
                    <a:pt x="24498" y="20081"/>
                    <a:pt x="23955" y="15448"/>
                    <a:pt x="22897" y="10920"/>
                  </a:cubicBezTo>
                  <a:cubicBezTo>
                    <a:pt x="22564" y="8582"/>
                    <a:pt x="22564" y="6209"/>
                    <a:pt x="22897" y="3871"/>
                  </a:cubicBezTo>
                  <a:cubicBezTo>
                    <a:pt x="22897" y="347"/>
                    <a:pt x="25183" y="-701"/>
                    <a:pt x="28612" y="442"/>
                  </a:cubicBezTo>
                  <a:cubicBezTo>
                    <a:pt x="32517" y="1323"/>
                    <a:pt x="35927" y="3678"/>
                    <a:pt x="38137" y="7015"/>
                  </a:cubicBezTo>
                  <a:cubicBezTo>
                    <a:pt x="39623" y="9469"/>
                    <a:pt x="40195" y="12370"/>
                    <a:pt x="39757" y="15206"/>
                  </a:cubicBezTo>
                  <a:cubicBezTo>
                    <a:pt x="38328" y="23874"/>
                    <a:pt x="36994" y="32542"/>
                    <a:pt x="35756" y="41305"/>
                  </a:cubicBezTo>
                  <a:cubicBezTo>
                    <a:pt x="35070" y="43162"/>
                    <a:pt x="35356" y="45229"/>
                    <a:pt x="36518" y="46829"/>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43" name="任意多边形: 形状 1942">
              <a:extLst>
                <a:ext uri="{FF2B5EF4-FFF2-40B4-BE49-F238E27FC236}">
                  <a16:creationId xmlns:a16="http://schemas.microsoft.com/office/drawing/2014/main" id="{287DB71B-BD8A-4FDD-B49A-4E48E33777B8}"/>
                </a:ext>
              </a:extLst>
            </p:cNvPr>
            <p:cNvSpPr/>
            <p:nvPr/>
          </p:nvSpPr>
          <p:spPr>
            <a:xfrm>
              <a:off x="6177567" y="6605697"/>
              <a:ext cx="73306" cy="86212"/>
            </a:xfrm>
            <a:custGeom>
              <a:avLst/>
              <a:gdLst>
                <a:gd name="connsiteX0" fmla="*/ 31242 w 57997"/>
                <a:gd name="connsiteY0" fmla="*/ 58547 h 68208"/>
                <a:gd name="connsiteX1" fmla="*/ 28575 w 57997"/>
                <a:gd name="connsiteY1" fmla="*/ 60643 h 68208"/>
                <a:gd name="connsiteX2" fmla="*/ 21908 w 57997"/>
                <a:gd name="connsiteY2" fmla="*/ 67024 h 68208"/>
                <a:gd name="connsiteX3" fmla="*/ 17240 w 57997"/>
                <a:gd name="connsiteY3" fmla="*/ 65596 h 68208"/>
                <a:gd name="connsiteX4" fmla="*/ 16097 w 57997"/>
                <a:gd name="connsiteY4" fmla="*/ 59595 h 68208"/>
                <a:gd name="connsiteX5" fmla="*/ 17812 w 57997"/>
                <a:gd name="connsiteY5" fmla="*/ 53213 h 68208"/>
                <a:gd name="connsiteX6" fmla="*/ 24955 w 57997"/>
                <a:gd name="connsiteY6" fmla="*/ 44164 h 68208"/>
                <a:gd name="connsiteX7" fmla="*/ 28384 w 57997"/>
                <a:gd name="connsiteY7" fmla="*/ 44164 h 68208"/>
                <a:gd name="connsiteX8" fmla="*/ 29051 w 57997"/>
                <a:gd name="connsiteY8" fmla="*/ 49117 h 68208"/>
                <a:gd name="connsiteX9" fmla="*/ 32575 w 57997"/>
                <a:gd name="connsiteY9" fmla="*/ 45593 h 68208"/>
                <a:gd name="connsiteX10" fmla="*/ 32575 w 57997"/>
                <a:gd name="connsiteY10" fmla="*/ 40545 h 68208"/>
                <a:gd name="connsiteX11" fmla="*/ 33528 w 57997"/>
                <a:gd name="connsiteY11" fmla="*/ 26353 h 68208"/>
                <a:gd name="connsiteX12" fmla="*/ 33528 w 57997"/>
                <a:gd name="connsiteY12" fmla="*/ 22257 h 68208"/>
                <a:gd name="connsiteX13" fmla="*/ 30004 w 57997"/>
                <a:gd name="connsiteY13" fmla="*/ 24924 h 68208"/>
                <a:gd name="connsiteX14" fmla="*/ 18288 w 57997"/>
                <a:gd name="connsiteY14" fmla="*/ 36259 h 68208"/>
                <a:gd name="connsiteX15" fmla="*/ 18288 w 57997"/>
                <a:gd name="connsiteY15" fmla="*/ 36259 h 68208"/>
                <a:gd name="connsiteX16" fmla="*/ 933 w 57997"/>
                <a:gd name="connsiteY16" fmla="*/ 35421 h 68208"/>
                <a:gd name="connsiteX17" fmla="*/ 0 w 57997"/>
                <a:gd name="connsiteY17" fmla="*/ 34258 h 68208"/>
                <a:gd name="connsiteX18" fmla="*/ 2858 w 57997"/>
                <a:gd name="connsiteY18" fmla="*/ 32163 h 68208"/>
                <a:gd name="connsiteX19" fmla="*/ 20860 w 57997"/>
                <a:gd name="connsiteY19" fmla="*/ 21209 h 68208"/>
                <a:gd name="connsiteX20" fmla="*/ 32671 w 57997"/>
                <a:gd name="connsiteY20" fmla="*/ 11684 h 68208"/>
                <a:gd name="connsiteX21" fmla="*/ 36576 w 57997"/>
                <a:gd name="connsiteY21" fmla="*/ 5398 h 68208"/>
                <a:gd name="connsiteX22" fmla="*/ 46101 w 57997"/>
                <a:gd name="connsiteY22" fmla="*/ 2445 h 68208"/>
                <a:gd name="connsiteX23" fmla="*/ 51721 w 57997"/>
                <a:gd name="connsiteY23" fmla="*/ 9208 h 68208"/>
                <a:gd name="connsiteX24" fmla="*/ 51245 w 57997"/>
                <a:gd name="connsiteY24" fmla="*/ 13018 h 68208"/>
                <a:gd name="connsiteX25" fmla="*/ 46958 w 57997"/>
                <a:gd name="connsiteY25" fmla="*/ 21019 h 68208"/>
                <a:gd name="connsiteX26" fmla="*/ 43815 w 57997"/>
                <a:gd name="connsiteY26" fmla="*/ 32449 h 68208"/>
                <a:gd name="connsiteX27" fmla="*/ 43815 w 57997"/>
                <a:gd name="connsiteY27" fmla="*/ 35211 h 68208"/>
                <a:gd name="connsiteX28" fmla="*/ 57055 w 57997"/>
                <a:gd name="connsiteY28" fmla="*/ 21971 h 68208"/>
                <a:gd name="connsiteX29" fmla="*/ 57055 w 57997"/>
                <a:gd name="connsiteY29" fmla="*/ 26543 h 68208"/>
                <a:gd name="connsiteX30" fmla="*/ 49721 w 57997"/>
                <a:gd name="connsiteY30" fmla="*/ 37973 h 68208"/>
                <a:gd name="connsiteX31" fmla="*/ 45529 w 57997"/>
                <a:gd name="connsiteY31" fmla="*/ 43307 h 68208"/>
                <a:gd name="connsiteX32" fmla="*/ 42386 w 57997"/>
                <a:gd name="connsiteY32" fmla="*/ 54356 h 68208"/>
                <a:gd name="connsiteX33" fmla="*/ 42958 w 57997"/>
                <a:gd name="connsiteY33" fmla="*/ 63881 h 68208"/>
                <a:gd name="connsiteX34" fmla="*/ 36767 w 57997"/>
                <a:gd name="connsiteY34" fmla="*/ 67120 h 68208"/>
                <a:gd name="connsiteX35" fmla="*/ 32385 w 57997"/>
                <a:gd name="connsiteY35" fmla="*/ 61214 h 68208"/>
                <a:gd name="connsiteX36" fmla="*/ 32385 w 57997"/>
                <a:gd name="connsiteY36" fmla="*/ 58452 h 68208"/>
                <a:gd name="connsiteX37" fmla="*/ 31242 w 57997"/>
                <a:gd name="connsiteY37" fmla="*/ 58547 h 6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7997" h="68208">
                  <a:moveTo>
                    <a:pt x="31242" y="58547"/>
                  </a:moveTo>
                  <a:lnTo>
                    <a:pt x="28575" y="60643"/>
                  </a:lnTo>
                  <a:cubicBezTo>
                    <a:pt x="26289" y="62738"/>
                    <a:pt x="24193" y="65024"/>
                    <a:pt x="21908" y="67024"/>
                  </a:cubicBezTo>
                  <a:cubicBezTo>
                    <a:pt x="19621" y="69025"/>
                    <a:pt x="18002" y="68453"/>
                    <a:pt x="17240" y="65596"/>
                  </a:cubicBezTo>
                  <a:cubicBezTo>
                    <a:pt x="16726" y="63624"/>
                    <a:pt x="16335" y="61624"/>
                    <a:pt x="16097" y="59595"/>
                  </a:cubicBezTo>
                  <a:cubicBezTo>
                    <a:pt x="15745" y="57318"/>
                    <a:pt x="16373" y="55004"/>
                    <a:pt x="17812" y="53213"/>
                  </a:cubicBezTo>
                  <a:cubicBezTo>
                    <a:pt x="20193" y="50260"/>
                    <a:pt x="22479" y="47117"/>
                    <a:pt x="24955" y="44164"/>
                  </a:cubicBezTo>
                  <a:cubicBezTo>
                    <a:pt x="27432" y="41212"/>
                    <a:pt x="27718" y="42259"/>
                    <a:pt x="28384" y="44164"/>
                  </a:cubicBezTo>
                  <a:cubicBezTo>
                    <a:pt x="28756" y="45793"/>
                    <a:pt x="28985" y="47451"/>
                    <a:pt x="29051" y="49117"/>
                  </a:cubicBezTo>
                  <a:cubicBezTo>
                    <a:pt x="30671" y="49117"/>
                    <a:pt x="32290" y="48070"/>
                    <a:pt x="32575" y="45593"/>
                  </a:cubicBezTo>
                  <a:cubicBezTo>
                    <a:pt x="32861" y="43117"/>
                    <a:pt x="32575" y="42164"/>
                    <a:pt x="32575" y="40545"/>
                  </a:cubicBezTo>
                  <a:cubicBezTo>
                    <a:pt x="32575" y="35782"/>
                    <a:pt x="33242" y="31020"/>
                    <a:pt x="33528" y="26353"/>
                  </a:cubicBezTo>
                  <a:cubicBezTo>
                    <a:pt x="33528" y="25305"/>
                    <a:pt x="33528" y="24257"/>
                    <a:pt x="33528" y="22257"/>
                  </a:cubicBezTo>
                  <a:cubicBezTo>
                    <a:pt x="32309" y="23086"/>
                    <a:pt x="31128" y="23971"/>
                    <a:pt x="30004" y="24924"/>
                  </a:cubicBezTo>
                  <a:lnTo>
                    <a:pt x="18288" y="36259"/>
                  </a:lnTo>
                  <a:lnTo>
                    <a:pt x="18288" y="36259"/>
                  </a:lnTo>
                  <a:cubicBezTo>
                    <a:pt x="13259" y="40821"/>
                    <a:pt x="5496" y="40440"/>
                    <a:pt x="933" y="35421"/>
                  </a:cubicBezTo>
                  <a:cubicBezTo>
                    <a:pt x="600" y="35049"/>
                    <a:pt x="286" y="34668"/>
                    <a:pt x="0" y="34258"/>
                  </a:cubicBezTo>
                  <a:lnTo>
                    <a:pt x="2858" y="32163"/>
                  </a:lnTo>
                  <a:cubicBezTo>
                    <a:pt x="8858" y="28543"/>
                    <a:pt x="14954" y="25019"/>
                    <a:pt x="20860" y="21209"/>
                  </a:cubicBezTo>
                  <a:cubicBezTo>
                    <a:pt x="24955" y="18447"/>
                    <a:pt x="28766" y="15208"/>
                    <a:pt x="32671" y="11684"/>
                  </a:cubicBezTo>
                  <a:cubicBezTo>
                    <a:pt x="34585" y="10035"/>
                    <a:pt x="35947" y="7842"/>
                    <a:pt x="36576" y="5398"/>
                  </a:cubicBezTo>
                  <a:cubicBezTo>
                    <a:pt x="38481" y="-698"/>
                    <a:pt x="40767" y="-1556"/>
                    <a:pt x="46101" y="2445"/>
                  </a:cubicBezTo>
                  <a:cubicBezTo>
                    <a:pt x="48273" y="4432"/>
                    <a:pt x="50168" y="6707"/>
                    <a:pt x="51721" y="9208"/>
                  </a:cubicBezTo>
                  <a:cubicBezTo>
                    <a:pt x="52578" y="10446"/>
                    <a:pt x="51721" y="11779"/>
                    <a:pt x="51245" y="13018"/>
                  </a:cubicBezTo>
                  <a:cubicBezTo>
                    <a:pt x="49597" y="15561"/>
                    <a:pt x="48158" y="18237"/>
                    <a:pt x="46958" y="21019"/>
                  </a:cubicBezTo>
                  <a:cubicBezTo>
                    <a:pt x="45625" y="24733"/>
                    <a:pt x="44767" y="28639"/>
                    <a:pt x="43815" y="32449"/>
                  </a:cubicBezTo>
                  <a:cubicBezTo>
                    <a:pt x="43701" y="33363"/>
                    <a:pt x="43701" y="34297"/>
                    <a:pt x="43815" y="35211"/>
                  </a:cubicBezTo>
                  <a:cubicBezTo>
                    <a:pt x="48759" y="31363"/>
                    <a:pt x="53207" y="26915"/>
                    <a:pt x="57055" y="21971"/>
                  </a:cubicBezTo>
                  <a:cubicBezTo>
                    <a:pt x="58312" y="23238"/>
                    <a:pt x="58312" y="25276"/>
                    <a:pt x="57055" y="26543"/>
                  </a:cubicBezTo>
                  <a:cubicBezTo>
                    <a:pt x="54674" y="30353"/>
                    <a:pt x="52197" y="34163"/>
                    <a:pt x="49721" y="37973"/>
                  </a:cubicBezTo>
                  <a:cubicBezTo>
                    <a:pt x="48435" y="39831"/>
                    <a:pt x="47034" y="41612"/>
                    <a:pt x="45529" y="43307"/>
                  </a:cubicBezTo>
                  <a:cubicBezTo>
                    <a:pt x="42882" y="46336"/>
                    <a:pt x="41729" y="50384"/>
                    <a:pt x="42386" y="54356"/>
                  </a:cubicBezTo>
                  <a:cubicBezTo>
                    <a:pt x="42386" y="57528"/>
                    <a:pt x="42577" y="60709"/>
                    <a:pt x="42958" y="63881"/>
                  </a:cubicBezTo>
                  <a:cubicBezTo>
                    <a:pt x="42958" y="66262"/>
                    <a:pt x="39433" y="68167"/>
                    <a:pt x="36767" y="67120"/>
                  </a:cubicBezTo>
                  <a:cubicBezTo>
                    <a:pt x="34100" y="66072"/>
                    <a:pt x="32575" y="64929"/>
                    <a:pt x="32385" y="61214"/>
                  </a:cubicBezTo>
                  <a:cubicBezTo>
                    <a:pt x="32433" y="60290"/>
                    <a:pt x="32433" y="59376"/>
                    <a:pt x="32385" y="58452"/>
                  </a:cubicBezTo>
                  <a:cubicBezTo>
                    <a:pt x="32385" y="58452"/>
                    <a:pt x="32004" y="59404"/>
                    <a:pt x="31242" y="58547"/>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44" name="任意多边形: 形状 1943">
              <a:extLst>
                <a:ext uri="{FF2B5EF4-FFF2-40B4-BE49-F238E27FC236}">
                  <a16:creationId xmlns:a16="http://schemas.microsoft.com/office/drawing/2014/main" id="{695D9687-D8A8-4E11-9E50-330BB3D28018}"/>
                </a:ext>
              </a:extLst>
            </p:cNvPr>
            <p:cNvSpPr/>
            <p:nvPr/>
          </p:nvSpPr>
          <p:spPr>
            <a:xfrm>
              <a:off x="6589364" y="6659720"/>
              <a:ext cx="58453" cy="49641"/>
            </a:xfrm>
            <a:custGeom>
              <a:avLst/>
              <a:gdLst>
                <a:gd name="connsiteX0" fmla="*/ 46247 w 46246"/>
                <a:gd name="connsiteY0" fmla="*/ 28379 h 39274"/>
                <a:gd name="connsiteX1" fmla="*/ 40722 w 46246"/>
                <a:gd name="connsiteY1" fmla="*/ 31904 h 39274"/>
                <a:gd name="connsiteX2" fmla="*/ 23768 w 46246"/>
                <a:gd name="connsiteY2" fmla="*/ 38666 h 39274"/>
                <a:gd name="connsiteX3" fmla="*/ 14243 w 46246"/>
                <a:gd name="connsiteY3" fmla="*/ 34952 h 39274"/>
                <a:gd name="connsiteX4" fmla="*/ 431 w 46246"/>
                <a:gd name="connsiteY4" fmla="*/ 3995 h 39274"/>
                <a:gd name="connsiteX5" fmla="*/ 1193 w 46246"/>
                <a:gd name="connsiteY5" fmla="*/ 471 h 39274"/>
                <a:gd name="connsiteX6" fmla="*/ 4775 w 46246"/>
                <a:gd name="connsiteY6" fmla="*/ 1090 h 39274"/>
                <a:gd name="connsiteX7" fmla="*/ 4813 w 46246"/>
                <a:gd name="connsiteY7" fmla="*/ 1138 h 39274"/>
                <a:gd name="connsiteX8" fmla="*/ 7480 w 46246"/>
                <a:gd name="connsiteY8" fmla="*/ 4662 h 39274"/>
                <a:gd name="connsiteX9" fmla="*/ 21101 w 46246"/>
                <a:gd name="connsiteY9" fmla="*/ 19616 h 39274"/>
                <a:gd name="connsiteX10" fmla="*/ 39293 w 46246"/>
                <a:gd name="connsiteY10" fmla="*/ 26189 h 39274"/>
                <a:gd name="connsiteX11" fmla="*/ 46247 w 46246"/>
                <a:gd name="connsiteY11" fmla="*/ 28379 h 39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246" h="39274">
                  <a:moveTo>
                    <a:pt x="46247" y="28379"/>
                  </a:moveTo>
                  <a:cubicBezTo>
                    <a:pt x="44846" y="30132"/>
                    <a:pt x="42903" y="31380"/>
                    <a:pt x="40722" y="31904"/>
                  </a:cubicBezTo>
                  <a:lnTo>
                    <a:pt x="23768" y="38666"/>
                  </a:lnTo>
                  <a:cubicBezTo>
                    <a:pt x="20110" y="40266"/>
                    <a:pt x="15852" y="38600"/>
                    <a:pt x="14243" y="34952"/>
                  </a:cubicBezTo>
                  <a:cubicBezTo>
                    <a:pt x="9575" y="24665"/>
                    <a:pt x="4718" y="14378"/>
                    <a:pt x="431" y="3995"/>
                  </a:cubicBezTo>
                  <a:cubicBezTo>
                    <a:pt x="-235" y="2567"/>
                    <a:pt x="-235" y="1328"/>
                    <a:pt x="1193" y="471"/>
                  </a:cubicBezTo>
                  <a:cubicBezTo>
                    <a:pt x="2355" y="-348"/>
                    <a:pt x="3956" y="-72"/>
                    <a:pt x="4775" y="1090"/>
                  </a:cubicBezTo>
                  <a:cubicBezTo>
                    <a:pt x="4794" y="1100"/>
                    <a:pt x="4803" y="1119"/>
                    <a:pt x="4813" y="1138"/>
                  </a:cubicBezTo>
                  <a:cubicBezTo>
                    <a:pt x="5765" y="2281"/>
                    <a:pt x="6623" y="3424"/>
                    <a:pt x="7480" y="4662"/>
                  </a:cubicBezTo>
                  <a:cubicBezTo>
                    <a:pt x="11081" y="10425"/>
                    <a:pt x="15700" y="15492"/>
                    <a:pt x="21101" y="19616"/>
                  </a:cubicBezTo>
                  <a:cubicBezTo>
                    <a:pt x="26378" y="23560"/>
                    <a:pt x="32712" y="25846"/>
                    <a:pt x="39293" y="26189"/>
                  </a:cubicBezTo>
                  <a:cubicBezTo>
                    <a:pt x="41770" y="26189"/>
                    <a:pt x="44342" y="26189"/>
                    <a:pt x="46247" y="28379"/>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45" name="任意多边形: 形状 1944">
              <a:extLst>
                <a:ext uri="{FF2B5EF4-FFF2-40B4-BE49-F238E27FC236}">
                  <a16:creationId xmlns:a16="http://schemas.microsoft.com/office/drawing/2014/main" id="{477C6AD3-E4DA-472A-8694-B7930BA82886}"/>
                </a:ext>
              </a:extLst>
            </p:cNvPr>
            <p:cNvSpPr/>
            <p:nvPr/>
          </p:nvSpPr>
          <p:spPr>
            <a:xfrm>
              <a:off x="6195866" y="6569616"/>
              <a:ext cx="52308" cy="39773"/>
            </a:xfrm>
            <a:custGeom>
              <a:avLst/>
              <a:gdLst>
                <a:gd name="connsiteX0" fmla="*/ 0 w 41384"/>
                <a:gd name="connsiteY0" fmla="*/ 31467 h 31467"/>
                <a:gd name="connsiteX1" fmla="*/ 29623 w 41384"/>
                <a:gd name="connsiteY1" fmla="*/ 5750 h 31467"/>
                <a:gd name="connsiteX2" fmla="*/ 32956 w 41384"/>
                <a:gd name="connsiteY2" fmla="*/ 1749 h 31467"/>
                <a:gd name="connsiteX3" fmla="*/ 35547 w 41384"/>
                <a:gd name="connsiteY3" fmla="*/ 45 h 31467"/>
                <a:gd name="connsiteX4" fmla="*/ 36385 w 41384"/>
                <a:gd name="connsiteY4" fmla="*/ 416 h 31467"/>
                <a:gd name="connsiteX5" fmla="*/ 39624 w 41384"/>
                <a:gd name="connsiteY5" fmla="*/ 16037 h 31467"/>
                <a:gd name="connsiteX6" fmla="*/ 35814 w 41384"/>
                <a:gd name="connsiteY6" fmla="*/ 18609 h 31467"/>
                <a:gd name="connsiteX7" fmla="*/ 35147 w 41384"/>
                <a:gd name="connsiteY7" fmla="*/ 18609 h 31467"/>
                <a:gd name="connsiteX8" fmla="*/ 9144 w 41384"/>
                <a:gd name="connsiteY8" fmla="*/ 28800 h 31467"/>
                <a:gd name="connsiteX9" fmla="*/ 0 w 41384"/>
                <a:gd name="connsiteY9" fmla="*/ 31467 h 3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384" h="31467">
                  <a:moveTo>
                    <a:pt x="0" y="31467"/>
                  </a:moveTo>
                  <a:cubicBezTo>
                    <a:pt x="8687" y="21617"/>
                    <a:pt x="18650" y="12967"/>
                    <a:pt x="29623" y="5750"/>
                  </a:cubicBezTo>
                  <a:cubicBezTo>
                    <a:pt x="31290" y="5005"/>
                    <a:pt x="32528" y="3528"/>
                    <a:pt x="32956" y="1749"/>
                  </a:cubicBezTo>
                  <a:cubicBezTo>
                    <a:pt x="33204" y="564"/>
                    <a:pt x="34357" y="-198"/>
                    <a:pt x="35547" y="45"/>
                  </a:cubicBezTo>
                  <a:cubicBezTo>
                    <a:pt x="35852" y="108"/>
                    <a:pt x="36138" y="234"/>
                    <a:pt x="36385" y="416"/>
                  </a:cubicBezTo>
                  <a:cubicBezTo>
                    <a:pt x="41481" y="3913"/>
                    <a:pt x="42901" y="10804"/>
                    <a:pt x="39624" y="16037"/>
                  </a:cubicBezTo>
                  <a:cubicBezTo>
                    <a:pt x="38776" y="17398"/>
                    <a:pt x="37395" y="18333"/>
                    <a:pt x="35814" y="18609"/>
                  </a:cubicBezTo>
                  <a:lnTo>
                    <a:pt x="35147" y="18609"/>
                  </a:lnTo>
                  <a:cubicBezTo>
                    <a:pt x="25860" y="20132"/>
                    <a:pt x="16993" y="23605"/>
                    <a:pt x="9144" y="28800"/>
                  </a:cubicBezTo>
                  <a:cubicBezTo>
                    <a:pt x="6229" y="30102"/>
                    <a:pt x="3153" y="31000"/>
                    <a:pt x="0" y="31467"/>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46" name="任意多边形: 形状 1945">
              <a:extLst>
                <a:ext uri="{FF2B5EF4-FFF2-40B4-BE49-F238E27FC236}">
                  <a16:creationId xmlns:a16="http://schemas.microsoft.com/office/drawing/2014/main" id="{9D136688-8F85-4F78-9831-83B14E518E9F}"/>
                </a:ext>
              </a:extLst>
            </p:cNvPr>
            <p:cNvSpPr/>
            <p:nvPr/>
          </p:nvSpPr>
          <p:spPr>
            <a:xfrm>
              <a:off x="5905961" y="6768048"/>
              <a:ext cx="918112" cy="33389"/>
            </a:xfrm>
            <a:custGeom>
              <a:avLst/>
              <a:gdLst>
                <a:gd name="connsiteX0" fmla="*/ 0 w 726376"/>
                <a:gd name="connsiteY0" fmla="*/ 25351 h 26416"/>
                <a:gd name="connsiteX1" fmla="*/ 0 w 726376"/>
                <a:gd name="connsiteY1" fmla="*/ 1634 h 26416"/>
                <a:gd name="connsiteX2" fmla="*/ 3334 w 726376"/>
                <a:gd name="connsiteY2" fmla="*/ 1634 h 26416"/>
                <a:gd name="connsiteX3" fmla="*/ 3334 w 726376"/>
                <a:gd name="connsiteY3" fmla="*/ 11159 h 26416"/>
                <a:gd name="connsiteX4" fmla="*/ 12001 w 726376"/>
                <a:gd name="connsiteY4" fmla="*/ 11159 h 26416"/>
                <a:gd name="connsiteX5" fmla="*/ 12001 w 726376"/>
                <a:gd name="connsiteY5" fmla="*/ 1634 h 26416"/>
                <a:gd name="connsiteX6" fmla="*/ 15430 w 726376"/>
                <a:gd name="connsiteY6" fmla="*/ 1634 h 26416"/>
                <a:gd name="connsiteX7" fmla="*/ 15430 w 726376"/>
                <a:gd name="connsiteY7" fmla="*/ 25351 h 26416"/>
                <a:gd name="connsiteX8" fmla="*/ 12001 w 726376"/>
                <a:gd name="connsiteY8" fmla="*/ 25351 h 26416"/>
                <a:gd name="connsiteX9" fmla="*/ 12001 w 726376"/>
                <a:gd name="connsiteY9" fmla="*/ 14493 h 26416"/>
                <a:gd name="connsiteX10" fmla="*/ 3334 w 726376"/>
                <a:gd name="connsiteY10" fmla="*/ 14493 h 26416"/>
                <a:gd name="connsiteX11" fmla="*/ 3334 w 726376"/>
                <a:gd name="connsiteY11" fmla="*/ 25351 h 26416"/>
                <a:gd name="connsiteX12" fmla="*/ 34100 w 726376"/>
                <a:gd name="connsiteY12" fmla="*/ 1634 h 26416"/>
                <a:gd name="connsiteX13" fmla="*/ 34100 w 726376"/>
                <a:gd name="connsiteY13" fmla="*/ 18398 h 26416"/>
                <a:gd name="connsiteX14" fmla="*/ 33623 w 726376"/>
                <a:gd name="connsiteY14" fmla="*/ 21351 h 26416"/>
                <a:gd name="connsiteX15" fmla="*/ 32290 w 726376"/>
                <a:gd name="connsiteY15" fmla="*/ 23637 h 26416"/>
                <a:gd name="connsiteX16" fmla="*/ 30004 w 726376"/>
                <a:gd name="connsiteY16" fmla="*/ 25161 h 26416"/>
                <a:gd name="connsiteX17" fmla="*/ 26765 w 726376"/>
                <a:gd name="connsiteY17" fmla="*/ 25732 h 26416"/>
                <a:gd name="connsiteX18" fmla="*/ 23527 w 726376"/>
                <a:gd name="connsiteY18" fmla="*/ 25161 h 26416"/>
                <a:gd name="connsiteX19" fmla="*/ 21241 w 726376"/>
                <a:gd name="connsiteY19" fmla="*/ 23637 h 26416"/>
                <a:gd name="connsiteX20" fmla="*/ 19907 w 726376"/>
                <a:gd name="connsiteY20" fmla="*/ 21351 h 26416"/>
                <a:gd name="connsiteX21" fmla="*/ 19907 w 726376"/>
                <a:gd name="connsiteY21" fmla="*/ 18398 h 26416"/>
                <a:gd name="connsiteX22" fmla="*/ 19907 w 726376"/>
                <a:gd name="connsiteY22" fmla="*/ 1634 h 26416"/>
                <a:gd name="connsiteX23" fmla="*/ 23241 w 726376"/>
                <a:gd name="connsiteY23" fmla="*/ 1634 h 26416"/>
                <a:gd name="connsiteX24" fmla="*/ 23241 w 726376"/>
                <a:gd name="connsiteY24" fmla="*/ 18970 h 26416"/>
                <a:gd name="connsiteX25" fmla="*/ 24289 w 726376"/>
                <a:gd name="connsiteY25" fmla="*/ 21827 h 26416"/>
                <a:gd name="connsiteX26" fmla="*/ 30004 w 726376"/>
                <a:gd name="connsiteY26" fmla="*/ 21827 h 26416"/>
                <a:gd name="connsiteX27" fmla="*/ 31051 w 726376"/>
                <a:gd name="connsiteY27" fmla="*/ 18970 h 26416"/>
                <a:gd name="connsiteX28" fmla="*/ 31051 w 726376"/>
                <a:gd name="connsiteY28" fmla="*/ 1634 h 26416"/>
                <a:gd name="connsiteX29" fmla="*/ 41624 w 726376"/>
                <a:gd name="connsiteY29" fmla="*/ 15350 h 26416"/>
                <a:gd name="connsiteX30" fmla="*/ 46387 w 726376"/>
                <a:gd name="connsiteY30" fmla="*/ 15350 h 26416"/>
                <a:gd name="connsiteX31" fmla="*/ 44005 w 726376"/>
                <a:gd name="connsiteY31" fmla="*/ 6873 h 26416"/>
                <a:gd name="connsiteX32" fmla="*/ 44005 w 726376"/>
                <a:gd name="connsiteY32" fmla="*/ 6873 h 26416"/>
                <a:gd name="connsiteX33" fmla="*/ 41719 w 726376"/>
                <a:gd name="connsiteY33" fmla="*/ 15350 h 26416"/>
                <a:gd name="connsiteX34" fmla="*/ 35814 w 726376"/>
                <a:gd name="connsiteY34" fmla="*/ 24875 h 26416"/>
                <a:gd name="connsiteX35" fmla="*/ 42386 w 726376"/>
                <a:gd name="connsiteY35" fmla="*/ 1158 h 26416"/>
                <a:gd name="connsiteX36" fmla="*/ 45529 w 726376"/>
                <a:gd name="connsiteY36" fmla="*/ 1158 h 26416"/>
                <a:gd name="connsiteX37" fmla="*/ 52388 w 726376"/>
                <a:gd name="connsiteY37" fmla="*/ 24875 h 26416"/>
                <a:gd name="connsiteX38" fmla="*/ 49244 w 726376"/>
                <a:gd name="connsiteY38" fmla="*/ 24875 h 26416"/>
                <a:gd name="connsiteX39" fmla="*/ 47149 w 726376"/>
                <a:gd name="connsiteY39" fmla="*/ 17827 h 26416"/>
                <a:gd name="connsiteX40" fmla="*/ 40862 w 726376"/>
                <a:gd name="connsiteY40" fmla="*/ 17827 h 26416"/>
                <a:gd name="connsiteX41" fmla="*/ 38957 w 726376"/>
                <a:gd name="connsiteY41" fmla="*/ 24875 h 26416"/>
                <a:gd name="connsiteX42" fmla="*/ 62008 w 726376"/>
                <a:gd name="connsiteY42" fmla="*/ 4111 h 26416"/>
                <a:gd name="connsiteX43" fmla="*/ 53626 w 726376"/>
                <a:gd name="connsiteY43" fmla="*/ 4111 h 26416"/>
                <a:gd name="connsiteX44" fmla="*/ 53626 w 726376"/>
                <a:gd name="connsiteY44" fmla="*/ 1158 h 26416"/>
                <a:gd name="connsiteX45" fmla="*/ 66008 w 726376"/>
                <a:gd name="connsiteY45" fmla="*/ 1158 h 26416"/>
                <a:gd name="connsiteX46" fmla="*/ 66008 w 726376"/>
                <a:gd name="connsiteY46" fmla="*/ 4206 h 26416"/>
                <a:gd name="connsiteX47" fmla="*/ 56483 w 726376"/>
                <a:gd name="connsiteY47" fmla="*/ 21827 h 26416"/>
                <a:gd name="connsiteX48" fmla="*/ 66008 w 726376"/>
                <a:gd name="connsiteY48" fmla="*/ 21827 h 26416"/>
                <a:gd name="connsiteX49" fmla="*/ 66008 w 726376"/>
                <a:gd name="connsiteY49" fmla="*/ 24875 h 26416"/>
                <a:gd name="connsiteX50" fmla="*/ 52578 w 726376"/>
                <a:gd name="connsiteY50" fmla="*/ 24875 h 26416"/>
                <a:gd name="connsiteX51" fmla="*/ 52578 w 726376"/>
                <a:gd name="connsiteY51" fmla="*/ 22113 h 26416"/>
                <a:gd name="connsiteX52" fmla="*/ 62103 w 726376"/>
                <a:gd name="connsiteY52" fmla="*/ 4111 h 26416"/>
                <a:gd name="connsiteX53" fmla="*/ 69151 w 726376"/>
                <a:gd name="connsiteY53" fmla="*/ 24875 h 26416"/>
                <a:gd name="connsiteX54" fmla="*/ 69151 w 726376"/>
                <a:gd name="connsiteY54" fmla="*/ 1158 h 26416"/>
                <a:gd name="connsiteX55" fmla="*/ 72485 w 726376"/>
                <a:gd name="connsiteY55" fmla="*/ 1158 h 26416"/>
                <a:gd name="connsiteX56" fmla="*/ 72485 w 726376"/>
                <a:gd name="connsiteY56" fmla="*/ 10683 h 26416"/>
                <a:gd name="connsiteX57" fmla="*/ 81153 w 726376"/>
                <a:gd name="connsiteY57" fmla="*/ 10683 h 26416"/>
                <a:gd name="connsiteX58" fmla="*/ 81153 w 726376"/>
                <a:gd name="connsiteY58" fmla="*/ 1158 h 26416"/>
                <a:gd name="connsiteX59" fmla="*/ 84201 w 726376"/>
                <a:gd name="connsiteY59" fmla="*/ 1158 h 26416"/>
                <a:gd name="connsiteX60" fmla="*/ 84201 w 726376"/>
                <a:gd name="connsiteY60" fmla="*/ 24875 h 26416"/>
                <a:gd name="connsiteX61" fmla="*/ 80772 w 726376"/>
                <a:gd name="connsiteY61" fmla="*/ 24875 h 26416"/>
                <a:gd name="connsiteX62" fmla="*/ 80772 w 726376"/>
                <a:gd name="connsiteY62" fmla="*/ 14017 h 26416"/>
                <a:gd name="connsiteX63" fmla="*/ 72104 w 726376"/>
                <a:gd name="connsiteY63" fmla="*/ 14017 h 26416"/>
                <a:gd name="connsiteX64" fmla="*/ 72104 w 726376"/>
                <a:gd name="connsiteY64" fmla="*/ 24875 h 26416"/>
                <a:gd name="connsiteX65" fmla="*/ 96774 w 726376"/>
                <a:gd name="connsiteY65" fmla="*/ 3539 h 26416"/>
                <a:gd name="connsiteX66" fmla="*/ 94393 w 726376"/>
                <a:gd name="connsiteY66" fmla="*/ 4301 h 26416"/>
                <a:gd name="connsiteX67" fmla="*/ 92678 w 726376"/>
                <a:gd name="connsiteY67" fmla="*/ 6301 h 26416"/>
                <a:gd name="connsiteX68" fmla="*/ 91630 w 726376"/>
                <a:gd name="connsiteY68" fmla="*/ 9349 h 26416"/>
                <a:gd name="connsiteX69" fmla="*/ 91630 w 726376"/>
                <a:gd name="connsiteY69" fmla="*/ 12969 h 26416"/>
                <a:gd name="connsiteX70" fmla="*/ 91630 w 726376"/>
                <a:gd name="connsiteY70" fmla="*/ 16684 h 26416"/>
                <a:gd name="connsiteX71" fmla="*/ 92678 w 726376"/>
                <a:gd name="connsiteY71" fmla="*/ 19732 h 26416"/>
                <a:gd name="connsiteX72" fmla="*/ 94393 w 726376"/>
                <a:gd name="connsiteY72" fmla="*/ 21732 h 26416"/>
                <a:gd name="connsiteX73" fmla="*/ 96774 w 726376"/>
                <a:gd name="connsiteY73" fmla="*/ 22494 h 26416"/>
                <a:gd name="connsiteX74" fmla="*/ 99250 w 726376"/>
                <a:gd name="connsiteY74" fmla="*/ 21732 h 26416"/>
                <a:gd name="connsiteX75" fmla="*/ 100965 w 726376"/>
                <a:gd name="connsiteY75" fmla="*/ 19732 h 26416"/>
                <a:gd name="connsiteX76" fmla="*/ 102013 w 726376"/>
                <a:gd name="connsiteY76" fmla="*/ 16684 h 26416"/>
                <a:gd name="connsiteX77" fmla="*/ 102013 w 726376"/>
                <a:gd name="connsiteY77" fmla="*/ 12969 h 26416"/>
                <a:gd name="connsiteX78" fmla="*/ 102013 w 726376"/>
                <a:gd name="connsiteY78" fmla="*/ 9349 h 26416"/>
                <a:gd name="connsiteX79" fmla="*/ 100965 w 726376"/>
                <a:gd name="connsiteY79" fmla="*/ 6301 h 26416"/>
                <a:gd name="connsiteX80" fmla="*/ 99250 w 726376"/>
                <a:gd name="connsiteY80" fmla="*/ 4301 h 26416"/>
                <a:gd name="connsiteX81" fmla="*/ 96774 w 726376"/>
                <a:gd name="connsiteY81" fmla="*/ 3539 h 26416"/>
                <a:gd name="connsiteX82" fmla="*/ 96774 w 726376"/>
                <a:gd name="connsiteY82" fmla="*/ 777 h 26416"/>
                <a:gd name="connsiteX83" fmla="*/ 100584 w 726376"/>
                <a:gd name="connsiteY83" fmla="*/ 1634 h 26416"/>
                <a:gd name="connsiteX84" fmla="*/ 103346 w 726376"/>
                <a:gd name="connsiteY84" fmla="*/ 4111 h 26416"/>
                <a:gd name="connsiteX85" fmla="*/ 105061 w 726376"/>
                <a:gd name="connsiteY85" fmla="*/ 7921 h 26416"/>
                <a:gd name="connsiteX86" fmla="*/ 105632 w 726376"/>
                <a:gd name="connsiteY86" fmla="*/ 12969 h 26416"/>
                <a:gd name="connsiteX87" fmla="*/ 105061 w 726376"/>
                <a:gd name="connsiteY87" fmla="*/ 18017 h 26416"/>
                <a:gd name="connsiteX88" fmla="*/ 103346 w 726376"/>
                <a:gd name="connsiteY88" fmla="*/ 21922 h 26416"/>
                <a:gd name="connsiteX89" fmla="*/ 100584 w 726376"/>
                <a:gd name="connsiteY89" fmla="*/ 24399 h 26416"/>
                <a:gd name="connsiteX90" fmla="*/ 96774 w 726376"/>
                <a:gd name="connsiteY90" fmla="*/ 25256 h 26416"/>
                <a:gd name="connsiteX91" fmla="*/ 93059 w 726376"/>
                <a:gd name="connsiteY91" fmla="*/ 24399 h 26416"/>
                <a:gd name="connsiteX92" fmla="*/ 90297 w 726376"/>
                <a:gd name="connsiteY92" fmla="*/ 21922 h 26416"/>
                <a:gd name="connsiteX93" fmla="*/ 88583 w 726376"/>
                <a:gd name="connsiteY93" fmla="*/ 18017 h 26416"/>
                <a:gd name="connsiteX94" fmla="*/ 88011 w 726376"/>
                <a:gd name="connsiteY94" fmla="*/ 12969 h 26416"/>
                <a:gd name="connsiteX95" fmla="*/ 88583 w 726376"/>
                <a:gd name="connsiteY95" fmla="*/ 7921 h 26416"/>
                <a:gd name="connsiteX96" fmla="*/ 90297 w 726376"/>
                <a:gd name="connsiteY96" fmla="*/ 4111 h 26416"/>
                <a:gd name="connsiteX97" fmla="*/ 93059 w 726376"/>
                <a:gd name="connsiteY97" fmla="*/ 1634 h 26416"/>
                <a:gd name="connsiteX98" fmla="*/ 96774 w 726376"/>
                <a:gd name="connsiteY98" fmla="*/ 777 h 26416"/>
                <a:gd name="connsiteX99" fmla="*/ 109347 w 726376"/>
                <a:gd name="connsiteY99" fmla="*/ 24875 h 26416"/>
                <a:gd name="connsiteX100" fmla="*/ 109347 w 726376"/>
                <a:gd name="connsiteY100" fmla="*/ 1158 h 26416"/>
                <a:gd name="connsiteX101" fmla="*/ 112776 w 726376"/>
                <a:gd name="connsiteY101" fmla="*/ 1158 h 26416"/>
                <a:gd name="connsiteX102" fmla="*/ 121253 w 726376"/>
                <a:gd name="connsiteY102" fmla="*/ 18017 h 26416"/>
                <a:gd name="connsiteX103" fmla="*/ 121253 w 726376"/>
                <a:gd name="connsiteY103" fmla="*/ 18017 h 26416"/>
                <a:gd name="connsiteX104" fmla="*/ 121253 w 726376"/>
                <a:gd name="connsiteY104" fmla="*/ 1158 h 26416"/>
                <a:gd name="connsiteX105" fmla="*/ 124396 w 726376"/>
                <a:gd name="connsiteY105" fmla="*/ 1158 h 26416"/>
                <a:gd name="connsiteX106" fmla="*/ 124396 w 726376"/>
                <a:gd name="connsiteY106" fmla="*/ 24875 h 26416"/>
                <a:gd name="connsiteX107" fmla="*/ 121348 w 726376"/>
                <a:gd name="connsiteY107" fmla="*/ 24875 h 26416"/>
                <a:gd name="connsiteX108" fmla="*/ 112681 w 726376"/>
                <a:gd name="connsiteY108" fmla="*/ 7349 h 26416"/>
                <a:gd name="connsiteX109" fmla="*/ 112681 w 726376"/>
                <a:gd name="connsiteY109" fmla="*/ 7349 h 26416"/>
                <a:gd name="connsiteX110" fmla="*/ 112681 w 726376"/>
                <a:gd name="connsiteY110" fmla="*/ 24875 h 26416"/>
                <a:gd name="connsiteX111" fmla="*/ 141637 w 726376"/>
                <a:gd name="connsiteY111" fmla="*/ 9064 h 26416"/>
                <a:gd name="connsiteX112" fmla="*/ 141351 w 726376"/>
                <a:gd name="connsiteY112" fmla="*/ 7159 h 26416"/>
                <a:gd name="connsiteX113" fmla="*/ 140398 w 726376"/>
                <a:gd name="connsiteY113" fmla="*/ 5444 h 26416"/>
                <a:gd name="connsiteX114" fmla="*/ 139065 w 726376"/>
                <a:gd name="connsiteY114" fmla="*/ 4206 h 26416"/>
                <a:gd name="connsiteX115" fmla="*/ 137065 w 726376"/>
                <a:gd name="connsiteY115" fmla="*/ 4206 h 26416"/>
                <a:gd name="connsiteX116" fmla="*/ 134588 w 726376"/>
                <a:gd name="connsiteY116" fmla="*/ 4968 h 26416"/>
                <a:gd name="connsiteX117" fmla="*/ 132874 w 726376"/>
                <a:gd name="connsiteY117" fmla="*/ 6968 h 26416"/>
                <a:gd name="connsiteX118" fmla="*/ 131921 w 726376"/>
                <a:gd name="connsiteY118" fmla="*/ 10016 h 26416"/>
                <a:gd name="connsiteX119" fmla="*/ 131921 w 726376"/>
                <a:gd name="connsiteY119" fmla="*/ 13636 h 26416"/>
                <a:gd name="connsiteX120" fmla="*/ 131921 w 726376"/>
                <a:gd name="connsiteY120" fmla="*/ 17350 h 26416"/>
                <a:gd name="connsiteX121" fmla="*/ 132874 w 726376"/>
                <a:gd name="connsiteY121" fmla="*/ 20398 h 26416"/>
                <a:gd name="connsiteX122" fmla="*/ 134588 w 726376"/>
                <a:gd name="connsiteY122" fmla="*/ 22399 h 26416"/>
                <a:gd name="connsiteX123" fmla="*/ 137160 w 726376"/>
                <a:gd name="connsiteY123" fmla="*/ 23161 h 26416"/>
                <a:gd name="connsiteX124" fmla="*/ 139637 w 726376"/>
                <a:gd name="connsiteY124" fmla="*/ 23161 h 26416"/>
                <a:gd name="connsiteX125" fmla="*/ 141160 w 726376"/>
                <a:gd name="connsiteY125" fmla="*/ 21732 h 26416"/>
                <a:gd name="connsiteX126" fmla="*/ 141922 w 726376"/>
                <a:gd name="connsiteY126" fmla="*/ 19541 h 26416"/>
                <a:gd name="connsiteX127" fmla="*/ 141922 w 726376"/>
                <a:gd name="connsiteY127" fmla="*/ 16874 h 26416"/>
                <a:gd name="connsiteX128" fmla="*/ 135255 w 726376"/>
                <a:gd name="connsiteY128" fmla="*/ 16874 h 26416"/>
                <a:gd name="connsiteX129" fmla="*/ 135255 w 726376"/>
                <a:gd name="connsiteY129" fmla="*/ 13826 h 26416"/>
                <a:gd name="connsiteX130" fmla="*/ 144780 w 726376"/>
                <a:gd name="connsiteY130" fmla="*/ 13826 h 26416"/>
                <a:gd name="connsiteX131" fmla="*/ 144780 w 726376"/>
                <a:gd name="connsiteY131" fmla="*/ 16779 h 26416"/>
                <a:gd name="connsiteX132" fmla="*/ 142780 w 726376"/>
                <a:gd name="connsiteY132" fmla="*/ 23827 h 26416"/>
                <a:gd name="connsiteX133" fmla="*/ 136493 w 726376"/>
                <a:gd name="connsiteY133" fmla="*/ 26399 h 26416"/>
                <a:gd name="connsiteX134" fmla="*/ 132683 w 726376"/>
                <a:gd name="connsiteY134" fmla="*/ 25542 h 26416"/>
                <a:gd name="connsiteX135" fmla="*/ 129921 w 726376"/>
                <a:gd name="connsiteY135" fmla="*/ 23065 h 26416"/>
                <a:gd name="connsiteX136" fmla="*/ 128111 w 726376"/>
                <a:gd name="connsiteY136" fmla="*/ 19160 h 26416"/>
                <a:gd name="connsiteX137" fmla="*/ 127540 w 726376"/>
                <a:gd name="connsiteY137" fmla="*/ 14112 h 26416"/>
                <a:gd name="connsiteX138" fmla="*/ 128111 w 726376"/>
                <a:gd name="connsiteY138" fmla="*/ 9064 h 26416"/>
                <a:gd name="connsiteX139" fmla="*/ 129826 w 726376"/>
                <a:gd name="connsiteY139" fmla="*/ 5254 h 26416"/>
                <a:gd name="connsiteX140" fmla="*/ 132588 w 726376"/>
                <a:gd name="connsiteY140" fmla="*/ 2777 h 26416"/>
                <a:gd name="connsiteX141" fmla="*/ 136398 w 726376"/>
                <a:gd name="connsiteY141" fmla="*/ 1920 h 26416"/>
                <a:gd name="connsiteX142" fmla="*/ 139637 w 726376"/>
                <a:gd name="connsiteY142" fmla="*/ 2587 h 26416"/>
                <a:gd name="connsiteX143" fmla="*/ 142208 w 726376"/>
                <a:gd name="connsiteY143" fmla="*/ 4396 h 26416"/>
                <a:gd name="connsiteX144" fmla="*/ 143923 w 726376"/>
                <a:gd name="connsiteY144" fmla="*/ 6968 h 26416"/>
                <a:gd name="connsiteX145" fmla="*/ 144589 w 726376"/>
                <a:gd name="connsiteY145" fmla="*/ 10207 h 26416"/>
                <a:gd name="connsiteX146" fmla="*/ 172307 w 726376"/>
                <a:gd name="connsiteY146" fmla="*/ 1158 h 26416"/>
                <a:gd name="connsiteX147" fmla="*/ 172307 w 726376"/>
                <a:gd name="connsiteY147" fmla="*/ 17922 h 26416"/>
                <a:gd name="connsiteX148" fmla="*/ 172307 w 726376"/>
                <a:gd name="connsiteY148" fmla="*/ 20875 h 26416"/>
                <a:gd name="connsiteX149" fmla="*/ 170974 w 726376"/>
                <a:gd name="connsiteY149" fmla="*/ 23161 h 26416"/>
                <a:gd name="connsiteX150" fmla="*/ 168688 w 726376"/>
                <a:gd name="connsiteY150" fmla="*/ 24685 h 26416"/>
                <a:gd name="connsiteX151" fmla="*/ 165449 w 726376"/>
                <a:gd name="connsiteY151" fmla="*/ 25256 h 26416"/>
                <a:gd name="connsiteX152" fmla="*/ 162211 w 726376"/>
                <a:gd name="connsiteY152" fmla="*/ 24685 h 26416"/>
                <a:gd name="connsiteX153" fmla="*/ 159925 w 726376"/>
                <a:gd name="connsiteY153" fmla="*/ 23161 h 26416"/>
                <a:gd name="connsiteX154" fmla="*/ 158591 w 726376"/>
                <a:gd name="connsiteY154" fmla="*/ 20875 h 26416"/>
                <a:gd name="connsiteX155" fmla="*/ 158591 w 726376"/>
                <a:gd name="connsiteY155" fmla="*/ 17922 h 26416"/>
                <a:gd name="connsiteX156" fmla="*/ 158591 w 726376"/>
                <a:gd name="connsiteY156" fmla="*/ 1158 h 26416"/>
                <a:gd name="connsiteX157" fmla="*/ 161925 w 726376"/>
                <a:gd name="connsiteY157" fmla="*/ 1158 h 26416"/>
                <a:gd name="connsiteX158" fmla="*/ 161925 w 726376"/>
                <a:gd name="connsiteY158" fmla="*/ 18493 h 26416"/>
                <a:gd name="connsiteX159" fmla="*/ 162973 w 726376"/>
                <a:gd name="connsiteY159" fmla="*/ 21351 h 26416"/>
                <a:gd name="connsiteX160" fmla="*/ 168688 w 726376"/>
                <a:gd name="connsiteY160" fmla="*/ 21351 h 26416"/>
                <a:gd name="connsiteX161" fmla="*/ 169735 w 726376"/>
                <a:gd name="connsiteY161" fmla="*/ 18493 h 26416"/>
                <a:gd name="connsiteX162" fmla="*/ 169735 w 726376"/>
                <a:gd name="connsiteY162" fmla="*/ 1158 h 26416"/>
                <a:gd name="connsiteX163" fmla="*/ 176689 w 726376"/>
                <a:gd name="connsiteY163" fmla="*/ 24875 h 26416"/>
                <a:gd name="connsiteX164" fmla="*/ 176689 w 726376"/>
                <a:gd name="connsiteY164" fmla="*/ 1158 h 26416"/>
                <a:gd name="connsiteX165" fmla="*/ 180022 w 726376"/>
                <a:gd name="connsiteY165" fmla="*/ 1158 h 26416"/>
                <a:gd name="connsiteX166" fmla="*/ 188500 w 726376"/>
                <a:gd name="connsiteY166" fmla="*/ 18017 h 26416"/>
                <a:gd name="connsiteX167" fmla="*/ 188500 w 726376"/>
                <a:gd name="connsiteY167" fmla="*/ 18017 h 26416"/>
                <a:gd name="connsiteX168" fmla="*/ 188500 w 726376"/>
                <a:gd name="connsiteY168" fmla="*/ 1158 h 26416"/>
                <a:gd name="connsiteX169" fmla="*/ 191643 w 726376"/>
                <a:gd name="connsiteY169" fmla="*/ 1158 h 26416"/>
                <a:gd name="connsiteX170" fmla="*/ 191643 w 726376"/>
                <a:gd name="connsiteY170" fmla="*/ 24875 h 26416"/>
                <a:gd name="connsiteX171" fmla="*/ 188976 w 726376"/>
                <a:gd name="connsiteY171" fmla="*/ 24875 h 26416"/>
                <a:gd name="connsiteX172" fmla="*/ 180308 w 726376"/>
                <a:gd name="connsiteY172" fmla="*/ 7349 h 26416"/>
                <a:gd name="connsiteX173" fmla="*/ 180308 w 726376"/>
                <a:gd name="connsiteY173" fmla="*/ 7349 h 26416"/>
                <a:gd name="connsiteX174" fmla="*/ 180308 w 726376"/>
                <a:gd name="connsiteY174" fmla="*/ 24875 h 26416"/>
                <a:gd name="connsiteX175" fmla="*/ 195739 w 726376"/>
                <a:gd name="connsiteY175" fmla="*/ 24875 h 26416"/>
                <a:gd name="connsiteX176" fmla="*/ 195739 w 726376"/>
                <a:gd name="connsiteY176" fmla="*/ 1158 h 26416"/>
                <a:gd name="connsiteX177" fmla="*/ 199168 w 726376"/>
                <a:gd name="connsiteY177" fmla="*/ 1158 h 26416"/>
                <a:gd name="connsiteX178" fmla="*/ 199168 w 726376"/>
                <a:gd name="connsiteY178" fmla="*/ 24875 h 26416"/>
                <a:gd name="connsiteX179" fmla="*/ 214313 w 726376"/>
                <a:gd name="connsiteY179" fmla="*/ 1158 h 26416"/>
                <a:gd name="connsiteX180" fmla="*/ 217551 w 726376"/>
                <a:gd name="connsiteY180" fmla="*/ 1158 h 26416"/>
                <a:gd name="connsiteX181" fmla="*/ 210884 w 726376"/>
                <a:gd name="connsiteY181" fmla="*/ 24875 h 26416"/>
                <a:gd name="connsiteX182" fmla="*/ 208026 w 726376"/>
                <a:gd name="connsiteY182" fmla="*/ 24875 h 26416"/>
                <a:gd name="connsiteX183" fmla="*/ 201359 w 726376"/>
                <a:gd name="connsiteY183" fmla="*/ 1158 h 26416"/>
                <a:gd name="connsiteX184" fmla="*/ 204502 w 726376"/>
                <a:gd name="connsiteY184" fmla="*/ 1158 h 26416"/>
                <a:gd name="connsiteX185" fmla="*/ 209550 w 726376"/>
                <a:gd name="connsiteY185" fmla="*/ 20208 h 26416"/>
                <a:gd name="connsiteX186" fmla="*/ 209550 w 726376"/>
                <a:gd name="connsiteY186" fmla="*/ 20208 h 26416"/>
                <a:gd name="connsiteX187" fmla="*/ 214598 w 726376"/>
                <a:gd name="connsiteY187" fmla="*/ 1158 h 26416"/>
                <a:gd name="connsiteX188" fmla="*/ 219742 w 726376"/>
                <a:gd name="connsiteY188" fmla="*/ 24875 h 26416"/>
                <a:gd name="connsiteX189" fmla="*/ 219742 w 726376"/>
                <a:gd name="connsiteY189" fmla="*/ 1158 h 26416"/>
                <a:gd name="connsiteX190" fmla="*/ 231648 w 726376"/>
                <a:gd name="connsiteY190" fmla="*/ 1158 h 26416"/>
                <a:gd name="connsiteX191" fmla="*/ 231648 w 726376"/>
                <a:gd name="connsiteY191" fmla="*/ 4111 h 26416"/>
                <a:gd name="connsiteX192" fmla="*/ 223075 w 726376"/>
                <a:gd name="connsiteY192" fmla="*/ 4111 h 26416"/>
                <a:gd name="connsiteX193" fmla="*/ 223075 w 726376"/>
                <a:gd name="connsiteY193" fmla="*/ 10969 h 26416"/>
                <a:gd name="connsiteX194" fmla="*/ 231648 w 726376"/>
                <a:gd name="connsiteY194" fmla="*/ 10969 h 26416"/>
                <a:gd name="connsiteX195" fmla="*/ 231648 w 726376"/>
                <a:gd name="connsiteY195" fmla="*/ 14017 h 26416"/>
                <a:gd name="connsiteX196" fmla="*/ 223075 w 726376"/>
                <a:gd name="connsiteY196" fmla="*/ 14017 h 26416"/>
                <a:gd name="connsiteX197" fmla="*/ 223075 w 726376"/>
                <a:gd name="connsiteY197" fmla="*/ 21827 h 26416"/>
                <a:gd name="connsiteX198" fmla="*/ 231648 w 726376"/>
                <a:gd name="connsiteY198" fmla="*/ 21827 h 26416"/>
                <a:gd name="connsiteX199" fmla="*/ 231648 w 726376"/>
                <a:gd name="connsiteY199" fmla="*/ 24875 h 26416"/>
                <a:gd name="connsiteX200" fmla="*/ 236125 w 726376"/>
                <a:gd name="connsiteY200" fmla="*/ 24875 h 26416"/>
                <a:gd name="connsiteX201" fmla="*/ 236125 w 726376"/>
                <a:gd name="connsiteY201" fmla="*/ 1158 h 26416"/>
                <a:gd name="connsiteX202" fmla="*/ 242792 w 726376"/>
                <a:gd name="connsiteY202" fmla="*/ 1158 h 26416"/>
                <a:gd name="connsiteX203" fmla="*/ 245650 w 726376"/>
                <a:gd name="connsiteY203" fmla="*/ 1158 h 26416"/>
                <a:gd name="connsiteX204" fmla="*/ 248126 w 726376"/>
                <a:gd name="connsiteY204" fmla="*/ 2491 h 26416"/>
                <a:gd name="connsiteX205" fmla="*/ 249841 w 726376"/>
                <a:gd name="connsiteY205" fmla="*/ 4682 h 26416"/>
                <a:gd name="connsiteX206" fmla="*/ 250508 w 726376"/>
                <a:gd name="connsiteY206" fmla="*/ 7730 h 26416"/>
                <a:gd name="connsiteX207" fmla="*/ 250508 w 726376"/>
                <a:gd name="connsiteY207" fmla="*/ 10397 h 26416"/>
                <a:gd name="connsiteX208" fmla="*/ 249555 w 726376"/>
                <a:gd name="connsiteY208" fmla="*/ 12588 h 26416"/>
                <a:gd name="connsiteX209" fmla="*/ 247840 w 726376"/>
                <a:gd name="connsiteY209" fmla="*/ 14112 h 26416"/>
                <a:gd name="connsiteX210" fmla="*/ 245364 w 726376"/>
                <a:gd name="connsiteY210" fmla="*/ 14874 h 26416"/>
                <a:gd name="connsiteX211" fmla="*/ 252127 w 726376"/>
                <a:gd name="connsiteY211" fmla="*/ 24399 h 26416"/>
                <a:gd name="connsiteX212" fmla="*/ 248126 w 726376"/>
                <a:gd name="connsiteY212" fmla="*/ 24399 h 26416"/>
                <a:gd name="connsiteX213" fmla="*/ 240030 w 726376"/>
                <a:gd name="connsiteY213" fmla="*/ 12302 h 26416"/>
                <a:gd name="connsiteX214" fmla="*/ 242602 w 726376"/>
                <a:gd name="connsiteY214" fmla="*/ 12302 h 26416"/>
                <a:gd name="connsiteX215" fmla="*/ 244507 w 726376"/>
                <a:gd name="connsiteY215" fmla="*/ 12302 h 26416"/>
                <a:gd name="connsiteX216" fmla="*/ 246031 w 726376"/>
                <a:gd name="connsiteY216" fmla="*/ 11540 h 26416"/>
                <a:gd name="connsiteX217" fmla="*/ 247079 w 726376"/>
                <a:gd name="connsiteY217" fmla="*/ 10302 h 26416"/>
                <a:gd name="connsiteX218" fmla="*/ 247079 w 726376"/>
                <a:gd name="connsiteY218" fmla="*/ 8492 h 26416"/>
                <a:gd name="connsiteX219" fmla="*/ 245840 w 726376"/>
                <a:gd name="connsiteY219" fmla="*/ 5158 h 26416"/>
                <a:gd name="connsiteX220" fmla="*/ 242411 w 726376"/>
                <a:gd name="connsiteY220" fmla="*/ 3920 h 26416"/>
                <a:gd name="connsiteX221" fmla="*/ 239363 w 726376"/>
                <a:gd name="connsiteY221" fmla="*/ 3920 h 26416"/>
                <a:gd name="connsiteX222" fmla="*/ 239363 w 726376"/>
                <a:gd name="connsiteY222" fmla="*/ 24685 h 26416"/>
                <a:gd name="connsiteX223" fmla="*/ 256222 w 726376"/>
                <a:gd name="connsiteY223" fmla="*/ 17541 h 26416"/>
                <a:gd name="connsiteX224" fmla="*/ 256222 w 726376"/>
                <a:gd name="connsiteY224" fmla="*/ 19446 h 26416"/>
                <a:gd name="connsiteX225" fmla="*/ 256889 w 726376"/>
                <a:gd name="connsiteY225" fmla="*/ 21065 h 26416"/>
                <a:gd name="connsiteX226" fmla="*/ 258127 w 726376"/>
                <a:gd name="connsiteY226" fmla="*/ 22113 h 26416"/>
                <a:gd name="connsiteX227" fmla="*/ 260033 w 726376"/>
                <a:gd name="connsiteY227" fmla="*/ 22113 h 26416"/>
                <a:gd name="connsiteX228" fmla="*/ 263080 w 726376"/>
                <a:gd name="connsiteY228" fmla="*/ 21065 h 26416"/>
                <a:gd name="connsiteX229" fmla="*/ 264128 w 726376"/>
                <a:gd name="connsiteY229" fmla="*/ 18112 h 26416"/>
                <a:gd name="connsiteX230" fmla="*/ 264128 w 726376"/>
                <a:gd name="connsiteY230" fmla="*/ 16303 h 26416"/>
                <a:gd name="connsiteX231" fmla="*/ 262890 w 726376"/>
                <a:gd name="connsiteY231" fmla="*/ 15064 h 26416"/>
                <a:gd name="connsiteX232" fmla="*/ 261080 w 726376"/>
                <a:gd name="connsiteY232" fmla="*/ 14207 h 26416"/>
                <a:gd name="connsiteX233" fmla="*/ 259080 w 726376"/>
                <a:gd name="connsiteY233" fmla="*/ 13445 h 26416"/>
                <a:gd name="connsiteX234" fmla="*/ 256984 w 726376"/>
                <a:gd name="connsiteY234" fmla="*/ 12588 h 26416"/>
                <a:gd name="connsiteX235" fmla="*/ 255270 w 726376"/>
                <a:gd name="connsiteY235" fmla="*/ 11350 h 26416"/>
                <a:gd name="connsiteX236" fmla="*/ 254032 w 726376"/>
                <a:gd name="connsiteY236" fmla="*/ 9540 h 26416"/>
                <a:gd name="connsiteX237" fmla="*/ 253555 w 726376"/>
                <a:gd name="connsiteY237" fmla="*/ 6873 h 26416"/>
                <a:gd name="connsiteX238" fmla="*/ 254032 w 726376"/>
                <a:gd name="connsiteY238" fmla="*/ 4206 h 26416"/>
                <a:gd name="connsiteX239" fmla="*/ 255460 w 726376"/>
                <a:gd name="connsiteY239" fmla="*/ 2206 h 26416"/>
                <a:gd name="connsiteX240" fmla="*/ 257651 w 726376"/>
                <a:gd name="connsiteY240" fmla="*/ 872 h 26416"/>
                <a:gd name="connsiteX241" fmla="*/ 260318 w 726376"/>
                <a:gd name="connsiteY241" fmla="*/ 396 h 26416"/>
                <a:gd name="connsiteX242" fmla="*/ 265462 w 726376"/>
                <a:gd name="connsiteY242" fmla="*/ 2206 h 26416"/>
                <a:gd name="connsiteX243" fmla="*/ 267462 w 726376"/>
                <a:gd name="connsiteY243" fmla="*/ 7254 h 26416"/>
                <a:gd name="connsiteX244" fmla="*/ 264128 w 726376"/>
                <a:gd name="connsiteY244" fmla="*/ 7254 h 26416"/>
                <a:gd name="connsiteX245" fmla="*/ 264128 w 726376"/>
                <a:gd name="connsiteY245" fmla="*/ 5635 h 26416"/>
                <a:gd name="connsiteX246" fmla="*/ 263462 w 726376"/>
                <a:gd name="connsiteY246" fmla="*/ 4396 h 26416"/>
                <a:gd name="connsiteX247" fmla="*/ 262318 w 726376"/>
                <a:gd name="connsiteY247" fmla="*/ 3444 h 26416"/>
                <a:gd name="connsiteX248" fmla="*/ 260699 w 726376"/>
                <a:gd name="connsiteY248" fmla="*/ 3444 h 26416"/>
                <a:gd name="connsiteX249" fmla="*/ 258127 w 726376"/>
                <a:gd name="connsiteY249" fmla="*/ 4396 h 26416"/>
                <a:gd name="connsiteX250" fmla="*/ 257175 w 726376"/>
                <a:gd name="connsiteY250" fmla="*/ 6968 h 26416"/>
                <a:gd name="connsiteX251" fmla="*/ 258032 w 726376"/>
                <a:gd name="connsiteY251" fmla="*/ 9159 h 26416"/>
                <a:gd name="connsiteX252" fmla="*/ 260033 w 726376"/>
                <a:gd name="connsiteY252" fmla="*/ 10397 h 26416"/>
                <a:gd name="connsiteX253" fmla="*/ 262700 w 726376"/>
                <a:gd name="connsiteY253" fmla="*/ 11350 h 26416"/>
                <a:gd name="connsiteX254" fmla="*/ 265367 w 726376"/>
                <a:gd name="connsiteY254" fmla="*/ 12493 h 26416"/>
                <a:gd name="connsiteX255" fmla="*/ 267367 w 726376"/>
                <a:gd name="connsiteY255" fmla="*/ 14588 h 26416"/>
                <a:gd name="connsiteX256" fmla="*/ 268224 w 726376"/>
                <a:gd name="connsiteY256" fmla="*/ 18208 h 26416"/>
                <a:gd name="connsiteX257" fmla="*/ 267652 w 726376"/>
                <a:gd name="connsiteY257" fmla="*/ 21256 h 26416"/>
                <a:gd name="connsiteX258" fmla="*/ 266033 w 726376"/>
                <a:gd name="connsiteY258" fmla="*/ 23351 h 26416"/>
                <a:gd name="connsiteX259" fmla="*/ 263747 w 726376"/>
                <a:gd name="connsiteY259" fmla="*/ 24685 h 26416"/>
                <a:gd name="connsiteX260" fmla="*/ 260985 w 726376"/>
                <a:gd name="connsiteY260" fmla="*/ 24685 h 26416"/>
                <a:gd name="connsiteX261" fmla="*/ 257556 w 726376"/>
                <a:gd name="connsiteY261" fmla="*/ 24113 h 26416"/>
                <a:gd name="connsiteX262" fmla="*/ 255270 w 726376"/>
                <a:gd name="connsiteY262" fmla="*/ 22589 h 26416"/>
                <a:gd name="connsiteX263" fmla="*/ 253841 w 726376"/>
                <a:gd name="connsiteY263" fmla="*/ 20113 h 26416"/>
                <a:gd name="connsiteX264" fmla="*/ 253841 w 726376"/>
                <a:gd name="connsiteY264" fmla="*/ 16969 h 26416"/>
                <a:gd name="connsiteX265" fmla="*/ 270415 w 726376"/>
                <a:gd name="connsiteY265" fmla="*/ 24875 h 26416"/>
                <a:gd name="connsiteX266" fmla="*/ 270415 w 726376"/>
                <a:gd name="connsiteY266" fmla="*/ 1158 h 26416"/>
                <a:gd name="connsiteX267" fmla="*/ 273748 w 726376"/>
                <a:gd name="connsiteY267" fmla="*/ 1158 h 26416"/>
                <a:gd name="connsiteX268" fmla="*/ 273748 w 726376"/>
                <a:gd name="connsiteY268" fmla="*/ 24875 h 26416"/>
                <a:gd name="connsiteX269" fmla="*/ 289465 w 726376"/>
                <a:gd name="connsiteY269" fmla="*/ 1158 h 26416"/>
                <a:gd name="connsiteX270" fmla="*/ 289465 w 726376"/>
                <a:gd name="connsiteY270" fmla="*/ 4111 h 26416"/>
                <a:gd name="connsiteX271" fmla="*/ 284321 w 726376"/>
                <a:gd name="connsiteY271" fmla="*/ 4111 h 26416"/>
                <a:gd name="connsiteX272" fmla="*/ 284321 w 726376"/>
                <a:gd name="connsiteY272" fmla="*/ 24875 h 26416"/>
                <a:gd name="connsiteX273" fmla="*/ 280988 w 726376"/>
                <a:gd name="connsiteY273" fmla="*/ 24875 h 26416"/>
                <a:gd name="connsiteX274" fmla="*/ 280988 w 726376"/>
                <a:gd name="connsiteY274" fmla="*/ 4111 h 26416"/>
                <a:gd name="connsiteX275" fmla="*/ 275939 w 726376"/>
                <a:gd name="connsiteY275" fmla="*/ 4111 h 26416"/>
                <a:gd name="connsiteX276" fmla="*/ 275939 w 726376"/>
                <a:gd name="connsiteY276" fmla="*/ 1158 h 26416"/>
                <a:gd name="connsiteX277" fmla="*/ 302800 w 726376"/>
                <a:gd name="connsiteY277" fmla="*/ 1158 h 26416"/>
                <a:gd name="connsiteX278" fmla="*/ 306324 w 726376"/>
                <a:gd name="connsiteY278" fmla="*/ 1158 h 26416"/>
                <a:gd name="connsiteX279" fmla="*/ 299847 w 726376"/>
                <a:gd name="connsiteY279" fmla="*/ 15255 h 26416"/>
                <a:gd name="connsiteX280" fmla="*/ 299847 w 726376"/>
                <a:gd name="connsiteY280" fmla="*/ 24780 h 26416"/>
                <a:gd name="connsiteX281" fmla="*/ 296513 w 726376"/>
                <a:gd name="connsiteY281" fmla="*/ 24780 h 26416"/>
                <a:gd name="connsiteX282" fmla="*/ 296513 w 726376"/>
                <a:gd name="connsiteY282" fmla="*/ 15255 h 26416"/>
                <a:gd name="connsiteX283" fmla="*/ 289941 w 726376"/>
                <a:gd name="connsiteY283" fmla="*/ 1158 h 26416"/>
                <a:gd name="connsiteX284" fmla="*/ 293751 w 726376"/>
                <a:gd name="connsiteY284" fmla="*/ 1158 h 26416"/>
                <a:gd name="connsiteX285" fmla="*/ 298418 w 726376"/>
                <a:gd name="connsiteY285" fmla="*/ 11635 h 26416"/>
                <a:gd name="connsiteX286" fmla="*/ 303086 w 726376"/>
                <a:gd name="connsiteY286" fmla="*/ 1158 h 26416"/>
                <a:gd name="connsiteX287" fmla="*/ 325469 w 726376"/>
                <a:gd name="connsiteY287" fmla="*/ 3539 h 26416"/>
                <a:gd name="connsiteX288" fmla="*/ 322993 w 726376"/>
                <a:gd name="connsiteY288" fmla="*/ 4301 h 26416"/>
                <a:gd name="connsiteX289" fmla="*/ 321278 w 726376"/>
                <a:gd name="connsiteY289" fmla="*/ 6301 h 26416"/>
                <a:gd name="connsiteX290" fmla="*/ 320326 w 726376"/>
                <a:gd name="connsiteY290" fmla="*/ 9349 h 26416"/>
                <a:gd name="connsiteX291" fmla="*/ 320326 w 726376"/>
                <a:gd name="connsiteY291" fmla="*/ 12969 h 26416"/>
                <a:gd name="connsiteX292" fmla="*/ 320326 w 726376"/>
                <a:gd name="connsiteY292" fmla="*/ 16684 h 26416"/>
                <a:gd name="connsiteX293" fmla="*/ 321278 w 726376"/>
                <a:gd name="connsiteY293" fmla="*/ 19732 h 26416"/>
                <a:gd name="connsiteX294" fmla="*/ 322993 w 726376"/>
                <a:gd name="connsiteY294" fmla="*/ 21732 h 26416"/>
                <a:gd name="connsiteX295" fmla="*/ 325469 w 726376"/>
                <a:gd name="connsiteY295" fmla="*/ 22494 h 26416"/>
                <a:gd name="connsiteX296" fmla="*/ 327946 w 726376"/>
                <a:gd name="connsiteY296" fmla="*/ 21732 h 26416"/>
                <a:gd name="connsiteX297" fmla="*/ 329660 w 726376"/>
                <a:gd name="connsiteY297" fmla="*/ 19732 h 26416"/>
                <a:gd name="connsiteX298" fmla="*/ 330613 w 726376"/>
                <a:gd name="connsiteY298" fmla="*/ 16684 h 26416"/>
                <a:gd name="connsiteX299" fmla="*/ 330613 w 726376"/>
                <a:gd name="connsiteY299" fmla="*/ 12969 h 26416"/>
                <a:gd name="connsiteX300" fmla="*/ 330613 w 726376"/>
                <a:gd name="connsiteY300" fmla="*/ 9349 h 26416"/>
                <a:gd name="connsiteX301" fmla="*/ 329660 w 726376"/>
                <a:gd name="connsiteY301" fmla="*/ 6301 h 26416"/>
                <a:gd name="connsiteX302" fmla="*/ 327946 w 726376"/>
                <a:gd name="connsiteY302" fmla="*/ 4301 h 26416"/>
                <a:gd name="connsiteX303" fmla="*/ 325469 w 726376"/>
                <a:gd name="connsiteY303" fmla="*/ 3539 h 26416"/>
                <a:gd name="connsiteX304" fmla="*/ 325469 w 726376"/>
                <a:gd name="connsiteY304" fmla="*/ 777 h 26416"/>
                <a:gd name="connsiteX305" fmla="*/ 329184 w 726376"/>
                <a:gd name="connsiteY305" fmla="*/ 1634 h 26416"/>
                <a:gd name="connsiteX306" fmla="*/ 331946 w 726376"/>
                <a:gd name="connsiteY306" fmla="*/ 4111 h 26416"/>
                <a:gd name="connsiteX307" fmla="*/ 333661 w 726376"/>
                <a:gd name="connsiteY307" fmla="*/ 7921 h 26416"/>
                <a:gd name="connsiteX308" fmla="*/ 334232 w 726376"/>
                <a:gd name="connsiteY308" fmla="*/ 12969 h 26416"/>
                <a:gd name="connsiteX309" fmla="*/ 333661 w 726376"/>
                <a:gd name="connsiteY309" fmla="*/ 18017 h 26416"/>
                <a:gd name="connsiteX310" fmla="*/ 331946 w 726376"/>
                <a:gd name="connsiteY310" fmla="*/ 21922 h 26416"/>
                <a:gd name="connsiteX311" fmla="*/ 329184 w 726376"/>
                <a:gd name="connsiteY311" fmla="*/ 24399 h 26416"/>
                <a:gd name="connsiteX312" fmla="*/ 325469 w 726376"/>
                <a:gd name="connsiteY312" fmla="*/ 25256 h 26416"/>
                <a:gd name="connsiteX313" fmla="*/ 321755 w 726376"/>
                <a:gd name="connsiteY313" fmla="*/ 24399 h 26416"/>
                <a:gd name="connsiteX314" fmla="*/ 318897 w 726376"/>
                <a:gd name="connsiteY314" fmla="*/ 21922 h 26416"/>
                <a:gd name="connsiteX315" fmla="*/ 317182 w 726376"/>
                <a:gd name="connsiteY315" fmla="*/ 18017 h 26416"/>
                <a:gd name="connsiteX316" fmla="*/ 316611 w 726376"/>
                <a:gd name="connsiteY316" fmla="*/ 12969 h 26416"/>
                <a:gd name="connsiteX317" fmla="*/ 317182 w 726376"/>
                <a:gd name="connsiteY317" fmla="*/ 7921 h 26416"/>
                <a:gd name="connsiteX318" fmla="*/ 318897 w 726376"/>
                <a:gd name="connsiteY318" fmla="*/ 4111 h 26416"/>
                <a:gd name="connsiteX319" fmla="*/ 321755 w 726376"/>
                <a:gd name="connsiteY319" fmla="*/ 1634 h 26416"/>
                <a:gd name="connsiteX320" fmla="*/ 325469 w 726376"/>
                <a:gd name="connsiteY320" fmla="*/ 777 h 26416"/>
                <a:gd name="connsiteX321" fmla="*/ 348996 w 726376"/>
                <a:gd name="connsiteY321" fmla="*/ 777 h 26416"/>
                <a:gd name="connsiteX322" fmla="*/ 348996 w 726376"/>
                <a:gd name="connsiteY322" fmla="*/ 3730 h 26416"/>
                <a:gd name="connsiteX323" fmla="*/ 341376 w 726376"/>
                <a:gd name="connsiteY323" fmla="*/ 3730 h 26416"/>
                <a:gd name="connsiteX324" fmla="*/ 341376 w 726376"/>
                <a:gd name="connsiteY324" fmla="*/ 10588 h 26416"/>
                <a:gd name="connsiteX325" fmla="*/ 349282 w 726376"/>
                <a:gd name="connsiteY325" fmla="*/ 10588 h 26416"/>
                <a:gd name="connsiteX326" fmla="*/ 349282 w 726376"/>
                <a:gd name="connsiteY326" fmla="*/ 13636 h 26416"/>
                <a:gd name="connsiteX327" fmla="*/ 341376 w 726376"/>
                <a:gd name="connsiteY327" fmla="*/ 13636 h 26416"/>
                <a:gd name="connsiteX328" fmla="*/ 341376 w 726376"/>
                <a:gd name="connsiteY328" fmla="*/ 24494 h 26416"/>
                <a:gd name="connsiteX329" fmla="*/ 338042 w 726376"/>
                <a:gd name="connsiteY329" fmla="*/ 24494 h 26416"/>
                <a:gd name="connsiteX330" fmla="*/ 338042 w 726376"/>
                <a:gd name="connsiteY330" fmla="*/ 777 h 26416"/>
                <a:gd name="connsiteX331" fmla="*/ 363283 w 726376"/>
                <a:gd name="connsiteY331" fmla="*/ 17160 h 26416"/>
                <a:gd name="connsiteX332" fmla="*/ 363283 w 726376"/>
                <a:gd name="connsiteY332" fmla="*/ 19065 h 26416"/>
                <a:gd name="connsiteX333" fmla="*/ 363950 w 726376"/>
                <a:gd name="connsiteY333" fmla="*/ 20684 h 26416"/>
                <a:gd name="connsiteX334" fmla="*/ 365188 w 726376"/>
                <a:gd name="connsiteY334" fmla="*/ 21732 h 26416"/>
                <a:gd name="connsiteX335" fmla="*/ 367094 w 726376"/>
                <a:gd name="connsiteY335" fmla="*/ 21732 h 26416"/>
                <a:gd name="connsiteX336" fmla="*/ 370141 w 726376"/>
                <a:gd name="connsiteY336" fmla="*/ 20684 h 26416"/>
                <a:gd name="connsiteX337" fmla="*/ 371189 w 726376"/>
                <a:gd name="connsiteY337" fmla="*/ 17731 h 26416"/>
                <a:gd name="connsiteX338" fmla="*/ 370713 w 726376"/>
                <a:gd name="connsiteY338" fmla="*/ 15922 h 26416"/>
                <a:gd name="connsiteX339" fmla="*/ 369380 w 726376"/>
                <a:gd name="connsiteY339" fmla="*/ 14683 h 26416"/>
                <a:gd name="connsiteX340" fmla="*/ 367665 w 726376"/>
                <a:gd name="connsiteY340" fmla="*/ 13826 h 26416"/>
                <a:gd name="connsiteX341" fmla="*/ 365665 w 726376"/>
                <a:gd name="connsiteY341" fmla="*/ 13064 h 26416"/>
                <a:gd name="connsiteX342" fmla="*/ 363569 w 726376"/>
                <a:gd name="connsiteY342" fmla="*/ 12207 h 26416"/>
                <a:gd name="connsiteX343" fmla="*/ 361855 w 726376"/>
                <a:gd name="connsiteY343" fmla="*/ 10969 h 26416"/>
                <a:gd name="connsiteX344" fmla="*/ 360616 w 726376"/>
                <a:gd name="connsiteY344" fmla="*/ 9159 h 26416"/>
                <a:gd name="connsiteX345" fmla="*/ 360140 w 726376"/>
                <a:gd name="connsiteY345" fmla="*/ 6492 h 26416"/>
                <a:gd name="connsiteX346" fmla="*/ 360616 w 726376"/>
                <a:gd name="connsiteY346" fmla="*/ 3825 h 26416"/>
                <a:gd name="connsiteX347" fmla="*/ 362045 w 726376"/>
                <a:gd name="connsiteY347" fmla="*/ 1825 h 26416"/>
                <a:gd name="connsiteX348" fmla="*/ 364236 w 726376"/>
                <a:gd name="connsiteY348" fmla="*/ 491 h 26416"/>
                <a:gd name="connsiteX349" fmla="*/ 366903 w 726376"/>
                <a:gd name="connsiteY349" fmla="*/ 15 h 26416"/>
                <a:gd name="connsiteX350" fmla="*/ 372046 w 726376"/>
                <a:gd name="connsiteY350" fmla="*/ 1825 h 26416"/>
                <a:gd name="connsiteX351" fmla="*/ 374047 w 726376"/>
                <a:gd name="connsiteY351" fmla="*/ 6873 h 26416"/>
                <a:gd name="connsiteX352" fmla="*/ 370713 w 726376"/>
                <a:gd name="connsiteY352" fmla="*/ 6873 h 26416"/>
                <a:gd name="connsiteX353" fmla="*/ 370713 w 726376"/>
                <a:gd name="connsiteY353" fmla="*/ 5254 h 26416"/>
                <a:gd name="connsiteX354" fmla="*/ 370046 w 726376"/>
                <a:gd name="connsiteY354" fmla="*/ 4015 h 26416"/>
                <a:gd name="connsiteX355" fmla="*/ 368903 w 726376"/>
                <a:gd name="connsiteY355" fmla="*/ 3063 h 26416"/>
                <a:gd name="connsiteX356" fmla="*/ 367284 w 726376"/>
                <a:gd name="connsiteY356" fmla="*/ 3063 h 26416"/>
                <a:gd name="connsiteX357" fmla="*/ 363760 w 726376"/>
                <a:gd name="connsiteY357" fmla="*/ 5987 h 26416"/>
                <a:gd name="connsiteX358" fmla="*/ 363760 w 726376"/>
                <a:gd name="connsiteY358" fmla="*/ 6587 h 26416"/>
                <a:gd name="connsiteX359" fmla="*/ 364617 w 726376"/>
                <a:gd name="connsiteY359" fmla="*/ 8778 h 26416"/>
                <a:gd name="connsiteX360" fmla="*/ 366617 w 726376"/>
                <a:gd name="connsiteY360" fmla="*/ 10016 h 26416"/>
                <a:gd name="connsiteX361" fmla="*/ 369284 w 726376"/>
                <a:gd name="connsiteY361" fmla="*/ 10969 h 26416"/>
                <a:gd name="connsiteX362" fmla="*/ 371951 w 726376"/>
                <a:gd name="connsiteY362" fmla="*/ 12112 h 26416"/>
                <a:gd name="connsiteX363" fmla="*/ 373952 w 726376"/>
                <a:gd name="connsiteY363" fmla="*/ 14207 h 26416"/>
                <a:gd name="connsiteX364" fmla="*/ 374809 w 726376"/>
                <a:gd name="connsiteY364" fmla="*/ 17827 h 26416"/>
                <a:gd name="connsiteX365" fmla="*/ 374237 w 726376"/>
                <a:gd name="connsiteY365" fmla="*/ 20875 h 26416"/>
                <a:gd name="connsiteX366" fmla="*/ 372618 w 726376"/>
                <a:gd name="connsiteY366" fmla="*/ 22970 h 26416"/>
                <a:gd name="connsiteX367" fmla="*/ 370332 w 726376"/>
                <a:gd name="connsiteY367" fmla="*/ 24304 h 26416"/>
                <a:gd name="connsiteX368" fmla="*/ 367570 w 726376"/>
                <a:gd name="connsiteY368" fmla="*/ 24304 h 26416"/>
                <a:gd name="connsiteX369" fmla="*/ 364141 w 726376"/>
                <a:gd name="connsiteY369" fmla="*/ 23732 h 26416"/>
                <a:gd name="connsiteX370" fmla="*/ 361855 w 726376"/>
                <a:gd name="connsiteY370" fmla="*/ 22208 h 26416"/>
                <a:gd name="connsiteX371" fmla="*/ 360426 w 726376"/>
                <a:gd name="connsiteY371" fmla="*/ 19732 h 26416"/>
                <a:gd name="connsiteX372" fmla="*/ 359950 w 726376"/>
                <a:gd name="connsiteY372" fmla="*/ 16588 h 26416"/>
                <a:gd name="connsiteX373" fmla="*/ 389572 w 726376"/>
                <a:gd name="connsiteY373" fmla="*/ 9826 h 26416"/>
                <a:gd name="connsiteX374" fmla="*/ 389096 w 726376"/>
                <a:gd name="connsiteY374" fmla="*/ 7444 h 26416"/>
                <a:gd name="connsiteX375" fmla="*/ 388334 w 726376"/>
                <a:gd name="connsiteY375" fmla="*/ 5254 h 26416"/>
                <a:gd name="connsiteX376" fmla="*/ 386905 w 726376"/>
                <a:gd name="connsiteY376" fmla="*/ 3730 h 26416"/>
                <a:gd name="connsiteX377" fmla="*/ 384810 w 726376"/>
                <a:gd name="connsiteY377" fmla="*/ 3158 h 26416"/>
                <a:gd name="connsiteX378" fmla="*/ 382810 w 726376"/>
                <a:gd name="connsiteY378" fmla="*/ 3825 h 26416"/>
                <a:gd name="connsiteX379" fmla="*/ 381286 w 726376"/>
                <a:gd name="connsiteY379" fmla="*/ 5730 h 26416"/>
                <a:gd name="connsiteX380" fmla="*/ 380333 w 726376"/>
                <a:gd name="connsiteY380" fmla="*/ 8683 h 26416"/>
                <a:gd name="connsiteX381" fmla="*/ 380333 w 726376"/>
                <a:gd name="connsiteY381" fmla="*/ 12588 h 26416"/>
                <a:gd name="connsiteX382" fmla="*/ 380333 w 726376"/>
                <a:gd name="connsiteY382" fmla="*/ 16493 h 26416"/>
                <a:gd name="connsiteX383" fmla="*/ 381286 w 726376"/>
                <a:gd name="connsiteY383" fmla="*/ 19541 h 26416"/>
                <a:gd name="connsiteX384" fmla="*/ 382810 w 726376"/>
                <a:gd name="connsiteY384" fmla="*/ 21446 h 26416"/>
                <a:gd name="connsiteX385" fmla="*/ 384810 w 726376"/>
                <a:gd name="connsiteY385" fmla="*/ 22113 h 26416"/>
                <a:gd name="connsiteX386" fmla="*/ 388525 w 726376"/>
                <a:gd name="connsiteY386" fmla="*/ 20113 h 26416"/>
                <a:gd name="connsiteX387" fmla="*/ 389191 w 726376"/>
                <a:gd name="connsiteY387" fmla="*/ 17922 h 26416"/>
                <a:gd name="connsiteX388" fmla="*/ 389191 w 726376"/>
                <a:gd name="connsiteY388" fmla="*/ 15541 h 26416"/>
                <a:gd name="connsiteX389" fmla="*/ 392335 w 726376"/>
                <a:gd name="connsiteY389" fmla="*/ 15541 h 26416"/>
                <a:gd name="connsiteX390" fmla="*/ 392335 w 726376"/>
                <a:gd name="connsiteY390" fmla="*/ 19255 h 26416"/>
                <a:gd name="connsiteX391" fmla="*/ 390906 w 726376"/>
                <a:gd name="connsiteY391" fmla="*/ 22208 h 26416"/>
                <a:gd name="connsiteX392" fmla="*/ 388525 w 726376"/>
                <a:gd name="connsiteY392" fmla="*/ 24208 h 26416"/>
                <a:gd name="connsiteX393" fmla="*/ 384905 w 726376"/>
                <a:gd name="connsiteY393" fmla="*/ 24875 h 26416"/>
                <a:gd name="connsiteX394" fmla="*/ 381762 w 726376"/>
                <a:gd name="connsiteY394" fmla="*/ 24113 h 26416"/>
                <a:gd name="connsiteX395" fmla="*/ 379190 w 726376"/>
                <a:gd name="connsiteY395" fmla="*/ 21827 h 26416"/>
                <a:gd name="connsiteX396" fmla="*/ 377380 w 726376"/>
                <a:gd name="connsiteY396" fmla="*/ 18017 h 26416"/>
                <a:gd name="connsiteX397" fmla="*/ 376809 w 726376"/>
                <a:gd name="connsiteY397" fmla="*/ 12588 h 26416"/>
                <a:gd name="connsiteX398" fmla="*/ 377380 w 726376"/>
                <a:gd name="connsiteY398" fmla="*/ 7159 h 26416"/>
                <a:gd name="connsiteX399" fmla="*/ 379190 w 726376"/>
                <a:gd name="connsiteY399" fmla="*/ 3349 h 26416"/>
                <a:gd name="connsiteX400" fmla="*/ 381762 w 726376"/>
                <a:gd name="connsiteY400" fmla="*/ 1063 h 26416"/>
                <a:gd name="connsiteX401" fmla="*/ 384905 w 726376"/>
                <a:gd name="connsiteY401" fmla="*/ 396 h 26416"/>
                <a:gd name="connsiteX402" fmla="*/ 388430 w 726376"/>
                <a:gd name="connsiteY402" fmla="*/ 1063 h 26416"/>
                <a:gd name="connsiteX403" fmla="*/ 390811 w 726376"/>
                <a:gd name="connsiteY403" fmla="*/ 3158 h 26416"/>
                <a:gd name="connsiteX404" fmla="*/ 392144 w 726376"/>
                <a:gd name="connsiteY404" fmla="*/ 6111 h 26416"/>
                <a:gd name="connsiteX405" fmla="*/ 392811 w 726376"/>
                <a:gd name="connsiteY405" fmla="*/ 9826 h 26416"/>
                <a:gd name="connsiteX406" fmla="*/ 395669 w 726376"/>
                <a:gd name="connsiteY406" fmla="*/ 24494 h 26416"/>
                <a:gd name="connsiteX407" fmla="*/ 395669 w 726376"/>
                <a:gd name="connsiteY407" fmla="*/ 777 h 26416"/>
                <a:gd name="connsiteX408" fmla="*/ 399002 w 726376"/>
                <a:gd name="connsiteY408" fmla="*/ 777 h 26416"/>
                <a:gd name="connsiteX409" fmla="*/ 399002 w 726376"/>
                <a:gd name="connsiteY409" fmla="*/ 24494 h 26416"/>
                <a:gd name="connsiteX410" fmla="*/ 403288 w 726376"/>
                <a:gd name="connsiteY410" fmla="*/ 24494 h 26416"/>
                <a:gd name="connsiteX411" fmla="*/ 403288 w 726376"/>
                <a:gd name="connsiteY411" fmla="*/ 777 h 26416"/>
                <a:gd name="connsiteX412" fmla="*/ 415195 w 726376"/>
                <a:gd name="connsiteY412" fmla="*/ 777 h 26416"/>
                <a:gd name="connsiteX413" fmla="*/ 415195 w 726376"/>
                <a:gd name="connsiteY413" fmla="*/ 3730 h 26416"/>
                <a:gd name="connsiteX414" fmla="*/ 406622 w 726376"/>
                <a:gd name="connsiteY414" fmla="*/ 3730 h 26416"/>
                <a:gd name="connsiteX415" fmla="*/ 406622 w 726376"/>
                <a:gd name="connsiteY415" fmla="*/ 10588 h 26416"/>
                <a:gd name="connsiteX416" fmla="*/ 415195 w 726376"/>
                <a:gd name="connsiteY416" fmla="*/ 10588 h 26416"/>
                <a:gd name="connsiteX417" fmla="*/ 415195 w 726376"/>
                <a:gd name="connsiteY417" fmla="*/ 13636 h 26416"/>
                <a:gd name="connsiteX418" fmla="*/ 406622 w 726376"/>
                <a:gd name="connsiteY418" fmla="*/ 13636 h 26416"/>
                <a:gd name="connsiteX419" fmla="*/ 406622 w 726376"/>
                <a:gd name="connsiteY419" fmla="*/ 21446 h 26416"/>
                <a:gd name="connsiteX420" fmla="*/ 415195 w 726376"/>
                <a:gd name="connsiteY420" fmla="*/ 21446 h 26416"/>
                <a:gd name="connsiteX421" fmla="*/ 415195 w 726376"/>
                <a:gd name="connsiteY421" fmla="*/ 24494 h 26416"/>
                <a:gd name="connsiteX422" fmla="*/ 419862 w 726376"/>
                <a:gd name="connsiteY422" fmla="*/ 24494 h 26416"/>
                <a:gd name="connsiteX423" fmla="*/ 419862 w 726376"/>
                <a:gd name="connsiteY423" fmla="*/ 777 h 26416"/>
                <a:gd name="connsiteX424" fmla="*/ 423196 w 726376"/>
                <a:gd name="connsiteY424" fmla="*/ 777 h 26416"/>
                <a:gd name="connsiteX425" fmla="*/ 431673 w 726376"/>
                <a:gd name="connsiteY425" fmla="*/ 17636 h 26416"/>
                <a:gd name="connsiteX426" fmla="*/ 431673 w 726376"/>
                <a:gd name="connsiteY426" fmla="*/ 17636 h 26416"/>
                <a:gd name="connsiteX427" fmla="*/ 431673 w 726376"/>
                <a:gd name="connsiteY427" fmla="*/ 777 h 26416"/>
                <a:gd name="connsiteX428" fmla="*/ 434816 w 726376"/>
                <a:gd name="connsiteY428" fmla="*/ 777 h 26416"/>
                <a:gd name="connsiteX429" fmla="*/ 434816 w 726376"/>
                <a:gd name="connsiteY429" fmla="*/ 24494 h 26416"/>
                <a:gd name="connsiteX430" fmla="*/ 431768 w 726376"/>
                <a:gd name="connsiteY430" fmla="*/ 24494 h 26416"/>
                <a:gd name="connsiteX431" fmla="*/ 423100 w 726376"/>
                <a:gd name="connsiteY431" fmla="*/ 6968 h 26416"/>
                <a:gd name="connsiteX432" fmla="*/ 423100 w 726376"/>
                <a:gd name="connsiteY432" fmla="*/ 6968 h 26416"/>
                <a:gd name="connsiteX433" fmla="*/ 423100 w 726376"/>
                <a:gd name="connsiteY433" fmla="*/ 24494 h 26416"/>
                <a:gd name="connsiteX434" fmla="*/ 451390 w 726376"/>
                <a:gd name="connsiteY434" fmla="*/ 9826 h 26416"/>
                <a:gd name="connsiteX435" fmla="*/ 451390 w 726376"/>
                <a:gd name="connsiteY435" fmla="*/ 7444 h 26416"/>
                <a:gd name="connsiteX436" fmla="*/ 450532 w 726376"/>
                <a:gd name="connsiteY436" fmla="*/ 5254 h 26416"/>
                <a:gd name="connsiteX437" fmla="*/ 449199 w 726376"/>
                <a:gd name="connsiteY437" fmla="*/ 3730 h 26416"/>
                <a:gd name="connsiteX438" fmla="*/ 447104 w 726376"/>
                <a:gd name="connsiteY438" fmla="*/ 3158 h 26416"/>
                <a:gd name="connsiteX439" fmla="*/ 445008 w 726376"/>
                <a:gd name="connsiteY439" fmla="*/ 3825 h 26416"/>
                <a:gd name="connsiteX440" fmla="*/ 443484 w 726376"/>
                <a:gd name="connsiteY440" fmla="*/ 5730 h 26416"/>
                <a:gd name="connsiteX441" fmla="*/ 442627 w 726376"/>
                <a:gd name="connsiteY441" fmla="*/ 8683 h 26416"/>
                <a:gd name="connsiteX442" fmla="*/ 442627 w 726376"/>
                <a:gd name="connsiteY442" fmla="*/ 12588 h 26416"/>
                <a:gd name="connsiteX443" fmla="*/ 442627 w 726376"/>
                <a:gd name="connsiteY443" fmla="*/ 16493 h 26416"/>
                <a:gd name="connsiteX444" fmla="*/ 443484 w 726376"/>
                <a:gd name="connsiteY444" fmla="*/ 19541 h 26416"/>
                <a:gd name="connsiteX445" fmla="*/ 445008 w 726376"/>
                <a:gd name="connsiteY445" fmla="*/ 21446 h 26416"/>
                <a:gd name="connsiteX446" fmla="*/ 447104 w 726376"/>
                <a:gd name="connsiteY446" fmla="*/ 22113 h 26416"/>
                <a:gd name="connsiteX447" fmla="*/ 449389 w 726376"/>
                <a:gd name="connsiteY447" fmla="*/ 21541 h 26416"/>
                <a:gd name="connsiteX448" fmla="*/ 450723 w 726376"/>
                <a:gd name="connsiteY448" fmla="*/ 20113 h 26416"/>
                <a:gd name="connsiteX449" fmla="*/ 451485 w 726376"/>
                <a:gd name="connsiteY449" fmla="*/ 17922 h 26416"/>
                <a:gd name="connsiteX450" fmla="*/ 451485 w 726376"/>
                <a:gd name="connsiteY450" fmla="*/ 15541 h 26416"/>
                <a:gd name="connsiteX451" fmla="*/ 455676 w 726376"/>
                <a:gd name="connsiteY451" fmla="*/ 15541 h 26416"/>
                <a:gd name="connsiteX452" fmla="*/ 455676 w 726376"/>
                <a:gd name="connsiteY452" fmla="*/ 19255 h 26416"/>
                <a:gd name="connsiteX453" fmla="*/ 454247 w 726376"/>
                <a:gd name="connsiteY453" fmla="*/ 22208 h 26416"/>
                <a:gd name="connsiteX454" fmla="*/ 451771 w 726376"/>
                <a:gd name="connsiteY454" fmla="*/ 24208 h 26416"/>
                <a:gd name="connsiteX455" fmla="*/ 448246 w 726376"/>
                <a:gd name="connsiteY455" fmla="*/ 24875 h 26416"/>
                <a:gd name="connsiteX456" fmla="*/ 445103 w 726376"/>
                <a:gd name="connsiteY456" fmla="*/ 24113 h 26416"/>
                <a:gd name="connsiteX457" fmla="*/ 442436 w 726376"/>
                <a:gd name="connsiteY457" fmla="*/ 21827 h 26416"/>
                <a:gd name="connsiteX458" fmla="*/ 440722 w 726376"/>
                <a:gd name="connsiteY458" fmla="*/ 18017 h 26416"/>
                <a:gd name="connsiteX459" fmla="*/ 440055 w 726376"/>
                <a:gd name="connsiteY459" fmla="*/ 12588 h 26416"/>
                <a:gd name="connsiteX460" fmla="*/ 440722 w 726376"/>
                <a:gd name="connsiteY460" fmla="*/ 7159 h 26416"/>
                <a:gd name="connsiteX461" fmla="*/ 442436 w 726376"/>
                <a:gd name="connsiteY461" fmla="*/ 3349 h 26416"/>
                <a:gd name="connsiteX462" fmla="*/ 445103 w 726376"/>
                <a:gd name="connsiteY462" fmla="*/ 1063 h 26416"/>
                <a:gd name="connsiteX463" fmla="*/ 448246 w 726376"/>
                <a:gd name="connsiteY463" fmla="*/ 396 h 26416"/>
                <a:gd name="connsiteX464" fmla="*/ 451771 w 726376"/>
                <a:gd name="connsiteY464" fmla="*/ 1063 h 26416"/>
                <a:gd name="connsiteX465" fmla="*/ 454152 w 726376"/>
                <a:gd name="connsiteY465" fmla="*/ 3158 h 26416"/>
                <a:gd name="connsiteX466" fmla="*/ 455486 w 726376"/>
                <a:gd name="connsiteY466" fmla="*/ 6111 h 26416"/>
                <a:gd name="connsiteX467" fmla="*/ 456057 w 726376"/>
                <a:gd name="connsiteY467" fmla="*/ 9826 h 26416"/>
                <a:gd name="connsiteX468" fmla="*/ 457867 w 726376"/>
                <a:gd name="connsiteY468" fmla="*/ 24494 h 26416"/>
                <a:gd name="connsiteX469" fmla="*/ 457867 w 726376"/>
                <a:gd name="connsiteY469" fmla="*/ 777 h 26416"/>
                <a:gd name="connsiteX470" fmla="*/ 469773 w 726376"/>
                <a:gd name="connsiteY470" fmla="*/ 777 h 26416"/>
                <a:gd name="connsiteX471" fmla="*/ 469773 w 726376"/>
                <a:gd name="connsiteY471" fmla="*/ 3730 h 26416"/>
                <a:gd name="connsiteX472" fmla="*/ 461200 w 726376"/>
                <a:gd name="connsiteY472" fmla="*/ 3730 h 26416"/>
                <a:gd name="connsiteX473" fmla="*/ 461200 w 726376"/>
                <a:gd name="connsiteY473" fmla="*/ 10588 h 26416"/>
                <a:gd name="connsiteX474" fmla="*/ 469773 w 726376"/>
                <a:gd name="connsiteY474" fmla="*/ 10588 h 26416"/>
                <a:gd name="connsiteX475" fmla="*/ 469773 w 726376"/>
                <a:gd name="connsiteY475" fmla="*/ 13636 h 26416"/>
                <a:gd name="connsiteX476" fmla="*/ 461200 w 726376"/>
                <a:gd name="connsiteY476" fmla="*/ 13636 h 26416"/>
                <a:gd name="connsiteX477" fmla="*/ 461200 w 726376"/>
                <a:gd name="connsiteY477" fmla="*/ 21446 h 26416"/>
                <a:gd name="connsiteX478" fmla="*/ 469773 w 726376"/>
                <a:gd name="connsiteY478" fmla="*/ 21446 h 26416"/>
                <a:gd name="connsiteX479" fmla="*/ 469773 w 726376"/>
                <a:gd name="connsiteY479" fmla="*/ 24494 h 26416"/>
                <a:gd name="connsiteX480" fmla="*/ 486442 w 726376"/>
                <a:gd name="connsiteY480" fmla="*/ 14969 h 26416"/>
                <a:gd name="connsiteX481" fmla="*/ 491204 w 726376"/>
                <a:gd name="connsiteY481" fmla="*/ 14969 h 26416"/>
                <a:gd name="connsiteX482" fmla="*/ 488823 w 726376"/>
                <a:gd name="connsiteY482" fmla="*/ 6492 h 26416"/>
                <a:gd name="connsiteX483" fmla="*/ 488823 w 726376"/>
                <a:gd name="connsiteY483" fmla="*/ 6492 h 26416"/>
                <a:gd name="connsiteX484" fmla="*/ 486537 w 726376"/>
                <a:gd name="connsiteY484" fmla="*/ 14969 h 26416"/>
                <a:gd name="connsiteX485" fmla="*/ 480631 w 726376"/>
                <a:gd name="connsiteY485" fmla="*/ 24494 h 26416"/>
                <a:gd name="connsiteX486" fmla="*/ 487108 w 726376"/>
                <a:gd name="connsiteY486" fmla="*/ 777 h 26416"/>
                <a:gd name="connsiteX487" fmla="*/ 490347 w 726376"/>
                <a:gd name="connsiteY487" fmla="*/ 777 h 26416"/>
                <a:gd name="connsiteX488" fmla="*/ 497205 w 726376"/>
                <a:gd name="connsiteY488" fmla="*/ 24494 h 26416"/>
                <a:gd name="connsiteX489" fmla="*/ 494062 w 726376"/>
                <a:gd name="connsiteY489" fmla="*/ 24494 h 26416"/>
                <a:gd name="connsiteX490" fmla="*/ 491966 w 726376"/>
                <a:gd name="connsiteY490" fmla="*/ 17446 h 26416"/>
                <a:gd name="connsiteX491" fmla="*/ 485680 w 726376"/>
                <a:gd name="connsiteY491" fmla="*/ 17446 h 26416"/>
                <a:gd name="connsiteX492" fmla="*/ 483775 w 726376"/>
                <a:gd name="connsiteY492" fmla="*/ 24494 h 26416"/>
                <a:gd name="connsiteX493" fmla="*/ 499681 w 726376"/>
                <a:gd name="connsiteY493" fmla="*/ 24494 h 26416"/>
                <a:gd name="connsiteX494" fmla="*/ 499681 w 726376"/>
                <a:gd name="connsiteY494" fmla="*/ 777 h 26416"/>
                <a:gd name="connsiteX495" fmla="*/ 503015 w 726376"/>
                <a:gd name="connsiteY495" fmla="*/ 777 h 26416"/>
                <a:gd name="connsiteX496" fmla="*/ 511397 w 726376"/>
                <a:gd name="connsiteY496" fmla="*/ 17636 h 26416"/>
                <a:gd name="connsiteX497" fmla="*/ 511397 w 726376"/>
                <a:gd name="connsiteY497" fmla="*/ 17636 h 26416"/>
                <a:gd name="connsiteX498" fmla="*/ 511397 w 726376"/>
                <a:gd name="connsiteY498" fmla="*/ 777 h 26416"/>
                <a:gd name="connsiteX499" fmla="*/ 514540 w 726376"/>
                <a:gd name="connsiteY499" fmla="*/ 777 h 26416"/>
                <a:gd name="connsiteX500" fmla="*/ 514540 w 726376"/>
                <a:gd name="connsiteY500" fmla="*/ 24494 h 26416"/>
                <a:gd name="connsiteX501" fmla="*/ 512826 w 726376"/>
                <a:gd name="connsiteY501" fmla="*/ 24494 h 26416"/>
                <a:gd name="connsiteX502" fmla="*/ 504063 w 726376"/>
                <a:gd name="connsiteY502" fmla="*/ 6968 h 26416"/>
                <a:gd name="connsiteX503" fmla="*/ 504063 w 726376"/>
                <a:gd name="connsiteY503" fmla="*/ 6968 h 26416"/>
                <a:gd name="connsiteX504" fmla="*/ 504063 w 726376"/>
                <a:gd name="connsiteY504" fmla="*/ 24494 h 26416"/>
                <a:gd name="connsiteX505" fmla="*/ 522827 w 726376"/>
                <a:gd name="connsiteY505" fmla="*/ 21446 h 26416"/>
                <a:gd name="connsiteX506" fmla="*/ 525971 w 726376"/>
                <a:gd name="connsiteY506" fmla="*/ 21446 h 26416"/>
                <a:gd name="connsiteX507" fmla="*/ 529209 w 726376"/>
                <a:gd name="connsiteY507" fmla="*/ 20779 h 26416"/>
                <a:gd name="connsiteX508" fmla="*/ 531209 w 726376"/>
                <a:gd name="connsiteY508" fmla="*/ 18874 h 26416"/>
                <a:gd name="connsiteX509" fmla="*/ 532352 w 726376"/>
                <a:gd name="connsiteY509" fmla="*/ 16017 h 26416"/>
                <a:gd name="connsiteX510" fmla="*/ 532352 w 726376"/>
                <a:gd name="connsiteY510" fmla="*/ 12588 h 26416"/>
                <a:gd name="connsiteX511" fmla="*/ 532352 w 726376"/>
                <a:gd name="connsiteY511" fmla="*/ 9159 h 26416"/>
                <a:gd name="connsiteX512" fmla="*/ 531876 w 726376"/>
                <a:gd name="connsiteY512" fmla="*/ 7159 h 26416"/>
                <a:gd name="connsiteX513" fmla="*/ 529876 w 726376"/>
                <a:gd name="connsiteY513" fmla="*/ 5254 h 26416"/>
                <a:gd name="connsiteX514" fmla="*/ 526637 w 726376"/>
                <a:gd name="connsiteY514" fmla="*/ 4492 h 26416"/>
                <a:gd name="connsiteX515" fmla="*/ 523494 w 726376"/>
                <a:gd name="connsiteY515" fmla="*/ 4492 h 26416"/>
                <a:gd name="connsiteX516" fmla="*/ 523494 w 726376"/>
                <a:gd name="connsiteY516" fmla="*/ 22208 h 26416"/>
                <a:gd name="connsiteX517" fmla="*/ 519494 w 726376"/>
                <a:gd name="connsiteY517" fmla="*/ 777 h 26416"/>
                <a:gd name="connsiteX518" fmla="*/ 526542 w 726376"/>
                <a:gd name="connsiteY518" fmla="*/ 777 h 26416"/>
                <a:gd name="connsiteX519" fmla="*/ 530923 w 726376"/>
                <a:gd name="connsiteY519" fmla="*/ 1729 h 26416"/>
                <a:gd name="connsiteX520" fmla="*/ 533781 w 726376"/>
                <a:gd name="connsiteY520" fmla="*/ 4206 h 26416"/>
                <a:gd name="connsiteX521" fmla="*/ 535496 w 726376"/>
                <a:gd name="connsiteY521" fmla="*/ 8016 h 26416"/>
                <a:gd name="connsiteX522" fmla="*/ 535496 w 726376"/>
                <a:gd name="connsiteY522" fmla="*/ 17541 h 26416"/>
                <a:gd name="connsiteX523" fmla="*/ 533781 w 726376"/>
                <a:gd name="connsiteY523" fmla="*/ 21351 h 26416"/>
                <a:gd name="connsiteX524" fmla="*/ 530923 w 726376"/>
                <a:gd name="connsiteY524" fmla="*/ 23923 h 26416"/>
                <a:gd name="connsiteX525" fmla="*/ 526542 w 726376"/>
                <a:gd name="connsiteY525" fmla="*/ 24875 h 26416"/>
                <a:gd name="connsiteX526" fmla="*/ 519494 w 726376"/>
                <a:gd name="connsiteY526" fmla="*/ 24875 h 26416"/>
                <a:gd name="connsiteX527" fmla="*/ 519494 w 726376"/>
                <a:gd name="connsiteY527" fmla="*/ 1158 h 26416"/>
                <a:gd name="connsiteX528" fmla="*/ 560356 w 726376"/>
                <a:gd name="connsiteY528" fmla="*/ 777 h 26416"/>
                <a:gd name="connsiteX529" fmla="*/ 560356 w 726376"/>
                <a:gd name="connsiteY529" fmla="*/ 3730 h 26416"/>
                <a:gd name="connsiteX530" fmla="*/ 555212 w 726376"/>
                <a:gd name="connsiteY530" fmla="*/ 3730 h 26416"/>
                <a:gd name="connsiteX531" fmla="*/ 555212 w 726376"/>
                <a:gd name="connsiteY531" fmla="*/ 24494 h 26416"/>
                <a:gd name="connsiteX532" fmla="*/ 551879 w 726376"/>
                <a:gd name="connsiteY532" fmla="*/ 24494 h 26416"/>
                <a:gd name="connsiteX533" fmla="*/ 551879 w 726376"/>
                <a:gd name="connsiteY533" fmla="*/ 3730 h 26416"/>
                <a:gd name="connsiteX534" fmla="*/ 546830 w 726376"/>
                <a:gd name="connsiteY534" fmla="*/ 3730 h 26416"/>
                <a:gd name="connsiteX535" fmla="*/ 546830 w 726376"/>
                <a:gd name="connsiteY535" fmla="*/ 777 h 26416"/>
                <a:gd name="connsiteX536" fmla="*/ 563118 w 726376"/>
                <a:gd name="connsiteY536" fmla="*/ 24494 h 26416"/>
                <a:gd name="connsiteX537" fmla="*/ 563118 w 726376"/>
                <a:gd name="connsiteY537" fmla="*/ 777 h 26416"/>
                <a:gd name="connsiteX538" fmla="*/ 575024 w 726376"/>
                <a:gd name="connsiteY538" fmla="*/ 777 h 26416"/>
                <a:gd name="connsiteX539" fmla="*/ 575024 w 726376"/>
                <a:gd name="connsiteY539" fmla="*/ 3730 h 26416"/>
                <a:gd name="connsiteX540" fmla="*/ 566452 w 726376"/>
                <a:gd name="connsiteY540" fmla="*/ 3730 h 26416"/>
                <a:gd name="connsiteX541" fmla="*/ 566452 w 726376"/>
                <a:gd name="connsiteY541" fmla="*/ 10588 h 26416"/>
                <a:gd name="connsiteX542" fmla="*/ 575024 w 726376"/>
                <a:gd name="connsiteY542" fmla="*/ 10588 h 26416"/>
                <a:gd name="connsiteX543" fmla="*/ 575024 w 726376"/>
                <a:gd name="connsiteY543" fmla="*/ 13636 h 26416"/>
                <a:gd name="connsiteX544" fmla="*/ 566452 w 726376"/>
                <a:gd name="connsiteY544" fmla="*/ 13636 h 26416"/>
                <a:gd name="connsiteX545" fmla="*/ 566452 w 726376"/>
                <a:gd name="connsiteY545" fmla="*/ 21446 h 26416"/>
                <a:gd name="connsiteX546" fmla="*/ 575024 w 726376"/>
                <a:gd name="connsiteY546" fmla="*/ 21446 h 26416"/>
                <a:gd name="connsiteX547" fmla="*/ 575024 w 726376"/>
                <a:gd name="connsiteY547" fmla="*/ 24494 h 26416"/>
                <a:gd name="connsiteX548" fmla="*/ 591217 w 726376"/>
                <a:gd name="connsiteY548" fmla="*/ 9826 h 26416"/>
                <a:gd name="connsiteX549" fmla="*/ 591217 w 726376"/>
                <a:gd name="connsiteY549" fmla="*/ 7444 h 26416"/>
                <a:gd name="connsiteX550" fmla="*/ 590455 w 726376"/>
                <a:gd name="connsiteY550" fmla="*/ 5254 h 26416"/>
                <a:gd name="connsiteX551" fmla="*/ 589026 w 726376"/>
                <a:gd name="connsiteY551" fmla="*/ 3730 h 26416"/>
                <a:gd name="connsiteX552" fmla="*/ 586930 w 726376"/>
                <a:gd name="connsiteY552" fmla="*/ 3158 h 26416"/>
                <a:gd name="connsiteX553" fmla="*/ 584930 w 726376"/>
                <a:gd name="connsiteY553" fmla="*/ 3825 h 26416"/>
                <a:gd name="connsiteX554" fmla="*/ 583406 w 726376"/>
                <a:gd name="connsiteY554" fmla="*/ 5730 h 26416"/>
                <a:gd name="connsiteX555" fmla="*/ 582454 w 726376"/>
                <a:gd name="connsiteY555" fmla="*/ 8683 h 26416"/>
                <a:gd name="connsiteX556" fmla="*/ 582454 w 726376"/>
                <a:gd name="connsiteY556" fmla="*/ 12588 h 26416"/>
                <a:gd name="connsiteX557" fmla="*/ 582454 w 726376"/>
                <a:gd name="connsiteY557" fmla="*/ 16493 h 26416"/>
                <a:gd name="connsiteX558" fmla="*/ 583406 w 726376"/>
                <a:gd name="connsiteY558" fmla="*/ 19541 h 26416"/>
                <a:gd name="connsiteX559" fmla="*/ 584930 w 726376"/>
                <a:gd name="connsiteY559" fmla="*/ 21446 h 26416"/>
                <a:gd name="connsiteX560" fmla="*/ 586930 w 726376"/>
                <a:gd name="connsiteY560" fmla="*/ 22113 h 26416"/>
                <a:gd name="connsiteX561" fmla="*/ 589216 w 726376"/>
                <a:gd name="connsiteY561" fmla="*/ 21541 h 26416"/>
                <a:gd name="connsiteX562" fmla="*/ 590645 w 726376"/>
                <a:gd name="connsiteY562" fmla="*/ 20113 h 26416"/>
                <a:gd name="connsiteX563" fmla="*/ 591312 w 726376"/>
                <a:gd name="connsiteY563" fmla="*/ 17922 h 26416"/>
                <a:gd name="connsiteX564" fmla="*/ 591312 w 726376"/>
                <a:gd name="connsiteY564" fmla="*/ 15541 h 26416"/>
                <a:gd name="connsiteX565" fmla="*/ 594455 w 726376"/>
                <a:gd name="connsiteY565" fmla="*/ 15541 h 26416"/>
                <a:gd name="connsiteX566" fmla="*/ 594455 w 726376"/>
                <a:gd name="connsiteY566" fmla="*/ 19255 h 26416"/>
                <a:gd name="connsiteX567" fmla="*/ 593027 w 726376"/>
                <a:gd name="connsiteY567" fmla="*/ 22208 h 26416"/>
                <a:gd name="connsiteX568" fmla="*/ 590645 w 726376"/>
                <a:gd name="connsiteY568" fmla="*/ 24208 h 26416"/>
                <a:gd name="connsiteX569" fmla="*/ 587026 w 726376"/>
                <a:gd name="connsiteY569" fmla="*/ 24875 h 26416"/>
                <a:gd name="connsiteX570" fmla="*/ 583882 w 726376"/>
                <a:gd name="connsiteY570" fmla="*/ 24113 h 26416"/>
                <a:gd name="connsiteX571" fmla="*/ 581215 w 726376"/>
                <a:gd name="connsiteY571" fmla="*/ 21827 h 26416"/>
                <a:gd name="connsiteX572" fmla="*/ 579501 w 726376"/>
                <a:gd name="connsiteY572" fmla="*/ 18017 h 26416"/>
                <a:gd name="connsiteX573" fmla="*/ 578834 w 726376"/>
                <a:gd name="connsiteY573" fmla="*/ 12588 h 26416"/>
                <a:gd name="connsiteX574" fmla="*/ 579501 w 726376"/>
                <a:gd name="connsiteY574" fmla="*/ 7159 h 26416"/>
                <a:gd name="connsiteX575" fmla="*/ 581215 w 726376"/>
                <a:gd name="connsiteY575" fmla="*/ 3349 h 26416"/>
                <a:gd name="connsiteX576" fmla="*/ 583882 w 726376"/>
                <a:gd name="connsiteY576" fmla="*/ 1063 h 26416"/>
                <a:gd name="connsiteX577" fmla="*/ 587026 w 726376"/>
                <a:gd name="connsiteY577" fmla="*/ 396 h 26416"/>
                <a:gd name="connsiteX578" fmla="*/ 590550 w 726376"/>
                <a:gd name="connsiteY578" fmla="*/ 1063 h 26416"/>
                <a:gd name="connsiteX579" fmla="*/ 592931 w 726376"/>
                <a:gd name="connsiteY579" fmla="*/ 3158 h 26416"/>
                <a:gd name="connsiteX580" fmla="*/ 594265 w 726376"/>
                <a:gd name="connsiteY580" fmla="*/ 6111 h 26416"/>
                <a:gd name="connsiteX581" fmla="*/ 594931 w 726376"/>
                <a:gd name="connsiteY581" fmla="*/ 9826 h 26416"/>
                <a:gd name="connsiteX582" fmla="*/ 597694 w 726376"/>
                <a:gd name="connsiteY582" fmla="*/ 24494 h 26416"/>
                <a:gd name="connsiteX583" fmla="*/ 597694 w 726376"/>
                <a:gd name="connsiteY583" fmla="*/ 777 h 26416"/>
                <a:gd name="connsiteX584" fmla="*/ 601028 w 726376"/>
                <a:gd name="connsiteY584" fmla="*/ 777 h 26416"/>
                <a:gd name="connsiteX585" fmla="*/ 601028 w 726376"/>
                <a:gd name="connsiteY585" fmla="*/ 10302 h 26416"/>
                <a:gd name="connsiteX586" fmla="*/ 609790 w 726376"/>
                <a:gd name="connsiteY586" fmla="*/ 10302 h 26416"/>
                <a:gd name="connsiteX587" fmla="*/ 609790 w 726376"/>
                <a:gd name="connsiteY587" fmla="*/ 777 h 26416"/>
                <a:gd name="connsiteX588" fmla="*/ 613124 w 726376"/>
                <a:gd name="connsiteY588" fmla="*/ 777 h 26416"/>
                <a:gd name="connsiteX589" fmla="*/ 613124 w 726376"/>
                <a:gd name="connsiteY589" fmla="*/ 24494 h 26416"/>
                <a:gd name="connsiteX590" fmla="*/ 609790 w 726376"/>
                <a:gd name="connsiteY590" fmla="*/ 24494 h 26416"/>
                <a:gd name="connsiteX591" fmla="*/ 609790 w 726376"/>
                <a:gd name="connsiteY591" fmla="*/ 13636 h 26416"/>
                <a:gd name="connsiteX592" fmla="*/ 601028 w 726376"/>
                <a:gd name="connsiteY592" fmla="*/ 13636 h 26416"/>
                <a:gd name="connsiteX593" fmla="*/ 601028 w 726376"/>
                <a:gd name="connsiteY593" fmla="*/ 24494 h 26416"/>
                <a:gd name="connsiteX594" fmla="*/ 617887 w 726376"/>
                <a:gd name="connsiteY594" fmla="*/ 24494 h 26416"/>
                <a:gd name="connsiteX595" fmla="*/ 617887 w 726376"/>
                <a:gd name="connsiteY595" fmla="*/ 777 h 26416"/>
                <a:gd name="connsiteX596" fmla="*/ 621316 w 726376"/>
                <a:gd name="connsiteY596" fmla="*/ 777 h 26416"/>
                <a:gd name="connsiteX597" fmla="*/ 629698 w 726376"/>
                <a:gd name="connsiteY597" fmla="*/ 17636 h 26416"/>
                <a:gd name="connsiteX598" fmla="*/ 629698 w 726376"/>
                <a:gd name="connsiteY598" fmla="*/ 17636 h 26416"/>
                <a:gd name="connsiteX599" fmla="*/ 629698 w 726376"/>
                <a:gd name="connsiteY599" fmla="*/ 777 h 26416"/>
                <a:gd name="connsiteX600" fmla="*/ 632841 w 726376"/>
                <a:gd name="connsiteY600" fmla="*/ 777 h 26416"/>
                <a:gd name="connsiteX601" fmla="*/ 632841 w 726376"/>
                <a:gd name="connsiteY601" fmla="*/ 24494 h 26416"/>
                <a:gd name="connsiteX602" fmla="*/ 629793 w 726376"/>
                <a:gd name="connsiteY602" fmla="*/ 24494 h 26416"/>
                <a:gd name="connsiteX603" fmla="*/ 621030 w 726376"/>
                <a:gd name="connsiteY603" fmla="*/ 6968 h 26416"/>
                <a:gd name="connsiteX604" fmla="*/ 621030 w 726376"/>
                <a:gd name="connsiteY604" fmla="*/ 6968 h 26416"/>
                <a:gd name="connsiteX605" fmla="*/ 621030 w 726376"/>
                <a:gd name="connsiteY605" fmla="*/ 24494 h 26416"/>
                <a:gd name="connsiteX606" fmla="*/ 645414 w 726376"/>
                <a:gd name="connsiteY606" fmla="*/ 3158 h 26416"/>
                <a:gd name="connsiteX607" fmla="*/ 642938 w 726376"/>
                <a:gd name="connsiteY607" fmla="*/ 3920 h 26416"/>
                <a:gd name="connsiteX608" fmla="*/ 641223 w 726376"/>
                <a:gd name="connsiteY608" fmla="*/ 5920 h 26416"/>
                <a:gd name="connsiteX609" fmla="*/ 640271 w 726376"/>
                <a:gd name="connsiteY609" fmla="*/ 8968 h 26416"/>
                <a:gd name="connsiteX610" fmla="*/ 640271 w 726376"/>
                <a:gd name="connsiteY610" fmla="*/ 12588 h 26416"/>
                <a:gd name="connsiteX611" fmla="*/ 640271 w 726376"/>
                <a:gd name="connsiteY611" fmla="*/ 16303 h 26416"/>
                <a:gd name="connsiteX612" fmla="*/ 641223 w 726376"/>
                <a:gd name="connsiteY612" fmla="*/ 19351 h 26416"/>
                <a:gd name="connsiteX613" fmla="*/ 642938 w 726376"/>
                <a:gd name="connsiteY613" fmla="*/ 21351 h 26416"/>
                <a:gd name="connsiteX614" fmla="*/ 645414 w 726376"/>
                <a:gd name="connsiteY614" fmla="*/ 22113 h 26416"/>
                <a:gd name="connsiteX615" fmla="*/ 647890 w 726376"/>
                <a:gd name="connsiteY615" fmla="*/ 21351 h 26416"/>
                <a:gd name="connsiteX616" fmla="*/ 649605 w 726376"/>
                <a:gd name="connsiteY616" fmla="*/ 19351 h 26416"/>
                <a:gd name="connsiteX617" fmla="*/ 650557 w 726376"/>
                <a:gd name="connsiteY617" fmla="*/ 16303 h 26416"/>
                <a:gd name="connsiteX618" fmla="*/ 650557 w 726376"/>
                <a:gd name="connsiteY618" fmla="*/ 12588 h 26416"/>
                <a:gd name="connsiteX619" fmla="*/ 650557 w 726376"/>
                <a:gd name="connsiteY619" fmla="*/ 8968 h 26416"/>
                <a:gd name="connsiteX620" fmla="*/ 649605 w 726376"/>
                <a:gd name="connsiteY620" fmla="*/ 5920 h 26416"/>
                <a:gd name="connsiteX621" fmla="*/ 647890 w 726376"/>
                <a:gd name="connsiteY621" fmla="*/ 3920 h 26416"/>
                <a:gd name="connsiteX622" fmla="*/ 645414 w 726376"/>
                <a:gd name="connsiteY622" fmla="*/ 3158 h 26416"/>
                <a:gd name="connsiteX623" fmla="*/ 645414 w 726376"/>
                <a:gd name="connsiteY623" fmla="*/ 396 h 26416"/>
                <a:gd name="connsiteX624" fmla="*/ 649129 w 726376"/>
                <a:gd name="connsiteY624" fmla="*/ 1253 h 26416"/>
                <a:gd name="connsiteX625" fmla="*/ 651986 w 726376"/>
                <a:gd name="connsiteY625" fmla="*/ 3730 h 26416"/>
                <a:gd name="connsiteX626" fmla="*/ 653701 w 726376"/>
                <a:gd name="connsiteY626" fmla="*/ 7540 h 26416"/>
                <a:gd name="connsiteX627" fmla="*/ 654272 w 726376"/>
                <a:gd name="connsiteY627" fmla="*/ 12588 h 26416"/>
                <a:gd name="connsiteX628" fmla="*/ 653701 w 726376"/>
                <a:gd name="connsiteY628" fmla="*/ 17636 h 26416"/>
                <a:gd name="connsiteX629" fmla="*/ 651986 w 726376"/>
                <a:gd name="connsiteY629" fmla="*/ 21541 h 26416"/>
                <a:gd name="connsiteX630" fmla="*/ 649129 w 726376"/>
                <a:gd name="connsiteY630" fmla="*/ 24018 h 26416"/>
                <a:gd name="connsiteX631" fmla="*/ 645414 w 726376"/>
                <a:gd name="connsiteY631" fmla="*/ 24875 h 26416"/>
                <a:gd name="connsiteX632" fmla="*/ 641699 w 726376"/>
                <a:gd name="connsiteY632" fmla="*/ 24018 h 26416"/>
                <a:gd name="connsiteX633" fmla="*/ 638937 w 726376"/>
                <a:gd name="connsiteY633" fmla="*/ 21541 h 26416"/>
                <a:gd name="connsiteX634" fmla="*/ 637222 w 726376"/>
                <a:gd name="connsiteY634" fmla="*/ 17636 h 26416"/>
                <a:gd name="connsiteX635" fmla="*/ 636651 w 726376"/>
                <a:gd name="connsiteY635" fmla="*/ 12588 h 26416"/>
                <a:gd name="connsiteX636" fmla="*/ 637222 w 726376"/>
                <a:gd name="connsiteY636" fmla="*/ 7540 h 26416"/>
                <a:gd name="connsiteX637" fmla="*/ 638937 w 726376"/>
                <a:gd name="connsiteY637" fmla="*/ 3730 h 26416"/>
                <a:gd name="connsiteX638" fmla="*/ 641699 w 726376"/>
                <a:gd name="connsiteY638" fmla="*/ 1253 h 26416"/>
                <a:gd name="connsiteX639" fmla="*/ 645414 w 726376"/>
                <a:gd name="connsiteY639" fmla="*/ 396 h 26416"/>
                <a:gd name="connsiteX640" fmla="*/ 657797 w 726376"/>
                <a:gd name="connsiteY640" fmla="*/ 24494 h 26416"/>
                <a:gd name="connsiteX641" fmla="*/ 657797 w 726376"/>
                <a:gd name="connsiteY641" fmla="*/ 777 h 26416"/>
                <a:gd name="connsiteX642" fmla="*/ 661130 w 726376"/>
                <a:gd name="connsiteY642" fmla="*/ 777 h 26416"/>
                <a:gd name="connsiteX643" fmla="*/ 661130 w 726376"/>
                <a:gd name="connsiteY643" fmla="*/ 21446 h 26416"/>
                <a:gd name="connsiteX644" fmla="*/ 669512 w 726376"/>
                <a:gd name="connsiteY644" fmla="*/ 21446 h 26416"/>
                <a:gd name="connsiteX645" fmla="*/ 669512 w 726376"/>
                <a:gd name="connsiteY645" fmla="*/ 24494 h 26416"/>
                <a:gd name="connsiteX646" fmla="*/ 679990 w 726376"/>
                <a:gd name="connsiteY646" fmla="*/ 3158 h 26416"/>
                <a:gd name="connsiteX647" fmla="*/ 677513 w 726376"/>
                <a:gd name="connsiteY647" fmla="*/ 3920 h 26416"/>
                <a:gd name="connsiteX648" fmla="*/ 675799 w 726376"/>
                <a:gd name="connsiteY648" fmla="*/ 5920 h 26416"/>
                <a:gd name="connsiteX649" fmla="*/ 674846 w 726376"/>
                <a:gd name="connsiteY649" fmla="*/ 8968 h 26416"/>
                <a:gd name="connsiteX650" fmla="*/ 674846 w 726376"/>
                <a:gd name="connsiteY650" fmla="*/ 12588 h 26416"/>
                <a:gd name="connsiteX651" fmla="*/ 674846 w 726376"/>
                <a:gd name="connsiteY651" fmla="*/ 16303 h 26416"/>
                <a:gd name="connsiteX652" fmla="*/ 675799 w 726376"/>
                <a:gd name="connsiteY652" fmla="*/ 19351 h 26416"/>
                <a:gd name="connsiteX653" fmla="*/ 677513 w 726376"/>
                <a:gd name="connsiteY653" fmla="*/ 21351 h 26416"/>
                <a:gd name="connsiteX654" fmla="*/ 682466 w 726376"/>
                <a:gd name="connsiteY654" fmla="*/ 21351 h 26416"/>
                <a:gd name="connsiteX655" fmla="*/ 684181 w 726376"/>
                <a:gd name="connsiteY655" fmla="*/ 19351 h 26416"/>
                <a:gd name="connsiteX656" fmla="*/ 685133 w 726376"/>
                <a:gd name="connsiteY656" fmla="*/ 16303 h 26416"/>
                <a:gd name="connsiteX657" fmla="*/ 685133 w 726376"/>
                <a:gd name="connsiteY657" fmla="*/ 8968 h 26416"/>
                <a:gd name="connsiteX658" fmla="*/ 684181 w 726376"/>
                <a:gd name="connsiteY658" fmla="*/ 5920 h 26416"/>
                <a:gd name="connsiteX659" fmla="*/ 682466 w 726376"/>
                <a:gd name="connsiteY659" fmla="*/ 3920 h 26416"/>
                <a:gd name="connsiteX660" fmla="*/ 679990 w 726376"/>
                <a:gd name="connsiteY660" fmla="*/ 3158 h 26416"/>
                <a:gd name="connsiteX661" fmla="*/ 679990 w 726376"/>
                <a:gd name="connsiteY661" fmla="*/ 396 h 26416"/>
                <a:gd name="connsiteX662" fmla="*/ 686467 w 726376"/>
                <a:gd name="connsiteY662" fmla="*/ 3730 h 26416"/>
                <a:gd name="connsiteX663" fmla="*/ 688181 w 726376"/>
                <a:gd name="connsiteY663" fmla="*/ 7540 h 26416"/>
                <a:gd name="connsiteX664" fmla="*/ 688848 w 726376"/>
                <a:gd name="connsiteY664" fmla="*/ 12588 h 26416"/>
                <a:gd name="connsiteX665" fmla="*/ 688181 w 726376"/>
                <a:gd name="connsiteY665" fmla="*/ 17636 h 26416"/>
                <a:gd name="connsiteX666" fmla="*/ 686467 w 726376"/>
                <a:gd name="connsiteY666" fmla="*/ 21541 h 26416"/>
                <a:gd name="connsiteX667" fmla="*/ 675627 w 726376"/>
                <a:gd name="connsiteY667" fmla="*/ 23656 h 26416"/>
                <a:gd name="connsiteX668" fmla="*/ 673513 w 726376"/>
                <a:gd name="connsiteY668" fmla="*/ 21541 h 26416"/>
                <a:gd name="connsiteX669" fmla="*/ 671798 w 726376"/>
                <a:gd name="connsiteY669" fmla="*/ 17636 h 26416"/>
                <a:gd name="connsiteX670" fmla="*/ 671227 w 726376"/>
                <a:gd name="connsiteY670" fmla="*/ 12588 h 26416"/>
                <a:gd name="connsiteX671" fmla="*/ 671798 w 726376"/>
                <a:gd name="connsiteY671" fmla="*/ 7540 h 26416"/>
                <a:gd name="connsiteX672" fmla="*/ 673513 w 726376"/>
                <a:gd name="connsiteY672" fmla="*/ 3730 h 26416"/>
                <a:gd name="connsiteX673" fmla="*/ 679990 w 726376"/>
                <a:gd name="connsiteY673" fmla="*/ 396 h 26416"/>
                <a:gd name="connsiteX674" fmla="*/ 704755 w 726376"/>
                <a:gd name="connsiteY674" fmla="*/ 8683 h 26416"/>
                <a:gd name="connsiteX675" fmla="*/ 704279 w 726376"/>
                <a:gd name="connsiteY675" fmla="*/ 6492 h 26416"/>
                <a:gd name="connsiteX676" fmla="*/ 703421 w 726376"/>
                <a:gd name="connsiteY676" fmla="*/ 4777 h 26416"/>
                <a:gd name="connsiteX677" fmla="*/ 701992 w 726376"/>
                <a:gd name="connsiteY677" fmla="*/ 3539 h 26416"/>
                <a:gd name="connsiteX678" fmla="*/ 699992 w 726376"/>
                <a:gd name="connsiteY678" fmla="*/ 3539 h 26416"/>
                <a:gd name="connsiteX679" fmla="*/ 697516 w 726376"/>
                <a:gd name="connsiteY679" fmla="*/ 4301 h 26416"/>
                <a:gd name="connsiteX680" fmla="*/ 695801 w 726376"/>
                <a:gd name="connsiteY680" fmla="*/ 6301 h 26416"/>
                <a:gd name="connsiteX681" fmla="*/ 694849 w 726376"/>
                <a:gd name="connsiteY681" fmla="*/ 9349 h 26416"/>
                <a:gd name="connsiteX682" fmla="*/ 694849 w 726376"/>
                <a:gd name="connsiteY682" fmla="*/ 12969 h 26416"/>
                <a:gd name="connsiteX683" fmla="*/ 694849 w 726376"/>
                <a:gd name="connsiteY683" fmla="*/ 16684 h 26416"/>
                <a:gd name="connsiteX684" fmla="*/ 695897 w 726376"/>
                <a:gd name="connsiteY684" fmla="*/ 19732 h 26416"/>
                <a:gd name="connsiteX685" fmla="*/ 697611 w 726376"/>
                <a:gd name="connsiteY685" fmla="*/ 21732 h 26416"/>
                <a:gd name="connsiteX686" fmla="*/ 700183 w 726376"/>
                <a:gd name="connsiteY686" fmla="*/ 22494 h 26416"/>
                <a:gd name="connsiteX687" fmla="*/ 702659 w 726376"/>
                <a:gd name="connsiteY687" fmla="*/ 22494 h 26416"/>
                <a:gd name="connsiteX688" fmla="*/ 704183 w 726376"/>
                <a:gd name="connsiteY688" fmla="*/ 21065 h 26416"/>
                <a:gd name="connsiteX689" fmla="*/ 704945 w 726376"/>
                <a:gd name="connsiteY689" fmla="*/ 18874 h 26416"/>
                <a:gd name="connsiteX690" fmla="*/ 704945 w 726376"/>
                <a:gd name="connsiteY690" fmla="*/ 16207 h 26416"/>
                <a:gd name="connsiteX691" fmla="*/ 698182 w 726376"/>
                <a:gd name="connsiteY691" fmla="*/ 16207 h 26416"/>
                <a:gd name="connsiteX692" fmla="*/ 698182 w 726376"/>
                <a:gd name="connsiteY692" fmla="*/ 13159 h 26416"/>
                <a:gd name="connsiteX693" fmla="*/ 708279 w 726376"/>
                <a:gd name="connsiteY693" fmla="*/ 13159 h 26416"/>
                <a:gd name="connsiteX694" fmla="*/ 708279 w 726376"/>
                <a:gd name="connsiteY694" fmla="*/ 16112 h 26416"/>
                <a:gd name="connsiteX695" fmla="*/ 706183 w 726376"/>
                <a:gd name="connsiteY695" fmla="*/ 23161 h 26416"/>
                <a:gd name="connsiteX696" fmla="*/ 699992 w 726376"/>
                <a:gd name="connsiteY696" fmla="*/ 25732 h 26416"/>
                <a:gd name="connsiteX697" fmla="*/ 696182 w 726376"/>
                <a:gd name="connsiteY697" fmla="*/ 24875 h 26416"/>
                <a:gd name="connsiteX698" fmla="*/ 693325 w 726376"/>
                <a:gd name="connsiteY698" fmla="*/ 22399 h 26416"/>
                <a:gd name="connsiteX699" fmla="*/ 691610 w 726376"/>
                <a:gd name="connsiteY699" fmla="*/ 18493 h 26416"/>
                <a:gd name="connsiteX700" fmla="*/ 691039 w 726376"/>
                <a:gd name="connsiteY700" fmla="*/ 13445 h 26416"/>
                <a:gd name="connsiteX701" fmla="*/ 691610 w 726376"/>
                <a:gd name="connsiteY701" fmla="*/ 8397 h 26416"/>
                <a:gd name="connsiteX702" fmla="*/ 693325 w 726376"/>
                <a:gd name="connsiteY702" fmla="*/ 4587 h 26416"/>
                <a:gd name="connsiteX703" fmla="*/ 696087 w 726376"/>
                <a:gd name="connsiteY703" fmla="*/ 2110 h 26416"/>
                <a:gd name="connsiteX704" fmla="*/ 699802 w 726376"/>
                <a:gd name="connsiteY704" fmla="*/ 1253 h 26416"/>
                <a:gd name="connsiteX705" fmla="*/ 703136 w 726376"/>
                <a:gd name="connsiteY705" fmla="*/ 1920 h 26416"/>
                <a:gd name="connsiteX706" fmla="*/ 705707 w 726376"/>
                <a:gd name="connsiteY706" fmla="*/ 3730 h 26416"/>
                <a:gd name="connsiteX707" fmla="*/ 707327 w 726376"/>
                <a:gd name="connsiteY707" fmla="*/ 6301 h 26416"/>
                <a:gd name="connsiteX708" fmla="*/ 707993 w 726376"/>
                <a:gd name="connsiteY708" fmla="*/ 9540 h 26416"/>
                <a:gd name="connsiteX709" fmla="*/ 722852 w 726376"/>
                <a:gd name="connsiteY709" fmla="*/ 777 h 26416"/>
                <a:gd name="connsiteX710" fmla="*/ 726377 w 726376"/>
                <a:gd name="connsiteY710" fmla="*/ 777 h 26416"/>
                <a:gd name="connsiteX711" fmla="*/ 719899 w 726376"/>
                <a:gd name="connsiteY711" fmla="*/ 14874 h 26416"/>
                <a:gd name="connsiteX712" fmla="*/ 719899 w 726376"/>
                <a:gd name="connsiteY712" fmla="*/ 24399 h 26416"/>
                <a:gd name="connsiteX713" fmla="*/ 716566 w 726376"/>
                <a:gd name="connsiteY713" fmla="*/ 24399 h 26416"/>
                <a:gd name="connsiteX714" fmla="*/ 716566 w 726376"/>
                <a:gd name="connsiteY714" fmla="*/ 14874 h 26416"/>
                <a:gd name="connsiteX715" fmla="*/ 709994 w 726376"/>
                <a:gd name="connsiteY715" fmla="*/ 777 h 26416"/>
                <a:gd name="connsiteX716" fmla="*/ 713518 w 726376"/>
                <a:gd name="connsiteY716" fmla="*/ 777 h 26416"/>
                <a:gd name="connsiteX717" fmla="*/ 718185 w 726376"/>
                <a:gd name="connsiteY717" fmla="*/ 11254 h 26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Lst>
              <a:rect l="l" t="t" r="r" b="b"/>
              <a:pathLst>
                <a:path w="726376" h="26416">
                  <a:moveTo>
                    <a:pt x="0" y="25351"/>
                  </a:moveTo>
                  <a:lnTo>
                    <a:pt x="0" y="1634"/>
                  </a:lnTo>
                  <a:lnTo>
                    <a:pt x="3334" y="1634"/>
                  </a:lnTo>
                  <a:lnTo>
                    <a:pt x="3334" y="11159"/>
                  </a:lnTo>
                  <a:lnTo>
                    <a:pt x="12001" y="11159"/>
                  </a:lnTo>
                  <a:lnTo>
                    <a:pt x="12001" y="1634"/>
                  </a:lnTo>
                  <a:lnTo>
                    <a:pt x="15430" y="1634"/>
                  </a:lnTo>
                  <a:lnTo>
                    <a:pt x="15430" y="25351"/>
                  </a:lnTo>
                  <a:lnTo>
                    <a:pt x="12001" y="25351"/>
                  </a:lnTo>
                  <a:lnTo>
                    <a:pt x="12001" y="14493"/>
                  </a:lnTo>
                  <a:lnTo>
                    <a:pt x="3334" y="14493"/>
                  </a:lnTo>
                  <a:lnTo>
                    <a:pt x="3334" y="25351"/>
                  </a:lnTo>
                  <a:close/>
                  <a:moveTo>
                    <a:pt x="34100" y="1634"/>
                  </a:moveTo>
                  <a:lnTo>
                    <a:pt x="34100" y="18398"/>
                  </a:lnTo>
                  <a:cubicBezTo>
                    <a:pt x="34100" y="19398"/>
                    <a:pt x="33938" y="20398"/>
                    <a:pt x="33623" y="21351"/>
                  </a:cubicBezTo>
                  <a:cubicBezTo>
                    <a:pt x="33376" y="22208"/>
                    <a:pt x="32918" y="22999"/>
                    <a:pt x="32290" y="23637"/>
                  </a:cubicBezTo>
                  <a:cubicBezTo>
                    <a:pt x="31661" y="24323"/>
                    <a:pt x="30880" y="24847"/>
                    <a:pt x="30004" y="25161"/>
                  </a:cubicBezTo>
                  <a:cubicBezTo>
                    <a:pt x="28975" y="25570"/>
                    <a:pt x="27870" y="25761"/>
                    <a:pt x="26765" y="25732"/>
                  </a:cubicBezTo>
                  <a:cubicBezTo>
                    <a:pt x="25660" y="25751"/>
                    <a:pt x="24555" y="25561"/>
                    <a:pt x="23527" y="25161"/>
                  </a:cubicBezTo>
                  <a:cubicBezTo>
                    <a:pt x="22679" y="24799"/>
                    <a:pt x="21898" y="24284"/>
                    <a:pt x="21241" y="23637"/>
                  </a:cubicBezTo>
                  <a:cubicBezTo>
                    <a:pt x="20612" y="22999"/>
                    <a:pt x="20155" y="22208"/>
                    <a:pt x="19907" y="21351"/>
                  </a:cubicBezTo>
                  <a:cubicBezTo>
                    <a:pt x="19755" y="20370"/>
                    <a:pt x="19755" y="19379"/>
                    <a:pt x="19907" y="18398"/>
                  </a:cubicBezTo>
                  <a:lnTo>
                    <a:pt x="19907" y="1634"/>
                  </a:lnTo>
                  <a:lnTo>
                    <a:pt x="23241" y="1634"/>
                  </a:lnTo>
                  <a:lnTo>
                    <a:pt x="23241" y="18970"/>
                  </a:lnTo>
                  <a:cubicBezTo>
                    <a:pt x="23193" y="20027"/>
                    <a:pt x="23565" y="21056"/>
                    <a:pt x="24289" y="21827"/>
                  </a:cubicBezTo>
                  <a:cubicBezTo>
                    <a:pt x="26022" y="22960"/>
                    <a:pt x="28270" y="22960"/>
                    <a:pt x="30004" y="21827"/>
                  </a:cubicBezTo>
                  <a:cubicBezTo>
                    <a:pt x="30766" y="21084"/>
                    <a:pt x="31156" y="20027"/>
                    <a:pt x="31051" y="18970"/>
                  </a:cubicBezTo>
                  <a:lnTo>
                    <a:pt x="31051" y="1634"/>
                  </a:lnTo>
                  <a:close/>
                  <a:moveTo>
                    <a:pt x="41624" y="15350"/>
                  </a:moveTo>
                  <a:lnTo>
                    <a:pt x="46387" y="15350"/>
                  </a:lnTo>
                  <a:lnTo>
                    <a:pt x="44005" y="6873"/>
                  </a:lnTo>
                  <a:lnTo>
                    <a:pt x="44005" y="6873"/>
                  </a:lnTo>
                  <a:lnTo>
                    <a:pt x="41719" y="15350"/>
                  </a:lnTo>
                  <a:close/>
                  <a:moveTo>
                    <a:pt x="35814" y="24875"/>
                  </a:moveTo>
                  <a:lnTo>
                    <a:pt x="42386" y="1158"/>
                  </a:lnTo>
                  <a:lnTo>
                    <a:pt x="45529" y="1158"/>
                  </a:lnTo>
                  <a:lnTo>
                    <a:pt x="52388" y="24875"/>
                  </a:lnTo>
                  <a:lnTo>
                    <a:pt x="49244" y="24875"/>
                  </a:lnTo>
                  <a:lnTo>
                    <a:pt x="47149" y="17827"/>
                  </a:lnTo>
                  <a:lnTo>
                    <a:pt x="40862" y="17827"/>
                  </a:lnTo>
                  <a:lnTo>
                    <a:pt x="38957" y="24875"/>
                  </a:lnTo>
                  <a:close/>
                  <a:moveTo>
                    <a:pt x="62008" y="4111"/>
                  </a:moveTo>
                  <a:lnTo>
                    <a:pt x="53626" y="4111"/>
                  </a:lnTo>
                  <a:lnTo>
                    <a:pt x="53626" y="1158"/>
                  </a:lnTo>
                  <a:lnTo>
                    <a:pt x="66008" y="1158"/>
                  </a:lnTo>
                  <a:lnTo>
                    <a:pt x="66008" y="4206"/>
                  </a:lnTo>
                  <a:lnTo>
                    <a:pt x="56483" y="21827"/>
                  </a:lnTo>
                  <a:lnTo>
                    <a:pt x="66008" y="21827"/>
                  </a:lnTo>
                  <a:lnTo>
                    <a:pt x="66008" y="24875"/>
                  </a:lnTo>
                  <a:lnTo>
                    <a:pt x="52578" y="24875"/>
                  </a:lnTo>
                  <a:lnTo>
                    <a:pt x="52578" y="22113"/>
                  </a:lnTo>
                  <a:lnTo>
                    <a:pt x="62103" y="4111"/>
                  </a:lnTo>
                  <a:close/>
                  <a:moveTo>
                    <a:pt x="69151" y="24875"/>
                  </a:moveTo>
                  <a:lnTo>
                    <a:pt x="69151" y="1158"/>
                  </a:lnTo>
                  <a:lnTo>
                    <a:pt x="72485" y="1158"/>
                  </a:lnTo>
                  <a:lnTo>
                    <a:pt x="72485" y="10683"/>
                  </a:lnTo>
                  <a:lnTo>
                    <a:pt x="81153" y="10683"/>
                  </a:lnTo>
                  <a:lnTo>
                    <a:pt x="81153" y="1158"/>
                  </a:lnTo>
                  <a:lnTo>
                    <a:pt x="84201" y="1158"/>
                  </a:lnTo>
                  <a:lnTo>
                    <a:pt x="84201" y="24875"/>
                  </a:lnTo>
                  <a:lnTo>
                    <a:pt x="80772" y="24875"/>
                  </a:lnTo>
                  <a:lnTo>
                    <a:pt x="80772" y="14017"/>
                  </a:lnTo>
                  <a:lnTo>
                    <a:pt x="72104" y="14017"/>
                  </a:lnTo>
                  <a:lnTo>
                    <a:pt x="72104" y="24875"/>
                  </a:lnTo>
                  <a:close/>
                  <a:moveTo>
                    <a:pt x="96774" y="3539"/>
                  </a:moveTo>
                  <a:cubicBezTo>
                    <a:pt x="95917" y="3482"/>
                    <a:pt x="95059" y="3758"/>
                    <a:pt x="94393" y="4301"/>
                  </a:cubicBezTo>
                  <a:cubicBezTo>
                    <a:pt x="93631" y="4777"/>
                    <a:pt x="93031" y="5473"/>
                    <a:pt x="92678" y="6301"/>
                  </a:cubicBezTo>
                  <a:cubicBezTo>
                    <a:pt x="92154" y="7254"/>
                    <a:pt x="91802" y="8282"/>
                    <a:pt x="91630" y="9349"/>
                  </a:cubicBezTo>
                  <a:cubicBezTo>
                    <a:pt x="91535" y="10549"/>
                    <a:pt x="91535" y="11769"/>
                    <a:pt x="91630" y="12969"/>
                  </a:cubicBezTo>
                  <a:cubicBezTo>
                    <a:pt x="91526" y="14207"/>
                    <a:pt x="91526" y="15445"/>
                    <a:pt x="91630" y="16684"/>
                  </a:cubicBezTo>
                  <a:cubicBezTo>
                    <a:pt x="91802" y="17750"/>
                    <a:pt x="92154" y="18779"/>
                    <a:pt x="92678" y="19732"/>
                  </a:cubicBezTo>
                  <a:cubicBezTo>
                    <a:pt x="93031" y="20560"/>
                    <a:pt x="93631" y="21256"/>
                    <a:pt x="94393" y="21732"/>
                  </a:cubicBezTo>
                  <a:cubicBezTo>
                    <a:pt x="95079" y="22237"/>
                    <a:pt x="95917" y="22503"/>
                    <a:pt x="96774" y="22494"/>
                  </a:cubicBezTo>
                  <a:cubicBezTo>
                    <a:pt x="97660" y="22522"/>
                    <a:pt x="98536" y="22256"/>
                    <a:pt x="99250" y="21732"/>
                  </a:cubicBezTo>
                  <a:cubicBezTo>
                    <a:pt x="100013" y="21256"/>
                    <a:pt x="100613" y="20560"/>
                    <a:pt x="100965" y="19732"/>
                  </a:cubicBezTo>
                  <a:cubicBezTo>
                    <a:pt x="101441" y="18760"/>
                    <a:pt x="101794" y="17741"/>
                    <a:pt x="102013" y="16684"/>
                  </a:cubicBezTo>
                  <a:cubicBezTo>
                    <a:pt x="102117" y="15445"/>
                    <a:pt x="102117" y="14207"/>
                    <a:pt x="102013" y="12969"/>
                  </a:cubicBezTo>
                  <a:cubicBezTo>
                    <a:pt x="102108" y="11769"/>
                    <a:pt x="102108" y="10549"/>
                    <a:pt x="102013" y="9349"/>
                  </a:cubicBezTo>
                  <a:cubicBezTo>
                    <a:pt x="101794" y="8292"/>
                    <a:pt x="101441" y="7273"/>
                    <a:pt x="100965" y="6301"/>
                  </a:cubicBezTo>
                  <a:cubicBezTo>
                    <a:pt x="100613" y="5473"/>
                    <a:pt x="100013" y="4777"/>
                    <a:pt x="99250" y="4301"/>
                  </a:cubicBezTo>
                  <a:cubicBezTo>
                    <a:pt x="98555" y="3739"/>
                    <a:pt x="97669" y="3472"/>
                    <a:pt x="96774" y="3539"/>
                  </a:cubicBezTo>
                  <a:close/>
                  <a:moveTo>
                    <a:pt x="96774" y="777"/>
                  </a:moveTo>
                  <a:cubicBezTo>
                    <a:pt x="98098" y="758"/>
                    <a:pt x="99403" y="1053"/>
                    <a:pt x="100584" y="1634"/>
                  </a:cubicBezTo>
                  <a:cubicBezTo>
                    <a:pt x="101679" y="2244"/>
                    <a:pt x="102622" y="3091"/>
                    <a:pt x="103346" y="4111"/>
                  </a:cubicBezTo>
                  <a:cubicBezTo>
                    <a:pt x="104146" y="5263"/>
                    <a:pt x="104727" y="6558"/>
                    <a:pt x="105061" y="7921"/>
                  </a:cubicBezTo>
                  <a:cubicBezTo>
                    <a:pt x="105451" y="9578"/>
                    <a:pt x="105651" y="11273"/>
                    <a:pt x="105632" y="12969"/>
                  </a:cubicBezTo>
                  <a:cubicBezTo>
                    <a:pt x="105651" y="14664"/>
                    <a:pt x="105461" y="16369"/>
                    <a:pt x="105061" y="18017"/>
                  </a:cubicBezTo>
                  <a:cubicBezTo>
                    <a:pt x="104737" y="19417"/>
                    <a:pt x="104156" y="20741"/>
                    <a:pt x="103346" y="21922"/>
                  </a:cubicBezTo>
                  <a:cubicBezTo>
                    <a:pt x="102622" y="22941"/>
                    <a:pt x="101679" y="23789"/>
                    <a:pt x="100584" y="24399"/>
                  </a:cubicBezTo>
                  <a:cubicBezTo>
                    <a:pt x="99403" y="24980"/>
                    <a:pt x="98098" y="25275"/>
                    <a:pt x="96774" y="25256"/>
                  </a:cubicBezTo>
                  <a:cubicBezTo>
                    <a:pt x="95488" y="25266"/>
                    <a:pt x="94212" y="24970"/>
                    <a:pt x="93059" y="24399"/>
                  </a:cubicBezTo>
                  <a:cubicBezTo>
                    <a:pt x="91964" y="23789"/>
                    <a:pt x="91021" y="22941"/>
                    <a:pt x="90297" y="21922"/>
                  </a:cubicBezTo>
                  <a:cubicBezTo>
                    <a:pt x="89487" y="20741"/>
                    <a:pt x="88906" y="19417"/>
                    <a:pt x="88583" y="18017"/>
                  </a:cubicBezTo>
                  <a:cubicBezTo>
                    <a:pt x="88182" y="16369"/>
                    <a:pt x="87992" y="14664"/>
                    <a:pt x="88011" y="12969"/>
                  </a:cubicBezTo>
                  <a:cubicBezTo>
                    <a:pt x="87992" y="11273"/>
                    <a:pt x="88192" y="9578"/>
                    <a:pt x="88583" y="7921"/>
                  </a:cubicBezTo>
                  <a:cubicBezTo>
                    <a:pt x="88916" y="6558"/>
                    <a:pt x="89497" y="5263"/>
                    <a:pt x="90297" y="4111"/>
                  </a:cubicBezTo>
                  <a:cubicBezTo>
                    <a:pt x="91021" y="3091"/>
                    <a:pt x="91964" y="2244"/>
                    <a:pt x="93059" y="1634"/>
                  </a:cubicBezTo>
                  <a:cubicBezTo>
                    <a:pt x="94212" y="1063"/>
                    <a:pt x="95488" y="767"/>
                    <a:pt x="96774" y="777"/>
                  </a:cubicBezTo>
                  <a:close/>
                  <a:moveTo>
                    <a:pt x="109347" y="24875"/>
                  </a:moveTo>
                  <a:lnTo>
                    <a:pt x="109347" y="1158"/>
                  </a:lnTo>
                  <a:lnTo>
                    <a:pt x="112776" y="1158"/>
                  </a:lnTo>
                  <a:lnTo>
                    <a:pt x="121253" y="18017"/>
                  </a:lnTo>
                  <a:lnTo>
                    <a:pt x="121253" y="18017"/>
                  </a:lnTo>
                  <a:lnTo>
                    <a:pt x="121253" y="1158"/>
                  </a:lnTo>
                  <a:lnTo>
                    <a:pt x="124396" y="1158"/>
                  </a:lnTo>
                  <a:lnTo>
                    <a:pt x="124396" y="24875"/>
                  </a:lnTo>
                  <a:lnTo>
                    <a:pt x="121348" y="24875"/>
                  </a:lnTo>
                  <a:lnTo>
                    <a:pt x="112681" y="7349"/>
                  </a:lnTo>
                  <a:lnTo>
                    <a:pt x="112681" y="7349"/>
                  </a:lnTo>
                  <a:lnTo>
                    <a:pt x="112681" y="24875"/>
                  </a:lnTo>
                  <a:close/>
                  <a:moveTo>
                    <a:pt x="141637" y="9064"/>
                  </a:moveTo>
                  <a:cubicBezTo>
                    <a:pt x="141580" y="8425"/>
                    <a:pt x="141484" y="7787"/>
                    <a:pt x="141351" y="7159"/>
                  </a:cubicBezTo>
                  <a:cubicBezTo>
                    <a:pt x="141113" y="6549"/>
                    <a:pt x="140789" y="5968"/>
                    <a:pt x="140398" y="5444"/>
                  </a:cubicBezTo>
                  <a:cubicBezTo>
                    <a:pt x="140075" y="4920"/>
                    <a:pt x="139617" y="4492"/>
                    <a:pt x="139065" y="4206"/>
                  </a:cubicBezTo>
                  <a:cubicBezTo>
                    <a:pt x="138408" y="4053"/>
                    <a:pt x="137722" y="4053"/>
                    <a:pt x="137065" y="4206"/>
                  </a:cubicBezTo>
                  <a:cubicBezTo>
                    <a:pt x="136169" y="4149"/>
                    <a:pt x="135293" y="4415"/>
                    <a:pt x="134588" y="4968"/>
                  </a:cubicBezTo>
                  <a:cubicBezTo>
                    <a:pt x="133845" y="5473"/>
                    <a:pt x="133255" y="6158"/>
                    <a:pt x="132874" y="6968"/>
                  </a:cubicBezTo>
                  <a:cubicBezTo>
                    <a:pt x="132388" y="7921"/>
                    <a:pt x="132064" y="8949"/>
                    <a:pt x="131921" y="10016"/>
                  </a:cubicBezTo>
                  <a:cubicBezTo>
                    <a:pt x="131778" y="11216"/>
                    <a:pt x="131778" y="12435"/>
                    <a:pt x="131921" y="13636"/>
                  </a:cubicBezTo>
                  <a:cubicBezTo>
                    <a:pt x="131769" y="14874"/>
                    <a:pt x="131769" y="16112"/>
                    <a:pt x="131921" y="17350"/>
                  </a:cubicBezTo>
                  <a:cubicBezTo>
                    <a:pt x="132064" y="18417"/>
                    <a:pt x="132388" y="19446"/>
                    <a:pt x="132874" y="20398"/>
                  </a:cubicBezTo>
                  <a:cubicBezTo>
                    <a:pt x="133293" y="21179"/>
                    <a:pt x="133874" y="21865"/>
                    <a:pt x="134588" y="22399"/>
                  </a:cubicBezTo>
                  <a:cubicBezTo>
                    <a:pt x="135350" y="22894"/>
                    <a:pt x="136246" y="23161"/>
                    <a:pt x="137160" y="23161"/>
                  </a:cubicBezTo>
                  <a:cubicBezTo>
                    <a:pt x="137979" y="23332"/>
                    <a:pt x="138817" y="23332"/>
                    <a:pt x="139637" y="23161"/>
                  </a:cubicBezTo>
                  <a:cubicBezTo>
                    <a:pt x="140256" y="22818"/>
                    <a:pt x="140779" y="22322"/>
                    <a:pt x="141160" y="21732"/>
                  </a:cubicBezTo>
                  <a:cubicBezTo>
                    <a:pt x="141580" y="21075"/>
                    <a:pt x="141846" y="20322"/>
                    <a:pt x="141922" y="19541"/>
                  </a:cubicBezTo>
                  <a:cubicBezTo>
                    <a:pt x="142027" y="18655"/>
                    <a:pt x="142027" y="17760"/>
                    <a:pt x="141922" y="16874"/>
                  </a:cubicBezTo>
                  <a:lnTo>
                    <a:pt x="135255" y="16874"/>
                  </a:lnTo>
                  <a:lnTo>
                    <a:pt x="135255" y="13826"/>
                  </a:lnTo>
                  <a:lnTo>
                    <a:pt x="144780" y="13826"/>
                  </a:lnTo>
                  <a:lnTo>
                    <a:pt x="144780" y="16779"/>
                  </a:lnTo>
                  <a:cubicBezTo>
                    <a:pt x="144923" y="19284"/>
                    <a:pt x="144218" y="21770"/>
                    <a:pt x="142780" y="23827"/>
                  </a:cubicBezTo>
                  <a:cubicBezTo>
                    <a:pt x="141199" y="25608"/>
                    <a:pt x="138875" y="26561"/>
                    <a:pt x="136493" y="26399"/>
                  </a:cubicBezTo>
                  <a:cubicBezTo>
                    <a:pt x="135169" y="26418"/>
                    <a:pt x="133864" y="26123"/>
                    <a:pt x="132683" y="25542"/>
                  </a:cubicBezTo>
                  <a:cubicBezTo>
                    <a:pt x="131569" y="24961"/>
                    <a:pt x="130626" y="24104"/>
                    <a:pt x="129921" y="23065"/>
                  </a:cubicBezTo>
                  <a:cubicBezTo>
                    <a:pt x="129111" y="21865"/>
                    <a:pt x="128502" y="20551"/>
                    <a:pt x="128111" y="19160"/>
                  </a:cubicBezTo>
                  <a:cubicBezTo>
                    <a:pt x="127711" y="17512"/>
                    <a:pt x="127521" y="15807"/>
                    <a:pt x="127540" y="14112"/>
                  </a:cubicBezTo>
                  <a:cubicBezTo>
                    <a:pt x="127521" y="12416"/>
                    <a:pt x="127721" y="10721"/>
                    <a:pt x="128111" y="9064"/>
                  </a:cubicBezTo>
                  <a:cubicBezTo>
                    <a:pt x="128530" y="7730"/>
                    <a:pt x="129102" y="6454"/>
                    <a:pt x="129826" y="5254"/>
                  </a:cubicBezTo>
                  <a:cubicBezTo>
                    <a:pt x="130550" y="4234"/>
                    <a:pt x="131493" y="3387"/>
                    <a:pt x="132588" y="2777"/>
                  </a:cubicBezTo>
                  <a:cubicBezTo>
                    <a:pt x="133769" y="2196"/>
                    <a:pt x="135074" y="1901"/>
                    <a:pt x="136398" y="1920"/>
                  </a:cubicBezTo>
                  <a:cubicBezTo>
                    <a:pt x="137512" y="1882"/>
                    <a:pt x="138627" y="2110"/>
                    <a:pt x="139637" y="2587"/>
                  </a:cubicBezTo>
                  <a:cubicBezTo>
                    <a:pt x="140637" y="2958"/>
                    <a:pt x="141522" y="3587"/>
                    <a:pt x="142208" y="4396"/>
                  </a:cubicBezTo>
                  <a:cubicBezTo>
                    <a:pt x="142913" y="5158"/>
                    <a:pt x="143494" y="6025"/>
                    <a:pt x="143923" y="6968"/>
                  </a:cubicBezTo>
                  <a:cubicBezTo>
                    <a:pt x="144294" y="8016"/>
                    <a:pt x="144513" y="9102"/>
                    <a:pt x="144589" y="10207"/>
                  </a:cubicBezTo>
                  <a:close/>
                  <a:moveTo>
                    <a:pt x="172307" y="1158"/>
                  </a:moveTo>
                  <a:lnTo>
                    <a:pt x="172307" y="17922"/>
                  </a:lnTo>
                  <a:cubicBezTo>
                    <a:pt x="172460" y="18903"/>
                    <a:pt x="172460" y="19893"/>
                    <a:pt x="172307" y="20875"/>
                  </a:cubicBezTo>
                  <a:cubicBezTo>
                    <a:pt x="172060" y="21732"/>
                    <a:pt x="171602" y="22522"/>
                    <a:pt x="170974" y="23161"/>
                  </a:cubicBezTo>
                  <a:cubicBezTo>
                    <a:pt x="170345" y="23846"/>
                    <a:pt x="169564" y="24370"/>
                    <a:pt x="168688" y="24685"/>
                  </a:cubicBezTo>
                  <a:cubicBezTo>
                    <a:pt x="167659" y="25094"/>
                    <a:pt x="166554" y="25285"/>
                    <a:pt x="165449" y="25256"/>
                  </a:cubicBezTo>
                  <a:cubicBezTo>
                    <a:pt x="164344" y="25275"/>
                    <a:pt x="163239" y="25085"/>
                    <a:pt x="162211" y="24685"/>
                  </a:cubicBezTo>
                  <a:cubicBezTo>
                    <a:pt x="161334" y="24370"/>
                    <a:pt x="160553" y="23846"/>
                    <a:pt x="159925" y="23161"/>
                  </a:cubicBezTo>
                  <a:cubicBezTo>
                    <a:pt x="159296" y="22522"/>
                    <a:pt x="158839" y="21732"/>
                    <a:pt x="158591" y="20875"/>
                  </a:cubicBezTo>
                  <a:cubicBezTo>
                    <a:pt x="158439" y="19893"/>
                    <a:pt x="158439" y="18903"/>
                    <a:pt x="158591" y="17922"/>
                  </a:cubicBezTo>
                  <a:lnTo>
                    <a:pt x="158591" y="1158"/>
                  </a:lnTo>
                  <a:lnTo>
                    <a:pt x="161925" y="1158"/>
                  </a:lnTo>
                  <a:lnTo>
                    <a:pt x="161925" y="18493"/>
                  </a:lnTo>
                  <a:cubicBezTo>
                    <a:pt x="161877" y="19551"/>
                    <a:pt x="162249" y="20579"/>
                    <a:pt x="162973" y="21351"/>
                  </a:cubicBezTo>
                  <a:cubicBezTo>
                    <a:pt x="164706" y="22503"/>
                    <a:pt x="166954" y="22503"/>
                    <a:pt x="168688" y="21351"/>
                  </a:cubicBezTo>
                  <a:cubicBezTo>
                    <a:pt x="169450" y="20608"/>
                    <a:pt x="169840" y="19551"/>
                    <a:pt x="169735" y="18493"/>
                  </a:cubicBezTo>
                  <a:lnTo>
                    <a:pt x="169735" y="1158"/>
                  </a:lnTo>
                  <a:close/>
                  <a:moveTo>
                    <a:pt x="176689" y="24875"/>
                  </a:moveTo>
                  <a:lnTo>
                    <a:pt x="176689" y="1158"/>
                  </a:lnTo>
                  <a:lnTo>
                    <a:pt x="180022" y="1158"/>
                  </a:lnTo>
                  <a:lnTo>
                    <a:pt x="188500" y="18017"/>
                  </a:lnTo>
                  <a:lnTo>
                    <a:pt x="188500" y="18017"/>
                  </a:lnTo>
                  <a:lnTo>
                    <a:pt x="188500" y="1158"/>
                  </a:lnTo>
                  <a:lnTo>
                    <a:pt x="191643" y="1158"/>
                  </a:lnTo>
                  <a:lnTo>
                    <a:pt x="191643" y="24875"/>
                  </a:lnTo>
                  <a:lnTo>
                    <a:pt x="188976" y="24875"/>
                  </a:lnTo>
                  <a:lnTo>
                    <a:pt x="180308" y="7349"/>
                  </a:lnTo>
                  <a:lnTo>
                    <a:pt x="180308" y="7349"/>
                  </a:lnTo>
                  <a:lnTo>
                    <a:pt x="180308" y="24875"/>
                  </a:lnTo>
                  <a:close/>
                  <a:moveTo>
                    <a:pt x="195739" y="24875"/>
                  </a:moveTo>
                  <a:lnTo>
                    <a:pt x="195739" y="1158"/>
                  </a:lnTo>
                  <a:lnTo>
                    <a:pt x="199168" y="1158"/>
                  </a:lnTo>
                  <a:lnTo>
                    <a:pt x="199168" y="24875"/>
                  </a:lnTo>
                  <a:close/>
                  <a:moveTo>
                    <a:pt x="214313" y="1158"/>
                  </a:moveTo>
                  <a:lnTo>
                    <a:pt x="217551" y="1158"/>
                  </a:lnTo>
                  <a:lnTo>
                    <a:pt x="210884" y="24875"/>
                  </a:lnTo>
                  <a:lnTo>
                    <a:pt x="208026" y="24875"/>
                  </a:lnTo>
                  <a:lnTo>
                    <a:pt x="201359" y="1158"/>
                  </a:lnTo>
                  <a:lnTo>
                    <a:pt x="204502" y="1158"/>
                  </a:lnTo>
                  <a:lnTo>
                    <a:pt x="209550" y="20208"/>
                  </a:lnTo>
                  <a:lnTo>
                    <a:pt x="209550" y="20208"/>
                  </a:lnTo>
                  <a:lnTo>
                    <a:pt x="214598" y="1158"/>
                  </a:lnTo>
                  <a:close/>
                  <a:moveTo>
                    <a:pt x="219742" y="24875"/>
                  </a:moveTo>
                  <a:lnTo>
                    <a:pt x="219742" y="1158"/>
                  </a:lnTo>
                  <a:lnTo>
                    <a:pt x="231648" y="1158"/>
                  </a:lnTo>
                  <a:lnTo>
                    <a:pt x="231648" y="4111"/>
                  </a:lnTo>
                  <a:lnTo>
                    <a:pt x="223075" y="4111"/>
                  </a:lnTo>
                  <a:lnTo>
                    <a:pt x="223075" y="10969"/>
                  </a:lnTo>
                  <a:lnTo>
                    <a:pt x="231648" y="10969"/>
                  </a:lnTo>
                  <a:lnTo>
                    <a:pt x="231648" y="14017"/>
                  </a:lnTo>
                  <a:lnTo>
                    <a:pt x="223075" y="14017"/>
                  </a:lnTo>
                  <a:lnTo>
                    <a:pt x="223075" y="21827"/>
                  </a:lnTo>
                  <a:lnTo>
                    <a:pt x="231648" y="21827"/>
                  </a:lnTo>
                  <a:lnTo>
                    <a:pt x="231648" y="24875"/>
                  </a:lnTo>
                  <a:close/>
                  <a:moveTo>
                    <a:pt x="236125" y="24875"/>
                  </a:moveTo>
                  <a:lnTo>
                    <a:pt x="236125" y="1158"/>
                  </a:lnTo>
                  <a:lnTo>
                    <a:pt x="242792" y="1158"/>
                  </a:lnTo>
                  <a:cubicBezTo>
                    <a:pt x="243735" y="1015"/>
                    <a:pt x="244707" y="1015"/>
                    <a:pt x="245650" y="1158"/>
                  </a:cubicBezTo>
                  <a:cubicBezTo>
                    <a:pt x="246545" y="1472"/>
                    <a:pt x="247374" y="1920"/>
                    <a:pt x="248126" y="2491"/>
                  </a:cubicBezTo>
                  <a:cubicBezTo>
                    <a:pt x="248822" y="3120"/>
                    <a:pt x="249403" y="3853"/>
                    <a:pt x="249841" y="4682"/>
                  </a:cubicBezTo>
                  <a:cubicBezTo>
                    <a:pt x="250317" y="5625"/>
                    <a:pt x="250546" y="6673"/>
                    <a:pt x="250508" y="7730"/>
                  </a:cubicBezTo>
                  <a:cubicBezTo>
                    <a:pt x="250603" y="8616"/>
                    <a:pt x="250603" y="9511"/>
                    <a:pt x="250508" y="10397"/>
                  </a:cubicBezTo>
                  <a:cubicBezTo>
                    <a:pt x="250288" y="11169"/>
                    <a:pt x="249965" y="11902"/>
                    <a:pt x="249555" y="12588"/>
                  </a:cubicBezTo>
                  <a:cubicBezTo>
                    <a:pt x="249079" y="13188"/>
                    <a:pt x="248498" y="13712"/>
                    <a:pt x="247840" y="14112"/>
                  </a:cubicBezTo>
                  <a:cubicBezTo>
                    <a:pt x="247079" y="14531"/>
                    <a:pt x="246231" y="14798"/>
                    <a:pt x="245364" y="14874"/>
                  </a:cubicBezTo>
                  <a:lnTo>
                    <a:pt x="252127" y="24399"/>
                  </a:lnTo>
                  <a:lnTo>
                    <a:pt x="248126" y="24399"/>
                  </a:lnTo>
                  <a:lnTo>
                    <a:pt x="240030" y="12302"/>
                  </a:lnTo>
                  <a:lnTo>
                    <a:pt x="242602" y="12302"/>
                  </a:lnTo>
                  <a:cubicBezTo>
                    <a:pt x="243230" y="12397"/>
                    <a:pt x="243878" y="12397"/>
                    <a:pt x="244507" y="12302"/>
                  </a:cubicBezTo>
                  <a:cubicBezTo>
                    <a:pt x="245059" y="12150"/>
                    <a:pt x="245574" y="11883"/>
                    <a:pt x="246031" y="11540"/>
                  </a:cubicBezTo>
                  <a:cubicBezTo>
                    <a:pt x="246478" y="11216"/>
                    <a:pt x="246840" y="10797"/>
                    <a:pt x="247079" y="10302"/>
                  </a:cubicBezTo>
                  <a:cubicBezTo>
                    <a:pt x="247231" y="9711"/>
                    <a:pt x="247231" y="9083"/>
                    <a:pt x="247079" y="8492"/>
                  </a:cubicBezTo>
                  <a:cubicBezTo>
                    <a:pt x="247164" y="7254"/>
                    <a:pt x="246716" y="6035"/>
                    <a:pt x="245840" y="5158"/>
                  </a:cubicBezTo>
                  <a:cubicBezTo>
                    <a:pt x="244888" y="4330"/>
                    <a:pt x="243669" y="3891"/>
                    <a:pt x="242411" y="3920"/>
                  </a:cubicBezTo>
                  <a:lnTo>
                    <a:pt x="239363" y="3920"/>
                  </a:lnTo>
                  <a:lnTo>
                    <a:pt x="239363" y="24685"/>
                  </a:lnTo>
                  <a:close/>
                  <a:moveTo>
                    <a:pt x="256222" y="17541"/>
                  </a:moveTo>
                  <a:cubicBezTo>
                    <a:pt x="256127" y="18169"/>
                    <a:pt x="256127" y="18817"/>
                    <a:pt x="256222" y="19446"/>
                  </a:cubicBezTo>
                  <a:cubicBezTo>
                    <a:pt x="256289" y="20036"/>
                    <a:pt x="256518" y="20598"/>
                    <a:pt x="256889" y="21065"/>
                  </a:cubicBezTo>
                  <a:cubicBezTo>
                    <a:pt x="257213" y="21513"/>
                    <a:pt x="257632" y="21865"/>
                    <a:pt x="258127" y="22113"/>
                  </a:cubicBezTo>
                  <a:cubicBezTo>
                    <a:pt x="258756" y="22275"/>
                    <a:pt x="259404" y="22275"/>
                    <a:pt x="260033" y="22113"/>
                  </a:cubicBezTo>
                  <a:cubicBezTo>
                    <a:pt x="261147" y="22180"/>
                    <a:pt x="262242" y="21808"/>
                    <a:pt x="263080" y="21065"/>
                  </a:cubicBezTo>
                  <a:cubicBezTo>
                    <a:pt x="263785" y="20246"/>
                    <a:pt x="264166" y="19198"/>
                    <a:pt x="264128" y="18112"/>
                  </a:cubicBezTo>
                  <a:cubicBezTo>
                    <a:pt x="264290" y="17522"/>
                    <a:pt x="264290" y="16893"/>
                    <a:pt x="264128" y="16303"/>
                  </a:cubicBezTo>
                  <a:cubicBezTo>
                    <a:pt x="263814" y="15798"/>
                    <a:pt x="263395" y="15379"/>
                    <a:pt x="262890" y="15064"/>
                  </a:cubicBezTo>
                  <a:cubicBezTo>
                    <a:pt x="262337" y="14683"/>
                    <a:pt x="261728" y="14398"/>
                    <a:pt x="261080" y="14207"/>
                  </a:cubicBezTo>
                  <a:lnTo>
                    <a:pt x="259080" y="13445"/>
                  </a:lnTo>
                  <a:lnTo>
                    <a:pt x="256984" y="12588"/>
                  </a:lnTo>
                  <a:cubicBezTo>
                    <a:pt x="256356" y="12264"/>
                    <a:pt x="255775" y="11845"/>
                    <a:pt x="255270" y="11350"/>
                  </a:cubicBezTo>
                  <a:cubicBezTo>
                    <a:pt x="254727" y="10845"/>
                    <a:pt x="254308" y="10226"/>
                    <a:pt x="254032" y="9540"/>
                  </a:cubicBezTo>
                  <a:cubicBezTo>
                    <a:pt x="253708" y="8692"/>
                    <a:pt x="253546" y="7787"/>
                    <a:pt x="253555" y="6873"/>
                  </a:cubicBezTo>
                  <a:cubicBezTo>
                    <a:pt x="253565" y="5968"/>
                    <a:pt x="253727" y="5063"/>
                    <a:pt x="254032" y="4206"/>
                  </a:cubicBezTo>
                  <a:cubicBezTo>
                    <a:pt x="254394" y="3463"/>
                    <a:pt x="254880" y="2787"/>
                    <a:pt x="255460" y="2206"/>
                  </a:cubicBezTo>
                  <a:cubicBezTo>
                    <a:pt x="256099" y="1615"/>
                    <a:pt x="256842" y="1167"/>
                    <a:pt x="257651" y="872"/>
                  </a:cubicBezTo>
                  <a:cubicBezTo>
                    <a:pt x="258499" y="520"/>
                    <a:pt x="259404" y="358"/>
                    <a:pt x="260318" y="396"/>
                  </a:cubicBezTo>
                  <a:cubicBezTo>
                    <a:pt x="262204" y="272"/>
                    <a:pt x="264062" y="929"/>
                    <a:pt x="265462" y="2206"/>
                  </a:cubicBezTo>
                  <a:cubicBezTo>
                    <a:pt x="266776" y="3558"/>
                    <a:pt x="267500" y="5368"/>
                    <a:pt x="267462" y="7254"/>
                  </a:cubicBezTo>
                  <a:lnTo>
                    <a:pt x="264128" y="7254"/>
                  </a:lnTo>
                  <a:cubicBezTo>
                    <a:pt x="264223" y="6720"/>
                    <a:pt x="264223" y="6168"/>
                    <a:pt x="264128" y="5635"/>
                  </a:cubicBezTo>
                  <a:cubicBezTo>
                    <a:pt x="264004" y="5177"/>
                    <a:pt x="263776" y="4749"/>
                    <a:pt x="263462" y="4396"/>
                  </a:cubicBezTo>
                  <a:cubicBezTo>
                    <a:pt x="263204" y="3958"/>
                    <a:pt x="262795" y="3615"/>
                    <a:pt x="262318" y="3444"/>
                  </a:cubicBezTo>
                  <a:cubicBezTo>
                    <a:pt x="261785" y="3339"/>
                    <a:pt x="261233" y="3339"/>
                    <a:pt x="260699" y="3444"/>
                  </a:cubicBezTo>
                  <a:cubicBezTo>
                    <a:pt x="259747" y="3387"/>
                    <a:pt x="258813" y="3739"/>
                    <a:pt x="258127" y="4396"/>
                  </a:cubicBezTo>
                  <a:cubicBezTo>
                    <a:pt x="257508" y="5111"/>
                    <a:pt x="257175" y="6025"/>
                    <a:pt x="257175" y="6968"/>
                  </a:cubicBezTo>
                  <a:cubicBezTo>
                    <a:pt x="257137" y="7787"/>
                    <a:pt x="257442" y="8587"/>
                    <a:pt x="258032" y="9159"/>
                  </a:cubicBezTo>
                  <a:cubicBezTo>
                    <a:pt x="258632" y="9664"/>
                    <a:pt x="259309" y="10083"/>
                    <a:pt x="260033" y="10397"/>
                  </a:cubicBezTo>
                  <a:lnTo>
                    <a:pt x="262700" y="11350"/>
                  </a:lnTo>
                  <a:cubicBezTo>
                    <a:pt x="263623" y="11635"/>
                    <a:pt x="264519" y="12016"/>
                    <a:pt x="265367" y="12493"/>
                  </a:cubicBezTo>
                  <a:cubicBezTo>
                    <a:pt x="266148" y="13074"/>
                    <a:pt x="266824" y="13778"/>
                    <a:pt x="267367" y="14588"/>
                  </a:cubicBezTo>
                  <a:cubicBezTo>
                    <a:pt x="267995" y="15683"/>
                    <a:pt x="268291" y="16941"/>
                    <a:pt x="268224" y="18208"/>
                  </a:cubicBezTo>
                  <a:cubicBezTo>
                    <a:pt x="268233" y="19255"/>
                    <a:pt x="268043" y="20284"/>
                    <a:pt x="267652" y="21256"/>
                  </a:cubicBezTo>
                  <a:cubicBezTo>
                    <a:pt x="267281" y="22065"/>
                    <a:pt x="266729" y="22780"/>
                    <a:pt x="266033" y="23351"/>
                  </a:cubicBezTo>
                  <a:cubicBezTo>
                    <a:pt x="265395" y="23970"/>
                    <a:pt x="264605" y="24427"/>
                    <a:pt x="263747" y="24685"/>
                  </a:cubicBezTo>
                  <a:cubicBezTo>
                    <a:pt x="262833" y="24827"/>
                    <a:pt x="261899" y="24827"/>
                    <a:pt x="260985" y="24685"/>
                  </a:cubicBezTo>
                  <a:cubicBezTo>
                    <a:pt x="259813" y="24704"/>
                    <a:pt x="258651" y="24513"/>
                    <a:pt x="257556" y="24113"/>
                  </a:cubicBezTo>
                  <a:cubicBezTo>
                    <a:pt x="256680" y="23799"/>
                    <a:pt x="255899" y="23275"/>
                    <a:pt x="255270" y="22589"/>
                  </a:cubicBezTo>
                  <a:cubicBezTo>
                    <a:pt x="254594" y="21894"/>
                    <a:pt x="254108" y="21046"/>
                    <a:pt x="253841" y="20113"/>
                  </a:cubicBezTo>
                  <a:cubicBezTo>
                    <a:pt x="253689" y="19074"/>
                    <a:pt x="253689" y="18008"/>
                    <a:pt x="253841" y="16969"/>
                  </a:cubicBezTo>
                  <a:close/>
                  <a:moveTo>
                    <a:pt x="270415" y="24875"/>
                  </a:moveTo>
                  <a:lnTo>
                    <a:pt x="270415" y="1158"/>
                  </a:lnTo>
                  <a:lnTo>
                    <a:pt x="273748" y="1158"/>
                  </a:lnTo>
                  <a:lnTo>
                    <a:pt x="273748" y="24875"/>
                  </a:lnTo>
                  <a:close/>
                  <a:moveTo>
                    <a:pt x="289465" y="1158"/>
                  </a:moveTo>
                  <a:lnTo>
                    <a:pt x="289465" y="4111"/>
                  </a:lnTo>
                  <a:lnTo>
                    <a:pt x="284321" y="4111"/>
                  </a:lnTo>
                  <a:lnTo>
                    <a:pt x="284321" y="24875"/>
                  </a:lnTo>
                  <a:lnTo>
                    <a:pt x="280988" y="24875"/>
                  </a:lnTo>
                  <a:lnTo>
                    <a:pt x="280988" y="4111"/>
                  </a:lnTo>
                  <a:lnTo>
                    <a:pt x="275939" y="4111"/>
                  </a:lnTo>
                  <a:lnTo>
                    <a:pt x="275939" y="1158"/>
                  </a:lnTo>
                  <a:close/>
                  <a:moveTo>
                    <a:pt x="302800" y="1158"/>
                  </a:moveTo>
                  <a:lnTo>
                    <a:pt x="306324" y="1158"/>
                  </a:lnTo>
                  <a:lnTo>
                    <a:pt x="299847" y="15255"/>
                  </a:lnTo>
                  <a:lnTo>
                    <a:pt x="299847" y="24780"/>
                  </a:lnTo>
                  <a:lnTo>
                    <a:pt x="296513" y="24780"/>
                  </a:lnTo>
                  <a:lnTo>
                    <a:pt x="296513" y="15255"/>
                  </a:lnTo>
                  <a:lnTo>
                    <a:pt x="289941" y="1158"/>
                  </a:lnTo>
                  <a:lnTo>
                    <a:pt x="293751" y="1158"/>
                  </a:lnTo>
                  <a:lnTo>
                    <a:pt x="298418" y="11635"/>
                  </a:lnTo>
                  <a:lnTo>
                    <a:pt x="303086" y="1158"/>
                  </a:lnTo>
                  <a:close/>
                  <a:moveTo>
                    <a:pt x="325469" y="3539"/>
                  </a:moveTo>
                  <a:cubicBezTo>
                    <a:pt x="324574" y="3482"/>
                    <a:pt x="323698" y="3749"/>
                    <a:pt x="322993" y="4301"/>
                  </a:cubicBezTo>
                  <a:cubicBezTo>
                    <a:pt x="322278" y="4834"/>
                    <a:pt x="321697" y="5520"/>
                    <a:pt x="321278" y="6301"/>
                  </a:cubicBezTo>
                  <a:cubicBezTo>
                    <a:pt x="320792" y="7254"/>
                    <a:pt x="320469" y="8282"/>
                    <a:pt x="320326" y="9349"/>
                  </a:cubicBezTo>
                  <a:cubicBezTo>
                    <a:pt x="320183" y="10549"/>
                    <a:pt x="320183" y="11769"/>
                    <a:pt x="320326" y="12969"/>
                  </a:cubicBezTo>
                  <a:cubicBezTo>
                    <a:pt x="320173" y="14207"/>
                    <a:pt x="320173" y="15445"/>
                    <a:pt x="320326" y="16684"/>
                  </a:cubicBezTo>
                  <a:cubicBezTo>
                    <a:pt x="320469" y="17750"/>
                    <a:pt x="320792" y="18779"/>
                    <a:pt x="321278" y="19732"/>
                  </a:cubicBezTo>
                  <a:cubicBezTo>
                    <a:pt x="321697" y="20513"/>
                    <a:pt x="322278" y="21198"/>
                    <a:pt x="322993" y="21732"/>
                  </a:cubicBezTo>
                  <a:cubicBezTo>
                    <a:pt x="323717" y="22237"/>
                    <a:pt x="324583" y="22503"/>
                    <a:pt x="325469" y="22494"/>
                  </a:cubicBezTo>
                  <a:cubicBezTo>
                    <a:pt x="326355" y="22494"/>
                    <a:pt x="327212" y="22227"/>
                    <a:pt x="327946" y="21732"/>
                  </a:cubicBezTo>
                  <a:cubicBezTo>
                    <a:pt x="328660" y="21198"/>
                    <a:pt x="329241" y="20513"/>
                    <a:pt x="329660" y="19732"/>
                  </a:cubicBezTo>
                  <a:cubicBezTo>
                    <a:pt x="330108" y="18760"/>
                    <a:pt x="330422" y="17731"/>
                    <a:pt x="330613" y="16684"/>
                  </a:cubicBezTo>
                  <a:cubicBezTo>
                    <a:pt x="330718" y="15445"/>
                    <a:pt x="330718" y="14207"/>
                    <a:pt x="330613" y="12969"/>
                  </a:cubicBezTo>
                  <a:cubicBezTo>
                    <a:pt x="330708" y="11769"/>
                    <a:pt x="330708" y="10549"/>
                    <a:pt x="330613" y="9349"/>
                  </a:cubicBezTo>
                  <a:cubicBezTo>
                    <a:pt x="330422" y="8302"/>
                    <a:pt x="330108" y="7273"/>
                    <a:pt x="329660" y="6301"/>
                  </a:cubicBezTo>
                  <a:cubicBezTo>
                    <a:pt x="329241" y="5520"/>
                    <a:pt x="328660" y="4834"/>
                    <a:pt x="327946" y="4301"/>
                  </a:cubicBezTo>
                  <a:cubicBezTo>
                    <a:pt x="327231" y="3768"/>
                    <a:pt x="326355" y="3491"/>
                    <a:pt x="325469" y="3539"/>
                  </a:cubicBezTo>
                  <a:close/>
                  <a:moveTo>
                    <a:pt x="325469" y="777"/>
                  </a:moveTo>
                  <a:cubicBezTo>
                    <a:pt x="326755" y="767"/>
                    <a:pt x="328031" y="1063"/>
                    <a:pt x="329184" y="1634"/>
                  </a:cubicBezTo>
                  <a:cubicBezTo>
                    <a:pt x="330279" y="2244"/>
                    <a:pt x="331222" y="3091"/>
                    <a:pt x="331946" y="4111"/>
                  </a:cubicBezTo>
                  <a:cubicBezTo>
                    <a:pt x="332746" y="5263"/>
                    <a:pt x="333327" y="6558"/>
                    <a:pt x="333661" y="7921"/>
                  </a:cubicBezTo>
                  <a:cubicBezTo>
                    <a:pt x="334051" y="9578"/>
                    <a:pt x="334251" y="11273"/>
                    <a:pt x="334232" y="12969"/>
                  </a:cubicBezTo>
                  <a:cubicBezTo>
                    <a:pt x="334251" y="14664"/>
                    <a:pt x="334061" y="16369"/>
                    <a:pt x="333661" y="18017"/>
                  </a:cubicBezTo>
                  <a:cubicBezTo>
                    <a:pt x="333337" y="19417"/>
                    <a:pt x="332756" y="20741"/>
                    <a:pt x="331946" y="21922"/>
                  </a:cubicBezTo>
                  <a:cubicBezTo>
                    <a:pt x="331222" y="22941"/>
                    <a:pt x="330279" y="23789"/>
                    <a:pt x="329184" y="24399"/>
                  </a:cubicBezTo>
                  <a:cubicBezTo>
                    <a:pt x="328031" y="24970"/>
                    <a:pt x="326755" y="25266"/>
                    <a:pt x="325469" y="25256"/>
                  </a:cubicBezTo>
                  <a:cubicBezTo>
                    <a:pt x="324174" y="25294"/>
                    <a:pt x="322897" y="24999"/>
                    <a:pt x="321755" y="24399"/>
                  </a:cubicBezTo>
                  <a:cubicBezTo>
                    <a:pt x="320612" y="23818"/>
                    <a:pt x="319631" y="22970"/>
                    <a:pt x="318897" y="21922"/>
                  </a:cubicBezTo>
                  <a:cubicBezTo>
                    <a:pt x="318163" y="20703"/>
                    <a:pt x="317583" y="19389"/>
                    <a:pt x="317182" y="18017"/>
                  </a:cubicBezTo>
                  <a:cubicBezTo>
                    <a:pt x="316782" y="16369"/>
                    <a:pt x="316592" y="14664"/>
                    <a:pt x="316611" y="12969"/>
                  </a:cubicBezTo>
                  <a:cubicBezTo>
                    <a:pt x="316592" y="11273"/>
                    <a:pt x="316792" y="9578"/>
                    <a:pt x="317182" y="7921"/>
                  </a:cubicBezTo>
                  <a:cubicBezTo>
                    <a:pt x="317602" y="6587"/>
                    <a:pt x="318173" y="5311"/>
                    <a:pt x="318897" y="4111"/>
                  </a:cubicBezTo>
                  <a:cubicBezTo>
                    <a:pt x="319631" y="3063"/>
                    <a:pt x="320612" y="2215"/>
                    <a:pt x="321755" y="1634"/>
                  </a:cubicBezTo>
                  <a:cubicBezTo>
                    <a:pt x="322897" y="1034"/>
                    <a:pt x="324174" y="739"/>
                    <a:pt x="325469" y="777"/>
                  </a:cubicBezTo>
                  <a:close/>
                  <a:moveTo>
                    <a:pt x="348996" y="777"/>
                  </a:moveTo>
                  <a:lnTo>
                    <a:pt x="348996" y="3730"/>
                  </a:lnTo>
                  <a:lnTo>
                    <a:pt x="341376" y="3730"/>
                  </a:lnTo>
                  <a:lnTo>
                    <a:pt x="341376" y="10588"/>
                  </a:lnTo>
                  <a:lnTo>
                    <a:pt x="349282" y="10588"/>
                  </a:lnTo>
                  <a:lnTo>
                    <a:pt x="349282" y="13636"/>
                  </a:lnTo>
                  <a:lnTo>
                    <a:pt x="341376" y="13636"/>
                  </a:lnTo>
                  <a:lnTo>
                    <a:pt x="341376" y="24494"/>
                  </a:lnTo>
                  <a:lnTo>
                    <a:pt x="338042" y="24494"/>
                  </a:lnTo>
                  <a:lnTo>
                    <a:pt x="338042" y="777"/>
                  </a:lnTo>
                  <a:close/>
                  <a:moveTo>
                    <a:pt x="363283" y="17160"/>
                  </a:moveTo>
                  <a:cubicBezTo>
                    <a:pt x="363188" y="17788"/>
                    <a:pt x="363188" y="18436"/>
                    <a:pt x="363283" y="19065"/>
                  </a:cubicBezTo>
                  <a:cubicBezTo>
                    <a:pt x="363350" y="19655"/>
                    <a:pt x="363579" y="20217"/>
                    <a:pt x="363950" y="20684"/>
                  </a:cubicBezTo>
                  <a:cubicBezTo>
                    <a:pt x="364274" y="21132"/>
                    <a:pt x="364693" y="21484"/>
                    <a:pt x="365188" y="21732"/>
                  </a:cubicBezTo>
                  <a:cubicBezTo>
                    <a:pt x="365817" y="21894"/>
                    <a:pt x="366465" y="21894"/>
                    <a:pt x="367094" y="21732"/>
                  </a:cubicBezTo>
                  <a:cubicBezTo>
                    <a:pt x="368208" y="21799"/>
                    <a:pt x="369303" y="21427"/>
                    <a:pt x="370141" y="20684"/>
                  </a:cubicBezTo>
                  <a:cubicBezTo>
                    <a:pt x="370846" y="19865"/>
                    <a:pt x="371227" y="18817"/>
                    <a:pt x="371189" y="17731"/>
                  </a:cubicBezTo>
                  <a:cubicBezTo>
                    <a:pt x="371199" y="17093"/>
                    <a:pt x="371037" y="16464"/>
                    <a:pt x="370713" y="15922"/>
                  </a:cubicBezTo>
                  <a:cubicBezTo>
                    <a:pt x="370389" y="15398"/>
                    <a:pt x="369932" y="14969"/>
                    <a:pt x="369380" y="14683"/>
                  </a:cubicBezTo>
                  <a:cubicBezTo>
                    <a:pt x="368875" y="14283"/>
                    <a:pt x="368284" y="13998"/>
                    <a:pt x="367665" y="13826"/>
                  </a:cubicBezTo>
                  <a:lnTo>
                    <a:pt x="365665" y="13064"/>
                  </a:lnTo>
                  <a:lnTo>
                    <a:pt x="363569" y="12207"/>
                  </a:lnTo>
                  <a:cubicBezTo>
                    <a:pt x="362941" y="11883"/>
                    <a:pt x="362360" y="11464"/>
                    <a:pt x="361855" y="10969"/>
                  </a:cubicBezTo>
                  <a:cubicBezTo>
                    <a:pt x="361312" y="10464"/>
                    <a:pt x="360893" y="9845"/>
                    <a:pt x="360616" y="9159"/>
                  </a:cubicBezTo>
                  <a:cubicBezTo>
                    <a:pt x="360293" y="8311"/>
                    <a:pt x="360131" y="7406"/>
                    <a:pt x="360140" y="6492"/>
                  </a:cubicBezTo>
                  <a:cubicBezTo>
                    <a:pt x="360150" y="5587"/>
                    <a:pt x="360312" y="4682"/>
                    <a:pt x="360616" y="3825"/>
                  </a:cubicBezTo>
                  <a:cubicBezTo>
                    <a:pt x="360979" y="3082"/>
                    <a:pt x="361464" y="2406"/>
                    <a:pt x="362045" y="1825"/>
                  </a:cubicBezTo>
                  <a:cubicBezTo>
                    <a:pt x="362683" y="1234"/>
                    <a:pt x="363426" y="786"/>
                    <a:pt x="364236" y="491"/>
                  </a:cubicBezTo>
                  <a:cubicBezTo>
                    <a:pt x="365084" y="139"/>
                    <a:pt x="365989" y="-23"/>
                    <a:pt x="366903" y="15"/>
                  </a:cubicBezTo>
                  <a:cubicBezTo>
                    <a:pt x="368789" y="-109"/>
                    <a:pt x="370646" y="548"/>
                    <a:pt x="372046" y="1825"/>
                  </a:cubicBezTo>
                  <a:cubicBezTo>
                    <a:pt x="373361" y="3177"/>
                    <a:pt x="374085" y="4987"/>
                    <a:pt x="374047" y="6873"/>
                  </a:cubicBezTo>
                  <a:lnTo>
                    <a:pt x="370713" y="6873"/>
                  </a:lnTo>
                  <a:cubicBezTo>
                    <a:pt x="370808" y="6339"/>
                    <a:pt x="370808" y="5787"/>
                    <a:pt x="370713" y="5254"/>
                  </a:cubicBezTo>
                  <a:cubicBezTo>
                    <a:pt x="370589" y="4796"/>
                    <a:pt x="370361" y="4368"/>
                    <a:pt x="370046" y="4015"/>
                  </a:cubicBezTo>
                  <a:cubicBezTo>
                    <a:pt x="369789" y="3577"/>
                    <a:pt x="369380" y="3234"/>
                    <a:pt x="368903" y="3063"/>
                  </a:cubicBezTo>
                  <a:cubicBezTo>
                    <a:pt x="368370" y="2958"/>
                    <a:pt x="367817" y="2958"/>
                    <a:pt x="367284" y="3063"/>
                  </a:cubicBezTo>
                  <a:cubicBezTo>
                    <a:pt x="365503" y="2901"/>
                    <a:pt x="363922" y="4206"/>
                    <a:pt x="363760" y="5987"/>
                  </a:cubicBezTo>
                  <a:cubicBezTo>
                    <a:pt x="363741" y="6187"/>
                    <a:pt x="363741" y="6387"/>
                    <a:pt x="363760" y="6587"/>
                  </a:cubicBezTo>
                  <a:cubicBezTo>
                    <a:pt x="363722" y="7406"/>
                    <a:pt x="364026" y="8206"/>
                    <a:pt x="364617" y="8778"/>
                  </a:cubicBezTo>
                  <a:cubicBezTo>
                    <a:pt x="365208" y="9311"/>
                    <a:pt x="365884" y="9730"/>
                    <a:pt x="366617" y="10016"/>
                  </a:cubicBezTo>
                  <a:lnTo>
                    <a:pt x="369284" y="10969"/>
                  </a:lnTo>
                  <a:cubicBezTo>
                    <a:pt x="370208" y="11254"/>
                    <a:pt x="371104" y="11635"/>
                    <a:pt x="371951" y="12112"/>
                  </a:cubicBezTo>
                  <a:cubicBezTo>
                    <a:pt x="372732" y="12693"/>
                    <a:pt x="373409" y="13397"/>
                    <a:pt x="373952" y="14207"/>
                  </a:cubicBezTo>
                  <a:cubicBezTo>
                    <a:pt x="374580" y="15302"/>
                    <a:pt x="374875" y="16560"/>
                    <a:pt x="374809" y="17827"/>
                  </a:cubicBezTo>
                  <a:cubicBezTo>
                    <a:pt x="374818" y="18874"/>
                    <a:pt x="374628" y="19903"/>
                    <a:pt x="374237" y="20875"/>
                  </a:cubicBezTo>
                  <a:cubicBezTo>
                    <a:pt x="373866" y="21684"/>
                    <a:pt x="373313" y="22399"/>
                    <a:pt x="372618" y="22970"/>
                  </a:cubicBezTo>
                  <a:cubicBezTo>
                    <a:pt x="371970" y="23589"/>
                    <a:pt x="371189" y="24046"/>
                    <a:pt x="370332" y="24304"/>
                  </a:cubicBezTo>
                  <a:cubicBezTo>
                    <a:pt x="369418" y="24446"/>
                    <a:pt x="368484" y="24446"/>
                    <a:pt x="367570" y="24304"/>
                  </a:cubicBezTo>
                  <a:cubicBezTo>
                    <a:pt x="366398" y="24323"/>
                    <a:pt x="365236" y="24132"/>
                    <a:pt x="364141" y="23732"/>
                  </a:cubicBezTo>
                  <a:cubicBezTo>
                    <a:pt x="363264" y="23418"/>
                    <a:pt x="362483" y="22894"/>
                    <a:pt x="361855" y="22208"/>
                  </a:cubicBezTo>
                  <a:cubicBezTo>
                    <a:pt x="361179" y="21513"/>
                    <a:pt x="360693" y="20665"/>
                    <a:pt x="360426" y="19732"/>
                  </a:cubicBezTo>
                  <a:cubicBezTo>
                    <a:pt x="360112" y="18712"/>
                    <a:pt x="359950" y="17655"/>
                    <a:pt x="359950" y="16588"/>
                  </a:cubicBezTo>
                  <a:close/>
                  <a:moveTo>
                    <a:pt x="389572" y="9826"/>
                  </a:moveTo>
                  <a:cubicBezTo>
                    <a:pt x="389458" y="9025"/>
                    <a:pt x="389296" y="8225"/>
                    <a:pt x="389096" y="7444"/>
                  </a:cubicBezTo>
                  <a:cubicBezTo>
                    <a:pt x="388963" y="6682"/>
                    <a:pt x="388706" y="5939"/>
                    <a:pt x="388334" y="5254"/>
                  </a:cubicBezTo>
                  <a:cubicBezTo>
                    <a:pt x="387991" y="4634"/>
                    <a:pt x="387496" y="4111"/>
                    <a:pt x="386905" y="3730"/>
                  </a:cubicBezTo>
                  <a:cubicBezTo>
                    <a:pt x="386286" y="3320"/>
                    <a:pt x="385553" y="3120"/>
                    <a:pt x="384810" y="3158"/>
                  </a:cubicBezTo>
                  <a:cubicBezTo>
                    <a:pt x="384086" y="3130"/>
                    <a:pt x="383372" y="3368"/>
                    <a:pt x="382810" y="3825"/>
                  </a:cubicBezTo>
                  <a:cubicBezTo>
                    <a:pt x="382114" y="4282"/>
                    <a:pt x="381581" y="4949"/>
                    <a:pt x="381286" y="5730"/>
                  </a:cubicBezTo>
                  <a:cubicBezTo>
                    <a:pt x="380829" y="6663"/>
                    <a:pt x="380505" y="7654"/>
                    <a:pt x="380333" y="8683"/>
                  </a:cubicBezTo>
                  <a:cubicBezTo>
                    <a:pt x="380229" y="9978"/>
                    <a:pt x="380229" y="11292"/>
                    <a:pt x="380333" y="12588"/>
                  </a:cubicBezTo>
                  <a:cubicBezTo>
                    <a:pt x="380229" y="13883"/>
                    <a:pt x="380229" y="15198"/>
                    <a:pt x="380333" y="16493"/>
                  </a:cubicBezTo>
                  <a:cubicBezTo>
                    <a:pt x="380505" y="17550"/>
                    <a:pt x="380829" y="18569"/>
                    <a:pt x="381286" y="19541"/>
                  </a:cubicBezTo>
                  <a:cubicBezTo>
                    <a:pt x="381600" y="20303"/>
                    <a:pt x="382133" y="20970"/>
                    <a:pt x="382810" y="21446"/>
                  </a:cubicBezTo>
                  <a:cubicBezTo>
                    <a:pt x="383372" y="21903"/>
                    <a:pt x="384086" y="22141"/>
                    <a:pt x="384810" y="22113"/>
                  </a:cubicBezTo>
                  <a:cubicBezTo>
                    <a:pt x="386324" y="22180"/>
                    <a:pt x="387753" y="21417"/>
                    <a:pt x="388525" y="20113"/>
                  </a:cubicBezTo>
                  <a:cubicBezTo>
                    <a:pt x="388858" y="19417"/>
                    <a:pt x="389087" y="18684"/>
                    <a:pt x="389191" y="17922"/>
                  </a:cubicBezTo>
                  <a:lnTo>
                    <a:pt x="389191" y="15541"/>
                  </a:lnTo>
                  <a:lnTo>
                    <a:pt x="392335" y="15541"/>
                  </a:lnTo>
                  <a:cubicBezTo>
                    <a:pt x="392487" y="16779"/>
                    <a:pt x="392487" y="18017"/>
                    <a:pt x="392335" y="19255"/>
                  </a:cubicBezTo>
                  <a:cubicBezTo>
                    <a:pt x="392078" y="20332"/>
                    <a:pt x="391592" y="21341"/>
                    <a:pt x="390906" y="22208"/>
                  </a:cubicBezTo>
                  <a:cubicBezTo>
                    <a:pt x="390296" y="23065"/>
                    <a:pt x="389477" y="23761"/>
                    <a:pt x="388525" y="24208"/>
                  </a:cubicBezTo>
                  <a:cubicBezTo>
                    <a:pt x="387372" y="24646"/>
                    <a:pt x="386144" y="24875"/>
                    <a:pt x="384905" y="24875"/>
                  </a:cubicBezTo>
                  <a:cubicBezTo>
                    <a:pt x="383810" y="24875"/>
                    <a:pt x="382734" y="24608"/>
                    <a:pt x="381762" y="24113"/>
                  </a:cubicBezTo>
                  <a:cubicBezTo>
                    <a:pt x="380714" y="23599"/>
                    <a:pt x="379828" y="22808"/>
                    <a:pt x="379190" y="21827"/>
                  </a:cubicBezTo>
                  <a:cubicBezTo>
                    <a:pt x="378362" y="20675"/>
                    <a:pt x="377752" y="19389"/>
                    <a:pt x="377380" y="18017"/>
                  </a:cubicBezTo>
                  <a:cubicBezTo>
                    <a:pt x="376971" y="16236"/>
                    <a:pt x="376781" y="14417"/>
                    <a:pt x="376809" y="12588"/>
                  </a:cubicBezTo>
                  <a:cubicBezTo>
                    <a:pt x="376790" y="10759"/>
                    <a:pt x="376980" y="8940"/>
                    <a:pt x="377380" y="7159"/>
                  </a:cubicBezTo>
                  <a:cubicBezTo>
                    <a:pt x="377771" y="5797"/>
                    <a:pt x="378381" y="4511"/>
                    <a:pt x="379190" y="3349"/>
                  </a:cubicBezTo>
                  <a:cubicBezTo>
                    <a:pt x="379876" y="2415"/>
                    <a:pt x="380752" y="1634"/>
                    <a:pt x="381762" y="1063"/>
                  </a:cubicBezTo>
                  <a:cubicBezTo>
                    <a:pt x="382743" y="596"/>
                    <a:pt x="383819" y="367"/>
                    <a:pt x="384905" y="396"/>
                  </a:cubicBezTo>
                  <a:cubicBezTo>
                    <a:pt x="386115" y="339"/>
                    <a:pt x="387325" y="567"/>
                    <a:pt x="388430" y="1063"/>
                  </a:cubicBezTo>
                  <a:cubicBezTo>
                    <a:pt x="389372" y="1577"/>
                    <a:pt x="390182" y="2291"/>
                    <a:pt x="390811" y="3158"/>
                  </a:cubicBezTo>
                  <a:cubicBezTo>
                    <a:pt x="391458" y="4034"/>
                    <a:pt x="391916" y="5044"/>
                    <a:pt x="392144" y="6111"/>
                  </a:cubicBezTo>
                  <a:cubicBezTo>
                    <a:pt x="392478" y="7330"/>
                    <a:pt x="392697" y="8568"/>
                    <a:pt x="392811" y="9826"/>
                  </a:cubicBezTo>
                  <a:close/>
                  <a:moveTo>
                    <a:pt x="395669" y="24494"/>
                  </a:moveTo>
                  <a:lnTo>
                    <a:pt x="395669" y="777"/>
                  </a:lnTo>
                  <a:lnTo>
                    <a:pt x="399002" y="777"/>
                  </a:lnTo>
                  <a:lnTo>
                    <a:pt x="399002" y="24494"/>
                  </a:lnTo>
                  <a:close/>
                  <a:moveTo>
                    <a:pt x="403288" y="24494"/>
                  </a:moveTo>
                  <a:lnTo>
                    <a:pt x="403288" y="777"/>
                  </a:lnTo>
                  <a:lnTo>
                    <a:pt x="415195" y="777"/>
                  </a:lnTo>
                  <a:lnTo>
                    <a:pt x="415195" y="3730"/>
                  </a:lnTo>
                  <a:lnTo>
                    <a:pt x="406622" y="3730"/>
                  </a:lnTo>
                  <a:lnTo>
                    <a:pt x="406622" y="10588"/>
                  </a:lnTo>
                  <a:lnTo>
                    <a:pt x="415195" y="10588"/>
                  </a:lnTo>
                  <a:lnTo>
                    <a:pt x="415195" y="13636"/>
                  </a:lnTo>
                  <a:lnTo>
                    <a:pt x="406622" y="13636"/>
                  </a:lnTo>
                  <a:lnTo>
                    <a:pt x="406622" y="21446"/>
                  </a:lnTo>
                  <a:lnTo>
                    <a:pt x="415195" y="21446"/>
                  </a:lnTo>
                  <a:lnTo>
                    <a:pt x="415195" y="24494"/>
                  </a:lnTo>
                  <a:close/>
                  <a:moveTo>
                    <a:pt x="419862" y="24494"/>
                  </a:moveTo>
                  <a:lnTo>
                    <a:pt x="419862" y="777"/>
                  </a:lnTo>
                  <a:lnTo>
                    <a:pt x="423196" y="777"/>
                  </a:lnTo>
                  <a:lnTo>
                    <a:pt x="431673" y="17636"/>
                  </a:lnTo>
                  <a:lnTo>
                    <a:pt x="431673" y="17636"/>
                  </a:lnTo>
                  <a:lnTo>
                    <a:pt x="431673" y="777"/>
                  </a:lnTo>
                  <a:lnTo>
                    <a:pt x="434816" y="777"/>
                  </a:lnTo>
                  <a:lnTo>
                    <a:pt x="434816" y="24494"/>
                  </a:lnTo>
                  <a:lnTo>
                    <a:pt x="431768" y="24494"/>
                  </a:lnTo>
                  <a:lnTo>
                    <a:pt x="423100" y="6968"/>
                  </a:lnTo>
                  <a:lnTo>
                    <a:pt x="423100" y="6968"/>
                  </a:lnTo>
                  <a:lnTo>
                    <a:pt x="423100" y="24494"/>
                  </a:lnTo>
                  <a:close/>
                  <a:moveTo>
                    <a:pt x="451390" y="9826"/>
                  </a:moveTo>
                  <a:cubicBezTo>
                    <a:pt x="451437" y="9035"/>
                    <a:pt x="451437" y="8235"/>
                    <a:pt x="451390" y="7444"/>
                  </a:cubicBezTo>
                  <a:cubicBezTo>
                    <a:pt x="451218" y="6673"/>
                    <a:pt x="450933" y="5930"/>
                    <a:pt x="450532" y="5254"/>
                  </a:cubicBezTo>
                  <a:cubicBezTo>
                    <a:pt x="450256" y="4625"/>
                    <a:pt x="449789" y="4092"/>
                    <a:pt x="449199" y="3730"/>
                  </a:cubicBezTo>
                  <a:cubicBezTo>
                    <a:pt x="448580" y="3330"/>
                    <a:pt x="447847" y="3130"/>
                    <a:pt x="447104" y="3158"/>
                  </a:cubicBezTo>
                  <a:cubicBezTo>
                    <a:pt x="446351" y="3149"/>
                    <a:pt x="445618" y="3377"/>
                    <a:pt x="445008" y="3825"/>
                  </a:cubicBezTo>
                  <a:cubicBezTo>
                    <a:pt x="444360" y="4330"/>
                    <a:pt x="443836" y="4987"/>
                    <a:pt x="443484" y="5730"/>
                  </a:cubicBezTo>
                  <a:cubicBezTo>
                    <a:pt x="443055" y="6673"/>
                    <a:pt x="442770" y="7663"/>
                    <a:pt x="442627" y="8683"/>
                  </a:cubicBezTo>
                  <a:cubicBezTo>
                    <a:pt x="442474" y="9978"/>
                    <a:pt x="442474" y="11292"/>
                    <a:pt x="442627" y="12588"/>
                  </a:cubicBezTo>
                  <a:cubicBezTo>
                    <a:pt x="442474" y="13883"/>
                    <a:pt x="442474" y="15198"/>
                    <a:pt x="442627" y="16493"/>
                  </a:cubicBezTo>
                  <a:cubicBezTo>
                    <a:pt x="442770" y="17541"/>
                    <a:pt x="443065" y="18569"/>
                    <a:pt x="443484" y="19541"/>
                  </a:cubicBezTo>
                  <a:cubicBezTo>
                    <a:pt x="443865" y="20265"/>
                    <a:pt x="444379" y="20913"/>
                    <a:pt x="445008" y="21446"/>
                  </a:cubicBezTo>
                  <a:cubicBezTo>
                    <a:pt x="445618" y="21894"/>
                    <a:pt x="446351" y="22122"/>
                    <a:pt x="447104" y="22113"/>
                  </a:cubicBezTo>
                  <a:cubicBezTo>
                    <a:pt x="447903" y="22151"/>
                    <a:pt x="448704" y="21951"/>
                    <a:pt x="449389" y="21541"/>
                  </a:cubicBezTo>
                  <a:cubicBezTo>
                    <a:pt x="449951" y="21189"/>
                    <a:pt x="450409" y="20694"/>
                    <a:pt x="450723" y="20113"/>
                  </a:cubicBezTo>
                  <a:cubicBezTo>
                    <a:pt x="451095" y="19427"/>
                    <a:pt x="451352" y="18684"/>
                    <a:pt x="451485" y="17922"/>
                  </a:cubicBezTo>
                  <a:lnTo>
                    <a:pt x="451485" y="15541"/>
                  </a:lnTo>
                  <a:lnTo>
                    <a:pt x="455676" y="15541"/>
                  </a:lnTo>
                  <a:cubicBezTo>
                    <a:pt x="455781" y="16779"/>
                    <a:pt x="455781" y="18017"/>
                    <a:pt x="455676" y="19255"/>
                  </a:cubicBezTo>
                  <a:cubicBezTo>
                    <a:pt x="455419" y="20332"/>
                    <a:pt x="454933" y="21341"/>
                    <a:pt x="454247" y="22208"/>
                  </a:cubicBezTo>
                  <a:cubicBezTo>
                    <a:pt x="453600" y="23075"/>
                    <a:pt x="452752" y="23761"/>
                    <a:pt x="451771" y="24208"/>
                  </a:cubicBezTo>
                  <a:cubicBezTo>
                    <a:pt x="450647" y="24656"/>
                    <a:pt x="449456" y="24875"/>
                    <a:pt x="448246" y="24875"/>
                  </a:cubicBezTo>
                  <a:cubicBezTo>
                    <a:pt x="447151" y="24875"/>
                    <a:pt x="446075" y="24608"/>
                    <a:pt x="445103" y="24113"/>
                  </a:cubicBezTo>
                  <a:cubicBezTo>
                    <a:pt x="444027" y="23599"/>
                    <a:pt x="443113" y="22808"/>
                    <a:pt x="442436" y="21827"/>
                  </a:cubicBezTo>
                  <a:cubicBezTo>
                    <a:pt x="441646" y="20665"/>
                    <a:pt x="441065" y="19379"/>
                    <a:pt x="440722" y="18017"/>
                  </a:cubicBezTo>
                  <a:cubicBezTo>
                    <a:pt x="440226" y="16255"/>
                    <a:pt x="440007" y="14417"/>
                    <a:pt x="440055" y="12588"/>
                  </a:cubicBezTo>
                  <a:cubicBezTo>
                    <a:pt x="440017" y="10759"/>
                    <a:pt x="440236" y="8930"/>
                    <a:pt x="440722" y="7159"/>
                  </a:cubicBezTo>
                  <a:cubicBezTo>
                    <a:pt x="441084" y="5806"/>
                    <a:pt x="441655" y="4520"/>
                    <a:pt x="442436" y="3349"/>
                  </a:cubicBezTo>
                  <a:cubicBezTo>
                    <a:pt x="443160" y="2415"/>
                    <a:pt x="444065" y="1634"/>
                    <a:pt x="445103" y="1063"/>
                  </a:cubicBezTo>
                  <a:cubicBezTo>
                    <a:pt x="446084" y="596"/>
                    <a:pt x="447161" y="367"/>
                    <a:pt x="448246" y="396"/>
                  </a:cubicBezTo>
                  <a:cubicBezTo>
                    <a:pt x="449456" y="348"/>
                    <a:pt x="450666" y="577"/>
                    <a:pt x="451771" y="1063"/>
                  </a:cubicBezTo>
                  <a:cubicBezTo>
                    <a:pt x="452695" y="1605"/>
                    <a:pt x="453495" y="2310"/>
                    <a:pt x="454152" y="3158"/>
                  </a:cubicBezTo>
                  <a:cubicBezTo>
                    <a:pt x="454762" y="4063"/>
                    <a:pt x="455209" y="5054"/>
                    <a:pt x="455486" y="6111"/>
                  </a:cubicBezTo>
                  <a:cubicBezTo>
                    <a:pt x="455781" y="7330"/>
                    <a:pt x="455971" y="8568"/>
                    <a:pt x="456057" y="9826"/>
                  </a:cubicBezTo>
                  <a:close/>
                  <a:moveTo>
                    <a:pt x="457867" y="24494"/>
                  </a:moveTo>
                  <a:lnTo>
                    <a:pt x="457867" y="777"/>
                  </a:lnTo>
                  <a:lnTo>
                    <a:pt x="469773" y="777"/>
                  </a:lnTo>
                  <a:lnTo>
                    <a:pt x="469773" y="3730"/>
                  </a:lnTo>
                  <a:lnTo>
                    <a:pt x="461200" y="3730"/>
                  </a:lnTo>
                  <a:lnTo>
                    <a:pt x="461200" y="10588"/>
                  </a:lnTo>
                  <a:lnTo>
                    <a:pt x="469773" y="10588"/>
                  </a:lnTo>
                  <a:lnTo>
                    <a:pt x="469773" y="13636"/>
                  </a:lnTo>
                  <a:lnTo>
                    <a:pt x="461200" y="13636"/>
                  </a:lnTo>
                  <a:lnTo>
                    <a:pt x="461200" y="21446"/>
                  </a:lnTo>
                  <a:lnTo>
                    <a:pt x="469773" y="21446"/>
                  </a:lnTo>
                  <a:lnTo>
                    <a:pt x="469773" y="24494"/>
                  </a:lnTo>
                  <a:close/>
                  <a:moveTo>
                    <a:pt x="486442" y="14969"/>
                  </a:moveTo>
                  <a:lnTo>
                    <a:pt x="491204" y="14969"/>
                  </a:lnTo>
                  <a:lnTo>
                    <a:pt x="488823" y="6492"/>
                  </a:lnTo>
                  <a:lnTo>
                    <a:pt x="488823" y="6492"/>
                  </a:lnTo>
                  <a:lnTo>
                    <a:pt x="486537" y="14969"/>
                  </a:lnTo>
                  <a:close/>
                  <a:moveTo>
                    <a:pt x="480631" y="24494"/>
                  </a:moveTo>
                  <a:lnTo>
                    <a:pt x="487108" y="777"/>
                  </a:lnTo>
                  <a:lnTo>
                    <a:pt x="490347" y="777"/>
                  </a:lnTo>
                  <a:lnTo>
                    <a:pt x="497205" y="24494"/>
                  </a:lnTo>
                  <a:lnTo>
                    <a:pt x="494062" y="24494"/>
                  </a:lnTo>
                  <a:lnTo>
                    <a:pt x="491966" y="17446"/>
                  </a:lnTo>
                  <a:lnTo>
                    <a:pt x="485680" y="17446"/>
                  </a:lnTo>
                  <a:lnTo>
                    <a:pt x="483775" y="24494"/>
                  </a:lnTo>
                  <a:close/>
                  <a:moveTo>
                    <a:pt x="499681" y="24494"/>
                  </a:moveTo>
                  <a:lnTo>
                    <a:pt x="499681" y="777"/>
                  </a:lnTo>
                  <a:lnTo>
                    <a:pt x="503015" y="777"/>
                  </a:lnTo>
                  <a:lnTo>
                    <a:pt x="511397" y="17636"/>
                  </a:lnTo>
                  <a:lnTo>
                    <a:pt x="511397" y="17636"/>
                  </a:lnTo>
                  <a:lnTo>
                    <a:pt x="511397" y="777"/>
                  </a:lnTo>
                  <a:lnTo>
                    <a:pt x="514540" y="777"/>
                  </a:lnTo>
                  <a:lnTo>
                    <a:pt x="514540" y="24494"/>
                  </a:lnTo>
                  <a:lnTo>
                    <a:pt x="512826" y="24494"/>
                  </a:lnTo>
                  <a:lnTo>
                    <a:pt x="504063" y="6968"/>
                  </a:lnTo>
                  <a:lnTo>
                    <a:pt x="504063" y="6968"/>
                  </a:lnTo>
                  <a:lnTo>
                    <a:pt x="504063" y="24494"/>
                  </a:lnTo>
                  <a:close/>
                  <a:moveTo>
                    <a:pt x="522827" y="21446"/>
                  </a:moveTo>
                  <a:lnTo>
                    <a:pt x="525971" y="21446"/>
                  </a:lnTo>
                  <a:cubicBezTo>
                    <a:pt x="527085" y="21503"/>
                    <a:pt x="528209" y="21275"/>
                    <a:pt x="529209" y="20779"/>
                  </a:cubicBezTo>
                  <a:cubicBezTo>
                    <a:pt x="530047" y="20351"/>
                    <a:pt x="530743" y="19693"/>
                    <a:pt x="531209" y="18874"/>
                  </a:cubicBezTo>
                  <a:cubicBezTo>
                    <a:pt x="531781" y="18008"/>
                    <a:pt x="532162" y="17036"/>
                    <a:pt x="532352" y="16017"/>
                  </a:cubicBezTo>
                  <a:cubicBezTo>
                    <a:pt x="532457" y="14874"/>
                    <a:pt x="532457" y="13731"/>
                    <a:pt x="532352" y="12588"/>
                  </a:cubicBezTo>
                  <a:cubicBezTo>
                    <a:pt x="532447" y="11445"/>
                    <a:pt x="532447" y="10302"/>
                    <a:pt x="532352" y="9159"/>
                  </a:cubicBezTo>
                  <a:cubicBezTo>
                    <a:pt x="532276" y="8473"/>
                    <a:pt x="532124" y="7806"/>
                    <a:pt x="531876" y="7159"/>
                  </a:cubicBezTo>
                  <a:cubicBezTo>
                    <a:pt x="531409" y="6339"/>
                    <a:pt x="530714" y="5682"/>
                    <a:pt x="529876" y="5254"/>
                  </a:cubicBezTo>
                  <a:cubicBezTo>
                    <a:pt x="528885" y="4720"/>
                    <a:pt x="527761" y="4463"/>
                    <a:pt x="526637" y="4492"/>
                  </a:cubicBezTo>
                  <a:lnTo>
                    <a:pt x="523494" y="4492"/>
                  </a:lnTo>
                  <a:lnTo>
                    <a:pt x="523494" y="22208"/>
                  </a:lnTo>
                  <a:close/>
                  <a:moveTo>
                    <a:pt x="519494" y="777"/>
                  </a:moveTo>
                  <a:lnTo>
                    <a:pt x="526542" y="777"/>
                  </a:lnTo>
                  <a:cubicBezTo>
                    <a:pt x="528056" y="739"/>
                    <a:pt x="529561" y="1072"/>
                    <a:pt x="530923" y="1729"/>
                  </a:cubicBezTo>
                  <a:cubicBezTo>
                    <a:pt x="532076" y="2291"/>
                    <a:pt x="533067" y="3139"/>
                    <a:pt x="533781" y="4206"/>
                  </a:cubicBezTo>
                  <a:cubicBezTo>
                    <a:pt x="534562" y="5368"/>
                    <a:pt x="535143" y="6663"/>
                    <a:pt x="535496" y="8016"/>
                  </a:cubicBezTo>
                  <a:cubicBezTo>
                    <a:pt x="536181" y="11150"/>
                    <a:pt x="536181" y="14407"/>
                    <a:pt x="535496" y="17541"/>
                  </a:cubicBezTo>
                  <a:cubicBezTo>
                    <a:pt x="535181" y="18912"/>
                    <a:pt x="534600" y="20208"/>
                    <a:pt x="533781" y="21351"/>
                  </a:cubicBezTo>
                  <a:cubicBezTo>
                    <a:pt x="533067" y="22446"/>
                    <a:pt x="532086" y="23332"/>
                    <a:pt x="530923" y="23923"/>
                  </a:cubicBezTo>
                  <a:cubicBezTo>
                    <a:pt x="529561" y="24580"/>
                    <a:pt x="528056" y="24913"/>
                    <a:pt x="526542" y="24875"/>
                  </a:cubicBezTo>
                  <a:lnTo>
                    <a:pt x="519494" y="24875"/>
                  </a:lnTo>
                  <a:lnTo>
                    <a:pt x="519494" y="1158"/>
                  </a:lnTo>
                  <a:close/>
                  <a:moveTo>
                    <a:pt x="560356" y="777"/>
                  </a:moveTo>
                  <a:lnTo>
                    <a:pt x="560356" y="3730"/>
                  </a:lnTo>
                  <a:lnTo>
                    <a:pt x="555212" y="3730"/>
                  </a:lnTo>
                  <a:lnTo>
                    <a:pt x="555212" y="24494"/>
                  </a:lnTo>
                  <a:lnTo>
                    <a:pt x="551879" y="24494"/>
                  </a:lnTo>
                  <a:lnTo>
                    <a:pt x="551879" y="3730"/>
                  </a:lnTo>
                  <a:lnTo>
                    <a:pt x="546830" y="3730"/>
                  </a:lnTo>
                  <a:lnTo>
                    <a:pt x="546830" y="777"/>
                  </a:lnTo>
                  <a:close/>
                  <a:moveTo>
                    <a:pt x="563118" y="24494"/>
                  </a:moveTo>
                  <a:lnTo>
                    <a:pt x="563118" y="777"/>
                  </a:lnTo>
                  <a:lnTo>
                    <a:pt x="575024" y="777"/>
                  </a:lnTo>
                  <a:lnTo>
                    <a:pt x="575024" y="3730"/>
                  </a:lnTo>
                  <a:lnTo>
                    <a:pt x="566452" y="3730"/>
                  </a:lnTo>
                  <a:lnTo>
                    <a:pt x="566452" y="10588"/>
                  </a:lnTo>
                  <a:lnTo>
                    <a:pt x="575024" y="10588"/>
                  </a:lnTo>
                  <a:lnTo>
                    <a:pt x="575024" y="13636"/>
                  </a:lnTo>
                  <a:lnTo>
                    <a:pt x="566452" y="13636"/>
                  </a:lnTo>
                  <a:lnTo>
                    <a:pt x="566452" y="21446"/>
                  </a:lnTo>
                  <a:lnTo>
                    <a:pt x="575024" y="21446"/>
                  </a:lnTo>
                  <a:lnTo>
                    <a:pt x="575024" y="24494"/>
                  </a:lnTo>
                  <a:close/>
                  <a:moveTo>
                    <a:pt x="591217" y="9826"/>
                  </a:moveTo>
                  <a:cubicBezTo>
                    <a:pt x="591264" y="9035"/>
                    <a:pt x="591264" y="8235"/>
                    <a:pt x="591217" y="7444"/>
                  </a:cubicBezTo>
                  <a:cubicBezTo>
                    <a:pt x="591036" y="6692"/>
                    <a:pt x="590779" y="5958"/>
                    <a:pt x="590455" y="5254"/>
                  </a:cubicBezTo>
                  <a:cubicBezTo>
                    <a:pt x="590112" y="4634"/>
                    <a:pt x="589617" y="4111"/>
                    <a:pt x="589026" y="3730"/>
                  </a:cubicBezTo>
                  <a:cubicBezTo>
                    <a:pt x="588407" y="3330"/>
                    <a:pt x="587673" y="3130"/>
                    <a:pt x="586930" y="3158"/>
                  </a:cubicBezTo>
                  <a:cubicBezTo>
                    <a:pt x="586207" y="3130"/>
                    <a:pt x="585492" y="3368"/>
                    <a:pt x="584930" y="3825"/>
                  </a:cubicBezTo>
                  <a:cubicBezTo>
                    <a:pt x="584235" y="4282"/>
                    <a:pt x="583702" y="4949"/>
                    <a:pt x="583406" y="5730"/>
                  </a:cubicBezTo>
                  <a:cubicBezTo>
                    <a:pt x="582901" y="6644"/>
                    <a:pt x="582587" y="7644"/>
                    <a:pt x="582454" y="8683"/>
                  </a:cubicBezTo>
                  <a:cubicBezTo>
                    <a:pt x="582349" y="9978"/>
                    <a:pt x="582349" y="11292"/>
                    <a:pt x="582454" y="12588"/>
                  </a:cubicBezTo>
                  <a:cubicBezTo>
                    <a:pt x="582349" y="13883"/>
                    <a:pt x="582349" y="15198"/>
                    <a:pt x="582454" y="16493"/>
                  </a:cubicBezTo>
                  <a:cubicBezTo>
                    <a:pt x="582587" y="17560"/>
                    <a:pt x="582911" y="18589"/>
                    <a:pt x="583406" y="19541"/>
                  </a:cubicBezTo>
                  <a:cubicBezTo>
                    <a:pt x="583721" y="20303"/>
                    <a:pt x="584254" y="20970"/>
                    <a:pt x="584930" y="21446"/>
                  </a:cubicBezTo>
                  <a:cubicBezTo>
                    <a:pt x="585492" y="21903"/>
                    <a:pt x="586207" y="22141"/>
                    <a:pt x="586930" y="22113"/>
                  </a:cubicBezTo>
                  <a:cubicBezTo>
                    <a:pt x="587731" y="22151"/>
                    <a:pt x="588531" y="21951"/>
                    <a:pt x="589216" y="21541"/>
                  </a:cubicBezTo>
                  <a:cubicBezTo>
                    <a:pt x="589779" y="21160"/>
                    <a:pt x="590264" y="20675"/>
                    <a:pt x="590645" y="20113"/>
                  </a:cubicBezTo>
                  <a:cubicBezTo>
                    <a:pt x="590940" y="19408"/>
                    <a:pt x="591160" y="18674"/>
                    <a:pt x="591312" y="17922"/>
                  </a:cubicBezTo>
                  <a:lnTo>
                    <a:pt x="591312" y="15541"/>
                  </a:lnTo>
                  <a:lnTo>
                    <a:pt x="594455" y="15541"/>
                  </a:lnTo>
                  <a:cubicBezTo>
                    <a:pt x="594608" y="16779"/>
                    <a:pt x="594608" y="18017"/>
                    <a:pt x="594455" y="19255"/>
                  </a:cubicBezTo>
                  <a:cubicBezTo>
                    <a:pt x="594198" y="20332"/>
                    <a:pt x="593712" y="21341"/>
                    <a:pt x="593027" y="22208"/>
                  </a:cubicBezTo>
                  <a:cubicBezTo>
                    <a:pt x="592417" y="23065"/>
                    <a:pt x="591598" y="23761"/>
                    <a:pt x="590645" y="24208"/>
                  </a:cubicBezTo>
                  <a:cubicBezTo>
                    <a:pt x="589493" y="24646"/>
                    <a:pt x="588264" y="24875"/>
                    <a:pt x="587026" y="24875"/>
                  </a:cubicBezTo>
                  <a:cubicBezTo>
                    <a:pt x="585930" y="24875"/>
                    <a:pt x="584854" y="24608"/>
                    <a:pt x="583882" y="24113"/>
                  </a:cubicBezTo>
                  <a:cubicBezTo>
                    <a:pt x="582806" y="23599"/>
                    <a:pt x="581892" y="22808"/>
                    <a:pt x="581215" y="21827"/>
                  </a:cubicBezTo>
                  <a:cubicBezTo>
                    <a:pt x="580463" y="20646"/>
                    <a:pt x="579882" y="19360"/>
                    <a:pt x="579501" y="18017"/>
                  </a:cubicBezTo>
                  <a:cubicBezTo>
                    <a:pt x="579053" y="16245"/>
                    <a:pt x="578834" y="14417"/>
                    <a:pt x="578834" y="12588"/>
                  </a:cubicBezTo>
                  <a:cubicBezTo>
                    <a:pt x="578844" y="10759"/>
                    <a:pt x="579072" y="8940"/>
                    <a:pt x="579501" y="7159"/>
                  </a:cubicBezTo>
                  <a:cubicBezTo>
                    <a:pt x="579901" y="5816"/>
                    <a:pt x="580482" y="4539"/>
                    <a:pt x="581215" y="3349"/>
                  </a:cubicBezTo>
                  <a:cubicBezTo>
                    <a:pt x="581940" y="2415"/>
                    <a:pt x="582844" y="1634"/>
                    <a:pt x="583882" y="1063"/>
                  </a:cubicBezTo>
                  <a:cubicBezTo>
                    <a:pt x="584863" y="596"/>
                    <a:pt x="585940" y="367"/>
                    <a:pt x="587026" y="396"/>
                  </a:cubicBezTo>
                  <a:cubicBezTo>
                    <a:pt x="588235" y="339"/>
                    <a:pt x="589445" y="567"/>
                    <a:pt x="590550" y="1063"/>
                  </a:cubicBezTo>
                  <a:cubicBezTo>
                    <a:pt x="591474" y="1605"/>
                    <a:pt x="592274" y="2310"/>
                    <a:pt x="592931" y="3158"/>
                  </a:cubicBezTo>
                  <a:cubicBezTo>
                    <a:pt x="593541" y="4063"/>
                    <a:pt x="593988" y="5054"/>
                    <a:pt x="594265" y="6111"/>
                  </a:cubicBezTo>
                  <a:cubicBezTo>
                    <a:pt x="594550" y="7340"/>
                    <a:pt x="594770" y="8578"/>
                    <a:pt x="594931" y="9826"/>
                  </a:cubicBezTo>
                  <a:close/>
                  <a:moveTo>
                    <a:pt x="597694" y="24494"/>
                  </a:moveTo>
                  <a:lnTo>
                    <a:pt x="597694" y="777"/>
                  </a:lnTo>
                  <a:lnTo>
                    <a:pt x="601028" y="777"/>
                  </a:lnTo>
                  <a:lnTo>
                    <a:pt x="601028" y="10302"/>
                  </a:lnTo>
                  <a:lnTo>
                    <a:pt x="609790" y="10302"/>
                  </a:lnTo>
                  <a:lnTo>
                    <a:pt x="609790" y="777"/>
                  </a:lnTo>
                  <a:lnTo>
                    <a:pt x="613124" y="777"/>
                  </a:lnTo>
                  <a:lnTo>
                    <a:pt x="613124" y="24494"/>
                  </a:lnTo>
                  <a:lnTo>
                    <a:pt x="609790" y="24494"/>
                  </a:lnTo>
                  <a:lnTo>
                    <a:pt x="609790" y="13636"/>
                  </a:lnTo>
                  <a:lnTo>
                    <a:pt x="601028" y="13636"/>
                  </a:lnTo>
                  <a:lnTo>
                    <a:pt x="601028" y="24494"/>
                  </a:lnTo>
                  <a:close/>
                  <a:moveTo>
                    <a:pt x="617887" y="24494"/>
                  </a:moveTo>
                  <a:lnTo>
                    <a:pt x="617887" y="777"/>
                  </a:lnTo>
                  <a:lnTo>
                    <a:pt x="621316" y="777"/>
                  </a:lnTo>
                  <a:lnTo>
                    <a:pt x="629698" y="17636"/>
                  </a:lnTo>
                  <a:lnTo>
                    <a:pt x="629698" y="17636"/>
                  </a:lnTo>
                  <a:lnTo>
                    <a:pt x="629698" y="777"/>
                  </a:lnTo>
                  <a:lnTo>
                    <a:pt x="632841" y="777"/>
                  </a:lnTo>
                  <a:lnTo>
                    <a:pt x="632841" y="24494"/>
                  </a:lnTo>
                  <a:lnTo>
                    <a:pt x="629793" y="24494"/>
                  </a:lnTo>
                  <a:lnTo>
                    <a:pt x="621030" y="6968"/>
                  </a:lnTo>
                  <a:lnTo>
                    <a:pt x="621030" y="6968"/>
                  </a:lnTo>
                  <a:lnTo>
                    <a:pt x="621030" y="24494"/>
                  </a:lnTo>
                  <a:close/>
                  <a:moveTo>
                    <a:pt x="645414" y="3158"/>
                  </a:moveTo>
                  <a:cubicBezTo>
                    <a:pt x="644528" y="3110"/>
                    <a:pt x="643652" y="3387"/>
                    <a:pt x="642938" y="3920"/>
                  </a:cubicBezTo>
                  <a:cubicBezTo>
                    <a:pt x="642223" y="4453"/>
                    <a:pt x="641642" y="5139"/>
                    <a:pt x="641223" y="5920"/>
                  </a:cubicBezTo>
                  <a:cubicBezTo>
                    <a:pt x="640775" y="6892"/>
                    <a:pt x="640461" y="7921"/>
                    <a:pt x="640271" y="8968"/>
                  </a:cubicBezTo>
                  <a:cubicBezTo>
                    <a:pt x="640175" y="10168"/>
                    <a:pt x="640175" y="11388"/>
                    <a:pt x="640271" y="12588"/>
                  </a:cubicBezTo>
                  <a:cubicBezTo>
                    <a:pt x="640166" y="13826"/>
                    <a:pt x="640166" y="15064"/>
                    <a:pt x="640271" y="16303"/>
                  </a:cubicBezTo>
                  <a:cubicBezTo>
                    <a:pt x="640461" y="17350"/>
                    <a:pt x="640775" y="18379"/>
                    <a:pt x="641223" y="19351"/>
                  </a:cubicBezTo>
                  <a:cubicBezTo>
                    <a:pt x="641642" y="20132"/>
                    <a:pt x="642223" y="20817"/>
                    <a:pt x="642938" y="21351"/>
                  </a:cubicBezTo>
                  <a:cubicBezTo>
                    <a:pt x="643671" y="21846"/>
                    <a:pt x="644528" y="22113"/>
                    <a:pt x="645414" y="22113"/>
                  </a:cubicBezTo>
                  <a:cubicBezTo>
                    <a:pt x="646300" y="22122"/>
                    <a:pt x="647167" y="21856"/>
                    <a:pt x="647890" y="21351"/>
                  </a:cubicBezTo>
                  <a:cubicBezTo>
                    <a:pt x="648605" y="20817"/>
                    <a:pt x="649186" y="20132"/>
                    <a:pt x="649605" y="19351"/>
                  </a:cubicBezTo>
                  <a:cubicBezTo>
                    <a:pt x="650091" y="18398"/>
                    <a:pt x="650415" y="17369"/>
                    <a:pt x="650557" y="16303"/>
                  </a:cubicBezTo>
                  <a:cubicBezTo>
                    <a:pt x="650710" y="15064"/>
                    <a:pt x="650710" y="13826"/>
                    <a:pt x="650557" y="12588"/>
                  </a:cubicBezTo>
                  <a:cubicBezTo>
                    <a:pt x="650700" y="11388"/>
                    <a:pt x="650700" y="10168"/>
                    <a:pt x="650557" y="8968"/>
                  </a:cubicBezTo>
                  <a:cubicBezTo>
                    <a:pt x="650415" y="7902"/>
                    <a:pt x="650091" y="6873"/>
                    <a:pt x="649605" y="5920"/>
                  </a:cubicBezTo>
                  <a:cubicBezTo>
                    <a:pt x="649186" y="5139"/>
                    <a:pt x="648605" y="4453"/>
                    <a:pt x="647890" y="3920"/>
                  </a:cubicBezTo>
                  <a:cubicBezTo>
                    <a:pt x="647186" y="3368"/>
                    <a:pt x="646309" y="3101"/>
                    <a:pt x="645414" y="3158"/>
                  </a:cubicBezTo>
                  <a:close/>
                  <a:moveTo>
                    <a:pt x="645414" y="396"/>
                  </a:moveTo>
                  <a:cubicBezTo>
                    <a:pt x="646709" y="358"/>
                    <a:pt x="647986" y="653"/>
                    <a:pt x="649129" y="1253"/>
                  </a:cubicBezTo>
                  <a:cubicBezTo>
                    <a:pt x="650272" y="1834"/>
                    <a:pt x="651253" y="2682"/>
                    <a:pt x="651986" y="3730"/>
                  </a:cubicBezTo>
                  <a:cubicBezTo>
                    <a:pt x="652710" y="4930"/>
                    <a:pt x="653282" y="6206"/>
                    <a:pt x="653701" y="7540"/>
                  </a:cubicBezTo>
                  <a:cubicBezTo>
                    <a:pt x="654091" y="9197"/>
                    <a:pt x="654291" y="10892"/>
                    <a:pt x="654272" y="12588"/>
                  </a:cubicBezTo>
                  <a:cubicBezTo>
                    <a:pt x="654291" y="14283"/>
                    <a:pt x="654101" y="15988"/>
                    <a:pt x="653701" y="17636"/>
                  </a:cubicBezTo>
                  <a:cubicBezTo>
                    <a:pt x="653301" y="19008"/>
                    <a:pt x="652720" y="20322"/>
                    <a:pt x="651986" y="21541"/>
                  </a:cubicBezTo>
                  <a:cubicBezTo>
                    <a:pt x="651253" y="22589"/>
                    <a:pt x="650272" y="23437"/>
                    <a:pt x="649129" y="24018"/>
                  </a:cubicBezTo>
                  <a:cubicBezTo>
                    <a:pt x="647986" y="24618"/>
                    <a:pt x="646709" y="24913"/>
                    <a:pt x="645414" y="24875"/>
                  </a:cubicBezTo>
                  <a:cubicBezTo>
                    <a:pt x="644128" y="24885"/>
                    <a:pt x="642852" y="24589"/>
                    <a:pt x="641699" y="24018"/>
                  </a:cubicBezTo>
                  <a:cubicBezTo>
                    <a:pt x="640604" y="23408"/>
                    <a:pt x="639661" y="22560"/>
                    <a:pt x="638937" y="21541"/>
                  </a:cubicBezTo>
                  <a:cubicBezTo>
                    <a:pt x="638127" y="20360"/>
                    <a:pt x="637546" y="19036"/>
                    <a:pt x="637222" y="17636"/>
                  </a:cubicBezTo>
                  <a:cubicBezTo>
                    <a:pt x="636822" y="15988"/>
                    <a:pt x="636632" y="14283"/>
                    <a:pt x="636651" y="12588"/>
                  </a:cubicBezTo>
                  <a:cubicBezTo>
                    <a:pt x="636632" y="10892"/>
                    <a:pt x="636832" y="9197"/>
                    <a:pt x="637222" y="7540"/>
                  </a:cubicBezTo>
                  <a:cubicBezTo>
                    <a:pt x="637556" y="6178"/>
                    <a:pt x="638137" y="4882"/>
                    <a:pt x="638937" y="3730"/>
                  </a:cubicBezTo>
                  <a:cubicBezTo>
                    <a:pt x="639661" y="2710"/>
                    <a:pt x="640604" y="1863"/>
                    <a:pt x="641699" y="1253"/>
                  </a:cubicBezTo>
                  <a:cubicBezTo>
                    <a:pt x="642852" y="682"/>
                    <a:pt x="644128" y="386"/>
                    <a:pt x="645414" y="396"/>
                  </a:cubicBezTo>
                  <a:close/>
                  <a:moveTo>
                    <a:pt x="657797" y="24494"/>
                  </a:moveTo>
                  <a:lnTo>
                    <a:pt x="657797" y="777"/>
                  </a:lnTo>
                  <a:lnTo>
                    <a:pt x="661130" y="777"/>
                  </a:lnTo>
                  <a:lnTo>
                    <a:pt x="661130" y="21446"/>
                  </a:lnTo>
                  <a:lnTo>
                    <a:pt x="669512" y="21446"/>
                  </a:lnTo>
                  <a:lnTo>
                    <a:pt x="669512" y="24494"/>
                  </a:lnTo>
                  <a:close/>
                  <a:moveTo>
                    <a:pt x="679990" y="3158"/>
                  </a:moveTo>
                  <a:cubicBezTo>
                    <a:pt x="679094" y="3101"/>
                    <a:pt x="678218" y="3368"/>
                    <a:pt x="677513" y="3920"/>
                  </a:cubicBezTo>
                  <a:cubicBezTo>
                    <a:pt x="676799" y="4453"/>
                    <a:pt x="676218" y="5139"/>
                    <a:pt x="675799" y="5920"/>
                  </a:cubicBezTo>
                  <a:cubicBezTo>
                    <a:pt x="675351" y="6892"/>
                    <a:pt x="675037" y="7921"/>
                    <a:pt x="674846" y="8968"/>
                  </a:cubicBezTo>
                  <a:cubicBezTo>
                    <a:pt x="674751" y="10168"/>
                    <a:pt x="674751" y="11388"/>
                    <a:pt x="674846" y="12588"/>
                  </a:cubicBezTo>
                  <a:cubicBezTo>
                    <a:pt x="674741" y="13826"/>
                    <a:pt x="674741" y="15064"/>
                    <a:pt x="674846" y="16303"/>
                  </a:cubicBezTo>
                  <a:cubicBezTo>
                    <a:pt x="675037" y="17350"/>
                    <a:pt x="675351" y="18379"/>
                    <a:pt x="675799" y="19351"/>
                  </a:cubicBezTo>
                  <a:cubicBezTo>
                    <a:pt x="676218" y="20132"/>
                    <a:pt x="676799" y="20817"/>
                    <a:pt x="677513" y="21351"/>
                  </a:cubicBezTo>
                  <a:cubicBezTo>
                    <a:pt x="679009" y="22370"/>
                    <a:pt x="680971" y="22370"/>
                    <a:pt x="682466" y="21351"/>
                  </a:cubicBezTo>
                  <a:cubicBezTo>
                    <a:pt x="683181" y="20817"/>
                    <a:pt x="683762" y="20132"/>
                    <a:pt x="684181" y="19351"/>
                  </a:cubicBezTo>
                  <a:cubicBezTo>
                    <a:pt x="684666" y="18398"/>
                    <a:pt x="684990" y="17369"/>
                    <a:pt x="685133" y="16303"/>
                  </a:cubicBezTo>
                  <a:cubicBezTo>
                    <a:pt x="685638" y="13883"/>
                    <a:pt x="685638" y="11388"/>
                    <a:pt x="685133" y="8968"/>
                  </a:cubicBezTo>
                  <a:cubicBezTo>
                    <a:pt x="684990" y="7902"/>
                    <a:pt x="684666" y="6873"/>
                    <a:pt x="684181" y="5920"/>
                  </a:cubicBezTo>
                  <a:cubicBezTo>
                    <a:pt x="683762" y="5139"/>
                    <a:pt x="683181" y="4453"/>
                    <a:pt x="682466" y="3920"/>
                  </a:cubicBezTo>
                  <a:cubicBezTo>
                    <a:pt x="681761" y="3368"/>
                    <a:pt x="680885" y="3101"/>
                    <a:pt x="679990" y="3158"/>
                  </a:cubicBezTo>
                  <a:close/>
                  <a:moveTo>
                    <a:pt x="679990" y="396"/>
                  </a:moveTo>
                  <a:cubicBezTo>
                    <a:pt x="682580" y="320"/>
                    <a:pt x="685029" y="1577"/>
                    <a:pt x="686467" y="3730"/>
                  </a:cubicBezTo>
                  <a:cubicBezTo>
                    <a:pt x="687267" y="4882"/>
                    <a:pt x="687848" y="6178"/>
                    <a:pt x="688181" y="7540"/>
                  </a:cubicBezTo>
                  <a:cubicBezTo>
                    <a:pt x="688657" y="9178"/>
                    <a:pt x="688877" y="10883"/>
                    <a:pt x="688848" y="12588"/>
                  </a:cubicBezTo>
                  <a:cubicBezTo>
                    <a:pt x="688886" y="14293"/>
                    <a:pt x="688657" y="15998"/>
                    <a:pt x="688181" y="17636"/>
                  </a:cubicBezTo>
                  <a:cubicBezTo>
                    <a:pt x="687857" y="19036"/>
                    <a:pt x="687276" y="20360"/>
                    <a:pt x="686467" y="21541"/>
                  </a:cubicBezTo>
                  <a:cubicBezTo>
                    <a:pt x="684057" y="25123"/>
                    <a:pt x="679199" y="26066"/>
                    <a:pt x="675627" y="23656"/>
                  </a:cubicBezTo>
                  <a:cubicBezTo>
                    <a:pt x="674789" y="23094"/>
                    <a:pt x="674075" y="22370"/>
                    <a:pt x="673513" y="21541"/>
                  </a:cubicBezTo>
                  <a:cubicBezTo>
                    <a:pt x="672703" y="20360"/>
                    <a:pt x="672122" y="19036"/>
                    <a:pt x="671798" y="17636"/>
                  </a:cubicBezTo>
                  <a:cubicBezTo>
                    <a:pt x="671398" y="15988"/>
                    <a:pt x="671208" y="14283"/>
                    <a:pt x="671227" y="12588"/>
                  </a:cubicBezTo>
                  <a:cubicBezTo>
                    <a:pt x="671208" y="10892"/>
                    <a:pt x="671408" y="9197"/>
                    <a:pt x="671798" y="7540"/>
                  </a:cubicBezTo>
                  <a:cubicBezTo>
                    <a:pt x="672132" y="6178"/>
                    <a:pt x="672713" y="4882"/>
                    <a:pt x="673513" y="3730"/>
                  </a:cubicBezTo>
                  <a:cubicBezTo>
                    <a:pt x="674951" y="1577"/>
                    <a:pt x="677399" y="320"/>
                    <a:pt x="679990" y="396"/>
                  </a:cubicBezTo>
                  <a:close/>
                  <a:moveTo>
                    <a:pt x="704755" y="8683"/>
                  </a:moveTo>
                  <a:cubicBezTo>
                    <a:pt x="704698" y="7930"/>
                    <a:pt x="704536" y="7197"/>
                    <a:pt x="704279" y="6492"/>
                  </a:cubicBezTo>
                  <a:cubicBezTo>
                    <a:pt x="704107" y="5873"/>
                    <a:pt x="703821" y="5282"/>
                    <a:pt x="703421" y="4777"/>
                  </a:cubicBezTo>
                  <a:cubicBezTo>
                    <a:pt x="703040" y="4263"/>
                    <a:pt x="702555" y="3844"/>
                    <a:pt x="701992" y="3539"/>
                  </a:cubicBezTo>
                  <a:cubicBezTo>
                    <a:pt x="701335" y="3377"/>
                    <a:pt x="700649" y="3377"/>
                    <a:pt x="699992" y="3539"/>
                  </a:cubicBezTo>
                  <a:cubicBezTo>
                    <a:pt x="699097" y="3482"/>
                    <a:pt x="698220" y="3749"/>
                    <a:pt x="697516" y="4301"/>
                  </a:cubicBezTo>
                  <a:cubicBezTo>
                    <a:pt x="696801" y="4834"/>
                    <a:pt x="696220" y="5520"/>
                    <a:pt x="695801" y="6301"/>
                  </a:cubicBezTo>
                  <a:cubicBezTo>
                    <a:pt x="695354" y="7273"/>
                    <a:pt x="695039" y="8302"/>
                    <a:pt x="694849" y="9349"/>
                  </a:cubicBezTo>
                  <a:cubicBezTo>
                    <a:pt x="694754" y="10549"/>
                    <a:pt x="694754" y="11769"/>
                    <a:pt x="694849" y="12969"/>
                  </a:cubicBezTo>
                  <a:cubicBezTo>
                    <a:pt x="694744" y="14207"/>
                    <a:pt x="694744" y="15445"/>
                    <a:pt x="694849" y="16684"/>
                  </a:cubicBezTo>
                  <a:cubicBezTo>
                    <a:pt x="695020" y="17750"/>
                    <a:pt x="695373" y="18779"/>
                    <a:pt x="695897" y="19732"/>
                  </a:cubicBezTo>
                  <a:cubicBezTo>
                    <a:pt x="696249" y="20560"/>
                    <a:pt x="696849" y="21256"/>
                    <a:pt x="697611" y="21732"/>
                  </a:cubicBezTo>
                  <a:cubicBezTo>
                    <a:pt x="698364" y="22246"/>
                    <a:pt x="699268" y="22513"/>
                    <a:pt x="700183" y="22494"/>
                  </a:cubicBezTo>
                  <a:cubicBezTo>
                    <a:pt x="701002" y="22656"/>
                    <a:pt x="701840" y="22656"/>
                    <a:pt x="702659" y="22494"/>
                  </a:cubicBezTo>
                  <a:cubicBezTo>
                    <a:pt x="703259" y="22122"/>
                    <a:pt x="703774" y="21637"/>
                    <a:pt x="704183" y="21065"/>
                  </a:cubicBezTo>
                  <a:cubicBezTo>
                    <a:pt x="704526" y="20370"/>
                    <a:pt x="704783" y="19636"/>
                    <a:pt x="704945" y="18874"/>
                  </a:cubicBezTo>
                  <a:cubicBezTo>
                    <a:pt x="705002" y="17988"/>
                    <a:pt x="705002" y="17093"/>
                    <a:pt x="704945" y="16207"/>
                  </a:cubicBezTo>
                  <a:lnTo>
                    <a:pt x="698182" y="16207"/>
                  </a:lnTo>
                  <a:lnTo>
                    <a:pt x="698182" y="13159"/>
                  </a:lnTo>
                  <a:lnTo>
                    <a:pt x="708279" y="13159"/>
                  </a:lnTo>
                  <a:lnTo>
                    <a:pt x="708279" y="16112"/>
                  </a:lnTo>
                  <a:cubicBezTo>
                    <a:pt x="708431" y="18636"/>
                    <a:pt x="707689" y="21132"/>
                    <a:pt x="706183" y="23161"/>
                  </a:cubicBezTo>
                  <a:cubicBezTo>
                    <a:pt x="704650" y="24951"/>
                    <a:pt x="702345" y="25904"/>
                    <a:pt x="699992" y="25732"/>
                  </a:cubicBezTo>
                  <a:cubicBezTo>
                    <a:pt x="698668" y="25761"/>
                    <a:pt x="697363" y="25475"/>
                    <a:pt x="696182" y="24875"/>
                  </a:cubicBezTo>
                  <a:cubicBezTo>
                    <a:pt x="695039" y="24294"/>
                    <a:pt x="694058" y="23446"/>
                    <a:pt x="693325" y="22399"/>
                  </a:cubicBezTo>
                  <a:cubicBezTo>
                    <a:pt x="692515" y="21217"/>
                    <a:pt x="691934" y="19893"/>
                    <a:pt x="691610" y="18493"/>
                  </a:cubicBezTo>
                  <a:cubicBezTo>
                    <a:pt x="691210" y="16845"/>
                    <a:pt x="691020" y="15140"/>
                    <a:pt x="691039" y="13445"/>
                  </a:cubicBezTo>
                  <a:cubicBezTo>
                    <a:pt x="691020" y="11750"/>
                    <a:pt x="691220" y="10054"/>
                    <a:pt x="691610" y="8397"/>
                  </a:cubicBezTo>
                  <a:cubicBezTo>
                    <a:pt x="691944" y="7035"/>
                    <a:pt x="692525" y="5739"/>
                    <a:pt x="693325" y="4587"/>
                  </a:cubicBezTo>
                  <a:cubicBezTo>
                    <a:pt x="694049" y="3568"/>
                    <a:pt x="694992" y="2720"/>
                    <a:pt x="696087" y="2110"/>
                  </a:cubicBezTo>
                  <a:cubicBezTo>
                    <a:pt x="697239" y="1529"/>
                    <a:pt x="698516" y="1234"/>
                    <a:pt x="699802" y="1253"/>
                  </a:cubicBezTo>
                  <a:cubicBezTo>
                    <a:pt x="700954" y="1215"/>
                    <a:pt x="702088" y="1444"/>
                    <a:pt x="703136" y="1920"/>
                  </a:cubicBezTo>
                  <a:cubicBezTo>
                    <a:pt x="704107" y="2348"/>
                    <a:pt x="704983" y="2958"/>
                    <a:pt x="705707" y="3730"/>
                  </a:cubicBezTo>
                  <a:cubicBezTo>
                    <a:pt x="706384" y="4492"/>
                    <a:pt x="706926" y="5358"/>
                    <a:pt x="707327" y="6301"/>
                  </a:cubicBezTo>
                  <a:cubicBezTo>
                    <a:pt x="707736" y="7330"/>
                    <a:pt x="707965" y="8425"/>
                    <a:pt x="707993" y="9540"/>
                  </a:cubicBezTo>
                  <a:close/>
                  <a:moveTo>
                    <a:pt x="722852" y="777"/>
                  </a:moveTo>
                  <a:lnTo>
                    <a:pt x="726377" y="777"/>
                  </a:lnTo>
                  <a:lnTo>
                    <a:pt x="719899" y="14874"/>
                  </a:lnTo>
                  <a:lnTo>
                    <a:pt x="719899" y="24399"/>
                  </a:lnTo>
                  <a:lnTo>
                    <a:pt x="716566" y="24399"/>
                  </a:lnTo>
                  <a:lnTo>
                    <a:pt x="716566" y="14874"/>
                  </a:lnTo>
                  <a:lnTo>
                    <a:pt x="709994" y="777"/>
                  </a:lnTo>
                  <a:lnTo>
                    <a:pt x="713518" y="777"/>
                  </a:lnTo>
                  <a:lnTo>
                    <a:pt x="718185" y="11254"/>
                  </a:ln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pic>
        <p:nvPicPr>
          <p:cNvPr id="491" name="图片 490" descr="计算机学院logo-组合01">
            <a:extLst>
              <a:ext uri="{FF2B5EF4-FFF2-40B4-BE49-F238E27FC236}">
                <a16:creationId xmlns:a16="http://schemas.microsoft.com/office/drawing/2014/main" id="{876714E7-5E3C-44D8-8197-98DE1576B7D5}"/>
              </a:ext>
            </a:extLst>
          </p:cNvPr>
          <p:cNvPicPr>
            <a:picLocks noChangeAspect="1"/>
          </p:cNvPicPr>
          <p:nvPr/>
        </p:nvPicPr>
        <p:blipFill>
          <a:blip r:embed="rId3" cstate="hqprint"/>
          <a:stretch>
            <a:fillRect/>
          </a:stretch>
        </p:blipFill>
        <p:spPr>
          <a:xfrm>
            <a:off x="10076238" y="341471"/>
            <a:ext cx="1854367" cy="449926"/>
          </a:xfrm>
          <a:prstGeom prst="rect">
            <a:avLst/>
          </a:prstGeom>
          <a:effectLst>
            <a:innerShdw blurRad="63500" dist="50800" dir="13500000">
              <a:prstClr val="black">
                <a:alpha val="50000"/>
              </a:prstClr>
            </a:innerShdw>
          </a:effectLst>
        </p:spPr>
      </p:pic>
      <p:sp>
        <p:nvSpPr>
          <p:cNvPr id="2" name="文本框 1">
            <a:extLst>
              <a:ext uri="{FF2B5EF4-FFF2-40B4-BE49-F238E27FC236}">
                <a16:creationId xmlns:a16="http://schemas.microsoft.com/office/drawing/2014/main" id="{1A6BD828-456C-4799-A8C6-236DD006D850}"/>
              </a:ext>
            </a:extLst>
          </p:cNvPr>
          <p:cNvSpPr txBox="1"/>
          <p:nvPr/>
        </p:nvSpPr>
        <p:spPr>
          <a:xfrm>
            <a:off x="3645075" y="1921270"/>
            <a:ext cx="4801314" cy="1015663"/>
          </a:xfrm>
          <a:prstGeom prst="rect">
            <a:avLst/>
          </a:prstGeom>
          <a:noFill/>
        </p:spPr>
        <p:txBody>
          <a:bodyPr wrap="none" rtlCol="0">
            <a:spAutoFit/>
          </a:bodyPr>
          <a:lstStyle/>
          <a:p>
            <a:r>
              <a:rPr lang="zh-CN" altLang="en-US" sz="6000" b="1" dirty="0">
                <a:solidFill>
                  <a:schemeClr val="accent2">
                    <a:lumMod val="40000"/>
                    <a:lumOff val="60000"/>
                  </a:schemeClr>
                </a:solidFill>
                <a:latin typeface="义启小楷书" panose="02010601030101010101" pitchFamily="2" charset="-128"/>
                <a:ea typeface="义启小楷书" panose="02010601030101010101" pitchFamily="2" charset="-128"/>
              </a:rPr>
              <a:t>操作系统原理</a:t>
            </a:r>
          </a:p>
        </p:txBody>
      </p:sp>
    </p:spTree>
    <p:extLst>
      <p:ext uri="{BB962C8B-B14F-4D97-AF65-F5344CB8AC3E}">
        <p14:creationId xmlns:p14="http://schemas.microsoft.com/office/powerpoint/2010/main" val="28208562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normAutofit/>
          </a:bodyPr>
          <a:lstStyle/>
          <a:p>
            <a:r>
              <a:rPr lang="zh-CN" altLang="en-US" dirty="0"/>
              <a:t>提纲</a:t>
            </a:r>
          </a:p>
        </p:txBody>
      </p:sp>
      <p:sp>
        <p:nvSpPr>
          <p:cNvPr id="3" name="内容占位符 2">
            <a:extLst>
              <a:ext uri="{FF2B5EF4-FFF2-40B4-BE49-F238E27FC236}">
                <a16:creationId xmlns:a16="http://schemas.microsoft.com/office/drawing/2014/main" id="{E1D53BB8-3151-4F39-93BC-2773EDE912B2}"/>
              </a:ext>
            </a:extLst>
          </p:cNvPr>
          <p:cNvSpPr>
            <a:spLocks noGrp="1"/>
          </p:cNvSpPr>
          <p:nvPr>
            <p:ph idx="1"/>
          </p:nvPr>
        </p:nvSpPr>
        <p:spPr/>
        <p:txBody>
          <a:bodyPr/>
          <a:lstStyle/>
          <a:p>
            <a:r>
              <a:rPr lang="zh-CN" altLang="en-US" dirty="0">
                <a:solidFill>
                  <a:srgbClr val="FF0000"/>
                </a:solidFill>
              </a:rPr>
              <a:t>进程的引入</a:t>
            </a:r>
          </a:p>
          <a:p>
            <a:r>
              <a:rPr lang="zh-CN" altLang="en-US" dirty="0"/>
              <a:t>进程概念</a:t>
            </a:r>
          </a:p>
          <a:p>
            <a:r>
              <a:rPr lang="zh-CN" altLang="en-US" dirty="0"/>
              <a:t>进程控制</a:t>
            </a:r>
          </a:p>
          <a:p>
            <a:r>
              <a:rPr lang="zh-CN" altLang="en-US" dirty="0"/>
              <a:t>进程的相互制约关系</a:t>
            </a:r>
          </a:p>
          <a:p>
            <a:r>
              <a:rPr lang="zh-CN" altLang="en-US" dirty="0"/>
              <a:t>进程同步机构</a:t>
            </a:r>
          </a:p>
          <a:p>
            <a:r>
              <a:rPr lang="zh-CN" altLang="en-US" dirty="0"/>
              <a:t>进程互斥与同步的实现</a:t>
            </a:r>
            <a:endParaRPr lang="en-US" altLang="zh-CN" dirty="0"/>
          </a:p>
          <a:p>
            <a:r>
              <a:rPr lang="zh-CN" altLang="en-US" dirty="0"/>
              <a:t>线程</a:t>
            </a:r>
            <a:endParaRPr lang="en-US" altLang="zh-CN" dirty="0"/>
          </a:p>
          <a:p>
            <a:r>
              <a:rPr lang="zh-CN" altLang="en-US" dirty="0"/>
              <a:t>进程调度</a:t>
            </a:r>
          </a:p>
        </p:txBody>
      </p:sp>
    </p:spTree>
    <p:extLst>
      <p:ext uri="{BB962C8B-B14F-4D97-AF65-F5344CB8AC3E}">
        <p14:creationId xmlns:p14="http://schemas.microsoft.com/office/powerpoint/2010/main" val="17889644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472AC5-1149-BBF5-21C1-9531060A93BB}"/>
              </a:ext>
            </a:extLst>
          </p:cNvPr>
          <p:cNvSpPr>
            <a:spLocks noGrp="1"/>
          </p:cNvSpPr>
          <p:nvPr>
            <p:ph type="title"/>
          </p:nvPr>
        </p:nvSpPr>
        <p:spPr/>
        <p:txBody>
          <a:bodyPr>
            <a:normAutofit/>
          </a:bodyPr>
          <a:lstStyle/>
          <a:p>
            <a:r>
              <a:rPr lang="zh-CN" altLang="en-US" dirty="0"/>
              <a:t>进程及进程管理</a:t>
            </a:r>
            <a:r>
              <a:rPr lang="en-US" altLang="zh-CN" dirty="0"/>
              <a:t>——</a:t>
            </a:r>
            <a:r>
              <a:rPr lang="zh-CN" altLang="en-US" dirty="0"/>
              <a:t>进程的引入</a:t>
            </a:r>
          </a:p>
        </p:txBody>
      </p:sp>
      <p:sp>
        <p:nvSpPr>
          <p:cNvPr id="3" name="内容占位符 2">
            <a:extLst>
              <a:ext uri="{FF2B5EF4-FFF2-40B4-BE49-F238E27FC236}">
                <a16:creationId xmlns:a16="http://schemas.microsoft.com/office/drawing/2014/main" id="{D0D07102-F921-602C-2FA2-2C02B860147B}"/>
              </a:ext>
            </a:extLst>
          </p:cNvPr>
          <p:cNvSpPr>
            <a:spLocks noGrp="1"/>
          </p:cNvSpPr>
          <p:nvPr>
            <p:ph idx="1"/>
          </p:nvPr>
        </p:nvSpPr>
        <p:spPr/>
        <p:txBody>
          <a:bodyPr/>
          <a:lstStyle/>
          <a:p>
            <a:pPr marL="0" indent="0">
              <a:buNone/>
            </a:pPr>
            <a:r>
              <a:rPr lang="en-US" altLang="zh-CN" dirty="0">
                <a:solidFill>
                  <a:srgbClr val="335F90"/>
                </a:solidFill>
              </a:rPr>
              <a:t>1.  </a:t>
            </a:r>
            <a:r>
              <a:rPr lang="zh-CN" altLang="en-US" dirty="0">
                <a:solidFill>
                  <a:srgbClr val="335F90"/>
                </a:solidFill>
              </a:rPr>
              <a:t>顺序程序及特点</a:t>
            </a:r>
          </a:p>
          <a:p>
            <a:pPr marL="0" indent="0">
              <a:buNone/>
            </a:pPr>
            <a:r>
              <a:rPr lang="zh-CN" altLang="en-US" dirty="0"/>
              <a:t>      </a:t>
            </a:r>
            <a:r>
              <a:rPr lang="en-US" altLang="zh-CN" dirty="0"/>
              <a:t>(1) </a:t>
            </a:r>
            <a:r>
              <a:rPr lang="zh-CN" altLang="en-US" dirty="0"/>
              <a:t>计算</a:t>
            </a:r>
          </a:p>
          <a:p>
            <a:pPr marL="0" indent="0">
              <a:buNone/>
            </a:pPr>
            <a:r>
              <a:rPr lang="en-US" altLang="zh-CN" b="0" dirty="0"/>
              <a:t>	</a:t>
            </a:r>
            <a:r>
              <a:rPr lang="zh-CN" altLang="en-US" b="0" dirty="0"/>
              <a:t>程序的一次执行过程称为一个计算，它由许多简单操作所组成。</a:t>
            </a:r>
          </a:p>
          <a:p>
            <a:pPr marL="0" indent="0">
              <a:buNone/>
            </a:pPr>
            <a:r>
              <a:rPr lang="zh-CN" altLang="en-US" dirty="0"/>
              <a:t>      </a:t>
            </a:r>
            <a:r>
              <a:rPr lang="en-US" altLang="zh-CN" dirty="0"/>
              <a:t>(2) </a:t>
            </a:r>
            <a:r>
              <a:rPr lang="zh-CN" altLang="en-US" dirty="0"/>
              <a:t>程序的顺序执行</a:t>
            </a:r>
          </a:p>
          <a:p>
            <a:pPr marL="0" indent="0">
              <a:buNone/>
            </a:pPr>
            <a:r>
              <a:rPr lang="en-US" altLang="zh-CN" b="0" dirty="0"/>
              <a:t>	</a:t>
            </a:r>
            <a:r>
              <a:rPr lang="zh-CN" altLang="en-US" b="0" dirty="0"/>
              <a:t>一个计算的若干操作必须按照严格的先后次序顺序地执行，这类</a:t>
            </a:r>
            <a:r>
              <a:rPr lang="en-US" altLang="zh-CN" b="0" dirty="0"/>
              <a:t>		</a:t>
            </a:r>
            <a:r>
              <a:rPr lang="zh-CN" altLang="en-US" b="0" dirty="0"/>
              <a:t>计算过程就是程序的顺序执行过程。</a:t>
            </a:r>
          </a:p>
          <a:p>
            <a:pPr marL="0" indent="0">
              <a:buNone/>
            </a:pPr>
            <a:endParaRPr lang="zh-CN" altLang="en-US" dirty="0"/>
          </a:p>
        </p:txBody>
      </p:sp>
    </p:spTree>
    <p:extLst>
      <p:ext uri="{BB962C8B-B14F-4D97-AF65-F5344CB8AC3E}">
        <p14:creationId xmlns:p14="http://schemas.microsoft.com/office/powerpoint/2010/main" val="893640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DC1AB4-885C-1A1F-9831-7BD99026958A}"/>
              </a:ext>
            </a:extLst>
          </p:cNvPr>
          <p:cNvSpPr>
            <a:spLocks noGrp="1"/>
          </p:cNvSpPr>
          <p:nvPr>
            <p:ph type="title"/>
          </p:nvPr>
        </p:nvSpPr>
        <p:spPr/>
        <p:txBody>
          <a:bodyPr>
            <a:normAutofit/>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进程的引入</a:t>
            </a:r>
            <a:endParaRPr lang="zh-CN" altLang="en-US" dirty="0"/>
          </a:p>
        </p:txBody>
      </p:sp>
      <p:sp>
        <p:nvSpPr>
          <p:cNvPr id="3" name="内容占位符 2">
            <a:extLst>
              <a:ext uri="{FF2B5EF4-FFF2-40B4-BE49-F238E27FC236}">
                <a16:creationId xmlns:a16="http://schemas.microsoft.com/office/drawing/2014/main" id="{204AEDCB-E0D3-28A1-4354-BEE8C9E02B58}"/>
              </a:ext>
            </a:extLst>
          </p:cNvPr>
          <p:cNvSpPr>
            <a:spLocks noGrp="1"/>
          </p:cNvSpPr>
          <p:nvPr>
            <p:ph idx="1"/>
          </p:nvPr>
        </p:nvSpPr>
        <p:spPr/>
        <p:txBody>
          <a:bodyPr/>
          <a:lstStyle/>
          <a:p>
            <a:pPr marL="0" indent="0">
              <a:buNone/>
            </a:pPr>
            <a:r>
              <a:rPr lang="zh-CN" altLang="en-US" dirty="0"/>
              <a:t> </a:t>
            </a:r>
            <a:r>
              <a:rPr lang="en-US" altLang="zh-CN" dirty="0"/>
              <a:t>(3) </a:t>
            </a:r>
            <a:r>
              <a:rPr lang="zh-CN" altLang="en-US" dirty="0"/>
              <a:t>顺序程序的特点</a:t>
            </a:r>
          </a:p>
          <a:p>
            <a:pPr marL="469900" lvl="1" indent="0">
              <a:buNone/>
            </a:pPr>
            <a:r>
              <a:rPr lang="zh-CN" altLang="en-US" sz="2400" dirty="0">
                <a:solidFill>
                  <a:srgbClr val="000099"/>
                </a:solidFill>
                <a:latin typeface="Times New Roman" panose="02020603050405020304" pitchFamily="18" charset="0"/>
                <a:ea typeface="+mn-ea"/>
              </a:rPr>
              <a:t>① 单道系统的工作情况</a:t>
            </a:r>
          </a:p>
          <a:p>
            <a:pPr marL="469900" lvl="1" indent="0">
              <a:buNone/>
            </a:pPr>
            <a:r>
              <a:rPr lang="zh-CN" altLang="en-US" dirty="0">
                <a:solidFill>
                  <a:schemeClr val="tx1"/>
                </a:solidFill>
              </a:rPr>
              <a:t>      对用户作业的处理 </a:t>
            </a:r>
            <a:r>
              <a:rPr lang="en-US" altLang="zh-CN" dirty="0">
                <a:solidFill>
                  <a:schemeClr val="tx1"/>
                </a:solidFill>
              </a:rPr>
              <a:t>——  </a:t>
            </a:r>
          </a:p>
          <a:p>
            <a:pPr marL="469900" lvl="1" indent="0">
              <a:buNone/>
            </a:pPr>
            <a:r>
              <a:rPr lang="en-US" altLang="zh-CN" dirty="0">
                <a:solidFill>
                  <a:schemeClr val="tx1"/>
                </a:solidFill>
              </a:rPr>
              <a:t>      </a:t>
            </a:r>
            <a:r>
              <a:rPr lang="zh-CN" altLang="en-US" dirty="0">
                <a:solidFill>
                  <a:schemeClr val="tx1"/>
                </a:solidFill>
              </a:rPr>
              <a:t>首先输入用户的程序和数据；然后进行计算；最后打印计算结果，有三个顺序执行的操作：</a:t>
            </a:r>
          </a:p>
          <a:p>
            <a:pPr marL="469900" lvl="1" indent="0">
              <a:buNone/>
            </a:pPr>
            <a:endParaRPr lang="en-US" altLang="zh-CN" dirty="0">
              <a:solidFill>
                <a:schemeClr val="tx1"/>
              </a:solidFill>
            </a:endParaRPr>
          </a:p>
          <a:p>
            <a:pPr marL="469900" lvl="1" indent="0">
              <a:buNone/>
            </a:pPr>
            <a:r>
              <a:rPr lang="zh-CN" altLang="en-US" dirty="0">
                <a:solidFill>
                  <a:schemeClr val="tx1"/>
                </a:solidFill>
              </a:rPr>
              <a:t>                    </a:t>
            </a:r>
            <a:r>
              <a:rPr lang="en-US" altLang="zh-CN" dirty="0">
                <a:solidFill>
                  <a:schemeClr val="tx1"/>
                </a:solidFill>
              </a:rPr>
              <a:t>I</a:t>
            </a:r>
            <a:r>
              <a:rPr lang="zh-CN" altLang="en-US" dirty="0">
                <a:solidFill>
                  <a:schemeClr val="tx1"/>
                </a:solidFill>
              </a:rPr>
              <a:t>：输入操作</a:t>
            </a:r>
          </a:p>
          <a:p>
            <a:pPr marL="469900" lvl="1" indent="0">
              <a:buNone/>
            </a:pPr>
            <a:r>
              <a:rPr lang="zh-CN" altLang="en-US" dirty="0">
                <a:solidFill>
                  <a:schemeClr val="tx1"/>
                </a:solidFill>
              </a:rPr>
              <a:t>                   </a:t>
            </a:r>
            <a:r>
              <a:rPr lang="en-US" altLang="zh-CN" dirty="0">
                <a:solidFill>
                  <a:schemeClr val="tx1"/>
                </a:solidFill>
              </a:rPr>
              <a:t>C</a:t>
            </a:r>
            <a:r>
              <a:rPr lang="zh-CN" altLang="en-US" dirty="0">
                <a:solidFill>
                  <a:schemeClr val="tx1"/>
                </a:solidFill>
              </a:rPr>
              <a:t>：计算操作</a:t>
            </a:r>
          </a:p>
          <a:p>
            <a:pPr marL="469900" lvl="1" indent="0">
              <a:buNone/>
            </a:pPr>
            <a:r>
              <a:rPr lang="zh-CN" altLang="en-US" dirty="0">
                <a:solidFill>
                  <a:schemeClr val="tx1"/>
                </a:solidFill>
              </a:rPr>
              <a:t>                   </a:t>
            </a:r>
            <a:r>
              <a:rPr lang="en-US" altLang="zh-CN" dirty="0">
                <a:solidFill>
                  <a:schemeClr val="tx1"/>
                </a:solidFill>
              </a:rPr>
              <a:t>P</a:t>
            </a:r>
            <a:r>
              <a:rPr lang="zh-CN" altLang="en-US" dirty="0">
                <a:solidFill>
                  <a:schemeClr val="tx1"/>
                </a:solidFill>
              </a:rPr>
              <a:t>：输出操作</a:t>
            </a:r>
          </a:p>
        </p:txBody>
      </p:sp>
      <p:grpSp>
        <p:nvGrpSpPr>
          <p:cNvPr id="4" name="Group 23">
            <a:extLst>
              <a:ext uri="{FF2B5EF4-FFF2-40B4-BE49-F238E27FC236}">
                <a16:creationId xmlns:a16="http://schemas.microsoft.com/office/drawing/2014/main" id="{4BF0D0F9-1D8F-1448-2EE7-7937AC6E1722}"/>
              </a:ext>
            </a:extLst>
          </p:cNvPr>
          <p:cNvGrpSpPr>
            <a:grpSpLocks/>
          </p:cNvGrpSpPr>
          <p:nvPr/>
        </p:nvGrpSpPr>
        <p:grpSpPr bwMode="auto">
          <a:xfrm>
            <a:off x="4687430" y="4327598"/>
            <a:ext cx="6724650" cy="1376363"/>
            <a:chOff x="678" y="2626"/>
            <a:chExt cx="4236" cy="867"/>
          </a:xfrm>
        </p:grpSpPr>
        <p:sp>
          <p:nvSpPr>
            <p:cNvPr id="5" name="Oval 6">
              <a:extLst>
                <a:ext uri="{FF2B5EF4-FFF2-40B4-BE49-F238E27FC236}">
                  <a16:creationId xmlns:a16="http://schemas.microsoft.com/office/drawing/2014/main" id="{265751DD-B9F0-393E-5F0B-170057114BCA}"/>
                </a:ext>
              </a:extLst>
            </p:cNvPr>
            <p:cNvSpPr>
              <a:spLocks noChangeArrowheads="1"/>
            </p:cNvSpPr>
            <p:nvPr/>
          </p:nvSpPr>
          <p:spPr bwMode="auto">
            <a:xfrm>
              <a:off x="4518" y="2626"/>
              <a:ext cx="396" cy="409"/>
            </a:xfrm>
            <a:prstGeom prst="ellipse">
              <a:avLst/>
            </a:prstGeom>
            <a:solidFill>
              <a:srgbClr val="FFCCFF"/>
            </a:solidFill>
            <a:ln w="38100">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chemeClr val="tx1"/>
                  </a:solidFill>
                  <a:latin typeface="Times New Roman" panose="02020603050405020304" pitchFamily="18" charset="0"/>
                </a:rPr>
                <a:t> P</a:t>
              </a:r>
              <a:r>
                <a:rPr kumimoji="1" lang="en-US" altLang="zh-CN" sz="1600" baseline="-25000">
                  <a:solidFill>
                    <a:schemeClr val="tx1"/>
                  </a:solidFill>
                  <a:latin typeface="Times New Roman" panose="02020603050405020304" pitchFamily="18" charset="0"/>
                </a:rPr>
                <a:t>2</a:t>
              </a:r>
              <a:endParaRPr kumimoji="1" lang="en-US" altLang="zh-CN" sz="1600">
                <a:solidFill>
                  <a:schemeClr val="tx1"/>
                </a:solidFill>
                <a:latin typeface="Times New Roman" panose="02020603050405020304" pitchFamily="18" charset="0"/>
              </a:endParaRPr>
            </a:p>
          </p:txBody>
        </p:sp>
        <p:sp>
          <p:nvSpPr>
            <p:cNvPr id="6" name="Oval 7">
              <a:extLst>
                <a:ext uri="{FF2B5EF4-FFF2-40B4-BE49-F238E27FC236}">
                  <a16:creationId xmlns:a16="http://schemas.microsoft.com/office/drawing/2014/main" id="{57BA7F03-BF20-FD3A-A8B1-03AF486DD17A}"/>
                </a:ext>
              </a:extLst>
            </p:cNvPr>
            <p:cNvSpPr>
              <a:spLocks noChangeArrowheads="1"/>
            </p:cNvSpPr>
            <p:nvPr/>
          </p:nvSpPr>
          <p:spPr bwMode="auto">
            <a:xfrm>
              <a:off x="3750" y="2626"/>
              <a:ext cx="396" cy="409"/>
            </a:xfrm>
            <a:prstGeom prst="ellipse">
              <a:avLst/>
            </a:prstGeom>
            <a:solidFill>
              <a:srgbClr val="FFCCFF"/>
            </a:solidFill>
            <a:ln w="38100">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chemeClr val="tx1"/>
                  </a:solidFill>
                  <a:latin typeface="Times New Roman" panose="02020603050405020304" pitchFamily="18" charset="0"/>
                </a:rPr>
                <a:t> C</a:t>
              </a:r>
              <a:r>
                <a:rPr kumimoji="1" lang="en-US" altLang="zh-CN" sz="1600" baseline="-25000">
                  <a:solidFill>
                    <a:schemeClr val="tx1"/>
                  </a:solidFill>
                  <a:latin typeface="Times New Roman" panose="02020603050405020304" pitchFamily="18" charset="0"/>
                </a:rPr>
                <a:t>2</a:t>
              </a:r>
              <a:endParaRPr kumimoji="1" lang="en-US" altLang="zh-CN" sz="1600">
                <a:solidFill>
                  <a:schemeClr val="tx1"/>
                </a:solidFill>
                <a:latin typeface="Times New Roman" panose="02020603050405020304" pitchFamily="18" charset="0"/>
              </a:endParaRPr>
            </a:p>
          </p:txBody>
        </p:sp>
        <p:sp>
          <p:nvSpPr>
            <p:cNvPr id="7" name="Oval 8">
              <a:extLst>
                <a:ext uri="{FF2B5EF4-FFF2-40B4-BE49-F238E27FC236}">
                  <a16:creationId xmlns:a16="http://schemas.microsoft.com/office/drawing/2014/main" id="{FF102F32-A559-2302-2868-405562ABB904}"/>
                </a:ext>
              </a:extLst>
            </p:cNvPr>
            <p:cNvSpPr>
              <a:spLocks noChangeArrowheads="1"/>
            </p:cNvSpPr>
            <p:nvPr/>
          </p:nvSpPr>
          <p:spPr bwMode="auto">
            <a:xfrm>
              <a:off x="2982" y="2626"/>
              <a:ext cx="396" cy="409"/>
            </a:xfrm>
            <a:prstGeom prst="ellipse">
              <a:avLst/>
            </a:prstGeom>
            <a:solidFill>
              <a:srgbClr val="FFCCFF"/>
            </a:solidFill>
            <a:ln w="38100">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0">
                  <a:solidFill>
                    <a:schemeClr val="tx1"/>
                  </a:solidFill>
                  <a:latin typeface="Times New Roman" panose="02020603050405020304" pitchFamily="18" charset="0"/>
                </a:rPr>
                <a:t>  </a:t>
              </a:r>
              <a:r>
                <a:rPr kumimoji="1" lang="en-US" altLang="zh-CN" sz="1600">
                  <a:solidFill>
                    <a:schemeClr val="tx1"/>
                  </a:solidFill>
                  <a:latin typeface="Times New Roman" panose="02020603050405020304" pitchFamily="18" charset="0"/>
                </a:rPr>
                <a:t>I</a:t>
              </a:r>
              <a:r>
                <a:rPr kumimoji="1" lang="en-US" altLang="zh-CN" sz="1600" baseline="-25000">
                  <a:solidFill>
                    <a:schemeClr val="tx1"/>
                  </a:solidFill>
                  <a:latin typeface="Times New Roman" panose="02020603050405020304" pitchFamily="18" charset="0"/>
                </a:rPr>
                <a:t>2</a:t>
              </a:r>
              <a:endParaRPr kumimoji="1" lang="en-US" altLang="zh-CN" sz="1600">
                <a:solidFill>
                  <a:schemeClr val="tx1"/>
                </a:solidFill>
                <a:latin typeface="Times New Roman" panose="02020603050405020304" pitchFamily="18" charset="0"/>
              </a:endParaRPr>
            </a:p>
          </p:txBody>
        </p:sp>
        <p:sp>
          <p:nvSpPr>
            <p:cNvPr id="8" name="Oval 9">
              <a:extLst>
                <a:ext uri="{FF2B5EF4-FFF2-40B4-BE49-F238E27FC236}">
                  <a16:creationId xmlns:a16="http://schemas.microsoft.com/office/drawing/2014/main" id="{CA976367-DEBF-F0A3-B36C-9E7BF9CE2070}"/>
                </a:ext>
              </a:extLst>
            </p:cNvPr>
            <p:cNvSpPr>
              <a:spLocks noChangeArrowheads="1"/>
            </p:cNvSpPr>
            <p:nvPr/>
          </p:nvSpPr>
          <p:spPr bwMode="auto">
            <a:xfrm>
              <a:off x="2214" y="2626"/>
              <a:ext cx="396" cy="409"/>
            </a:xfrm>
            <a:prstGeom prst="ellipse">
              <a:avLst/>
            </a:prstGeom>
            <a:solidFill>
              <a:srgbClr val="CCFFFF"/>
            </a:solidFill>
            <a:ln w="38100">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dirty="0">
                  <a:solidFill>
                    <a:schemeClr val="tx1"/>
                  </a:solidFill>
                  <a:latin typeface="Times New Roman" panose="02020603050405020304" pitchFamily="18" charset="0"/>
                </a:rPr>
                <a:t> P</a:t>
              </a:r>
              <a:r>
                <a:rPr kumimoji="1" lang="en-US" altLang="zh-CN" sz="1600" baseline="-25000" dirty="0">
                  <a:solidFill>
                    <a:schemeClr val="tx1"/>
                  </a:solidFill>
                  <a:latin typeface="Times New Roman" panose="02020603050405020304" pitchFamily="18" charset="0"/>
                </a:rPr>
                <a:t>1</a:t>
              </a:r>
              <a:endParaRPr kumimoji="1" lang="en-US" altLang="zh-CN" sz="1600" dirty="0">
                <a:solidFill>
                  <a:schemeClr val="tx1"/>
                </a:solidFill>
                <a:latin typeface="Times New Roman" panose="02020603050405020304" pitchFamily="18" charset="0"/>
              </a:endParaRPr>
            </a:p>
          </p:txBody>
        </p:sp>
        <p:sp>
          <p:nvSpPr>
            <p:cNvPr id="9" name="Oval 10">
              <a:extLst>
                <a:ext uri="{FF2B5EF4-FFF2-40B4-BE49-F238E27FC236}">
                  <a16:creationId xmlns:a16="http://schemas.microsoft.com/office/drawing/2014/main" id="{3FD83DAD-DA86-914F-0C05-1208C2F29804}"/>
                </a:ext>
              </a:extLst>
            </p:cNvPr>
            <p:cNvSpPr>
              <a:spLocks noChangeArrowheads="1"/>
            </p:cNvSpPr>
            <p:nvPr/>
          </p:nvSpPr>
          <p:spPr bwMode="auto">
            <a:xfrm>
              <a:off x="1446" y="2626"/>
              <a:ext cx="396" cy="409"/>
            </a:xfrm>
            <a:prstGeom prst="ellipse">
              <a:avLst/>
            </a:prstGeom>
            <a:solidFill>
              <a:srgbClr val="CCFFFF"/>
            </a:solidFill>
            <a:ln w="38100">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chemeClr val="tx1"/>
                  </a:solidFill>
                  <a:latin typeface="Times New Roman" panose="02020603050405020304" pitchFamily="18" charset="0"/>
                </a:rPr>
                <a:t> C</a:t>
              </a:r>
              <a:r>
                <a:rPr kumimoji="1" lang="en-US" altLang="zh-CN" sz="1600" baseline="-25000">
                  <a:solidFill>
                    <a:schemeClr val="tx1"/>
                  </a:solidFill>
                  <a:latin typeface="Times New Roman" panose="02020603050405020304" pitchFamily="18" charset="0"/>
                </a:rPr>
                <a:t>1</a:t>
              </a:r>
              <a:endParaRPr kumimoji="1" lang="en-US" altLang="zh-CN" sz="1600" b="0">
                <a:solidFill>
                  <a:schemeClr val="tx1"/>
                </a:solidFill>
                <a:latin typeface="Times New Roman" panose="02020603050405020304" pitchFamily="18" charset="0"/>
              </a:endParaRPr>
            </a:p>
          </p:txBody>
        </p:sp>
        <p:sp>
          <p:nvSpPr>
            <p:cNvPr id="10" name="Oval 11">
              <a:extLst>
                <a:ext uri="{FF2B5EF4-FFF2-40B4-BE49-F238E27FC236}">
                  <a16:creationId xmlns:a16="http://schemas.microsoft.com/office/drawing/2014/main" id="{B5FDE20C-4167-541A-683C-2D7C1CEC1A2E}"/>
                </a:ext>
              </a:extLst>
            </p:cNvPr>
            <p:cNvSpPr>
              <a:spLocks noChangeArrowheads="1"/>
            </p:cNvSpPr>
            <p:nvPr/>
          </p:nvSpPr>
          <p:spPr bwMode="auto">
            <a:xfrm>
              <a:off x="678" y="2626"/>
              <a:ext cx="396" cy="409"/>
            </a:xfrm>
            <a:prstGeom prst="ellipse">
              <a:avLst/>
            </a:prstGeom>
            <a:solidFill>
              <a:srgbClr val="CCECFF"/>
            </a:solidFill>
            <a:ln w="38100">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0">
                  <a:solidFill>
                    <a:schemeClr val="tx1"/>
                  </a:solidFill>
                  <a:latin typeface="Times New Roman" panose="02020603050405020304" pitchFamily="18" charset="0"/>
                </a:rPr>
                <a:t>  </a:t>
              </a:r>
              <a:r>
                <a:rPr kumimoji="1" lang="en-US" altLang="zh-CN" sz="1600">
                  <a:solidFill>
                    <a:schemeClr val="tx1"/>
                  </a:solidFill>
                  <a:latin typeface="Times New Roman" panose="02020603050405020304" pitchFamily="18" charset="0"/>
                </a:rPr>
                <a:t>I</a:t>
              </a:r>
              <a:r>
                <a:rPr kumimoji="1" lang="en-US" altLang="zh-CN" sz="1600" baseline="-25000">
                  <a:solidFill>
                    <a:schemeClr val="tx1"/>
                  </a:solidFill>
                  <a:latin typeface="Times New Roman" panose="02020603050405020304" pitchFamily="18" charset="0"/>
                </a:rPr>
                <a:t>1</a:t>
              </a:r>
              <a:endParaRPr kumimoji="1" lang="en-US" altLang="zh-CN" sz="1600">
                <a:solidFill>
                  <a:schemeClr val="tx1"/>
                </a:solidFill>
                <a:latin typeface="Times New Roman" panose="02020603050405020304" pitchFamily="18" charset="0"/>
              </a:endParaRPr>
            </a:p>
          </p:txBody>
        </p:sp>
        <p:sp>
          <p:nvSpPr>
            <p:cNvPr id="11" name="Line 12">
              <a:extLst>
                <a:ext uri="{FF2B5EF4-FFF2-40B4-BE49-F238E27FC236}">
                  <a16:creationId xmlns:a16="http://schemas.microsoft.com/office/drawing/2014/main" id="{493F0B2A-7854-AA36-8349-44A85429C8A4}"/>
                </a:ext>
              </a:extLst>
            </p:cNvPr>
            <p:cNvSpPr>
              <a:spLocks noChangeShapeType="1"/>
            </p:cNvSpPr>
            <p:nvPr/>
          </p:nvSpPr>
          <p:spPr bwMode="auto">
            <a:xfrm>
              <a:off x="4146" y="2833"/>
              <a:ext cx="384"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2" name="Line 13">
              <a:extLst>
                <a:ext uri="{FF2B5EF4-FFF2-40B4-BE49-F238E27FC236}">
                  <a16:creationId xmlns:a16="http://schemas.microsoft.com/office/drawing/2014/main" id="{3366EAF0-FD1F-07F1-3BDE-579AB0B6BC37}"/>
                </a:ext>
              </a:extLst>
            </p:cNvPr>
            <p:cNvSpPr>
              <a:spLocks noChangeShapeType="1"/>
            </p:cNvSpPr>
            <p:nvPr/>
          </p:nvSpPr>
          <p:spPr bwMode="auto">
            <a:xfrm>
              <a:off x="3378" y="2860"/>
              <a:ext cx="384"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3" name="Line 14">
              <a:extLst>
                <a:ext uri="{FF2B5EF4-FFF2-40B4-BE49-F238E27FC236}">
                  <a16:creationId xmlns:a16="http://schemas.microsoft.com/office/drawing/2014/main" id="{52974A95-3CB3-4B50-FB43-15730248C129}"/>
                </a:ext>
              </a:extLst>
            </p:cNvPr>
            <p:cNvSpPr>
              <a:spLocks noChangeShapeType="1"/>
            </p:cNvSpPr>
            <p:nvPr/>
          </p:nvSpPr>
          <p:spPr bwMode="auto">
            <a:xfrm>
              <a:off x="2610" y="2860"/>
              <a:ext cx="384"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4" name="Line 15">
              <a:extLst>
                <a:ext uri="{FF2B5EF4-FFF2-40B4-BE49-F238E27FC236}">
                  <a16:creationId xmlns:a16="http://schemas.microsoft.com/office/drawing/2014/main" id="{282FAB12-83E8-59E8-FBCE-E674A04BCB55}"/>
                </a:ext>
              </a:extLst>
            </p:cNvPr>
            <p:cNvSpPr>
              <a:spLocks noChangeShapeType="1"/>
            </p:cNvSpPr>
            <p:nvPr/>
          </p:nvSpPr>
          <p:spPr bwMode="auto">
            <a:xfrm>
              <a:off x="1842" y="2860"/>
              <a:ext cx="384"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 name="Line 16">
              <a:extLst>
                <a:ext uri="{FF2B5EF4-FFF2-40B4-BE49-F238E27FC236}">
                  <a16:creationId xmlns:a16="http://schemas.microsoft.com/office/drawing/2014/main" id="{8F751951-79DE-8056-D7B3-5E98086B8B44}"/>
                </a:ext>
              </a:extLst>
            </p:cNvPr>
            <p:cNvSpPr>
              <a:spLocks noChangeShapeType="1"/>
            </p:cNvSpPr>
            <p:nvPr/>
          </p:nvSpPr>
          <p:spPr bwMode="auto">
            <a:xfrm>
              <a:off x="1074" y="2860"/>
              <a:ext cx="384"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nvGrpSpPr>
            <p:cNvPr id="16" name="Group 19">
              <a:extLst>
                <a:ext uri="{FF2B5EF4-FFF2-40B4-BE49-F238E27FC236}">
                  <a16:creationId xmlns:a16="http://schemas.microsoft.com/office/drawing/2014/main" id="{B8B80B86-8972-F86D-ECA3-2455EBCC1197}"/>
                </a:ext>
              </a:extLst>
            </p:cNvPr>
            <p:cNvGrpSpPr>
              <a:grpSpLocks/>
            </p:cNvGrpSpPr>
            <p:nvPr/>
          </p:nvGrpSpPr>
          <p:grpSpPr bwMode="auto">
            <a:xfrm>
              <a:off x="784" y="3177"/>
              <a:ext cx="1618" cy="315"/>
              <a:chOff x="784" y="3177"/>
              <a:chExt cx="1618" cy="315"/>
            </a:xfrm>
          </p:grpSpPr>
          <p:sp>
            <p:nvSpPr>
              <p:cNvPr id="20" name="AutoShape 17">
                <a:extLst>
                  <a:ext uri="{FF2B5EF4-FFF2-40B4-BE49-F238E27FC236}">
                    <a16:creationId xmlns:a16="http://schemas.microsoft.com/office/drawing/2014/main" id="{41438E4B-1067-1329-4742-B8D557B93FCD}"/>
                  </a:ext>
                </a:extLst>
              </p:cNvPr>
              <p:cNvSpPr>
                <a:spLocks/>
              </p:cNvSpPr>
              <p:nvPr/>
            </p:nvSpPr>
            <p:spPr bwMode="auto">
              <a:xfrm rot="-5400000">
                <a:off x="1542" y="2419"/>
                <a:ext cx="101" cy="1618"/>
              </a:xfrm>
              <a:prstGeom prst="leftBrace">
                <a:avLst>
                  <a:gd name="adj1" fmla="val 133498"/>
                  <a:gd name="adj2" fmla="val 50032"/>
                </a:avLst>
              </a:prstGeom>
              <a:noFill/>
              <a:ln w="9525">
                <a:solidFill>
                  <a:schemeClr val="tx1"/>
                </a:solidFill>
                <a:round/>
                <a:headEnd/>
                <a:tailEnd/>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Font typeface="Wingdings" panose="05000000000000000000" pitchFamily="2" charset="2"/>
                  <a:buChar char="Ø"/>
                </a:pPr>
                <a:endParaRPr lang="zh-CN" altLang="en-US" sz="1400">
                  <a:solidFill>
                    <a:srgbClr val="4138FA"/>
                  </a:solidFill>
                </a:endParaRPr>
              </a:p>
            </p:txBody>
          </p:sp>
          <p:sp>
            <p:nvSpPr>
              <p:cNvPr id="21" name="Text Box 18">
                <a:extLst>
                  <a:ext uri="{FF2B5EF4-FFF2-40B4-BE49-F238E27FC236}">
                    <a16:creationId xmlns:a16="http://schemas.microsoft.com/office/drawing/2014/main" id="{ABFB09A4-0F92-A3E4-6A84-1D17587FBD4E}"/>
                  </a:ext>
                </a:extLst>
              </p:cNvPr>
              <p:cNvSpPr txBox="1">
                <a:spLocks noChangeArrowheads="1"/>
              </p:cNvSpPr>
              <p:nvPr/>
            </p:nvSpPr>
            <p:spPr bwMode="auto">
              <a:xfrm>
                <a:off x="1386" y="3249"/>
                <a:ext cx="438" cy="24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914400" indent="-914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1093788" indent="-4556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73175" indent="-39846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452563" indent="-3222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92325" indent="-338138">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495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067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639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9211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20000"/>
                  </a:lnSpc>
                  <a:spcBef>
                    <a:spcPct val="50000"/>
                  </a:spcBef>
                  <a:buFont typeface="Wingdings" panose="05000000000000000000" pitchFamily="2" charset="2"/>
                  <a:buNone/>
                </a:pPr>
                <a:r>
                  <a:rPr lang="zh-CN" altLang="en-US" sz="1600">
                    <a:solidFill>
                      <a:schemeClr val="tx1"/>
                    </a:solidFill>
                  </a:rPr>
                  <a:t>作业</a:t>
                </a:r>
                <a:r>
                  <a:rPr lang="en-US" altLang="zh-CN" sz="1600" baseline="-25000">
                    <a:solidFill>
                      <a:schemeClr val="tx1"/>
                    </a:solidFill>
                  </a:rPr>
                  <a:t>1</a:t>
                </a:r>
              </a:p>
            </p:txBody>
          </p:sp>
        </p:grpSp>
        <p:grpSp>
          <p:nvGrpSpPr>
            <p:cNvPr id="17" name="Group 20">
              <a:extLst>
                <a:ext uri="{FF2B5EF4-FFF2-40B4-BE49-F238E27FC236}">
                  <a16:creationId xmlns:a16="http://schemas.microsoft.com/office/drawing/2014/main" id="{22A8B64E-5130-70DA-C6F5-3D0BCDA3F143}"/>
                </a:ext>
              </a:extLst>
            </p:cNvPr>
            <p:cNvGrpSpPr>
              <a:grpSpLocks/>
            </p:cNvGrpSpPr>
            <p:nvPr/>
          </p:nvGrpSpPr>
          <p:grpSpPr bwMode="auto">
            <a:xfrm>
              <a:off x="3062" y="3178"/>
              <a:ext cx="1618" cy="315"/>
              <a:chOff x="784" y="3177"/>
              <a:chExt cx="1618" cy="315"/>
            </a:xfrm>
          </p:grpSpPr>
          <p:sp>
            <p:nvSpPr>
              <p:cNvPr id="18" name="AutoShape 21">
                <a:extLst>
                  <a:ext uri="{FF2B5EF4-FFF2-40B4-BE49-F238E27FC236}">
                    <a16:creationId xmlns:a16="http://schemas.microsoft.com/office/drawing/2014/main" id="{A15CF50F-CC34-04FB-A894-D41090835278}"/>
                  </a:ext>
                </a:extLst>
              </p:cNvPr>
              <p:cNvSpPr>
                <a:spLocks/>
              </p:cNvSpPr>
              <p:nvPr/>
            </p:nvSpPr>
            <p:spPr bwMode="auto">
              <a:xfrm rot="-5400000">
                <a:off x="1542" y="2419"/>
                <a:ext cx="101" cy="1618"/>
              </a:xfrm>
              <a:prstGeom prst="leftBrace">
                <a:avLst>
                  <a:gd name="adj1" fmla="val 133498"/>
                  <a:gd name="adj2" fmla="val 50032"/>
                </a:avLst>
              </a:prstGeom>
              <a:noFill/>
              <a:ln w="9525">
                <a:solidFill>
                  <a:schemeClr val="tx1"/>
                </a:solidFill>
                <a:round/>
                <a:headEnd/>
                <a:tailEnd/>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Font typeface="Wingdings" panose="05000000000000000000" pitchFamily="2" charset="2"/>
                  <a:buChar char="Ø"/>
                </a:pPr>
                <a:endParaRPr lang="zh-CN" altLang="en-US" sz="1400">
                  <a:solidFill>
                    <a:srgbClr val="4138FA"/>
                  </a:solidFill>
                </a:endParaRPr>
              </a:p>
            </p:txBody>
          </p:sp>
          <p:sp>
            <p:nvSpPr>
              <p:cNvPr id="19" name="Text Box 22">
                <a:extLst>
                  <a:ext uri="{FF2B5EF4-FFF2-40B4-BE49-F238E27FC236}">
                    <a16:creationId xmlns:a16="http://schemas.microsoft.com/office/drawing/2014/main" id="{365E7EB3-49FA-A8BA-72B8-CCE1D879B62A}"/>
                  </a:ext>
                </a:extLst>
              </p:cNvPr>
              <p:cNvSpPr txBox="1">
                <a:spLocks noChangeArrowheads="1"/>
              </p:cNvSpPr>
              <p:nvPr/>
            </p:nvSpPr>
            <p:spPr bwMode="auto">
              <a:xfrm>
                <a:off x="1386" y="3249"/>
                <a:ext cx="438" cy="24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914400" indent="-914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1093788" indent="-4556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73175" indent="-39846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452563" indent="-3222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92325" indent="-338138">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495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067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639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9211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20000"/>
                  </a:lnSpc>
                  <a:spcBef>
                    <a:spcPct val="50000"/>
                  </a:spcBef>
                  <a:buFont typeface="Wingdings" panose="05000000000000000000" pitchFamily="2" charset="2"/>
                  <a:buNone/>
                </a:pPr>
                <a:r>
                  <a:rPr lang="zh-CN" altLang="en-US" sz="1600">
                    <a:solidFill>
                      <a:schemeClr val="tx1"/>
                    </a:solidFill>
                  </a:rPr>
                  <a:t>作业</a:t>
                </a:r>
                <a:r>
                  <a:rPr lang="en-US" altLang="zh-CN" sz="1600" baseline="-25000">
                    <a:solidFill>
                      <a:schemeClr val="tx1"/>
                    </a:solidFill>
                  </a:rPr>
                  <a:t>2</a:t>
                </a:r>
              </a:p>
            </p:txBody>
          </p:sp>
        </p:grpSp>
      </p:grpSp>
      <p:sp>
        <p:nvSpPr>
          <p:cNvPr id="22" name="Text Box 25">
            <a:extLst>
              <a:ext uri="{FF2B5EF4-FFF2-40B4-BE49-F238E27FC236}">
                <a16:creationId xmlns:a16="http://schemas.microsoft.com/office/drawing/2014/main" id="{DF344374-0248-1B83-51FA-984B87E4EFFE}"/>
              </a:ext>
            </a:extLst>
          </p:cNvPr>
          <p:cNvSpPr txBox="1">
            <a:spLocks noChangeArrowheads="1"/>
          </p:cNvSpPr>
          <p:nvPr/>
        </p:nvSpPr>
        <p:spPr bwMode="auto">
          <a:xfrm>
            <a:off x="6652755" y="5635698"/>
            <a:ext cx="3573463" cy="385763"/>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0"/>
              </a:spcBef>
              <a:buFont typeface="Wingdings" panose="05000000000000000000" pitchFamily="2" charset="2"/>
              <a:buNone/>
            </a:pPr>
            <a:r>
              <a:rPr lang="zh-CN" altLang="en-US" sz="1600" b="0">
                <a:solidFill>
                  <a:schemeClr val="tx1"/>
                </a:solidFill>
                <a:latin typeface="Times New Roman" panose="02020603050405020304" pitchFamily="18" charset="0"/>
              </a:rPr>
              <a:t>单用户系统中操作的先后次序图</a:t>
            </a:r>
          </a:p>
        </p:txBody>
      </p:sp>
    </p:spTree>
    <p:extLst>
      <p:ext uri="{BB962C8B-B14F-4D97-AF65-F5344CB8AC3E}">
        <p14:creationId xmlns:p14="http://schemas.microsoft.com/office/powerpoint/2010/main" val="18526686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93D12F-5275-181D-2A94-9694456D99C3}"/>
              </a:ext>
            </a:extLst>
          </p:cNvPr>
          <p:cNvSpPr>
            <a:spLocks noGrp="1"/>
          </p:cNvSpPr>
          <p:nvPr>
            <p:ph type="title"/>
          </p:nvPr>
        </p:nvSpPr>
        <p:spPr/>
        <p:txBody>
          <a:bodyPr>
            <a:normAutofit/>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进程的引入</a:t>
            </a:r>
            <a:endParaRPr lang="zh-CN" altLang="en-US" dirty="0"/>
          </a:p>
        </p:txBody>
      </p:sp>
      <p:sp>
        <p:nvSpPr>
          <p:cNvPr id="3" name="内容占位符 2">
            <a:extLst>
              <a:ext uri="{FF2B5EF4-FFF2-40B4-BE49-F238E27FC236}">
                <a16:creationId xmlns:a16="http://schemas.microsoft.com/office/drawing/2014/main" id="{3B86DD6A-BD97-5BD9-3240-24F60FCA77EE}"/>
              </a:ext>
            </a:extLst>
          </p:cNvPr>
          <p:cNvSpPr>
            <a:spLocks noGrp="1"/>
          </p:cNvSpPr>
          <p:nvPr>
            <p:ph idx="1"/>
          </p:nvPr>
        </p:nvSpPr>
        <p:spPr/>
        <p:txBody>
          <a:bodyPr/>
          <a:lstStyle/>
          <a:p>
            <a:pPr marL="469900" lvl="1" indent="0">
              <a:buNone/>
            </a:pPr>
            <a:r>
              <a:rPr lang="zh-CN" altLang="en-US" sz="2800" dirty="0">
                <a:solidFill>
                  <a:srgbClr val="000099"/>
                </a:solidFill>
                <a:latin typeface="Times New Roman" panose="02020603050405020304" pitchFamily="18" charset="0"/>
                <a:ea typeface="+mn-ea"/>
              </a:rPr>
              <a:t>② 顺序程序的特点</a:t>
            </a:r>
          </a:p>
          <a:p>
            <a:pPr lvl="2"/>
            <a:r>
              <a:rPr lang="zh-CN" altLang="en-US" sz="2400" dirty="0"/>
              <a:t>顺序性 </a:t>
            </a:r>
            <a:r>
              <a:rPr lang="en-US" altLang="zh-CN" sz="2400" dirty="0">
                <a:solidFill>
                  <a:schemeClr val="tx1"/>
                </a:solidFill>
              </a:rPr>
              <a:t>——</a:t>
            </a:r>
            <a:r>
              <a:rPr lang="en-US" altLang="zh-CN" sz="2400" dirty="0"/>
              <a:t> </a:t>
            </a:r>
            <a:r>
              <a:rPr lang="zh-CN" altLang="en-US" sz="2400" dirty="0">
                <a:solidFill>
                  <a:schemeClr val="tx1"/>
                </a:solidFill>
              </a:rPr>
              <a:t>处理机的操作严格按照程序所规定的顺序执行。</a:t>
            </a:r>
          </a:p>
          <a:p>
            <a:pPr lvl="2"/>
            <a:r>
              <a:rPr lang="zh-CN" altLang="en-US" sz="2400" dirty="0"/>
              <a:t>封闭性 </a:t>
            </a:r>
            <a:r>
              <a:rPr lang="en-US" altLang="zh-CN" sz="2400" dirty="0">
                <a:solidFill>
                  <a:schemeClr val="tx1"/>
                </a:solidFill>
              </a:rPr>
              <a:t>—— </a:t>
            </a:r>
            <a:r>
              <a:rPr lang="zh-CN" altLang="en-US" sz="2400" dirty="0">
                <a:solidFill>
                  <a:schemeClr val="tx1"/>
                </a:solidFill>
              </a:rPr>
              <a:t>程序一旦开始执行，其计算结果不受外界因素的影响。</a:t>
            </a:r>
          </a:p>
          <a:p>
            <a:pPr lvl="2"/>
            <a:r>
              <a:rPr lang="zh-CN" altLang="en-US" sz="2400" dirty="0"/>
              <a:t>可再现性 </a:t>
            </a:r>
            <a:r>
              <a:rPr lang="en-US" altLang="zh-CN" sz="2400" dirty="0">
                <a:solidFill>
                  <a:schemeClr val="tx1"/>
                </a:solidFill>
              </a:rPr>
              <a:t>—— </a:t>
            </a:r>
            <a:r>
              <a:rPr lang="zh-CN" altLang="en-US" sz="2400" dirty="0">
                <a:solidFill>
                  <a:schemeClr val="tx1"/>
                </a:solidFill>
              </a:rPr>
              <a:t>程序执行的结果与它的执行速度无关 </a:t>
            </a:r>
            <a:r>
              <a:rPr lang="en-US" altLang="zh-CN" sz="2400" dirty="0">
                <a:solidFill>
                  <a:schemeClr val="tx1"/>
                </a:solidFill>
              </a:rPr>
              <a:t>(</a:t>
            </a:r>
            <a:r>
              <a:rPr lang="zh-CN" altLang="en-US" sz="2400" dirty="0">
                <a:solidFill>
                  <a:schemeClr val="tx1"/>
                </a:solidFill>
              </a:rPr>
              <a:t>即与时间无关</a:t>
            </a:r>
            <a:r>
              <a:rPr lang="en-US" altLang="zh-CN" sz="2400" dirty="0">
                <a:solidFill>
                  <a:schemeClr val="tx1"/>
                </a:solidFill>
              </a:rPr>
              <a:t>)</a:t>
            </a:r>
            <a:r>
              <a:rPr lang="zh-CN" altLang="en-US" sz="2400" dirty="0">
                <a:solidFill>
                  <a:schemeClr val="tx1"/>
                </a:solidFill>
              </a:rPr>
              <a:t>，而只与初始条件有关。 </a:t>
            </a:r>
          </a:p>
        </p:txBody>
      </p:sp>
    </p:spTree>
    <p:extLst>
      <p:ext uri="{BB962C8B-B14F-4D97-AF65-F5344CB8AC3E}">
        <p14:creationId xmlns:p14="http://schemas.microsoft.com/office/powerpoint/2010/main" val="3778801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52C9C3-F9F1-CE18-0CED-9F4EE33851B8}"/>
              </a:ext>
            </a:extLst>
          </p:cNvPr>
          <p:cNvSpPr>
            <a:spLocks noGrp="1"/>
          </p:cNvSpPr>
          <p:nvPr>
            <p:ph type="title"/>
          </p:nvPr>
        </p:nvSpPr>
        <p:spPr/>
        <p:txBody>
          <a:bodyPr/>
          <a:lstStyle/>
          <a:p>
            <a:pPr eaLnBrk="1" hangingPunct="1">
              <a:spcBef>
                <a:spcPct val="0"/>
              </a:spcBef>
            </a:pPr>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进程的引入</a:t>
            </a:r>
          </a:p>
        </p:txBody>
      </p:sp>
      <p:sp>
        <p:nvSpPr>
          <p:cNvPr id="3" name="内容占位符 2">
            <a:extLst>
              <a:ext uri="{FF2B5EF4-FFF2-40B4-BE49-F238E27FC236}">
                <a16:creationId xmlns:a16="http://schemas.microsoft.com/office/drawing/2014/main" id="{E0A356D9-9C5F-B6BA-FBF4-CBAAF1F2E968}"/>
              </a:ext>
            </a:extLst>
          </p:cNvPr>
          <p:cNvSpPr>
            <a:spLocks noGrp="1"/>
          </p:cNvSpPr>
          <p:nvPr>
            <p:ph idx="1"/>
          </p:nvPr>
        </p:nvSpPr>
        <p:spPr/>
        <p:txBody>
          <a:bodyPr/>
          <a:lstStyle/>
          <a:p>
            <a:pPr marL="0" indent="0">
              <a:buNone/>
            </a:pPr>
            <a:r>
              <a:rPr lang="en-US" altLang="zh-CN" dirty="0">
                <a:solidFill>
                  <a:srgbClr val="335F90"/>
                </a:solidFill>
              </a:rPr>
              <a:t>2.  </a:t>
            </a:r>
            <a:r>
              <a:rPr lang="zh-CN" altLang="en-US" dirty="0">
                <a:solidFill>
                  <a:srgbClr val="335F90"/>
                </a:solidFill>
              </a:rPr>
              <a:t>并发程序</a:t>
            </a:r>
          </a:p>
          <a:p>
            <a:pPr marL="0" indent="0">
              <a:buNone/>
            </a:pPr>
            <a:r>
              <a:rPr lang="zh-CN" altLang="en-US" dirty="0"/>
              <a:t>      </a:t>
            </a:r>
            <a:r>
              <a:rPr lang="en-US" altLang="zh-CN" dirty="0"/>
              <a:t>(1) </a:t>
            </a:r>
            <a:r>
              <a:rPr lang="zh-CN" altLang="en-US" dirty="0"/>
              <a:t>多道系统的工作情况</a:t>
            </a:r>
          </a:p>
          <a:p>
            <a:pPr lvl="3">
              <a:lnSpc>
                <a:spcPct val="120000"/>
              </a:lnSpc>
              <a:buClr>
                <a:schemeClr val="tx2"/>
              </a:buClr>
              <a:buSzPct val="95000"/>
              <a:buNone/>
              <a:defRPr/>
            </a:pPr>
            <a:r>
              <a:rPr lang="zh-CN" altLang="en-US" sz="2400" dirty="0">
                <a:solidFill>
                  <a:schemeClr val="tx1"/>
                </a:solidFill>
                <a:effectLst/>
                <a:latin typeface="Times New Roman" panose="02020603050405020304" pitchFamily="18" charset="0"/>
              </a:rPr>
              <a:t>对</a:t>
            </a:r>
            <a:r>
              <a:rPr lang="en-US" altLang="zh-CN" sz="2400" dirty="0">
                <a:solidFill>
                  <a:schemeClr val="tx1"/>
                </a:solidFill>
                <a:effectLst/>
                <a:latin typeface="Times New Roman" panose="02020603050405020304" pitchFamily="18" charset="0"/>
              </a:rPr>
              <a:t>n</a:t>
            </a:r>
            <a:r>
              <a:rPr lang="zh-CN" altLang="en-US" sz="2400" dirty="0">
                <a:solidFill>
                  <a:schemeClr val="tx1"/>
                </a:solidFill>
                <a:effectLst/>
                <a:latin typeface="Times New Roman" panose="02020603050405020304" pitchFamily="18" charset="0"/>
              </a:rPr>
              <a:t>个用户作业的处理 </a:t>
            </a:r>
            <a:r>
              <a:rPr lang="en-US" altLang="zh-CN" sz="2400" dirty="0">
                <a:solidFill>
                  <a:schemeClr val="tx1"/>
                </a:solidFill>
                <a:effectLst/>
                <a:latin typeface="Times New Roman" panose="02020603050405020304" pitchFamily="18" charset="0"/>
              </a:rPr>
              <a:t>——</a:t>
            </a:r>
          </a:p>
          <a:p>
            <a:pPr lvl="3">
              <a:buClr>
                <a:schemeClr val="tx2"/>
              </a:buClr>
              <a:buSzPct val="95000"/>
              <a:buNone/>
              <a:defRPr/>
            </a:pPr>
            <a:r>
              <a:rPr lang="en-US" altLang="zh-CN" sz="2400" b="0" dirty="0">
                <a:solidFill>
                  <a:schemeClr val="tx1"/>
                </a:solidFill>
                <a:effectLst/>
                <a:latin typeface="Times New Roman" panose="02020603050405020304" pitchFamily="18" charset="0"/>
              </a:rPr>
              <a:t>            </a:t>
            </a:r>
            <a:r>
              <a:rPr lang="zh-CN" altLang="en-US" sz="2400" b="0" dirty="0">
                <a:solidFill>
                  <a:schemeClr val="tx1"/>
                </a:solidFill>
                <a:effectLst/>
                <a:latin typeface="Times New Roman" panose="02020603050405020304" pitchFamily="18" charset="0"/>
              </a:rPr>
              <a:t>作业</a:t>
            </a:r>
            <a:r>
              <a:rPr lang="en-US" altLang="zh-CN" sz="2400" b="0" baseline="-25000" dirty="0">
                <a:solidFill>
                  <a:schemeClr val="tx1"/>
                </a:solidFill>
                <a:effectLst/>
                <a:latin typeface="Times New Roman" panose="02020603050405020304" pitchFamily="18" charset="0"/>
              </a:rPr>
              <a:t>1</a:t>
            </a:r>
            <a:r>
              <a:rPr lang="zh-CN" altLang="en-US" sz="2400" b="0" dirty="0">
                <a:solidFill>
                  <a:schemeClr val="tx1"/>
                </a:solidFill>
                <a:effectLst/>
                <a:latin typeface="Times New Roman" panose="02020603050405020304" pitchFamily="18" charset="0"/>
              </a:rPr>
              <a:t>：    </a:t>
            </a:r>
            <a:r>
              <a:rPr lang="en-US" altLang="zh-CN" sz="2400" b="0" dirty="0">
                <a:solidFill>
                  <a:schemeClr val="tx1"/>
                </a:solidFill>
                <a:effectLst/>
                <a:latin typeface="Times New Roman" panose="02020603050405020304" pitchFamily="18" charset="0"/>
              </a:rPr>
              <a:t>I</a:t>
            </a:r>
            <a:r>
              <a:rPr lang="en-US" altLang="zh-CN" sz="2400" b="0" baseline="-25000" dirty="0">
                <a:solidFill>
                  <a:schemeClr val="tx1"/>
                </a:solidFill>
                <a:effectLst/>
                <a:latin typeface="Times New Roman" panose="02020603050405020304" pitchFamily="18" charset="0"/>
              </a:rPr>
              <a:t>1</a:t>
            </a:r>
            <a:r>
              <a:rPr lang="en-US" altLang="zh-CN" sz="2400" b="0" dirty="0">
                <a:solidFill>
                  <a:schemeClr val="tx1"/>
                </a:solidFill>
                <a:effectLst/>
                <a:latin typeface="Times New Roman" panose="02020603050405020304" pitchFamily="18" charset="0"/>
              </a:rPr>
              <a:t>      C</a:t>
            </a:r>
            <a:r>
              <a:rPr lang="en-US" altLang="zh-CN" sz="2400" b="0" baseline="-25000" dirty="0">
                <a:solidFill>
                  <a:schemeClr val="tx1"/>
                </a:solidFill>
                <a:effectLst/>
                <a:latin typeface="Times New Roman" panose="02020603050405020304" pitchFamily="18" charset="0"/>
              </a:rPr>
              <a:t>1</a:t>
            </a:r>
            <a:r>
              <a:rPr lang="en-US" altLang="zh-CN" sz="2400" b="0" dirty="0">
                <a:solidFill>
                  <a:schemeClr val="tx1"/>
                </a:solidFill>
                <a:effectLst/>
                <a:latin typeface="Times New Roman" panose="02020603050405020304" pitchFamily="18" charset="0"/>
              </a:rPr>
              <a:t>      P</a:t>
            </a:r>
            <a:r>
              <a:rPr lang="en-US" altLang="zh-CN" sz="2400" b="0" baseline="-25000" dirty="0">
                <a:solidFill>
                  <a:schemeClr val="tx1"/>
                </a:solidFill>
                <a:effectLst/>
                <a:latin typeface="Times New Roman" panose="02020603050405020304" pitchFamily="18" charset="0"/>
              </a:rPr>
              <a:t>1</a:t>
            </a:r>
          </a:p>
          <a:p>
            <a:pPr lvl="3">
              <a:buClr>
                <a:schemeClr val="tx2"/>
              </a:buClr>
              <a:buSzPct val="95000"/>
              <a:buNone/>
              <a:defRPr/>
            </a:pPr>
            <a:r>
              <a:rPr lang="en-US" altLang="zh-CN" sz="2400" b="0" dirty="0">
                <a:solidFill>
                  <a:schemeClr val="tx1"/>
                </a:solidFill>
                <a:effectLst/>
                <a:latin typeface="Times New Roman" panose="02020603050405020304" pitchFamily="18" charset="0"/>
              </a:rPr>
              <a:t>        </a:t>
            </a:r>
            <a:r>
              <a:rPr lang="zh-CN" altLang="en-US" sz="2400" b="0" dirty="0">
                <a:solidFill>
                  <a:schemeClr val="tx1"/>
                </a:solidFill>
                <a:effectLst/>
                <a:latin typeface="Times New Roman" panose="02020603050405020304" pitchFamily="18" charset="0"/>
              </a:rPr>
              <a:t>　作业</a:t>
            </a:r>
            <a:r>
              <a:rPr lang="en-US" altLang="zh-CN" sz="2400" b="0" baseline="-25000" dirty="0">
                <a:solidFill>
                  <a:schemeClr val="tx1"/>
                </a:solidFill>
                <a:effectLst/>
                <a:latin typeface="Times New Roman" panose="02020603050405020304" pitchFamily="18" charset="0"/>
              </a:rPr>
              <a:t>2</a:t>
            </a:r>
            <a:r>
              <a:rPr lang="zh-CN" altLang="en-US" sz="2400" b="0" dirty="0">
                <a:solidFill>
                  <a:schemeClr val="tx1"/>
                </a:solidFill>
                <a:effectLst/>
                <a:latin typeface="Times New Roman" panose="02020603050405020304" pitchFamily="18" charset="0"/>
              </a:rPr>
              <a:t>：    </a:t>
            </a:r>
            <a:r>
              <a:rPr lang="en-US" altLang="zh-CN" sz="2400" b="0" dirty="0">
                <a:solidFill>
                  <a:schemeClr val="tx1"/>
                </a:solidFill>
                <a:effectLst/>
                <a:latin typeface="Times New Roman" panose="02020603050405020304" pitchFamily="18" charset="0"/>
              </a:rPr>
              <a:t>I</a:t>
            </a:r>
            <a:r>
              <a:rPr lang="en-US" altLang="zh-CN" sz="2400" b="0" baseline="-25000" dirty="0">
                <a:solidFill>
                  <a:schemeClr val="tx1"/>
                </a:solidFill>
                <a:effectLst/>
                <a:latin typeface="Times New Roman" panose="02020603050405020304" pitchFamily="18" charset="0"/>
              </a:rPr>
              <a:t>2</a:t>
            </a:r>
            <a:r>
              <a:rPr lang="en-US" altLang="zh-CN" sz="2400" b="0" dirty="0">
                <a:solidFill>
                  <a:schemeClr val="tx1"/>
                </a:solidFill>
                <a:effectLst/>
                <a:latin typeface="Times New Roman" panose="02020603050405020304" pitchFamily="18" charset="0"/>
              </a:rPr>
              <a:t>      C</a:t>
            </a:r>
            <a:r>
              <a:rPr lang="en-US" altLang="zh-CN" sz="2400" b="0" baseline="-25000" dirty="0">
                <a:solidFill>
                  <a:schemeClr val="tx1"/>
                </a:solidFill>
                <a:effectLst/>
                <a:latin typeface="Times New Roman" panose="02020603050405020304" pitchFamily="18" charset="0"/>
              </a:rPr>
              <a:t>2</a:t>
            </a:r>
            <a:r>
              <a:rPr lang="en-US" altLang="zh-CN" sz="2400" b="0" dirty="0">
                <a:solidFill>
                  <a:schemeClr val="tx1"/>
                </a:solidFill>
                <a:effectLst/>
                <a:latin typeface="Times New Roman" panose="02020603050405020304" pitchFamily="18" charset="0"/>
              </a:rPr>
              <a:t>      P</a:t>
            </a:r>
            <a:r>
              <a:rPr lang="en-US" altLang="zh-CN" sz="2400" b="0" baseline="-25000" dirty="0">
                <a:solidFill>
                  <a:schemeClr val="tx1"/>
                </a:solidFill>
                <a:effectLst/>
                <a:latin typeface="Times New Roman" panose="02020603050405020304" pitchFamily="18" charset="0"/>
              </a:rPr>
              <a:t>2</a:t>
            </a:r>
          </a:p>
          <a:p>
            <a:pPr lvl="3">
              <a:buClr>
                <a:schemeClr val="tx2"/>
              </a:buClr>
              <a:buSzPct val="95000"/>
              <a:buNone/>
              <a:defRPr/>
            </a:pPr>
            <a:r>
              <a:rPr lang="en-US" altLang="zh-CN" sz="2400" b="0" dirty="0">
                <a:solidFill>
                  <a:schemeClr val="tx1"/>
                </a:solidFill>
                <a:effectLst/>
                <a:latin typeface="Times New Roman" panose="02020603050405020304" pitchFamily="18" charset="0"/>
              </a:rPr>
              <a:t>                </a:t>
            </a:r>
            <a:r>
              <a:rPr lang="en-US" altLang="zh-CN" sz="2400" b="0" dirty="0">
                <a:solidFill>
                  <a:schemeClr val="tx1"/>
                </a:solidFill>
                <a:effectLst/>
                <a:latin typeface="Times New Roman" panose="02020603050405020304" pitchFamily="18" charset="0"/>
                <a:sym typeface="MT Extra" panose="05050102010205020202" pitchFamily="18" charset="2"/>
              </a:rPr>
              <a:t></a:t>
            </a:r>
            <a:r>
              <a:rPr lang="en-US" altLang="zh-CN" sz="2400" b="0" dirty="0">
                <a:solidFill>
                  <a:schemeClr val="tx1"/>
                </a:solidFill>
                <a:effectLst/>
                <a:latin typeface="Times New Roman" panose="02020603050405020304" pitchFamily="18" charset="0"/>
              </a:rPr>
              <a:t>            </a:t>
            </a:r>
            <a:r>
              <a:rPr lang="en-US" altLang="zh-CN" sz="2400" b="0" dirty="0">
                <a:solidFill>
                  <a:schemeClr val="tx1"/>
                </a:solidFill>
                <a:effectLst/>
                <a:latin typeface="Times New Roman" panose="02020603050405020304" pitchFamily="18" charset="0"/>
                <a:sym typeface="MT Extra" panose="05050102010205020202" pitchFamily="18" charset="2"/>
              </a:rPr>
              <a:t>                </a:t>
            </a:r>
          </a:p>
          <a:p>
            <a:pPr lvl="3">
              <a:buClr>
                <a:schemeClr val="tx2"/>
              </a:buClr>
              <a:buSzPct val="95000"/>
              <a:buNone/>
              <a:defRPr/>
            </a:pPr>
            <a:r>
              <a:rPr lang="en-US" altLang="zh-CN" sz="2400" b="0" dirty="0">
                <a:solidFill>
                  <a:schemeClr val="tx1"/>
                </a:solidFill>
                <a:effectLst/>
                <a:latin typeface="Times New Roman" panose="02020603050405020304" pitchFamily="18" charset="0"/>
              </a:rPr>
              <a:t>            </a:t>
            </a:r>
            <a:r>
              <a:rPr lang="zh-CN" altLang="en-US" sz="2400" b="0" dirty="0">
                <a:solidFill>
                  <a:schemeClr val="tx1"/>
                </a:solidFill>
                <a:effectLst/>
                <a:latin typeface="Times New Roman" panose="02020603050405020304" pitchFamily="18" charset="0"/>
              </a:rPr>
              <a:t>作业</a:t>
            </a:r>
            <a:r>
              <a:rPr lang="en-US" altLang="zh-CN" sz="2400" b="0" baseline="-25000" dirty="0">
                <a:solidFill>
                  <a:schemeClr val="tx1"/>
                </a:solidFill>
                <a:effectLst/>
                <a:latin typeface="Times New Roman" panose="02020603050405020304" pitchFamily="18" charset="0"/>
              </a:rPr>
              <a:t>n</a:t>
            </a:r>
            <a:r>
              <a:rPr lang="zh-CN" altLang="en-US" sz="2400" b="0" dirty="0">
                <a:solidFill>
                  <a:schemeClr val="tx1"/>
                </a:solidFill>
                <a:effectLst/>
                <a:latin typeface="Times New Roman" panose="02020603050405020304" pitchFamily="18" charset="0"/>
              </a:rPr>
              <a:t>：    </a:t>
            </a:r>
            <a:r>
              <a:rPr lang="en-US" altLang="zh-CN" sz="2400" b="0" dirty="0">
                <a:solidFill>
                  <a:schemeClr val="tx1"/>
                </a:solidFill>
                <a:effectLst/>
                <a:latin typeface="Times New Roman" panose="02020603050405020304" pitchFamily="18" charset="0"/>
              </a:rPr>
              <a:t>I</a:t>
            </a:r>
            <a:r>
              <a:rPr lang="en-US" altLang="zh-CN" sz="2400" b="0" baseline="-25000" dirty="0">
                <a:solidFill>
                  <a:schemeClr val="tx1"/>
                </a:solidFill>
                <a:effectLst/>
                <a:latin typeface="Times New Roman" panose="02020603050405020304" pitchFamily="18" charset="0"/>
              </a:rPr>
              <a:t>n</a:t>
            </a:r>
            <a:r>
              <a:rPr lang="en-US" altLang="zh-CN" sz="2400" b="0" dirty="0">
                <a:solidFill>
                  <a:schemeClr val="tx1"/>
                </a:solidFill>
                <a:effectLst/>
                <a:latin typeface="Times New Roman" panose="02020603050405020304" pitchFamily="18" charset="0"/>
              </a:rPr>
              <a:t>      C</a:t>
            </a:r>
            <a:r>
              <a:rPr lang="en-US" altLang="zh-CN" sz="2400" b="0" baseline="-25000" dirty="0">
                <a:solidFill>
                  <a:schemeClr val="tx1"/>
                </a:solidFill>
                <a:effectLst/>
                <a:latin typeface="Times New Roman" panose="02020603050405020304" pitchFamily="18" charset="0"/>
              </a:rPr>
              <a:t>n</a:t>
            </a:r>
            <a:r>
              <a:rPr lang="en-US" altLang="zh-CN" sz="2400" b="0" dirty="0">
                <a:solidFill>
                  <a:schemeClr val="tx1"/>
                </a:solidFill>
                <a:effectLst/>
                <a:latin typeface="Times New Roman" panose="02020603050405020304" pitchFamily="18" charset="0"/>
              </a:rPr>
              <a:t>      </a:t>
            </a:r>
            <a:r>
              <a:rPr lang="en-US" altLang="zh-CN" sz="2400" b="0" dirty="0" err="1">
                <a:solidFill>
                  <a:schemeClr val="tx1"/>
                </a:solidFill>
                <a:effectLst/>
                <a:latin typeface="Times New Roman" panose="02020603050405020304" pitchFamily="18" charset="0"/>
              </a:rPr>
              <a:t>P</a:t>
            </a:r>
            <a:r>
              <a:rPr lang="en-US" altLang="zh-CN" sz="2400" b="0" baseline="-25000" dirty="0" err="1">
                <a:solidFill>
                  <a:schemeClr val="tx1"/>
                </a:solidFill>
                <a:effectLst/>
                <a:latin typeface="Times New Roman" panose="02020603050405020304" pitchFamily="18" charset="0"/>
              </a:rPr>
              <a:t>n</a:t>
            </a:r>
            <a:endParaRPr lang="en-US" altLang="zh-CN" sz="2400" b="0" dirty="0">
              <a:solidFill>
                <a:schemeClr val="tx1"/>
              </a:solidFill>
              <a:latin typeface="Times New Roman" panose="02020603050405020304" pitchFamily="18" charset="0"/>
            </a:endParaRPr>
          </a:p>
          <a:p>
            <a:pPr algn="just" eaLnBrk="1" hangingPunct="1">
              <a:lnSpc>
                <a:spcPct val="120000"/>
              </a:lnSpc>
              <a:spcBef>
                <a:spcPct val="0"/>
              </a:spcBef>
            </a:pPr>
            <a:endParaRPr lang="zh-CN" altLang="en-US" b="0" dirty="0">
              <a:solidFill>
                <a:schemeClr val="tx1"/>
              </a:solidFill>
              <a:latin typeface="Times New Roman" panose="02020603050405020304" pitchFamily="18" charset="0"/>
            </a:endParaRPr>
          </a:p>
        </p:txBody>
      </p:sp>
      <p:grpSp>
        <p:nvGrpSpPr>
          <p:cNvPr id="4" name="Group 41">
            <a:extLst>
              <a:ext uri="{FF2B5EF4-FFF2-40B4-BE49-F238E27FC236}">
                <a16:creationId xmlns:a16="http://schemas.microsoft.com/office/drawing/2014/main" id="{8A6628AB-965C-01C0-2C44-A18FEB3B866A}"/>
              </a:ext>
            </a:extLst>
          </p:cNvPr>
          <p:cNvGrpSpPr>
            <a:grpSpLocks/>
          </p:cNvGrpSpPr>
          <p:nvPr/>
        </p:nvGrpSpPr>
        <p:grpSpPr bwMode="auto">
          <a:xfrm>
            <a:off x="6919271" y="836539"/>
            <a:ext cx="4544596" cy="2490861"/>
            <a:chOff x="3472" y="679"/>
            <a:chExt cx="1997" cy="2543"/>
          </a:xfrm>
        </p:grpSpPr>
        <p:sp>
          <p:nvSpPr>
            <p:cNvPr id="5" name="Line 34">
              <a:extLst>
                <a:ext uri="{FF2B5EF4-FFF2-40B4-BE49-F238E27FC236}">
                  <a16:creationId xmlns:a16="http://schemas.microsoft.com/office/drawing/2014/main" id="{A7B9EA54-521F-5D67-C890-87EB8D319A07}"/>
                </a:ext>
              </a:extLst>
            </p:cNvPr>
            <p:cNvSpPr>
              <a:spLocks noChangeShapeType="1"/>
            </p:cNvSpPr>
            <p:nvPr/>
          </p:nvSpPr>
          <p:spPr bwMode="auto">
            <a:xfrm>
              <a:off x="4451" y="2205"/>
              <a:ext cx="452" cy="461"/>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 name="Line 25">
              <a:extLst>
                <a:ext uri="{FF2B5EF4-FFF2-40B4-BE49-F238E27FC236}">
                  <a16:creationId xmlns:a16="http://schemas.microsoft.com/office/drawing/2014/main" id="{03C2588D-1A4C-820A-9E6F-E2E2E66A2D94}"/>
                </a:ext>
              </a:extLst>
            </p:cNvPr>
            <p:cNvSpPr>
              <a:spLocks noChangeShapeType="1"/>
            </p:cNvSpPr>
            <p:nvPr/>
          </p:nvSpPr>
          <p:spPr bwMode="auto">
            <a:xfrm>
              <a:off x="4450" y="1557"/>
              <a:ext cx="452" cy="461"/>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 name="Oval 6">
              <a:extLst>
                <a:ext uri="{FF2B5EF4-FFF2-40B4-BE49-F238E27FC236}">
                  <a16:creationId xmlns:a16="http://schemas.microsoft.com/office/drawing/2014/main" id="{137D5BB6-72AD-3923-7286-4723B2FA3079}"/>
                </a:ext>
              </a:extLst>
            </p:cNvPr>
            <p:cNvSpPr>
              <a:spLocks noChangeArrowheads="1"/>
            </p:cNvSpPr>
            <p:nvPr/>
          </p:nvSpPr>
          <p:spPr bwMode="auto">
            <a:xfrm>
              <a:off x="3472" y="679"/>
              <a:ext cx="337" cy="353"/>
            </a:xfrm>
            <a:prstGeom prst="ellipse">
              <a:avLst/>
            </a:prstGeom>
            <a:solidFill>
              <a:srgbClr val="CCFFFF"/>
            </a:solidFill>
            <a:ln w="38100">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60000"/>
                </a:lnSpc>
                <a:spcBef>
                  <a:spcPct val="0"/>
                </a:spcBef>
                <a:buClrTx/>
                <a:buSzTx/>
                <a:buFontTx/>
                <a:buNone/>
              </a:pPr>
              <a:r>
                <a:rPr kumimoji="1" lang="en-US" altLang="zh-CN" sz="1600">
                  <a:solidFill>
                    <a:schemeClr val="tx1"/>
                  </a:solidFill>
                  <a:latin typeface="Times New Roman" panose="02020603050405020304" pitchFamily="18" charset="0"/>
                </a:rPr>
                <a:t> I</a:t>
              </a:r>
              <a:r>
                <a:rPr kumimoji="1" lang="en-US" altLang="zh-CN" sz="1600" baseline="-25000">
                  <a:solidFill>
                    <a:schemeClr val="tx1"/>
                  </a:solidFill>
                  <a:latin typeface="Times New Roman" panose="02020603050405020304" pitchFamily="18" charset="0"/>
                </a:rPr>
                <a:t>1</a:t>
              </a:r>
              <a:endParaRPr kumimoji="1" lang="en-US" altLang="zh-CN" sz="1600">
                <a:solidFill>
                  <a:schemeClr val="tx1"/>
                </a:solidFill>
                <a:latin typeface="Times New Roman" panose="02020603050405020304" pitchFamily="18" charset="0"/>
              </a:endParaRPr>
            </a:p>
          </p:txBody>
        </p:sp>
        <p:sp>
          <p:nvSpPr>
            <p:cNvPr id="8" name="Oval 7">
              <a:extLst>
                <a:ext uri="{FF2B5EF4-FFF2-40B4-BE49-F238E27FC236}">
                  <a16:creationId xmlns:a16="http://schemas.microsoft.com/office/drawing/2014/main" id="{751E1600-8B0E-964A-B590-5CC5D556E38C}"/>
                </a:ext>
              </a:extLst>
            </p:cNvPr>
            <p:cNvSpPr>
              <a:spLocks noChangeArrowheads="1"/>
            </p:cNvSpPr>
            <p:nvPr/>
          </p:nvSpPr>
          <p:spPr bwMode="auto">
            <a:xfrm>
              <a:off x="3472" y="1322"/>
              <a:ext cx="337" cy="352"/>
            </a:xfrm>
            <a:prstGeom prst="ellipse">
              <a:avLst/>
            </a:prstGeom>
            <a:solidFill>
              <a:srgbClr val="CCFFFF"/>
            </a:solidFill>
            <a:ln w="38100">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60000"/>
                </a:lnSpc>
                <a:spcBef>
                  <a:spcPct val="0"/>
                </a:spcBef>
                <a:buClrTx/>
                <a:buSzTx/>
                <a:buFontTx/>
                <a:buNone/>
              </a:pPr>
              <a:r>
                <a:rPr kumimoji="1" lang="en-US" altLang="zh-CN" sz="1600">
                  <a:solidFill>
                    <a:schemeClr val="tx1"/>
                  </a:solidFill>
                  <a:latin typeface="Times New Roman" panose="02020603050405020304" pitchFamily="18" charset="0"/>
                </a:rPr>
                <a:t> I</a:t>
              </a:r>
              <a:r>
                <a:rPr kumimoji="1" lang="en-US" altLang="zh-CN" sz="1600" baseline="-25000">
                  <a:solidFill>
                    <a:schemeClr val="tx1"/>
                  </a:solidFill>
                  <a:latin typeface="Times New Roman" panose="02020603050405020304" pitchFamily="18" charset="0"/>
                </a:rPr>
                <a:t>2</a:t>
              </a:r>
              <a:endParaRPr kumimoji="1" lang="en-US" altLang="zh-CN" sz="1600">
                <a:solidFill>
                  <a:schemeClr val="tx1"/>
                </a:solidFill>
                <a:latin typeface="Times New Roman" panose="02020603050405020304" pitchFamily="18" charset="0"/>
              </a:endParaRPr>
            </a:p>
          </p:txBody>
        </p:sp>
        <p:sp>
          <p:nvSpPr>
            <p:cNvPr id="9" name="Oval 8">
              <a:extLst>
                <a:ext uri="{FF2B5EF4-FFF2-40B4-BE49-F238E27FC236}">
                  <a16:creationId xmlns:a16="http://schemas.microsoft.com/office/drawing/2014/main" id="{94326275-EDFE-FD05-788B-DDE2910A600F}"/>
                </a:ext>
              </a:extLst>
            </p:cNvPr>
            <p:cNvSpPr>
              <a:spLocks noChangeArrowheads="1"/>
            </p:cNvSpPr>
            <p:nvPr/>
          </p:nvSpPr>
          <p:spPr bwMode="auto">
            <a:xfrm>
              <a:off x="3480" y="1955"/>
              <a:ext cx="337" cy="353"/>
            </a:xfrm>
            <a:prstGeom prst="ellipse">
              <a:avLst/>
            </a:prstGeom>
            <a:solidFill>
              <a:srgbClr val="CCFFFF"/>
            </a:solidFill>
            <a:ln w="38100">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60000"/>
                </a:lnSpc>
                <a:spcBef>
                  <a:spcPct val="0"/>
                </a:spcBef>
                <a:buClrTx/>
                <a:buSzTx/>
                <a:buFontTx/>
                <a:buNone/>
              </a:pPr>
              <a:r>
                <a:rPr kumimoji="1" lang="en-US" altLang="zh-CN" sz="1600">
                  <a:solidFill>
                    <a:schemeClr val="tx1"/>
                  </a:solidFill>
                  <a:latin typeface="Times New Roman" panose="02020603050405020304" pitchFamily="18" charset="0"/>
                </a:rPr>
                <a:t> I</a:t>
              </a:r>
              <a:r>
                <a:rPr kumimoji="1" lang="en-US" altLang="zh-CN" sz="1600" baseline="-25000">
                  <a:solidFill>
                    <a:schemeClr val="tx1"/>
                  </a:solidFill>
                  <a:latin typeface="Times New Roman" panose="02020603050405020304" pitchFamily="18" charset="0"/>
                </a:rPr>
                <a:t>3</a:t>
              </a:r>
              <a:endParaRPr kumimoji="1" lang="en-US" altLang="zh-CN" sz="1600">
                <a:solidFill>
                  <a:schemeClr val="tx1"/>
                </a:solidFill>
                <a:latin typeface="Times New Roman" panose="02020603050405020304" pitchFamily="18" charset="0"/>
              </a:endParaRPr>
            </a:p>
          </p:txBody>
        </p:sp>
        <p:sp>
          <p:nvSpPr>
            <p:cNvPr id="10" name="Oval 9">
              <a:extLst>
                <a:ext uri="{FF2B5EF4-FFF2-40B4-BE49-F238E27FC236}">
                  <a16:creationId xmlns:a16="http://schemas.microsoft.com/office/drawing/2014/main" id="{7FA48B99-80F2-7A00-BE83-99EA8ADA4E7E}"/>
                </a:ext>
              </a:extLst>
            </p:cNvPr>
            <p:cNvSpPr>
              <a:spLocks noChangeArrowheads="1"/>
            </p:cNvSpPr>
            <p:nvPr/>
          </p:nvSpPr>
          <p:spPr bwMode="auto">
            <a:xfrm>
              <a:off x="3480" y="2588"/>
              <a:ext cx="337" cy="353"/>
            </a:xfrm>
            <a:prstGeom prst="ellipse">
              <a:avLst/>
            </a:prstGeom>
            <a:solidFill>
              <a:srgbClr val="CCFFFF"/>
            </a:solidFill>
            <a:ln w="38100">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60000"/>
                </a:lnSpc>
                <a:spcBef>
                  <a:spcPct val="0"/>
                </a:spcBef>
                <a:buClrTx/>
                <a:buSzTx/>
                <a:buFontTx/>
                <a:buNone/>
              </a:pPr>
              <a:r>
                <a:rPr kumimoji="1" lang="en-US" altLang="zh-CN" sz="1600">
                  <a:solidFill>
                    <a:schemeClr val="tx1"/>
                  </a:solidFill>
                  <a:latin typeface="Times New Roman" panose="02020603050405020304" pitchFamily="18" charset="0"/>
                </a:rPr>
                <a:t> I</a:t>
              </a:r>
              <a:r>
                <a:rPr kumimoji="1" lang="en-US" altLang="zh-CN" sz="1600" baseline="-25000">
                  <a:solidFill>
                    <a:schemeClr val="tx1"/>
                  </a:solidFill>
                  <a:latin typeface="Times New Roman" panose="02020603050405020304" pitchFamily="18" charset="0"/>
                </a:rPr>
                <a:t>4</a:t>
              </a:r>
              <a:endParaRPr kumimoji="1" lang="en-US" altLang="zh-CN" sz="1600">
                <a:solidFill>
                  <a:schemeClr val="tx1"/>
                </a:solidFill>
                <a:latin typeface="Times New Roman" panose="02020603050405020304" pitchFamily="18" charset="0"/>
              </a:endParaRPr>
            </a:p>
          </p:txBody>
        </p:sp>
        <p:sp>
          <p:nvSpPr>
            <p:cNvPr id="11" name="Oval 10">
              <a:extLst>
                <a:ext uri="{FF2B5EF4-FFF2-40B4-BE49-F238E27FC236}">
                  <a16:creationId xmlns:a16="http://schemas.microsoft.com/office/drawing/2014/main" id="{F4E03FF8-6337-634F-53B2-1D7B9114805A}"/>
                </a:ext>
              </a:extLst>
            </p:cNvPr>
            <p:cNvSpPr>
              <a:spLocks noChangeArrowheads="1"/>
            </p:cNvSpPr>
            <p:nvPr/>
          </p:nvSpPr>
          <p:spPr bwMode="auto">
            <a:xfrm>
              <a:off x="4178" y="1322"/>
              <a:ext cx="337" cy="352"/>
            </a:xfrm>
            <a:prstGeom prst="ellipse">
              <a:avLst/>
            </a:prstGeom>
            <a:solidFill>
              <a:srgbClr val="CCFFFF"/>
            </a:solidFill>
            <a:ln w="38100">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60000"/>
                </a:lnSpc>
                <a:spcBef>
                  <a:spcPct val="0"/>
                </a:spcBef>
                <a:buClrTx/>
                <a:buSzTx/>
                <a:buFontTx/>
                <a:buNone/>
              </a:pPr>
              <a:r>
                <a:rPr kumimoji="1" lang="en-US" altLang="zh-CN" sz="1600">
                  <a:solidFill>
                    <a:schemeClr val="tx1"/>
                  </a:solidFill>
                  <a:latin typeface="Times New Roman" panose="02020603050405020304" pitchFamily="18" charset="0"/>
                </a:rPr>
                <a:t>C</a:t>
              </a:r>
              <a:r>
                <a:rPr kumimoji="1" lang="en-US" altLang="zh-CN" sz="1600" baseline="-25000">
                  <a:solidFill>
                    <a:schemeClr val="tx1"/>
                  </a:solidFill>
                  <a:latin typeface="Times New Roman" panose="02020603050405020304" pitchFamily="18" charset="0"/>
                </a:rPr>
                <a:t>1</a:t>
              </a:r>
              <a:endParaRPr kumimoji="1" lang="en-US" altLang="zh-CN" sz="1600">
                <a:solidFill>
                  <a:schemeClr val="tx1"/>
                </a:solidFill>
                <a:latin typeface="Times New Roman" panose="02020603050405020304" pitchFamily="18" charset="0"/>
              </a:endParaRPr>
            </a:p>
          </p:txBody>
        </p:sp>
        <p:sp>
          <p:nvSpPr>
            <p:cNvPr id="12" name="Oval 11">
              <a:extLst>
                <a:ext uri="{FF2B5EF4-FFF2-40B4-BE49-F238E27FC236}">
                  <a16:creationId xmlns:a16="http://schemas.microsoft.com/office/drawing/2014/main" id="{936664BE-FC7D-6510-F4E6-3F59F6F6DE26}"/>
                </a:ext>
              </a:extLst>
            </p:cNvPr>
            <p:cNvSpPr>
              <a:spLocks noChangeArrowheads="1"/>
            </p:cNvSpPr>
            <p:nvPr/>
          </p:nvSpPr>
          <p:spPr bwMode="auto">
            <a:xfrm>
              <a:off x="4178" y="2588"/>
              <a:ext cx="337" cy="353"/>
            </a:xfrm>
            <a:prstGeom prst="ellipse">
              <a:avLst/>
            </a:prstGeom>
            <a:solidFill>
              <a:srgbClr val="CCFFFF"/>
            </a:solidFill>
            <a:ln w="38100">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60000"/>
                </a:lnSpc>
                <a:spcBef>
                  <a:spcPct val="0"/>
                </a:spcBef>
                <a:buClrTx/>
                <a:buSzTx/>
                <a:buFontTx/>
                <a:buNone/>
              </a:pPr>
              <a:r>
                <a:rPr kumimoji="1" lang="en-US" altLang="zh-CN" sz="1600">
                  <a:solidFill>
                    <a:schemeClr val="tx1"/>
                  </a:solidFill>
                  <a:latin typeface="Times New Roman" panose="02020603050405020304" pitchFamily="18" charset="0"/>
                </a:rPr>
                <a:t>C</a:t>
              </a:r>
              <a:r>
                <a:rPr kumimoji="1" lang="en-US" altLang="zh-CN" sz="1600" baseline="-25000">
                  <a:solidFill>
                    <a:schemeClr val="tx1"/>
                  </a:solidFill>
                  <a:latin typeface="Times New Roman" panose="02020603050405020304" pitchFamily="18" charset="0"/>
                </a:rPr>
                <a:t>3</a:t>
              </a:r>
              <a:endParaRPr kumimoji="1" lang="en-US" altLang="zh-CN" sz="1600">
                <a:solidFill>
                  <a:schemeClr val="tx1"/>
                </a:solidFill>
                <a:latin typeface="Times New Roman" panose="02020603050405020304" pitchFamily="18" charset="0"/>
              </a:endParaRPr>
            </a:p>
          </p:txBody>
        </p:sp>
        <p:sp>
          <p:nvSpPr>
            <p:cNvPr id="13" name="Oval 12">
              <a:extLst>
                <a:ext uri="{FF2B5EF4-FFF2-40B4-BE49-F238E27FC236}">
                  <a16:creationId xmlns:a16="http://schemas.microsoft.com/office/drawing/2014/main" id="{46300914-81A1-2EDE-434E-F1D415E99FBE}"/>
                </a:ext>
              </a:extLst>
            </p:cNvPr>
            <p:cNvSpPr>
              <a:spLocks noChangeArrowheads="1"/>
            </p:cNvSpPr>
            <p:nvPr/>
          </p:nvSpPr>
          <p:spPr bwMode="auto">
            <a:xfrm>
              <a:off x="4178" y="1955"/>
              <a:ext cx="337" cy="353"/>
            </a:xfrm>
            <a:prstGeom prst="ellipse">
              <a:avLst/>
            </a:prstGeom>
            <a:solidFill>
              <a:srgbClr val="CCFFFF"/>
            </a:solidFill>
            <a:ln w="38100">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60000"/>
                </a:lnSpc>
                <a:spcBef>
                  <a:spcPct val="0"/>
                </a:spcBef>
                <a:buClrTx/>
                <a:buSzTx/>
                <a:buFontTx/>
                <a:buNone/>
              </a:pPr>
              <a:r>
                <a:rPr kumimoji="1" lang="en-US" altLang="zh-CN" sz="1600">
                  <a:solidFill>
                    <a:schemeClr val="tx1"/>
                  </a:solidFill>
                  <a:latin typeface="Times New Roman" panose="02020603050405020304" pitchFamily="18" charset="0"/>
                </a:rPr>
                <a:t>C</a:t>
              </a:r>
              <a:r>
                <a:rPr kumimoji="1" lang="en-US" altLang="zh-CN" sz="1600" baseline="-25000">
                  <a:solidFill>
                    <a:schemeClr val="tx1"/>
                  </a:solidFill>
                  <a:latin typeface="Times New Roman" panose="02020603050405020304" pitchFamily="18" charset="0"/>
                </a:rPr>
                <a:t>2</a:t>
              </a:r>
            </a:p>
          </p:txBody>
        </p:sp>
        <p:sp>
          <p:nvSpPr>
            <p:cNvPr id="14" name="Oval 13">
              <a:extLst>
                <a:ext uri="{FF2B5EF4-FFF2-40B4-BE49-F238E27FC236}">
                  <a16:creationId xmlns:a16="http://schemas.microsoft.com/office/drawing/2014/main" id="{DAE54077-A679-73B0-0D73-4BEAB61CEEAB}"/>
                </a:ext>
              </a:extLst>
            </p:cNvPr>
            <p:cNvSpPr>
              <a:spLocks noChangeArrowheads="1"/>
            </p:cNvSpPr>
            <p:nvPr/>
          </p:nvSpPr>
          <p:spPr bwMode="auto">
            <a:xfrm>
              <a:off x="4875" y="1955"/>
              <a:ext cx="337" cy="353"/>
            </a:xfrm>
            <a:prstGeom prst="ellipse">
              <a:avLst/>
            </a:prstGeom>
            <a:solidFill>
              <a:srgbClr val="CCFFFF"/>
            </a:solidFill>
            <a:ln w="38100">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60000"/>
                </a:lnSpc>
                <a:spcBef>
                  <a:spcPct val="0"/>
                </a:spcBef>
                <a:buClrTx/>
                <a:buSzTx/>
                <a:buFontTx/>
                <a:buNone/>
              </a:pPr>
              <a:r>
                <a:rPr kumimoji="1" lang="en-US" altLang="zh-CN" sz="1600">
                  <a:solidFill>
                    <a:schemeClr val="tx1"/>
                  </a:solidFill>
                  <a:latin typeface="Times New Roman" panose="02020603050405020304" pitchFamily="18" charset="0"/>
                </a:rPr>
                <a:t>P</a:t>
              </a:r>
              <a:r>
                <a:rPr kumimoji="1" lang="en-US" altLang="zh-CN" sz="1600" baseline="-25000">
                  <a:solidFill>
                    <a:schemeClr val="tx1"/>
                  </a:solidFill>
                  <a:latin typeface="Times New Roman" panose="02020603050405020304" pitchFamily="18" charset="0"/>
                </a:rPr>
                <a:t>1</a:t>
              </a:r>
              <a:endParaRPr kumimoji="1" lang="en-US" altLang="zh-CN" sz="1600">
                <a:solidFill>
                  <a:schemeClr val="tx1"/>
                </a:solidFill>
                <a:latin typeface="Times New Roman" panose="02020603050405020304" pitchFamily="18" charset="0"/>
              </a:endParaRPr>
            </a:p>
          </p:txBody>
        </p:sp>
        <p:sp>
          <p:nvSpPr>
            <p:cNvPr id="15" name="Oval 14">
              <a:extLst>
                <a:ext uri="{FF2B5EF4-FFF2-40B4-BE49-F238E27FC236}">
                  <a16:creationId xmlns:a16="http://schemas.microsoft.com/office/drawing/2014/main" id="{D81CC52D-EE79-8EA3-DAB1-316DC09C45FD}"/>
                </a:ext>
              </a:extLst>
            </p:cNvPr>
            <p:cNvSpPr>
              <a:spLocks noChangeArrowheads="1"/>
            </p:cNvSpPr>
            <p:nvPr/>
          </p:nvSpPr>
          <p:spPr bwMode="auto">
            <a:xfrm>
              <a:off x="4875" y="2588"/>
              <a:ext cx="337" cy="353"/>
            </a:xfrm>
            <a:prstGeom prst="ellipse">
              <a:avLst/>
            </a:prstGeom>
            <a:solidFill>
              <a:srgbClr val="CCFFFF"/>
            </a:solidFill>
            <a:ln w="38100">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60000"/>
                </a:lnSpc>
                <a:spcBef>
                  <a:spcPct val="0"/>
                </a:spcBef>
                <a:buClrTx/>
                <a:buSzTx/>
                <a:buFontTx/>
                <a:buNone/>
              </a:pPr>
              <a:r>
                <a:rPr kumimoji="1" lang="en-US" altLang="zh-CN" sz="1600">
                  <a:solidFill>
                    <a:schemeClr val="tx1"/>
                  </a:solidFill>
                  <a:latin typeface="Times New Roman" panose="02020603050405020304" pitchFamily="18" charset="0"/>
                </a:rPr>
                <a:t>P</a:t>
              </a:r>
              <a:r>
                <a:rPr kumimoji="1" lang="en-US" altLang="zh-CN" sz="1600" baseline="-25000">
                  <a:solidFill>
                    <a:schemeClr val="tx1"/>
                  </a:solidFill>
                  <a:latin typeface="Times New Roman" panose="02020603050405020304" pitchFamily="18" charset="0"/>
                </a:rPr>
                <a:t>2</a:t>
              </a:r>
              <a:endParaRPr kumimoji="1" lang="en-US" altLang="zh-CN" sz="1600">
                <a:solidFill>
                  <a:schemeClr val="tx1"/>
                </a:solidFill>
                <a:latin typeface="Times New Roman" panose="02020603050405020304" pitchFamily="18" charset="0"/>
              </a:endParaRPr>
            </a:p>
          </p:txBody>
        </p:sp>
        <p:sp>
          <p:nvSpPr>
            <p:cNvPr id="16" name="Line 15">
              <a:extLst>
                <a:ext uri="{FF2B5EF4-FFF2-40B4-BE49-F238E27FC236}">
                  <a16:creationId xmlns:a16="http://schemas.microsoft.com/office/drawing/2014/main" id="{E40DEEFD-339A-2A80-ECDE-322F2B0B6EE8}"/>
                </a:ext>
              </a:extLst>
            </p:cNvPr>
            <p:cNvSpPr>
              <a:spLocks noChangeShapeType="1"/>
            </p:cNvSpPr>
            <p:nvPr/>
          </p:nvSpPr>
          <p:spPr bwMode="auto">
            <a:xfrm>
              <a:off x="3655" y="1029"/>
              <a:ext cx="0" cy="293"/>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7" name="Line 16">
              <a:extLst>
                <a:ext uri="{FF2B5EF4-FFF2-40B4-BE49-F238E27FC236}">
                  <a16:creationId xmlns:a16="http://schemas.microsoft.com/office/drawing/2014/main" id="{5A051523-FF5A-6EC5-83B8-935BE88EEF8C}"/>
                </a:ext>
              </a:extLst>
            </p:cNvPr>
            <p:cNvSpPr>
              <a:spLocks noChangeShapeType="1"/>
            </p:cNvSpPr>
            <p:nvPr/>
          </p:nvSpPr>
          <p:spPr bwMode="auto">
            <a:xfrm>
              <a:off x="3655" y="1663"/>
              <a:ext cx="0" cy="292"/>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8" name="Line 17">
              <a:extLst>
                <a:ext uri="{FF2B5EF4-FFF2-40B4-BE49-F238E27FC236}">
                  <a16:creationId xmlns:a16="http://schemas.microsoft.com/office/drawing/2014/main" id="{FC0DE7D3-A47B-A629-4656-7AD4D917A615}"/>
                </a:ext>
              </a:extLst>
            </p:cNvPr>
            <p:cNvSpPr>
              <a:spLocks noChangeShapeType="1"/>
            </p:cNvSpPr>
            <p:nvPr/>
          </p:nvSpPr>
          <p:spPr bwMode="auto">
            <a:xfrm>
              <a:off x="3655" y="2296"/>
              <a:ext cx="0" cy="292"/>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9" name="Line 18">
              <a:extLst>
                <a:ext uri="{FF2B5EF4-FFF2-40B4-BE49-F238E27FC236}">
                  <a16:creationId xmlns:a16="http://schemas.microsoft.com/office/drawing/2014/main" id="{425DEA0B-4928-7B7F-9F3C-B8D04153C60D}"/>
                </a:ext>
              </a:extLst>
            </p:cNvPr>
            <p:cNvSpPr>
              <a:spLocks noChangeShapeType="1"/>
            </p:cNvSpPr>
            <p:nvPr/>
          </p:nvSpPr>
          <p:spPr bwMode="auto">
            <a:xfrm>
              <a:off x="3655" y="2929"/>
              <a:ext cx="0" cy="293"/>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0" name="Line 19">
              <a:extLst>
                <a:ext uri="{FF2B5EF4-FFF2-40B4-BE49-F238E27FC236}">
                  <a16:creationId xmlns:a16="http://schemas.microsoft.com/office/drawing/2014/main" id="{625C913B-3ADF-1053-0D73-D919BF8AB535}"/>
                </a:ext>
              </a:extLst>
            </p:cNvPr>
            <p:cNvSpPr>
              <a:spLocks noChangeShapeType="1"/>
            </p:cNvSpPr>
            <p:nvPr/>
          </p:nvSpPr>
          <p:spPr bwMode="auto">
            <a:xfrm>
              <a:off x="4352" y="1663"/>
              <a:ext cx="0" cy="292"/>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1" name="Line 20">
              <a:extLst>
                <a:ext uri="{FF2B5EF4-FFF2-40B4-BE49-F238E27FC236}">
                  <a16:creationId xmlns:a16="http://schemas.microsoft.com/office/drawing/2014/main" id="{E41D8A55-83B5-C0EA-1B43-A94AE1DBA4FD}"/>
                </a:ext>
              </a:extLst>
            </p:cNvPr>
            <p:cNvSpPr>
              <a:spLocks noChangeShapeType="1"/>
            </p:cNvSpPr>
            <p:nvPr/>
          </p:nvSpPr>
          <p:spPr bwMode="auto">
            <a:xfrm>
              <a:off x="4352" y="2296"/>
              <a:ext cx="0" cy="292"/>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dirty="0"/>
            </a:p>
          </p:txBody>
        </p:sp>
        <p:sp>
          <p:nvSpPr>
            <p:cNvPr id="22" name="Line 21">
              <a:extLst>
                <a:ext uri="{FF2B5EF4-FFF2-40B4-BE49-F238E27FC236}">
                  <a16:creationId xmlns:a16="http://schemas.microsoft.com/office/drawing/2014/main" id="{AE8BAB6B-4681-2344-8B9D-EC38B7F38333}"/>
                </a:ext>
              </a:extLst>
            </p:cNvPr>
            <p:cNvSpPr>
              <a:spLocks noChangeShapeType="1"/>
            </p:cNvSpPr>
            <p:nvPr/>
          </p:nvSpPr>
          <p:spPr bwMode="auto">
            <a:xfrm>
              <a:off x="4352" y="2929"/>
              <a:ext cx="0" cy="293"/>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3" name="Line 22">
              <a:extLst>
                <a:ext uri="{FF2B5EF4-FFF2-40B4-BE49-F238E27FC236}">
                  <a16:creationId xmlns:a16="http://schemas.microsoft.com/office/drawing/2014/main" id="{47BD1A20-E74D-F754-941B-EDB5B96254B2}"/>
                </a:ext>
              </a:extLst>
            </p:cNvPr>
            <p:cNvSpPr>
              <a:spLocks noChangeShapeType="1"/>
            </p:cNvSpPr>
            <p:nvPr/>
          </p:nvSpPr>
          <p:spPr bwMode="auto">
            <a:xfrm>
              <a:off x="5050" y="2296"/>
              <a:ext cx="0" cy="292"/>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 name="Line 23">
              <a:extLst>
                <a:ext uri="{FF2B5EF4-FFF2-40B4-BE49-F238E27FC236}">
                  <a16:creationId xmlns:a16="http://schemas.microsoft.com/office/drawing/2014/main" id="{4E6B9FDC-BD0D-606F-7BC7-C6911B8FB848}"/>
                </a:ext>
              </a:extLst>
            </p:cNvPr>
            <p:cNvSpPr>
              <a:spLocks noChangeShapeType="1"/>
            </p:cNvSpPr>
            <p:nvPr/>
          </p:nvSpPr>
          <p:spPr bwMode="auto">
            <a:xfrm>
              <a:off x="5050" y="2929"/>
              <a:ext cx="0" cy="293"/>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5" name="Line 24">
              <a:extLst>
                <a:ext uri="{FF2B5EF4-FFF2-40B4-BE49-F238E27FC236}">
                  <a16:creationId xmlns:a16="http://schemas.microsoft.com/office/drawing/2014/main" id="{18D43205-F71A-B2B8-BB1B-6192F580FDE6}"/>
                </a:ext>
              </a:extLst>
            </p:cNvPr>
            <p:cNvSpPr>
              <a:spLocks noChangeShapeType="1"/>
            </p:cNvSpPr>
            <p:nvPr/>
          </p:nvSpPr>
          <p:spPr bwMode="auto">
            <a:xfrm>
              <a:off x="3805" y="905"/>
              <a:ext cx="428" cy="47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6" name="Line 28">
              <a:extLst>
                <a:ext uri="{FF2B5EF4-FFF2-40B4-BE49-F238E27FC236}">
                  <a16:creationId xmlns:a16="http://schemas.microsoft.com/office/drawing/2014/main" id="{80538463-A0E4-3882-44ED-7D5F463E1ABF}"/>
                </a:ext>
              </a:extLst>
            </p:cNvPr>
            <p:cNvSpPr>
              <a:spLocks noChangeShapeType="1"/>
            </p:cNvSpPr>
            <p:nvPr/>
          </p:nvSpPr>
          <p:spPr bwMode="auto">
            <a:xfrm>
              <a:off x="3786" y="2198"/>
              <a:ext cx="435" cy="4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7" name="Line 29">
              <a:extLst>
                <a:ext uri="{FF2B5EF4-FFF2-40B4-BE49-F238E27FC236}">
                  <a16:creationId xmlns:a16="http://schemas.microsoft.com/office/drawing/2014/main" id="{A7B70AED-7CEB-E488-784B-CD759A3C5E46}"/>
                </a:ext>
              </a:extLst>
            </p:cNvPr>
            <p:cNvSpPr>
              <a:spLocks noChangeShapeType="1"/>
            </p:cNvSpPr>
            <p:nvPr/>
          </p:nvSpPr>
          <p:spPr bwMode="auto">
            <a:xfrm>
              <a:off x="4483" y="2881"/>
              <a:ext cx="262" cy="292"/>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8" name="Line 30">
              <a:extLst>
                <a:ext uri="{FF2B5EF4-FFF2-40B4-BE49-F238E27FC236}">
                  <a16:creationId xmlns:a16="http://schemas.microsoft.com/office/drawing/2014/main" id="{F2C2D8BE-53D1-DFD0-B092-ABCB6A61E6E2}"/>
                </a:ext>
              </a:extLst>
            </p:cNvPr>
            <p:cNvSpPr>
              <a:spLocks noChangeShapeType="1"/>
            </p:cNvSpPr>
            <p:nvPr/>
          </p:nvSpPr>
          <p:spPr bwMode="auto">
            <a:xfrm>
              <a:off x="3805" y="2855"/>
              <a:ext cx="262" cy="292"/>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9" name="Line 31">
              <a:extLst>
                <a:ext uri="{FF2B5EF4-FFF2-40B4-BE49-F238E27FC236}">
                  <a16:creationId xmlns:a16="http://schemas.microsoft.com/office/drawing/2014/main" id="{D9AF73EF-D6B6-AD8F-A9B5-63007C2B87EB}"/>
                </a:ext>
              </a:extLst>
            </p:cNvPr>
            <p:cNvSpPr>
              <a:spLocks noChangeShapeType="1"/>
            </p:cNvSpPr>
            <p:nvPr/>
          </p:nvSpPr>
          <p:spPr bwMode="auto">
            <a:xfrm>
              <a:off x="5164" y="2247"/>
              <a:ext cx="296" cy="293"/>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0" name="Line 33">
              <a:extLst>
                <a:ext uri="{FF2B5EF4-FFF2-40B4-BE49-F238E27FC236}">
                  <a16:creationId xmlns:a16="http://schemas.microsoft.com/office/drawing/2014/main" id="{A11C6883-4C08-7331-66C8-7C6EB0880F30}"/>
                </a:ext>
              </a:extLst>
            </p:cNvPr>
            <p:cNvSpPr>
              <a:spLocks noChangeShapeType="1"/>
            </p:cNvSpPr>
            <p:nvPr/>
          </p:nvSpPr>
          <p:spPr bwMode="auto">
            <a:xfrm>
              <a:off x="3781" y="1545"/>
              <a:ext cx="427" cy="47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1" name="Line 35">
              <a:extLst>
                <a:ext uri="{FF2B5EF4-FFF2-40B4-BE49-F238E27FC236}">
                  <a16:creationId xmlns:a16="http://schemas.microsoft.com/office/drawing/2014/main" id="{244AAEED-BDA3-8559-49DE-F0298835C066}"/>
                </a:ext>
              </a:extLst>
            </p:cNvPr>
            <p:cNvSpPr>
              <a:spLocks noChangeShapeType="1"/>
            </p:cNvSpPr>
            <p:nvPr/>
          </p:nvSpPr>
          <p:spPr bwMode="auto">
            <a:xfrm>
              <a:off x="5173" y="2869"/>
              <a:ext cx="296" cy="293"/>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32" name="Text Box 38">
            <a:extLst>
              <a:ext uri="{FF2B5EF4-FFF2-40B4-BE49-F238E27FC236}">
                <a16:creationId xmlns:a16="http://schemas.microsoft.com/office/drawing/2014/main" id="{8364486E-8E19-BCC8-F624-D5F651E9CE97}"/>
              </a:ext>
            </a:extLst>
          </p:cNvPr>
          <p:cNvSpPr txBox="1">
            <a:spLocks noChangeArrowheads="1"/>
          </p:cNvSpPr>
          <p:nvPr/>
        </p:nvSpPr>
        <p:spPr bwMode="auto">
          <a:xfrm>
            <a:off x="7335726" y="3536752"/>
            <a:ext cx="3241103" cy="362663"/>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0"/>
              </a:spcBef>
              <a:buFont typeface="Wingdings" panose="05000000000000000000" pitchFamily="2" charset="2"/>
              <a:buNone/>
            </a:pPr>
            <a:r>
              <a:rPr lang="zh-CN" altLang="en-US" sz="1600" b="0" dirty="0">
                <a:solidFill>
                  <a:schemeClr val="tx1"/>
                </a:solidFill>
                <a:latin typeface="Times New Roman" panose="02020603050405020304" pitchFamily="18" charset="0"/>
              </a:rPr>
              <a:t>多用户系统中操作的先后次序图</a:t>
            </a:r>
          </a:p>
        </p:txBody>
      </p:sp>
      <p:sp>
        <p:nvSpPr>
          <p:cNvPr id="33" name="内容占位符 2">
            <a:extLst>
              <a:ext uri="{FF2B5EF4-FFF2-40B4-BE49-F238E27FC236}">
                <a16:creationId xmlns:a16="http://schemas.microsoft.com/office/drawing/2014/main" id="{2EAF7C8A-41DC-4CB4-4B49-E79478E95191}"/>
              </a:ext>
            </a:extLst>
          </p:cNvPr>
          <p:cNvSpPr txBox="1">
            <a:spLocks/>
          </p:cNvSpPr>
          <p:nvPr/>
        </p:nvSpPr>
        <p:spPr>
          <a:xfrm>
            <a:off x="6280883" y="4103162"/>
            <a:ext cx="5754508" cy="2385053"/>
          </a:xfrm>
          <a:prstGeom prst="rect">
            <a:avLst/>
          </a:prstGeom>
        </p:spPr>
        <p:txBody>
          <a:bodyPr/>
          <a:lstStyle>
            <a:lvl1pPr marL="342900" indent="-342900" algn="just" defTabSz="914400" rtl="0" eaLnBrk="1" latinLnBrk="0" hangingPunct="1">
              <a:lnSpc>
                <a:spcPct val="150000"/>
              </a:lnSpc>
              <a:spcBef>
                <a:spcPts val="1000"/>
              </a:spcBef>
              <a:buClr>
                <a:srgbClr val="FFC000"/>
              </a:buClr>
              <a:buFont typeface="Wingdings" panose="05000000000000000000" pitchFamily="2" charset="2"/>
              <a:buChar char="n"/>
              <a:defRPr sz="2600" b="1" kern="1200">
                <a:solidFill>
                  <a:schemeClr val="tx1"/>
                </a:solidFill>
                <a:latin typeface="微软雅黑" panose="020B0503020204020204" pitchFamily="34" charset="-122"/>
                <a:ea typeface="微软雅黑" panose="020B0503020204020204" pitchFamily="34" charset="-122"/>
                <a:cs typeface="+mn-cs"/>
              </a:defRPr>
            </a:lvl1pPr>
            <a:lvl2pPr marL="812800" indent="-355600" algn="just" defTabSz="914400" rtl="0" eaLnBrk="1" latinLnBrk="0" hangingPunct="1">
              <a:lnSpc>
                <a:spcPct val="150000"/>
              </a:lnSpc>
              <a:spcBef>
                <a:spcPts val="500"/>
              </a:spcBef>
              <a:buClr>
                <a:srgbClr val="FFC000"/>
              </a:buClr>
              <a:buFont typeface="Wingdings" panose="05000000000000000000" pitchFamily="2" charset="2"/>
              <a:buChar char="p"/>
              <a:defRPr sz="2000" kern="1200">
                <a:solidFill>
                  <a:srgbClr val="1387B7"/>
                </a:solidFill>
                <a:latin typeface="微软雅黑" panose="020B0503020204020204" pitchFamily="34" charset="-122"/>
                <a:ea typeface="微软雅黑" panose="020B0503020204020204" pitchFamily="34" charset="-122"/>
                <a:cs typeface="+mn-cs"/>
              </a:defRPr>
            </a:lvl2pPr>
            <a:lvl3pPr marL="1143000" indent="-228600" algn="just" defTabSz="914400" rtl="0" eaLnBrk="1" latinLnBrk="0" hangingPunct="1">
              <a:lnSpc>
                <a:spcPct val="150000"/>
              </a:lnSpc>
              <a:spcBef>
                <a:spcPts val="500"/>
              </a:spcBef>
              <a:buClr>
                <a:srgbClr val="FFC000"/>
              </a:buClr>
              <a:buFont typeface="Wingdings" panose="05000000000000000000" pitchFamily="2" charset="2"/>
              <a:buChar char="u"/>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just" defTabSz="914400" rtl="0" eaLnBrk="1" latinLnBrk="0" hangingPunct="1">
              <a:lnSpc>
                <a:spcPct val="15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just" defTabSz="914400" rtl="0" eaLnBrk="1" latinLnBrk="0" hangingPunct="1">
              <a:lnSpc>
                <a:spcPct val="15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ct val="0"/>
              </a:spcBef>
            </a:pPr>
            <a:r>
              <a:rPr lang="zh-CN" altLang="en-US" sz="2400" b="0" dirty="0">
                <a:latin typeface="Times New Roman" panose="02020603050405020304" pitchFamily="18" charset="0"/>
              </a:rPr>
              <a:t>哪些程序段的执行必须是顺序的？为什么？</a:t>
            </a:r>
          </a:p>
          <a:p>
            <a:pPr>
              <a:lnSpc>
                <a:spcPct val="120000"/>
              </a:lnSpc>
              <a:spcBef>
                <a:spcPct val="0"/>
              </a:spcBef>
            </a:pPr>
            <a:r>
              <a:rPr lang="zh-CN" altLang="en-US" sz="2400" b="0" dirty="0">
                <a:latin typeface="Times New Roman" panose="02020603050405020304" pitchFamily="18" charset="0"/>
              </a:rPr>
              <a:t> 哪些程序段的执行是并行的？为什么？</a:t>
            </a:r>
          </a:p>
        </p:txBody>
      </p:sp>
    </p:spTree>
    <p:extLst>
      <p:ext uri="{BB962C8B-B14F-4D97-AF65-F5344CB8AC3E}">
        <p14:creationId xmlns:p14="http://schemas.microsoft.com/office/powerpoint/2010/main" val="2843732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C90A07-1B54-1D4B-9214-507B6E0389EA}"/>
              </a:ext>
            </a:extLst>
          </p:cNvPr>
          <p:cNvSpPr>
            <a:spLocks noGrp="1"/>
          </p:cNvSpPr>
          <p:nvPr>
            <p:ph type="title"/>
          </p:nvPr>
        </p:nvSpPr>
        <p:spPr/>
        <p:txBody>
          <a:bodyPr>
            <a:normAutofit/>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进程的引入</a:t>
            </a:r>
            <a:endParaRPr lang="zh-CN" altLang="en-US" dirty="0"/>
          </a:p>
        </p:txBody>
      </p:sp>
      <p:sp>
        <p:nvSpPr>
          <p:cNvPr id="3" name="内容占位符 2">
            <a:extLst>
              <a:ext uri="{FF2B5EF4-FFF2-40B4-BE49-F238E27FC236}">
                <a16:creationId xmlns:a16="http://schemas.microsoft.com/office/drawing/2014/main" id="{C1797073-B23E-4C1C-49D7-260D706BA849}"/>
              </a:ext>
            </a:extLst>
          </p:cNvPr>
          <p:cNvSpPr>
            <a:spLocks noGrp="1"/>
          </p:cNvSpPr>
          <p:nvPr>
            <p:ph idx="1"/>
          </p:nvPr>
        </p:nvSpPr>
        <p:spPr/>
        <p:txBody>
          <a:bodyPr/>
          <a:lstStyle/>
          <a:p>
            <a:pPr marL="0" indent="0" algn="just" eaLnBrk="1" hangingPunct="1">
              <a:lnSpc>
                <a:spcPct val="120000"/>
              </a:lnSpc>
              <a:spcBef>
                <a:spcPct val="0"/>
              </a:spcBef>
              <a:buNone/>
            </a:pPr>
            <a:r>
              <a:rPr lang="en-US" altLang="zh-CN" dirty="0">
                <a:solidFill>
                  <a:schemeClr val="tx1"/>
                </a:solidFill>
                <a:latin typeface="Times New Roman" panose="02020603050405020304" pitchFamily="18" charset="0"/>
              </a:rPr>
              <a:t>(2) </a:t>
            </a:r>
            <a:r>
              <a:rPr lang="zh-CN" altLang="en-US" dirty="0">
                <a:solidFill>
                  <a:schemeClr val="tx1"/>
                </a:solidFill>
                <a:latin typeface="Times New Roman" panose="02020603050405020304" pitchFamily="18" charset="0"/>
              </a:rPr>
              <a:t>什么是程序的并发执行</a:t>
            </a:r>
          </a:p>
          <a:p>
            <a:pPr marL="469900" lvl="1" indent="0">
              <a:lnSpc>
                <a:spcPct val="120000"/>
              </a:lnSpc>
              <a:spcBef>
                <a:spcPct val="0"/>
              </a:spcBef>
              <a:buNone/>
            </a:pPr>
            <a:r>
              <a:rPr lang="zh-CN" altLang="en-US" sz="2400" dirty="0">
                <a:solidFill>
                  <a:srgbClr val="000099"/>
                </a:solidFill>
                <a:latin typeface="Times New Roman" panose="02020603050405020304" pitchFamily="18" charset="0"/>
                <a:ea typeface="+mn-ea"/>
              </a:rPr>
              <a:t>① 定义 </a:t>
            </a:r>
          </a:p>
          <a:p>
            <a:pPr marL="469900" lvl="1" indent="0">
              <a:lnSpc>
                <a:spcPct val="120000"/>
              </a:lnSpc>
              <a:spcBef>
                <a:spcPct val="0"/>
              </a:spcBef>
              <a:buNone/>
            </a:pPr>
            <a:r>
              <a:rPr lang="zh-CN" altLang="en-US" sz="2400" b="0" dirty="0">
                <a:solidFill>
                  <a:schemeClr val="tx1"/>
                </a:solidFill>
                <a:latin typeface="Times New Roman" panose="02020603050405020304" pitchFamily="18" charset="0"/>
              </a:rPr>
              <a:t>      若干个程序段</a:t>
            </a:r>
            <a:r>
              <a:rPr lang="zh-CN" altLang="en-US" sz="2400" b="1" dirty="0">
                <a:solidFill>
                  <a:schemeClr val="tx1"/>
                </a:solidFill>
                <a:latin typeface="Times New Roman" panose="02020603050405020304" pitchFamily="18" charset="0"/>
              </a:rPr>
              <a:t>同时</a:t>
            </a:r>
            <a:r>
              <a:rPr lang="zh-CN" altLang="en-US" sz="2400" b="0" dirty="0">
                <a:solidFill>
                  <a:schemeClr val="tx1"/>
                </a:solidFill>
                <a:latin typeface="Times New Roman" panose="02020603050405020304" pitchFamily="18" charset="0"/>
              </a:rPr>
              <a:t>在系统中运行，这些程序段的执行在</a:t>
            </a:r>
            <a:r>
              <a:rPr lang="zh-CN" altLang="en-US" sz="2400" b="1" dirty="0">
                <a:solidFill>
                  <a:schemeClr val="tx1"/>
                </a:solidFill>
                <a:latin typeface="Times New Roman" panose="02020603050405020304" pitchFamily="18" charset="0"/>
              </a:rPr>
              <a:t>时间上是重叠</a:t>
            </a:r>
          </a:p>
          <a:p>
            <a:pPr marL="469900" lvl="1" indent="0">
              <a:lnSpc>
                <a:spcPct val="120000"/>
              </a:lnSpc>
              <a:spcBef>
                <a:spcPct val="0"/>
              </a:spcBef>
              <a:buNone/>
            </a:pPr>
            <a:r>
              <a:rPr lang="zh-CN" altLang="en-US" sz="2400" b="0" dirty="0">
                <a:solidFill>
                  <a:schemeClr val="tx1"/>
                </a:solidFill>
                <a:latin typeface="Times New Roman" panose="02020603050405020304" pitchFamily="18" charset="0"/>
              </a:rPr>
              <a:t>       的，一个程序段的执行尚未结束，另一个程序段的执行已经开始，即</a:t>
            </a:r>
          </a:p>
          <a:p>
            <a:pPr marL="469900" lvl="1" indent="0">
              <a:lnSpc>
                <a:spcPct val="120000"/>
              </a:lnSpc>
              <a:spcBef>
                <a:spcPct val="0"/>
              </a:spcBef>
              <a:buNone/>
            </a:pPr>
            <a:r>
              <a:rPr lang="zh-CN" altLang="en-US" sz="2400" b="0" dirty="0">
                <a:solidFill>
                  <a:schemeClr val="tx1"/>
                </a:solidFill>
                <a:latin typeface="Times New Roman" panose="02020603050405020304" pitchFamily="18" charset="0"/>
              </a:rPr>
              <a:t>       使这种重叠是</a:t>
            </a:r>
            <a:r>
              <a:rPr lang="zh-CN" altLang="en-US" sz="2400" b="1" dirty="0">
                <a:solidFill>
                  <a:schemeClr val="tx1"/>
                </a:solidFill>
                <a:latin typeface="Times New Roman" panose="02020603050405020304" pitchFamily="18" charset="0"/>
              </a:rPr>
              <a:t>很小的一部分</a:t>
            </a:r>
            <a:r>
              <a:rPr lang="zh-CN" altLang="en-US" sz="2400" b="0" dirty="0">
                <a:solidFill>
                  <a:schemeClr val="tx1"/>
                </a:solidFill>
                <a:latin typeface="Times New Roman" panose="02020603050405020304" pitchFamily="18" charset="0"/>
              </a:rPr>
              <a:t>，也称这几个程序段是并发执行的。</a:t>
            </a:r>
          </a:p>
          <a:p>
            <a:pPr marL="469900" lvl="1" indent="0">
              <a:lnSpc>
                <a:spcPct val="120000"/>
              </a:lnSpc>
              <a:spcBef>
                <a:spcPct val="0"/>
              </a:spcBef>
              <a:buNone/>
            </a:pPr>
            <a:r>
              <a:rPr lang="zh-CN" altLang="en-US" sz="2400" dirty="0">
                <a:solidFill>
                  <a:srgbClr val="000099"/>
                </a:solidFill>
                <a:latin typeface="Times New Roman" panose="02020603050405020304" pitchFamily="18" charset="0"/>
                <a:ea typeface="+mn-ea"/>
              </a:rPr>
              <a:t>② 三个并发执行的程序段</a:t>
            </a:r>
          </a:p>
          <a:p>
            <a:pPr marL="469900" lvl="1" indent="0">
              <a:lnSpc>
                <a:spcPct val="120000"/>
              </a:lnSpc>
              <a:spcBef>
                <a:spcPct val="0"/>
              </a:spcBef>
              <a:buNone/>
            </a:pPr>
            <a:endParaRPr lang="en-US" altLang="zh-CN" sz="2400" dirty="0">
              <a:solidFill>
                <a:srgbClr val="000099"/>
              </a:solidFill>
              <a:latin typeface="Times New Roman" panose="02020603050405020304" pitchFamily="18" charset="0"/>
              <a:ea typeface="+mn-ea"/>
            </a:endParaRPr>
          </a:p>
          <a:p>
            <a:pPr marL="469900" lvl="1" indent="0">
              <a:lnSpc>
                <a:spcPct val="120000"/>
              </a:lnSpc>
              <a:spcBef>
                <a:spcPct val="0"/>
              </a:spcBef>
              <a:buNone/>
            </a:pPr>
            <a:r>
              <a:rPr lang="zh-CN" altLang="en-US" sz="2400" dirty="0">
                <a:solidFill>
                  <a:srgbClr val="000099"/>
                </a:solidFill>
                <a:latin typeface="Times New Roman" panose="02020603050405020304" pitchFamily="18" charset="0"/>
                <a:ea typeface="+mn-ea"/>
              </a:rPr>
              <a:t>③ 并行语句记号</a:t>
            </a:r>
          </a:p>
          <a:p>
            <a:pPr marL="0" indent="0" algn="just" eaLnBrk="1" hangingPunct="1">
              <a:lnSpc>
                <a:spcPct val="120000"/>
              </a:lnSpc>
              <a:spcBef>
                <a:spcPct val="0"/>
              </a:spcBef>
              <a:buNone/>
            </a:pPr>
            <a:r>
              <a:rPr lang="zh-CN" altLang="en-US" b="0" dirty="0">
                <a:solidFill>
                  <a:schemeClr val="tx1"/>
                </a:solidFill>
                <a:latin typeface="Times New Roman" panose="02020603050405020304" pitchFamily="18" charset="0"/>
              </a:rPr>
              <a:t>       </a:t>
            </a:r>
            <a:r>
              <a:rPr lang="en-US" altLang="zh-CN" b="0" dirty="0" err="1">
                <a:solidFill>
                  <a:schemeClr val="tx1"/>
                </a:solidFill>
                <a:latin typeface="Times New Roman" panose="02020603050405020304" pitchFamily="18" charset="0"/>
              </a:rPr>
              <a:t>cobegin</a:t>
            </a:r>
            <a:endParaRPr lang="en-US" altLang="zh-CN" b="0" dirty="0">
              <a:solidFill>
                <a:schemeClr val="tx1"/>
              </a:solidFill>
              <a:latin typeface="Times New Roman" panose="02020603050405020304" pitchFamily="18" charset="0"/>
            </a:endParaRPr>
          </a:p>
          <a:p>
            <a:pPr marL="0" indent="0" algn="just" eaLnBrk="1" hangingPunct="1">
              <a:lnSpc>
                <a:spcPct val="120000"/>
              </a:lnSpc>
              <a:spcBef>
                <a:spcPct val="0"/>
              </a:spcBef>
              <a:buNone/>
            </a:pPr>
            <a:r>
              <a:rPr lang="en-US" altLang="zh-CN" b="0" dirty="0">
                <a:solidFill>
                  <a:schemeClr val="tx1"/>
                </a:solidFill>
                <a:latin typeface="Times New Roman" panose="02020603050405020304" pitchFamily="18" charset="0"/>
              </a:rPr>
              <a:t>           S1</a:t>
            </a:r>
            <a:r>
              <a:rPr lang="zh-CN" altLang="en-US" b="0" dirty="0">
                <a:solidFill>
                  <a:schemeClr val="tx1"/>
                </a:solidFill>
                <a:latin typeface="Times New Roman" panose="02020603050405020304" pitchFamily="18" charset="0"/>
              </a:rPr>
              <a:t>；</a:t>
            </a:r>
            <a:r>
              <a:rPr lang="en-US" altLang="zh-CN" b="0" dirty="0">
                <a:solidFill>
                  <a:schemeClr val="tx1"/>
                </a:solidFill>
                <a:latin typeface="Times New Roman" panose="02020603050405020304" pitchFamily="18" charset="0"/>
              </a:rPr>
              <a:t>S2</a:t>
            </a:r>
            <a:r>
              <a:rPr lang="zh-CN" altLang="en-US" b="0" dirty="0">
                <a:solidFill>
                  <a:schemeClr val="tx1"/>
                </a:solidFill>
                <a:latin typeface="Times New Roman" panose="02020603050405020304" pitchFamily="18" charset="0"/>
              </a:rPr>
              <a:t>；</a:t>
            </a:r>
            <a:r>
              <a:rPr lang="en-US" altLang="zh-CN" b="0" dirty="0">
                <a:solidFill>
                  <a:schemeClr val="tx1"/>
                </a:solidFill>
                <a:latin typeface="Times New Roman" panose="02020603050405020304" pitchFamily="18" charset="0"/>
              </a:rPr>
              <a:t>……</a:t>
            </a:r>
            <a:r>
              <a:rPr lang="zh-CN" altLang="en-US" b="0" dirty="0">
                <a:solidFill>
                  <a:schemeClr val="tx1"/>
                </a:solidFill>
                <a:latin typeface="Times New Roman" panose="02020603050405020304" pitchFamily="18" charset="0"/>
              </a:rPr>
              <a:t>  ；</a:t>
            </a:r>
            <a:r>
              <a:rPr lang="en-US" altLang="zh-CN" b="0" dirty="0">
                <a:solidFill>
                  <a:schemeClr val="tx1"/>
                </a:solidFill>
                <a:latin typeface="Times New Roman" panose="02020603050405020304" pitchFamily="18" charset="0"/>
              </a:rPr>
              <a:t>Sn </a:t>
            </a:r>
            <a:r>
              <a:rPr lang="zh-CN" altLang="en-US" b="0" dirty="0">
                <a:solidFill>
                  <a:schemeClr val="tx1"/>
                </a:solidFill>
                <a:latin typeface="Times New Roman" panose="02020603050405020304" pitchFamily="18" charset="0"/>
              </a:rPr>
              <a:t>；</a:t>
            </a:r>
          </a:p>
          <a:p>
            <a:pPr marL="0" indent="0" algn="just" eaLnBrk="1" hangingPunct="1">
              <a:lnSpc>
                <a:spcPct val="120000"/>
              </a:lnSpc>
              <a:spcBef>
                <a:spcPct val="0"/>
              </a:spcBef>
              <a:buNone/>
            </a:pPr>
            <a:r>
              <a:rPr lang="zh-CN" altLang="en-US" b="0" dirty="0">
                <a:solidFill>
                  <a:schemeClr val="tx1"/>
                </a:solidFill>
                <a:latin typeface="Times New Roman" panose="02020603050405020304" pitchFamily="18" charset="0"/>
              </a:rPr>
              <a:t>       </a:t>
            </a:r>
            <a:r>
              <a:rPr lang="en-US" altLang="zh-CN" b="0" dirty="0" err="1">
                <a:solidFill>
                  <a:schemeClr val="tx1"/>
                </a:solidFill>
                <a:latin typeface="Times New Roman" panose="02020603050405020304" pitchFamily="18" charset="0"/>
              </a:rPr>
              <a:t>coend</a:t>
            </a:r>
            <a:endParaRPr lang="en-US" altLang="zh-CN" b="0" dirty="0">
              <a:solidFill>
                <a:schemeClr val="tx1"/>
              </a:solidFill>
              <a:latin typeface="Times New Roman" panose="02020603050405020304" pitchFamily="18" charset="0"/>
            </a:endParaRPr>
          </a:p>
        </p:txBody>
      </p:sp>
      <p:grpSp>
        <p:nvGrpSpPr>
          <p:cNvPr id="4" name="Group 42">
            <a:extLst>
              <a:ext uri="{FF2B5EF4-FFF2-40B4-BE49-F238E27FC236}">
                <a16:creationId xmlns:a16="http://schemas.microsoft.com/office/drawing/2014/main" id="{3A615371-3B01-29B7-62E1-1343F66A112F}"/>
              </a:ext>
            </a:extLst>
          </p:cNvPr>
          <p:cNvGrpSpPr>
            <a:grpSpLocks/>
          </p:cNvGrpSpPr>
          <p:nvPr/>
        </p:nvGrpSpPr>
        <p:grpSpPr bwMode="auto">
          <a:xfrm>
            <a:off x="6802061" y="3429000"/>
            <a:ext cx="2636837" cy="1219200"/>
            <a:chOff x="2628" y="1594"/>
            <a:chExt cx="1661" cy="768"/>
          </a:xfrm>
        </p:grpSpPr>
        <p:sp>
          <p:nvSpPr>
            <p:cNvPr id="5" name="Line 36">
              <a:extLst>
                <a:ext uri="{FF2B5EF4-FFF2-40B4-BE49-F238E27FC236}">
                  <a16:creationId xmlns:a16="http://schemas.microsoft.com/office/drawing/2014/main" id="{EE495D16-31EE-81E9-6CAD-FF1EAA1FC622}"/>
                </a:ext>
              </a:extLst>
            </p:cNvPr>
            <p:cNvSpPr>
              <a:spLocks noChangeShapeType="1"/>
            </p:cNvSpPr>
            <p:nvPr/>
          </p:nvSpPr>
          <p:spPr bwMode="auto">
            <a:xfrm>
              <a:off x="3225" y="2087"/>
              <a:ext cx="106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p>
          </p:txBody>
        </p:sp>
        <p:sp>
          <p:nvSpPr>
            <p:cNvPr id="6" name="Line 37">
              <a:extLst>
                <a:ext uri="{FF2B5EF4-FFF2-40B4-BE49-F238E27FC236}">
                  <a16:creationId xmlns:a16="http://schemas.microsoft.com/office/drawing/2014/main" id="{CB2476D0-8864-F9D4-E8F4-6FD61737E658}"/>
                </a:ext>
              </a:extLst>
            </p:cNvPr>
            <p:cNvSpPr>
              <a:spLocks noChangeShapeType="1"/>
            </p:cNvSpPr>
            <p:nvPr/>
          </p:nvSpPr>
          <p:spPr bwMode="auto">
            <a:xfrm>
              <a:off x="2628" y="2362"/>
              <a:ext cx="787"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 name="Text Box 38">
              <a:extLst>
                <a:ext uri="{FF2B5EF4-FFF2-40B4-BE49-F238E27FC236}">
                  <a16:creationId xmlns:a16="http://schemas.microsoft.com/office/drawing/2014/main" id="{22B5A09E-DE12-C3A5-C334-0D5FD307753A}"/>
                </a:ext>
              </a:extLst>
            </p:cNvPr>
            <p:cNvSpPr txBox="1">
              <a:spLocks noChangeArrowheads="1"/>
            </p:cNvSpPr>
            <p:nvPr/>
          </p:nvSpPr>
          <p:spPr bwMode="auto">
            <a:xfrm>
              <a:off x="3180" y="1594"/>
              <a:ext cx="154"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chemeClr val="tx1"/>
                  </a:solidFill>
                  <a:latin typeface="Times New Roman" panose="02020603050405020304" pitchFamily="18" charset="0"/>
                </a:rPr>
                <a:t>P</a:t>
              </a:r>
            </a:p>
          </p:txBody>
        </p:sp>
        <p:sp>
          <p:nvSpPr>
            <p:cNvPr id="8" name="Text Box 39">
              <a:extLst>
                <a:ext uri="{FF2B5EF4-FFF2-40B4-BE49-F238E27FC236}">
                  <a16:creationId xmlns:a16="http://schemas.microsoft.com/office/drawing/2014/main" id="{968AA7AB-1672-409D-8702-92708957B581}"/>
                </a:ext>
              </a:extLst>
            </p:cNvPr>
            <p:cNvSpPr txBox="1">
              <a:spLocks noChangeArrowheads="1"/>
            </p:cNvSpPr>
            <p:nvPr/>
          </p:nvSpPr>
          <p:spPr bwMode="auto">
            <a:xfrm>
              <a:off x="3720" y="1877"/>
              <a:ext cx="154" cy="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chemeClr val="tx1"/>
                  </a:solidFill>
                  <a:latin typeface="Times New Roman" panose="02020603050405020304" pitchFamily="18" charset="0"/>
                </a:rPr>
                <a:t>Q</a:t>
              </a:r>
            </a:p>
          </p:txBody>
        </p:sp>
        <p:sp>
          <p:nvSpPr>
            <p:cNvPr id="9" name="Text Box 40">
              <a:extLst>
                <a:ext uri="{FF2B5EF4-FFF2-40B4-BE49-F238E27FC236}">
                  <a16:creationId xmlns:a16="http://schemas.microsoft.com/office/drawing/2014/main" id="{E7D0AAA5-6841-C12B-B2D8-F60042DA307F}"/>
                </a:ext>
              </a:extLst>
            </p:cNvPr>
            <p:cNvSpPr txBox="1">
              <a:spLocks noChangeArrowheads="1"/>
            </p:cNvSpPr>
            <p:nvPr/>
          </p:nvSpPr>
          <p:spPr bwMode="auto">
            <a:xfrm>
              <a:off x="2891" y="2134"/>
              <a:ext cx="155"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chemeClr val="tx1"/>
                  </a:solidFill>
                  <a:latin typeface="Times New Roman" panose="02020603050405020304" pitchFamily="18" charset="0"/>
                </a:rPr>
                <a:t>R</a:t>
              </a:r>
            </a:p>
          </p:txBody>
        </p:sp>
        <p:sp>
          <p:nvSpPr>
            <p:cNvPr id="10" name="Line 41">
              <a:extLst>
                <a:ext uri="{FF2B5EF4-FFF2-40B4-BE49-F238E27FC236}">
                  <a16:creationId xmlns:a16="http://schemas.microsoft.com/office/drawing/2014/main" id="{DE6AC999-195E-5A89-4C42-F2E3DECF1840}"/>
                </a:ext>
              </a:extLst>
            </p:cNvPr>
            <p:cNvSpPr>
              <a:spLocks noChangeShapeType="1"/>
            </p:cNvSpPr>
            <p:nvPr/>
          </p:nvSpPr>
          <p:spPr bwMode="auto">
            <a:xfrm>
              <a:off x="2790" y="1824"/>
              <a:ext cx="9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11" name="Text Box 46">
            <a:extLst>
              <a:ext uri="{FF2B5EF4-FFF2-40B4-BE49-F238E27FC236}">
                <a16:creationId xmlns:a16="http://schemas.microsoft.com/office/drawing/2014/main" id="{009DACD0-2E71-4208-FCE6-5ECAE8AF5012}"/>
              </a:ext>
            </a:extLst>
          </p:cNvPr>
          <p:cNvSpPr txBox="1">
            <a:spLocks noChangeArrowheads="1"/>
          </p:cNvSpPr>
          <p:nvPr/>
        </p:nvSpPr>
        <p:spPr bwMode="auto">
          <a:xfrm>
            <a:off x="6865688" y="4977951"/>
            <a:ext cx="2428680" cy="387798"/>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0"/>
              </a:spcBef>
              <a:buFont typeface="Wingdings" panose="05000000000000000000" pitchFamily="2" charset="2"/>
              <a:buNone/>
            </a:pPr>
            <a:r>
              <a:rPr lang="zh-CN" altLang="en-US" sz="1600" b="0" dirty="0">
                <a:solidFill>
                  <a:schemeClr val="tx1"/>
                </a:solidFill>
                <a:latin typeface="Times New Roman" panose="02020603050405020304" pitchFamily="18" charset="0"/>
              </a:rPr>
              <a:t>三个并发执行的程序段</a:t>
            </a:r>
          </a:p>
        </p:txBody>
      </p:sp>
    </p:spTree>
    <p:extLst>
      <p:ext uri="{BB962C8B-B14F-4D97-AF65-F5344CB8AC3E}">
        <p14:creationId xmlns:p14="http://schemas.microsoft.com/office/powerpoint/2010/main" val="10268078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92D964-DDF8-1A6E-1426-73BAF8AA6157}"/>
              </a:ext>
            </a:extLst>
          </p:cNvPr>
          <p:cNvSpPr>
            <a:spLocks noGrp="1"/>
          </p:cNvSpPr>
          <p:nvPr>
            <p:ph type="title"/>
          </p:nvPr>
        </p:nvSpPr>
        <p:spPr/>
        <p:txBody>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进程的引入</a:t>
            </a:r>
            <a:endParaRPr lang="zh-CN" altLang="en-US" dirty="0"/>
          </a:p>
        </p:txBody>
      </p:sp>
      <p:sp>
        <p:nvSpPr>
          <p:cNvPr id="3" name="内容占位符 2">
            <a:extLst>
              <a:ext uri="{FF2B5EF4-FFF2-40B4-BE49-F238E27FC236}">
                <a16:creationId xmlns:a16="http://schemas.microsoft.com/office/drawing/2014/main" id="{6BE5887E-969C-64C6-8B2F-CD2B47BF8842}"/>
              </a:ext>
            </a:extLst>
          </p:cNvPr>
          <p:cNvSpPr>
            <a:spLocks noGrp="1"/>
          </p:cNvSpPr>
          <p:nvPr>
            <p:ph idx="1"/>
          </p:nvPr>
        </p:nvSpPr>
        <p:spPr/>
        <p:txBody>
          <a:bodyPr/>
          <a:lstStyle/>
          <a:p>
            <a:pPr marL="0" indent="0">
              <a:lnSpc>
                <a:spcPct val="120000"/>
              </a:lnSpc>
              <a:spcBef>
                <a:spcPct val="0"/>
              </a:spcBef>
              <a:buNone/>
            </a:pPr>
            <a:r>
              <a:rPr lang="en-US" altLang="zh-CN" dirty="0">
                <a:latin typeface="Times New Roman" panose="02020603050405020304" pitchFamily="18" charset="0"/>
              </a:rPr>
              <a:t>(3)  </a:t>
            </a:r>
            <a:r>
              <a:rPr lang="zh-CN" altLang="en-US" dirty="0">
                <a:latin typeface="Times New Roman" panose="02020603050405020304" pitchFamily="18" charset="0"/>
              </a:rPr>
              <a:t>并发程序的特点</a:t>
            </a:r>
          </a:p>
          <a:p>
            <a:pPr marL="469900" lvl="1" indent="0">
              <a:lnSpc>
                <a:spcPct val="120000"/>
              </a:lnSpc>
              <a:spcBef>
                <a:spcPct val="0"/>
              </a:spcBef>
              <a:buNone/>
            </a:pPr>
            <a:r>
              <a:rPr lang="zh-CN" altLang="en-US" sz="2400" dirty="0">
                <a:solidFill>
                  <a:srgbClr val="000099"/>
                </a:solidFill>
                <a:latin typeface="Times New Roman" panose="02020603050405020304" pitchFamily="18" charset="0"/>
                <a:ea typeface="+mn-ea"/>
              </a:rPr>
              <a:t>① 失去程序的封闭性和可再现性</a:t>
            </a:r>
          </a:p>
          <a:p>
            <a:pPr marL="469900" lvl="1" indent="0">
              <a:lnSpc>
                <a:spcPct val="120000"/>
              </a:lnSpc>
              <a:spcBef>
                <a:spcPct val="0"/>
              </a:spcBef>
              <a:buNone/>
            </a:pPr>
            <a:r>
              <a:rPr lang="zh-CN" altLang="en-US" sz="2400" b="0" dirty="0">
                <a:latin typeface="Times New Roman" panose="02020603050405020304" pitchFamily="18" charset="0"/>
              </a:rPr>
              <a:t>      </a:t>
            </a:r>
            <a:r>
              <a:rPr lang="zh-CN" altLang="en-US" sz="2400" b="0" dirty="0">
                <a:solidFill>
                  <a:schemeClr val="tx1"/>
                </a:solidFill>
                <a:latin typeface="Times New Roman" panose="02020603050405020304" pitchFamily="18" charset="0"/>
              </a:rPr>
              <a:t>若一个程序的执行可以改变另一个程序的变量，那么，后者的输出就可能会</a:t>
            </a:r>
            <a:r>
              <a:rPr lang="zh-CN" altLang="en-US" sz="2400" b="1" dirty="0">
                <a:solidFill>
                  <a:schemeClr val="tx1"/>
                </a:solidFill>
                <a:latin typeface="Times New Roman" panose="02020603050405020304" pitchFamily="18" charset="0"/>
              </a:rPr>
              <a:t>依赖</a:t>
            </a:r>
            <a:r>
              <a:rPr lang="zh-CN" altLang="en-US" sz="2400" b="0" dirty="0">
                <a:solidFill>
                  <a:schemeClr val="tx1"/>
                </a:solidFill>
                <a:latin typeface="Times New Roman" panose="02020603050405020304" pitchFamily="18" charset="0"/>
              </a:rPr>
              <a:t>于各程序执行的</a:t>
            </a:r>
            <a:r>
              <a:rPr lang="zh-CN" altLang="en-US" sz="2400" b="1" dirty="0">
                <a:solidFill>
                  <a:schemeClr val="tx1"/>
                </a:solidFill>
                <a:latin typeface="Times New Roman" panose="02020603050405020304" pitchFamily="18" charset="0"/>
              </a:rPr>
              <a:t>相对速度</a:t>
            </a:r>
            <a:r>
              <a:rPr lang="zh-CN" altLang="en-US" sz="2400" b="0" dirty="0">
                <a:solidFill>
                  <a:schemeClr val="tx1"/>
                </a:solidFill>
                <a:latin typeface="Times New Roman" panose="02020603050405020304" pitchFamily="18" charset="0"/>
              </a:rPr>
              <a:t>，即失去了程序的封闭性特点。</a:t>
            </a:r>
          </a:p>
          <a:p>
            <a:pPr marL="469900" lvl="1" indent="0">
              <a:lnSpc>
                <a:spcPct val="120000"/>
              </a:lnSpc>
              <a:spcBef>
                <a:spcPct val="0"/>
              </a:spcBef>
              <a:buNone/>
            </a:pPr>
            <a:endParaRPr lang="en-US" altLang="zh-CN" sz="2400" b="0" dirty="0">
              <a:solidFill>
                <a:schemeClr val="tx1"/>
              </a:solidFill>
              <a:latin typeface="Times New Roman" panose="02020603050405020304" pitchFamily="18" charset="0"/>
            </a:endParaRPr>
          </a:p>
          <a:p>
            <a:pPr marL="469900" lvl="1" indent="0">
              <a:lnSpc>
                <a:spcPct val="120000"/>
              </a:lnSpc>
              <a:spcBef>
                <a:spcPct val="0"/>
              </a:spcBef>
              <a:buNone/>
            </a:pPr>
            <a:r>
              <a:rPr lang="zh-CN" altLang="en-US" sz="2400" b="0" dirty="0">
                <a:solidFill>
                  <a:schemeClr val="tx1"/>
                </a:solidFill>
                <a:latin typeface="Times New Roman" panose="02020603050405020304" pitchFamily="18" charset="0"/>
              </a:rPr>
              <a:t>例如：</a:t>
            </a:r>
          </a:p>
          <a:p>
            <a:pPr marL="469900" lvl="1" indent="0">
              <a:lnSpc>
                <a:spcPct val="120000"/>
              </a:lnSpc>
              <a:spcBef>
                <a:spcPct val="0"/>
              </a:spcBef>
              <a:buNone/>
            </a:pPr>
            <a:r>
              <a:rPr lang="zh-CN" altLang="en-US" sz="2400" b="0" dirty="0">
                <a:solidFill>
                  <a:schemeClr val="tx1"/>
                </a:solidFill>
                <a:latin typeface="Times New Roman" panose="02020603050405020304" pitchFamily="18" charset="0"/>
              </a:rPr>
              <a:t>讨论共享公共变量的两个程序，执行时可能</a:t>
            </a:r>
            <a:endParaRPr lang="en-US" altLang="zh-CN" sz="2400" b="0" dirty="0">
              <a:solidFill>
                <a:schemeClr val="tx1"/>
              </a:solidFill>
              <a:latin typeface="Times New Roman" panose="02020603050405020304" pitchFamily="18" charset="0"/>
            </a:endParaRPr>
          </a:p>
          <a:p>
            <a:pPr marL="469900" lvl="1" indent="0">
              <a:lnSpc>
                <a:spcPct val="120000"/>
              </a:lnSpc>
              <a:spcBef>
                <a:spcPct val="0"/>
              </a:spcBef>
              <a:buNone/>
            </a:pPr>
            <a:r>
              <a:rPr lang="zh-CN" altLang="en-US" sz="2400" b="0" dirty="0">
                <a:solidFill>
                  <a:schemeClr val="tx1"/>
                </a:solidFill>
                <a:latin typeface="Times New Roman" panose="02020603050405020304" pitchFamily="18" charset="0"/>
              </a:rPr>
              <a:t>产生的不同结果。程序</a:t>
            </a:r>
            <a:r>
              <a:rPr lang="en-US" altLang="zh-CN" sz="2400" b="0" dirty="0">
                <a:solidFill>
                  <a:schemeClr val="tx1"/>
                </a:solidFill>
                <a:latin typeface="Times New Roman" panose="02020603050405020304" pitchFamily="18" charset="0"/>
              </a:rPr>
              <a:t>A</a:t>
            </a:r>
            <a:r>
              <a:rPr lang="zh-CN" altLang="en-US" sz="2400" b="0" dirty="0">
                <a:solidFill>
                  <a:schemeClr val="tx1"/>
                </a:solidFill>
                <a:latin typeface="Times New Roman" panose="02020603050405020304" pitchFamily="18" charset="0"/>
              </a:rPr>
              <a:t>执行时对</a:t>
            </a:r>
            <a:r>
              <a:rPr lang="en-US" altLang="zh-CN" sz="2400" b="0" dirty="0">
                <a:solidFill>
                  <a:schemeClr val="tx1"/>
                </a:solidFill>
                <a:latin typeface="Times New Roman" panose="02020603050405020304" pitchFamily="18" charset="0"/>
              </a:rPr>
              <a:t>n</a:t>
            </a:r>
            <a:r>
              <a:rPr lang="zh-CN" altLang="en-US" sz="2400" b="0" dirty="0">
                <a:solidFill>
                  <a:schemeClr val="tx1"/>
                </a:solidFill>
                <a:latin typeface="Times New Roman" panose="02020603050405020304" pitchFamily="18" charset="0"/>
              </a:rPr>
              <a:t>做加</a:t>
            </a:r>
            <a:r>
              <a:rPr lang="en-US" altLang="zh-CN" sz="2400" b="0" dirty="0">
                <a:solidFill>
                  <a:schemeClr val="tx1"/>
                </a:solidFill>
                <a:latin typeface="Times New Roman" panose="02020603050405020304" pitchFamily="18" charset="0"/>
              </a:rPr>
              <a:t>1</a:t>
            </a:r>
            <a:r>
              <a:rPr lang="zh-CN" altLang="en-US" sz="2400" b="0" dirty="0">
                <a:solidFill>
                  <a:schemeClr val="tx1"/>
                </a:solidFill>
                <a:latin typeface="Times New Roman" panose="02020603050405020304" pitchFamily="18" charset="0"/>
              </a:rPr>
              <a:t>的</a:t>
            </a:r>
            <a:endParaRPr lang="en-US" altLang="zh-CN" sz="2400" b="0" dirty="0">
              <a:solidFill>
                <a:schemeClr val="tx1"/>
              </a:solidFill>
              <a:latin typeface="Times New Roman" panose="02020603050405020304" pitchFamily="18" charset="0"/>
            </a:endParaRPr>
          </a:p>
          <a:p>
            <a:pPr marL="469900" lvl="1" indent="0">
              <a:lnSpc>
                <a:spcPct val="120000"/>
              </a:lnSpc>
              <a:spcBef>
                <a:spcPct val="0"/>
              </a:spcBef>
              <a:buNone/>
            </a:pPr>
            <a:r>
              <a:rPr lang="zh-CN" altLang="en-US" sz="2400" b="0" dirty="0">
                <a:solidFill>
                  <a:schemeClr val="tx1"/>
                </a:solidFill>
                <a:latin typeface="Times New Roman" panose="02020603050405020304" pitchFamily="18" charset="0"/>
              </a:rPr>
              <a:t>操作；程序</a:t>
            </a:r>
            <a:r>
              <a:rPr lang="en-US" altLang="zh-CN" sz="2400" b="0" dirty="0">
                <a:solidFill>
                  <a:schemeClr val="tx1"/>
                </a:solidFill>
                <a:latin typeface="Times New Roman" panose="02020603050405020304" pitchFamily="18" charset="0"/>
              </a:rPr>
              <a:t>B</a:t>
            </a:r>
            <a:r>
              <a:rPr lang="zh-CN" altLang="en-US" sz="2400" b="0" dirty="0">
                <a:solidFill>
                  <a:schemeClr val="tx1"/>
                </a:solidFill>
                <a:latin typeface="Times New Roman" panose="02020603050405020304" pitchFamily="18" charset="0"/>
              </a:rPr>
              <a:t>打印出</a:t>
            </a:r>
            <a:r>
              <a:rPr lang="en-US" altLang="zh-CN" sz="2400" b="0" dirty="0">
                <a:solidFill>
                  <a:schemeClr val="tx1"/>
                </a:solidFill>
                <a:latin typeface="Times New Roman" panose="02020603050405020304" pitchFamily="18" charset="0"/>
              </a:rPr>
              <a:t>n</a:t>
            </a:r>
            <a:r>
              <a:rPr lang="zh-CN" altLang="en-US" sz="2400" b="0" dirty="0">
                <a:solidFill>
                  <a:schemeClr val="tx1"/>
                </a:solidFill>
                <a:latin typeface="Times New Roman" panose="02020603050405020304" pitchFamily="18" charset="0"/>
              </a:rPr>
              <a:t>值，并将它重新置为零。 </a:t>
            </a:r>
          </a:p>
        </p:txBody>
      </p:sp>
      <p:grpSp>
        <p:nvGrpSpPr>
          <p:cNvPr id="4" name="Group 9">
            <a:extLst>
              <a:ext uri="{FF2B5EF4-FFF2-40B4-BE49-F238E27FC236}">
                <a16:creationId xmlns:a16="http://schemas.microsoft.com/office/drawing/2014/main" id="{7A0D485F-F06B-9ACB-503C-1042CAC28BD4}"/>
              </a:ext>
            </a:extLst>
          </p:cNvPr>
          <p:cNvGrpSpPr>
            <a:grpSpLocks/>
          </p:cNvGrpSpPr>
          <p:nvPr/>
        </p:nvGrpSpPr>
        <p:grpSpPr bwMode="auto">
          <a:xfrm>
            <a:off x="7543252" y="3064359"/>
            <a:ext cx="3071813" cy="2135187"/>
            <a:chOff x="1200" y="2709"/>
            <a:chExt cx="1825" cy="1134"/>
          </a:xfrm>
        </p:grpSpPr>
        <p:sp>
          <p:nvSpPr>
            <p:cNvPr id="5" name="Text Box 5">
              <a:extLst>
                <a:ext uri="{FF2B5EF4-FFF2-40B4-BE49-F238E27FC236}">
                  <a16:creationId xmlns:a16="http://schemas.microsoft.com/office/drawing/2014/main" id="{6FA2197D-A6A8-DBAE-391D-39DD03103E5B}"/>
                </a:ext>
              </a:extLst>
            </p:cNvPr>
            <p:cNvSpPr txBox="1">
              <a:spLocks noChangeArrowheads="1"/>
            </p:cNvSpPr>
            <p:nvPr/>
          </p:nvSpPr>
          <p:spPr bwMode="auto">
            <a:xfrm>
              <a:off x="1200" y="2709"/>
              <a:ext cx="748" cy="113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20000"/>
                </a:lnSpc>
                <a:spcBef>
                  <a:spcPct val="20000"/>
                </a:spcBef>
                <a:buClrTx/>
                <a:buSzTx/>
                <a:buFontTx/>
                <a:buNone/>
              </a:pPr>
              <a:r>
                <a:rPr kumimoji="1" lang="zh-CN" altLang="en-US" sz="1800" dirty="0">
                  <a:solidFill>
                    <a:schemeClr val="tx1"/>
                  </a:solidFill>
                  <a:latin typeface="Times New Roman" panose="02020603050405020304" pitchFamily="18" charset="0"/>
                </a:rPr>
                <a:t>程序</a:t>
              </a:r>
              <a:r>
                <a:rPr kumimoji="1" lang="en-US" altLang="zh-CN" sz="1800" dirty="0">
                  <a:solidFill>
                    <a:schemeClr val="tx1"/>
                  </a:solidFill>
                  <a:latin typeface="Times New Roman" panose="02020603050405020304" pitchFamily="18" charset="0"/>
                </a:rPr>
                <a:t>A         </a:t>
              </a:r>
            </a:p>
            <a:p>
              <a:pPr eaLnBrk="1" hangingPunct="1">
                <a:lnSpc>
                  <a:spcPct val="120000"/>
                </a:lnSpc>
                <a:spcBef>
                  <a:spcPct val="20000"/>
                </a:spcBef>
                <a:buClrTx/>
                <a:buSzTx/>
                <a:buFontTx/>
                <a:buNone/>
              </a:pPr>
              <a:r>
                <a:rPr kumimoji="1" lang="en-US" altLang="zh-CN" sz="1800" dirty="0">
                  <a:solidFill>
                    <a:schemeClr val="tx1"/>
                  </a:solidFill>
                  <a:latin typeface="Times New Roman" panose="02020603050405020304" pitchFamily="18" charset="0"/>
                </a:rPr>
                <a:t>       </a:t>
              </a:r>
              <a:r>
                <a:rPr kumimoji="1" lang="en-US" altLang="zh-CN" sz="1800" dirty="0">
                  <a:solidFill>
                    <a:schemeClr val="tx1"/>
                  </a:solidFill>
                  <a:latin typeface="Times New Roman" panose="02020603050405020304" pitchFamily="18" charset="0"/>
                  <a:sym typeface="MT Extra" panose="05050102010205020202" pitchFamily="18" charset="2"/>
                </a:rPr>
                <a:t></a:t>
              </a:r>
              <a:r>
                <a:rPr kumimoji="1" lang="en-US" altLang="zh-CN" sz="1800" dirty="0">
                  <a:solidFill>
                    <a:schemeClr val="tx1"/>
                  </a:solidFill>
                  <a:latin typeface="Times New Roman" panose="02020603050405020304" pitchFamily="18" charset="0"/>
                </a:rPr>
                <a:t>    </a:t>
              </a:r>
            </a:p>
            <a:p>
              <a:pPr eaLnBrk="1" hangingPunct="1">
                <a:lnSpc>
                  <a:spcPct val="120000"/>
                </a:lnSpc>
                <a:spcBef>
                  <a:spcPct val="20000"/>
                </a:spcBef>
                <a:buClrTx/>
                <a:buSzTx/>
                <a:buFontTx/>
                <a:buNone/>
              </a:pPr>
              <a:r>
                <a:rPr kumimoji="1" lang="en-US" altLang="zh-CN" sz="1800" dirty="0">
                  <a:solidFill>
                    <a:schemeClr val="tx1"/>
                  </a:solidFill>
                  <a:latin typeface="Times New Roman" panose="02020603050405020304" pitchFamily="18" charset="0"/>
                </a:rPr>
                <a:t> n := n+1;</a:t>
              </a:r>
            </a:p>
            <a:p>
              <a:pPr eaLnBrk="1" hangingPunct="1">
                <a:lnSpc>
                  <a:spcPct val="120000"/>
                </a:lnSpc>
                <a:spcBef>
                  <a:spcPct val="20000"/>
                </a:spcBef>
                <a:buClrTx/>
                <a:buSzTx/>
                <a:buFontTx/>
                <a:buNone/>
              </a:pPr>
              <a:r>
                <a:rPr kumimoji="1" lang="en-US" altLang="zh-CN" sz="1800" dirty="0">
                  <a:solidFill>
                    <a:schemeClr val="tx1"/>
                  </a:solidFill>
                  <a:latin typeface="Times New Roman" panose="02020603050405020304" pitchFamily="18" charset="0"/>
                  <a:sym typeface="MT Extra" panose="05050102010205020202" pitchFamily="18" charset="2"/>
                </a:rPr>
                <a:t>        </a:t>
              </a:r>
            </a:p>
            <a:p>
              <a:pPr eaLnBrk="1" hangingPunct="1">
                <a:lnSpc>
                  <a:spcPct val="120000"/>
                </a:lnSpc>
                <a:spcBef>
                  <a:spcPct val="20000"/>
                </a:spcBef>
                <a:buClrTx/>
                <a:buSzTx/>
                <a:buFontTx/>
                <a:buNone/>
              </a:pPr>
              <a:r>
                <a:rPr kumimoji="1" lang="en-US" altLang="zh-CN" sz="1800" dirty="0">
                  <a:solidFill>
                    <a:schemeClr val="tx1"/>
                  </a:solidFill>
                  <a:latin typeface="Times New Roman" panose="02020603050405020304" pitchFamily="18" charset="0"/>
                  <a:sym typeface="MT Extra" panose="05050102010205020202" pitchFamily="18" charset="2"/>
                </a:rPr>
                <a:t>        </a:t>
              </a:r>
            </a:p>
          </p:txBody>
        </p:sp>
        <p:sp>
          <p:nvSpPr>
            <p:cNvPr id="6" name="Text Box 6">
              <a:extLst>
                <a:ext uri="{FF2B5EF4-FFF2-40B4-BE49-F238E27FC236}">
                  <a16:creationId xmlns:a16="http://schemas.microsoft.com/office/drawing/2014/main" id="{47385040-D44C-4D7C-FEF3-7C26A21D71C4}"/>
                </a:ext>
              </a:extLst>
            </p:cNvPr>
            <p:cNvSpPr txBox="1">
              <a:spLocks noChangeArrowheads="1"/>
            </p:cNvSpPr>
            <p:nvPr/>
          </p:nvSpPr>
          <p:spPr bwMode="auto">
            <a:xfrm>
              <a:off x="2277" y="2709"/>
              <a:ext cx="748" cy="113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20000"/>
                </a:lnSpc>
                <a:spcBef>
                  <a:spcPct val="20000"/>
                </a:spcBef>
                <a:buClrTx/>
                <a:buSzTx/>
                <a:buFontTx/>
                <a:buNone/>
              </a:pPr>
              <a:r>
                <a:rPr kumimoji="1" lang="zh-CN" altLang="en-US" sz="1800" dirty="0">
                  <a:solidFill>
                    <a:schemeClr val="tx1"/>
                  </a:solidFill>
                  <a:latin typeface="Times New Roman" panose="02020603050405020304" pitchFamily="18" charset="0"/>
                </a:rPr>
                <a:t>程序</a:t>
              </a:r>
              <a:r>
                <a:rPr kumimoji="1" lang="en-US" altLang="zh-CN" sz="1800" dirty="0">
                  <a:solidFill>
                    <a:schemeClr val="tx1"/>
                  </a:solidFill>
                  <a:latin typeface="Times New Roman" panose="02020603050405020304" pitchFamily="18" charset="0"/>
                </a:rPr>
                <a:t>B</a:t>
              </a:r>
            </a:p>
            <a:p>
              <a:pPr eaLnBrk="1" hangingPunct="1">
                <a:lnSpc>
                  <a:spcPct val="120000"/>
                </a:lnSpc>
                <a:spcBef>
                  <a:spcPct val="20000"/>
                </a:spcBef>
                <a:buClrTx/>
                <a:buSzTx/>
                <a:buFontTx/>
                <a:buNone/>
              </a:pPr>
              <a:r>
                <a:rPr kumimoji="1" lang="en-US" altLang="zh-CN" sz="1800" dirty="0">
                  <a:solidFill>
                    <a:schemeClr val="tx1"/>
                  </a:solidFill>
                  <a:latin typeface="Times New Roman" panose="02020603050405020304" pitchFamily="18" charset="0"/>
                  <a:sym typeface="MT Extra" panose="05050102010205020202" pitchFamily="18" charset="2"/>
                </a:rPr>
                <a:t>       </a:t>
              </a:r>
              <a:r>
                <a:rPr kumimoji="1" lang="en-US" altLang="zh-CN" sz="1800" dirty="0">
                  <a:solidFill>
                    <a:schemeClr val="tx1"/>
                  </a:solidFill>
                  <a:latin typeface="Times New Roman" panose="02020603050405020304" pitchFamily="18" charset="0"/>
                </a:rPr>
                <a:t> </a:t>
              </a:r>
              <a:r>
                <a:rPr kumimoji="1" lang="en-US" altLang="zh-CN" sz="1800" dirty="0">
                  <a:solidFill>
                    <a:schemeClr val="tx1"/>
                  </a:solidFill>
                  <a:latin typeface="Times New Roman" panose="02020603050405020304" pitchFamily="18" charset="0"/>
                  <a:sym typeface="MT Extra" panose="05050102010205020202" pitchFamily="18" charset="2"/>
                </a:rPr>
                <a:t> </a:t>
              </a:r>
              <a:r>
                <a:rPr kumimoji="1" lang="en-US" altLang="zh-CN" sz="1800" dirty="0">
                  <a:solidFill>
                    <a:schemeClr val="tx1"/>
                  </a:solidFill>
                  <a:latin typeface="Times New Roman" panose="02020603050405020304" pitchFamily="18" charset="0"/>
                </a:rPr>
                <a:t>   </a:t>
              </a:r>
            </a:p>
            <a:p>
              <a:pPr eaLnBrk="1" hangingPunct="1">
                <a:lnSpc>
                  <a:spcPct val="120000"/>
                </a:lnSpc>
                <a:spcBef>
                  <a:spcPct val="20000"/>
                </a:spcBef>
                <a:buClrTx/>
                <a:buSzTx/>
                <a:buFontTx/>
                <a:buNone/>
              </a:pPr>
              <a:r>
                <a:rPr kumimoji="1" lang="en-US" altLang="zh-CN" sz="1800" dirty="0">
                  <a:solidFill>
                    <a:schemeClr val="tx1"/>
                  </a:solidFill>
                  <a:latin typeface="Times New Roman" panose="02020603050405020304" pitchFamily="18" charset="0"/>
                </a:rPr>
                <a:t>  print(n);</a:t>
              </a:r>
            </a:p>
            <a:p>
              <a:pPr eaLnBrk="1" hangingPunct="1">
                <a:lnSpc>
                  <a:spcPct val="120000"/>
                </a:lnSpc>
                <a:spcBef>
                  <a:spcPct val="20000"/>
                </a:spcBef>
                <a:buClrTx/>
                <a:buSzTx/>
                <a:buFontTx/>
                <a:buNone/>
              </a:pPr>
              <a:r>
                <a:rPr kumimoji="1" lang="en-US" altLang="zh-CN" sz="1800" dirty="0">
                  <a:solidFill>
                    <a:schemeClr val="tx1"/>
                  </a:solidFill>
                  <a:latin typeface="Times New Roman" panose="02020603050405020304" pitchFamily="18" charset="0"/>
                  <a:sym typeface="MT Extra" panose="05050102010205020202" pitchFamily="18" charset="2"/>
                </a:rPr>
                <a:t>  </a:t>
              </a:r>
              <a:r>
                <a:rPr kumimoji="1" lang="en-US" altLang="zh-CN" sz="1800" dirty="0">
                  <a:solidFill>
                    <a:schemeClr val="tx1"/>
                  </a:solidFill>
                  <a:latin typeface="Times New Roman" panose="02020603050405020304" pitchFamily="18" charset="0"/>
                </a:rPr>
                <a:t>n := 0;</a:t>
              </a:r>
              <a:r>
                <a:rPr kumimoji="1" lang="en-US" altLang="zh-CN" sz="1800" dirty="0">
                  <a:solidFill>
                    <a:schemeClr val="tx1"/>
                  </a:solidFill>
                  <a:latin typeface="Times New Roman" panose="02020603050405020304" pitchFamily="18" charset="0"/>
                  <a:sym typeface="MT Extra" panose="05050102010205020202" pitchFamily="18" charset="2"/>
                </a:rPr>
                <a:t>     </a:t>
              </a:r>
            </a:p>
            <a:p>
              <a:pPr eaLnBrk="1" hangingPunct="1">
                <a:lnSpc>
                  <a:spcPct val="120000"/>
                </a:lnSpc>
                <a:spcBef>
                  <a:spcPct val="20000"/>
                </a:spcBef>
                <a:buClrTx/>
                <a:buSzTx/>
                <a:buFontTx/>
                <a:buNone/>
              </a:pPr>
              <a:r>
                <a:rPr kumimoji="1" lang="en-US" altLang="zh-CN" sz="1800" dirty="0">
                  <a:solidFill>
                    <a:schemeClr val="tx1"/>
                  </a:solidFill>
                  <a:latin typeface="Times New Roman" panose="02020603050405020304" pitchFamily="18" charset="0"/>
                  <a:sym typeface="MT Extra" panose="05050102010205020202" pitchFamily="18" charset="2"/>
                </a:rPr>
                <a:t>       </a:t>
              </a:r>
              <a:r>
                <a:rPr kumimoji="1" lang="en-US" altLang="zh-CN" sz="1800" dirty="0">
                  <a:solidFill>
                    <a:schemeClr val="tx1"/>
                  </a:solidFill>
                  <a:sym typeface="MT Extra" panose="05050102010205020202" pitchFamily="18" charset="2"/>
                </a:rPr>
                <a:t></a:t>
              </a:r>
              <a:r>
                <a:rPr kumimoji="1" lang="en-US" altLang="zh-CN" sz="1800" dirty="0">
                  <a:solidFill>
                    <a:schemeClr val="tx1"/>
                  </a:solidFill>
                  <a:latin typeface="Times New Roman" panose="02020603050405020304" pitchFamily="18" charset="0"/>
                  <a:sym typeface="MT Extra" panose="05050102010205020202" pitchFamily="18" charset="2"/>
                </a:rPr>
                <a:t> </a:t>
              </a:r>
            </a:p>
          </p:txBody>
        </p:sp>
      </p:grpSp>
      <p:sp>
        <p:nvSpPr>
          <p:cNvPr id="7" name="Text Box 11">
            <a:extLst>
              <a:ext uri="{FF2B5EF4-FFF2-40B4-BE49-F238E27FC236}">
                <a16:creationId xmlns:a16="http://schemas.microsoft.com/office/drawing/2014/main" id="{ABBF8D05-D310-A1A2-82E7-082BC0FD51CF}"/>
              </a:ext>
            </a:extLst>
          </p:cNvPr>
          <p:cNvSpPr txBox="1">
            <a:spLocks noChangeArrowheads="1"/>
          </p:cNvSpPr>
          <p:nvPr/>
        </p:nvSpPr>
        <p:spPr bwMode="auto">
          <a:xfrm>
            <a:off x="8044902" y="5396396"/>
            <a:ext cx="2152650" cy="385763"/>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0"/>
              </a:spcBef>
              <a:buFont typeface="Wingdings" panose="05000000000000000000" pitchFamily="2" charset="2"/>
              <a:buNone/>
            </a:pPr>
            <a:r>
              <a:rPr lang="zh-CN" altLang="en-US" sz="1600" b="0" dirty="0">
                <a:solidFill>
                  <a:schemeClr val="tx1"/>
                </a:solidFill>
                <a:latin typeface="Times New Roman" panose="02020603050405020304" pitchFamily="18" charset="0"/>
              </a:rPr>
              <a:t>共享变量的两个程序</a:t>
            </a:r>
          </a:p>
        </p:txBody>
      </p:sp>
    </p:spTree>
    <p:extLst>
      <p:ext uri="{BB962C8B-B14F-4D97-AF65-F5344CB8AC3E}">
        <p14:creationId xmlns:p14="http://schemas.microsoft.com/office/powerpoint/2010/main" val="39327872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03EA37-CE71-8906-2FE6-8DA5C8D8CFCC}"/>
              </a:ext>
            </a:extLst>
          </p:cNvPr>
          <p:cNvSpPr>
            <a:spLocks noGrp="1"/>
          </p:cNvSpPr>
          <p:nvPr>
            <p:ph type="title"/>
          </p:nvPr>
        </p:nvSpPr>
        <p:spPr/>
        <p:txBody>
          <a:bodyPr>
            <a:normAutofit/>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进程的引入</a:t>
            </a:r>
            <a:endParaRPr lang="zh-CN" altLang="en-US" dirty="0"/>
          </a:p>
        </p:txBody>
      </p:sp>
      <p:graphicFrame>
        <p:nvGraphicFramePr>
          <p:cNvPr id="3" name="表格 2"/>
          <p:cNvGraphicFramePr>
            <a:graphicFrameLocks noGrp="1"/>
          </p:cNvGraphicFramePr>
          <p:nvPr>
            <p:extLst>
              <p:ext uri="{D42A27DB-BD31-4B8C-83A1-F6EECF244321}">
                <p14:modId xmlns:p14="http://schemas.microsoft.com/office/powerpoint/2010/main" val="227410248"/>
              </p:ext>
            </p:extLst>
          </p:nvPr>
        </p:nvGraphicFramePr>
        <p:xfrm>
          <a:off x="1428483" y="4713027"/>
          <a:ext cx="9095578" cy="1107440"/>
        </p:xfrm>
        <a:graphic>
          <a:graphicData uri="http://schemas.openxmlformats.org/drawingml/2006/table">
            <a:tbl>
              <a:tblPr firstRow="1" bandRow="1">
                <a:tableStyleId>{5C22544A-7EE6-4342-B048-85BDC9FD1C3A}</a:tableStyleId>
              </a:tblPr>
              <a:tblGrid>
                <a:gridCol w="1515930">
                  <a:extLst>
                    <a:ext uri="{9D8B030D-6E8A-4147-A177-3AD203B41FA5}">
                      <a16:colId xmlns:a16="http://schemas.microsoft.com/office/drawing/2014/main" val="2572040485"/>
                    </a:ext>
                  </a:extLst>
                </a:gridCol>
                <a:gridCol w="2580581">
                  <a:extLst>
                    <a:ext uri="{9D8B030D-6E8A-4147-A177-3AD203B41FA5}">
                      <a16:colId xmlns:a16="http://schemas.microsoft.com/office/drawing/2014/main" val="1569215215"/>
                    </a:ext>
                  </a:extLst>
                </a:gridCol>
                <a:gridCol w="2523744">
                  <a:extLst>
                    <a:ext uri="{9D8B030D-6E8A-4147-A177-3AD203B41FA5}">
                      <a16:colId xmlns:a16="http://schemas.microsoft.com/office/drawing/2014/main" val="1253484453"/>
                    </a:ext>
                  </a:extLst>
                </a:gridCol>
                <a:gridCol w="2475323">
                  <a:extLst>
                    <a:ext uri="{9D8B030D-6E8A-4147-A177-3AD203B41FA5}">
                      <a16:colId xmlns:a16="http://schemas.microsoft.com/office/drawing/2014/main" val="3527924274"/>
                    </a:ext>
                  </a:extLst>
                </a:gridCol>
              </a:tblGrid>
              <a:tr h="0">
                <a:tc>
                  <a:txBody>
                    <a:bodyPr/>
                    <a:lstStyle/>
                    <a:p>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之前</a:t>
                      </a:r>
                    </a:p>
                  </a:txBody>
                  <a:tcPr/>
                </a:tc>
                <a:tc>
                  <a:txBody>
                    <a:bodyPr/>
                    <a:lstStyle/>
                    <a:p>
                      <a:r>
                        <a:rPr lang="zh-CN" altLang="en-US" dirty="0"/>
                        <a:t>之后</a:t>
                      </a:r>
                    </a:p>
                  </a:txBody>
                  <a:tcPr/>
                </a:tc>
                <a:tc>
                  <a:txBody>
                    <a:bodyPr/>
                    <a:lstStyle/>
                    <a:p>
                      <a:r>
                        <a:rPr lang="zh-CN" altLang="en-US" dirty="0"/>
                        <a:t>之间</a:t>
                      </a:r>
                    </a:p>
                  </a:txBody>
                  <a:tcPr/>
                </a:tc>
                <a:extLst>
                  <a:ext uri="{0D108BD9-81ED-4DB2-BD59-A6C34878D82A}">
                    <a16:rowId xmlns:a16="http://schemas.microsoft.com/office/drawing/2014/main" val="1843120329"/>
                  </a:ext>
                </a:extLst>
              </a:tr>
              <a:tr h="370840">
                <a:tc>
                  <a:txBody>
                    <a:bodyPr/>
                    <a:lstStyle/>
                    <a:p>
                      <a:r>
                        <a:rPr lang="zh-CN" altLang="en-US" dirty="0"/>
                        <a:t>打印结果</a:t>
                      </a:r>
                    </a:p>
                  </a:txBody>
                  <a:tcPr/>
                </a:tc>
                <a:tc>
                  <a:txBody>
                    <a:bodyPr/>
                    <a:lstStyle/>
                    <a:p>
                      <a:r>
                        <a:rPr lang="en-US" altLang="zh-CN" dirty="0"/>
                        <a:t>11</a:t>
                      </a:r>
                      <a:endParaRPr lang="zh-CN" altLang="en-US" dirty="0"/>
                    </a:p>
                  </a:txBody>
                  <a:tcPr/>
                </a:tc>
                <a:tc>
                  <a:txBody>
                    <a:bodyPr/>
                    <a:lstStyle/>
                    <a:p>
                      <a:r>
                        <a:rPr lang="en-US" altLang="zh-CN" dirty="0"/>
                        <a:t>10</a:t>
                      </a:r>
                      <a:endParaRPr lang="zh-CN" altLang="en-US" dirty="0"/>
                    </a:p>
                  </a:txBody>
                  <a:tcPr/>
                </a:tc>
                <a:tc>
                  <a:txBody>
                    <a:bodyPr/>
                    <a:lstStyle/>
                    <a:p>
                      <a:r>
                        <a:rPr lang="en-US" altLang="zh-CN" dirty="0"/>
                        <a:t>10</a:t>
                      </a:r>
                      <a:endParaRPr lang="zh-CN" altLang="en-US" dirty="0"/>
                    </a:p>
                  </a:txBody>
                  <a:tcPr/>
                </a:tc>
                <a:extLst>
                  <a:ext uri="{0D108BD9-81ED-4DB2-BD59-A6C34878D82A}">
                    <a16:rowId xmlns:a16="http://schemas.microsoft.com/office/drawing/2014/main" val="3637910233"/>
                  </a:ext>
                </a:extLst>
              </a:tr>
              <a:tr h="370840">
                <a:tc>
                  <a:txBody>
                    <a:bodyPr/>
                    <a:lstStyle/>
                    <a:p>
                      <a:r>
                        <a:rPr lang="en-US" altLang="zh-CN" dirty="0"/>
                        <a:t>n</a:t>
                      </a:r>
                      <a:r>
                        <a:rPr lang="zh-CN" altLang="en-US" dirty="0"/>
                        <a:t>的最终取值</a:t>
                      </a:r>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r>
                        <a:rPr lang="en-US" altLang="zh-CN" dirty="0"/>
                        <a:t>0</a:t>
                      </a:r>
                      <a:endParaRPr lang="zh-CN" altLang="en-US" dirty="0"/>
                    </a:p>
                  </a:txBody>
                  <a:tcPr/>
                </a:tc>
                <a:extLst>
                  <a:ext uri="{0D108BD9-81ED-4DB2-BD59-A6C34878D82A}">
                    <a16:rowId xmlns:a16="http://schemas.microsoft.com/office/drawing/2014/main" val="1288191322"/>
                  </a:ext>
                </a:extLst>
              </a:tr>
            </a:tbl>
          </a:graphicData>
        </a:graphic>
      </p:graphicFrame>
      <p:sp>
        <p:nvSpPr>
          <p:cNvPr id="4" name="文本框 3"/>
          <p:cNvSpPr txBox="1"/>
          <p:nvPr/>
        </p:nvSpPr>
        <p:spPr>
          <a:xfrm>
            <a:off x="1219633" y="4147926"/>
            <a:ext cx="4801869" cy="369332"/>
          </a:xfrm>
          <a:prstGeom prst="rect">
            <a:avLst/>
          </a:prstGeom>
          <a:noFill/>
        </p:spPr>
        <p:txBody>
          <a:bodyPr wrap="square" rtlCol="0">
            <a:spAutoFit/>
          </a:bodyPr>
          <a:lstStyle/>
          <a:p>
            <a:r>
              <a:rPr lang="zh-CN" altLang="en-US" dirty="0"/>
              <a:t>程序</a:t>
            </a:r>
            <a:r>
              <a:rPr lang="en-US" altLang="zh-CN" dirty="0"/>
              <a:t>A</a:t>
            </a:r>
            <a:r>
              <a:rPr lang="zh-CN" altLang="en-US" dirty="0"/>
              <a:t>的</a:t>
            </a:r>
            <a:r>
              <a:rPr lang="en-US" altLang="zh-CN" dirty="0"/>
              <a:t>n =n+1</a:t>
            </a:r>
            <a:r>
              <a:rPr lang="zh-CN" altLang="en-US" dirty="0"/>
              <a:t>与程序</a:t>
            </a:r>
            <a:r>
              <a:rPr lang="en-US" altLang="zh-CN" dirty="0"/>
              <a:t>B</a:t>
            </a:r>
            <a:r>
              <a:rPr lang="zh-CN" altLang="en-US" dirty="0"/>
              <a:t>的两个语句的关系</a:t>
            </a:r>
          </a:p>
        </p:txBody>
      </p:sp>
      <p:grpSp>
        <p:nvGrpSpPr>
          <p:cNvPr id="30" name="Group 9">
            <a:extLst>
              <a:ext uri="{FF2B5EF4-FFF2-40B4-BE49-F238E27FC236}">
                <a16:creationId xmlns:a16="http://schemas.microsoft.com/office/drawing/2014/main" id="{7A0D485F-F06B-9ACB-503C-1042CAC28BD4}"/>
              </a:ext>
            </a:extLst>
          </p:cNvPr>
          <p:cNvGrpSpPr>
            <a:grpSpLocks/>
          </p:cNvGrpSpPr>
          <p:nvPr/>
        </p:nvGrpSpPr>
        <p:grpSpPr bwMode="auto">
          <a:xfrm>
            <a:off x="8226004" y="1304647"/>
            <a:ext cx="3071813" cy="2135187"/>
            <a:chOff x="1200" y="2709"/>
            <a:chExt cx="1825" cy="1134"/>
          </a:xfrm>
        </p:grpSpPr>
        <p:sp>
          <p:nvSpPr>
            <p:cNvPr id="31" name="Text Box 5">
              <a:extLst>
                <a:ext uri="{FF2B5EF4-FFF2-40B4-BE49-F238E27FC236}">
                  <a16:creationId xmlns:a16="http://schemas.microsoft.com/office/drawing/2014/main" id="{6FA2197D-A6A8-DBAE-391D-39DD03103E5B}"/>
                </a:ext>
              </a:extLst>
            </p:cNvPr>
            <p:cNvSpPr txBox="1">
              <a:spLocks noChangeArrowheads="1"/>
            </p:cNvSpPr>
            <p:nvPr/>
          </p:nvSpPr>
          <p:spPr bwMode="auto">
            <a:xfrm>
              <a:off x="1200" y="2709"/>
              <a:ext cx="748" cy="113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20000"/>
                </a:lnSpc>
                <a:spcBef>
                  <a:spcPct val="20000"/>
                </a:spcBef>
                <a:buClrTx/>
                <a:buSzTx/>
                <a:buFontTx/>
                <a:buNone/>
              </a:pPr>
              <a:r>
                <a:rPr kumimoji="1" lang="zh-CN" altLang="en-US" sz="1800" dirty="0">
                  <a:solidFill>
                    <a:schemeClr val="tx1"/>
                  </a:solidFill>
                  <a:latin typeface="Times New Roman" panose="02020603050405020304" pitchFamily="18" charset="0"/>
                </a:rPr>
                <a:t>程序</a:t>
              </a:r>
              <a:r>
                <a:rPr kumimoji="1" lang="en-US" altLang="zh-CN" sz="1800" dirty="0">
                  <a:solidFill>
                    <a:schemeClr val="tx1"/>
                  </a:solidFill>
                  <a:latin typeface="Times New Roman" panose="02020603050405020304" pitchFamily="18" charset="0"/>
                </a:rPr>
                <a:t>A         </a:t>
              </a:r>
            </a:p>
            <a:p>
              <a:pPr eaLnBrk="1" hangingPunct="1">
                <a:lnSpc>
                  <a:spcPct val="120000"/>
                </a:lnSpc>
                <a:spcBef>
                  <a:spcPct val="20000"/>
                </a:spcBef>
                <a:buClrTx/>
                <a:buSzTx/>
                <a:buFontTx/>
                <a:buNone/>
              </a:pPr>
              <a:r>
                <a:rPr kumimoji="1" lang="en-US" altLang="zh-CN" sz="1800" dirty="0">
                  <a:solidFill>
                    <a:schemeClr val="tx1"/>
                  </a:solidFill>
                  <a:latin typeface="Times New Roman" panose="02020603050405020304" pitchFamily="18" charset="0"/>
                </a:rPr>
                <a:t>       </a:t>
              </a:r>
              <a:r>
                <a:rPr kumimoji="1" lang="en-US" altLang="zh-CN" sz="1800" dirty="0">
                  <a:solidFill>
                    <a:schemeClr val="tx1"/>
                  </a:solidFill>
                  <a:latin typeface="Times New Roman" panose="02020603050405020304" pitchFamily="18" charset="0"/>
                  <a:sym typeface="MT Extra" panose="05050102010205020202" pitchFamily="18" charset="2"/>
                </a:rPr>
                <a:t></a:t>
              </a:r>
              <a:r>
                <a:rPr kumimoji="1" lang="en-US" altLang="zh-CN" sz="1800" dirty="0">
                  <a:solidFill>
                    <a:schemeClr val="tx1"/>
                  </a:solidFill>
                  <a:latin typeface="Times New Roman" panose="02020603050405020304" pitchFamily="18" charset="0"/>
                </a:rPr>
                <a:t>    </a:t>
              </a:r>
            </a:p>
            <a:p>
              <a:pPr eaLnBrk="1" hangingPunct="1">
                <a:lnSpc>
                  <a:spcPct val="120000"/>
                </a:lnSpc>
                <a:spcBef>
                  <a:spcPct val="20000"/>
                </a:spcBef>
                <a:buClrTx/>
                <a:buSzTx/>
                <a:buFontTx/>
                <a:buNone/>
              </a:pPr>
              <a:r>
                <a:rPr kumimoji="1" lang="en-US" altLang="zh-CN" sz="1800" dirty="0">
                  <a:solidFill>
                    <a:schemeClr val="tx1"/>
                  </a:solidFill>
                  <a:latin typeface="Times New Roman" panose="02020603050405020304" pitchFamily="18" charset="0"/>
                </a:rPr>
                <a:t> n  = n+1;</a:t>
              </a:r>
            </a:p>
            <a:p>
              <a:pPr eaLnBrk="1" hangingPunct="1">
                <a:lnSpc>
                  <a:spcPct val="120000"/>
                </a:lnSpc>
                <a:spcBef>
                  <a:spcPct val="20000"/>
                </a:spcBef>
                <a:buClrTx/>
                <a:buSzTx/>
                <a:buFontTx/>
                <a:buNone/>
              </a:pPr>
              <a:r>
                <a:rPr kumimoji="1" lang="en-US" altLang="zh-CN" sz="1800" dirty="0">
                  <a:solidFill>
                    <a:schemeClr val="tx1"/>
                  </a:solidFill>
                  <a:latin typeface="Times New Roman" panose="02020603050405020304" pitchFamily="18" charset="0"/>
                  <a:sym typeface="MT Extra" panose="05050102010205020202" pitchFamily="18" charset="2"/>
                </a:rPr>
                <a:t>        </a:t>
              </a:r>
            </a:p>
            <a:p>
              <a:pPr eaLnBrk="1" hangingPunct="1">
                <a:lnSpc>
                  <a:spcPct val="120000"/>
                </a:lnSpc>
                <a:spcBef>
                  <a:spcPct val="20000"/>
                </a:spcBef>
                <a:buClrTx/>
                <a:buSzTx/>
                <a:buFontTx/>
                <a:buNone/>
              </a:pPr>
              <a:r>
                <a:rPr kumimoji="1" lang="en-US" altLang="zh-CN" sz="1800" dirty="0">
                  <a:solidFill>
                    <a:schemeClr val="tx1"/>
                  </a:solidFill>
                  <a:latin typeface="Times New Roman" panose="02020603050405020304" pitchFamily="18" charset="0"/>
                  <a:sym typeface="MT Extra" panose="05050102010205020202" pitchFamily="18" charset="2"/>
                </a:rPr>
                <a:t>        </a:t>
              </a:r>
            </a:p>
          </p:txBody>
        </p:sp>
        <p:sp>
          <p:nvSpPr>
            <p:cNvPr id="32" name="Text Box 6">
              <a:extLst>
                <a:ext uri="{FF2B5EF4-FFF2-40B4-BE49-F238E27FC236}">
                  <a16:creationId xmlns:a16="http://schemas.microsoft.com/office/drawing/2014/main" id="{47385040-D44C-4D7C-FEF3-7C26A21D71C4}"/>
                </a:ext>
              </a:extLst>
            </p:cNvPr>
            <p:cNvSpPr txBox="1">
              <a:spLocks noChangeArrowheads="1"/>
            </p:cNvSpPr>
            <p:nvPr/>
          </p:nvSpPr>
          <p:spPr bwMode="auto">
            <a:xfrm>
              <a:off x="2277" y="2709"/>
              <a:ext cx="748" cy="113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20000"/>
                </a:lnSpc>
                <a:spcBef>
                  <a:spcPct val="20000"/>
                </a:spcBef>
                <a:buClrTx/>
                <a:buSzTx/>
                <a:buFontTx/>
                <a:buNone/>
              </a:pPr>
              <a:r>
                <a:rPr kumimoji="1" lang="zh-CN" altLang="en-US" sz="1800" dirty="0">
                  <a:solidFill>
                    <a:schemeClr val="tx1"/>
                  </a:solidFill>
                  <a:latin typeface="Times New Roman" panose="02020603050405020304" pitchFamily="18" charset="0"/>
                </a:rPr>
                <a:t>程序</a:t>
              </a:r>
              <a:r>
                <a:rPr kumimoji="1" lang="en-US" altLang="zh-CN" sz="1800" dirty="0">
                  <a:solidFill>
                    <a:schemeClr val="tx1"/>
                  </a:solidFill>
                  <a:latin typeface="Times New Roman" panose="02020603050405020304" pitchFamily="18" charset="0"/>
                </a:rPr>
                <a:t>B</a:t>
              </a:r>
            </a:p>
            <a:p>
              <a:pPr eaLnBrk="1" hangingPunct="1">
                <a:lnSpc>
                  <a:spcPct val="120000"/>
                </a:lnSpc>
                <a:spcBef>
                  <a:spcPct val="20000"/>
                </a:spcBef>
                <a:buClrTx/>
                <a:buSzTx/>
                <a:buFontTx/>
                <a:buNone/>
              </a:pPr>
              <a:r>
                <a:rPr kumimoji="1" lang="en-US" altLang="zh-CN" sz="1800" dirty="0">
                  <a:solidFill>
                    <a:schemeClr val="tx1"/>
                  </a:solidFill>
                  <a:latin typeface="Times New Roman" panose="02020603050405020304" pitchFamily="18" charset="0"/>
                  <a:sym typeface="MT Extra" panose="05050102010205020202" pitchFamily="18" charset="2"/>
                </a:rPr>
                <a:t>       </a:t>
              </a:r>
              <a:r>
                <a:rPr kumimoji="1" lang="en-US" altLang="zh-CN" sz="1800" dirty="0">
                  <a:solidFill>
                    <a:schemeClr val="tx1"/>
                  </a:solidFill>
                  <a:latin typeface="Times New Roman" panose="02020603050405020304" pitchFamily="18" charset="0"/>
                </a:rPr>
                <a:t> </a:t>
              </a:r>
              <a:r>
                <a:rPr kumimoji="1" lang="en-US" altLang="zh-CN" sz="1800" dirty="0">
                  <a:solidFill>
                    <a:schemeClr val="tx1"/>
                  </a:solidFill>
                  <a:latin typeface="Times New Roman" panose="02020603050405020304" pitchFamily="18" charset="0"/>
                  <a:sym typeface="MT Extra" panose="05050102010205020202" pitchFamily="18" charset="2"/>
                </a:rPr>
                <a:t> </a:t>
              </a:r>
              <a:r>
                <a:rPr kumimoji="1" lang="en-US" altLang="zh-CN" sz="1800" dirty="0">
                  <a:solidFill>
                    <a:schemeClr val="tx1"/>
                  </a:solidFill>
                  <a:latin typeface="Times New Roman" panose="02020603050405020304" pitchFamily="18" charset="0"/>
                </a:rPr>
                <a:t>   </a:t>
              </a:r>
            </a:p>
            <a:p>
              <a:pPr eaLnBrk="1" hangingPunct="1">
                <a:lnSpc>
                  <a:spcPct val="120000"/>
                </a:lnSpc>
                <a:spcBef>
                  <a:spcPct val="20000"/>
                </a:spcBef>
                <a:buClrTx/>
                <a:buSzTx/>
                <a:buFontTx/>
                <a:buNone/>
              </a:pPr>
              <a:r>
                <a:rPr kumimoji="1" lang="en-US" altLang="zh-CN" sz="1800" dirty="0">
                  <a:solidFill>
                    <a:schemeClr val="tx1"/>
                  </a:solidFill>
                  <a:latin typeface="Times New Roman" panose="02020603050405020304" pitchFamily="18" charset="0"/>
                </a:rPr>
                <a:t>  print(n);</a:t>
              </a:r>
            </a:p>
            <a:p>
              <a:pPr eaLnBrk="1" hangingPunct="1">
                <a:lnSpc>
                  <a:spcPct val="120000"/>
                </a:lnSpc>
                <a:spcBef>
                  <a:spcPct val="20000"/>
                </a:spcBef>
                <a:buClrTx/>
                <a:buSzTx/>
                <a:buFontTx/>
                <a:buNone/>
              </a:pPr>
              <a:r>
                <a:rPr kumimoji="1" lang="en-US" altLang="zh-CN" sz="1800" dirty="0">
                  <a:solidFill>
                    <a:schemeClr val="tx1"/>
                  </a:solidFill>
                  <a:latin typeface="Times New Roman" panose="02020603050405020304" pitchFamily="18" charset="0"/>
                  <a:sym typeface="MT Extra" panose="05050102010205020202" pitchFamily="18" charset="2"/>
                </a:rPr>
                <a:t>  </a:t>
              </a:r>
              <a:r>
                <a:rPr kumimoji="1" lang="en-US" altLang="zh-CN" sz="1800" dirty="0">
                  <a:solidFill>
                    <a:schemeClr val="tx1"/>
                  </a:solidFill>
                  <a:latin typeface="Times New Roman" panose="02020603050405020304" pitchFamily="18" charset="0"/>
                </a:rPr>
                <a:t>n  = 0;</a:t>
              </a:r>
              <a:r>
                <a:rPr kumimoji="1" lang="en-US" altLang="zh-CN" sz="1800" dirty="0">
                  <a:solidFill>
                    <a:schemeClr val="tx1"/>
                  </a:solidFill>
                  <a:latin typeface="Times New Roman" panose="02020603050405020304" pitchFamily="18" charset="0"/>
                  <a:sym typeface="MT Extra" panose="05050102010205020202" pitchFamily="18" charset="2"/>
                </a:rPr>
                <a:t>     </a:t>
              </a:r>
            </a:p>
            <a:p>
              <a:pPr eaLnBrk="1" hangingPunct="1">
                <a:lnSpc>
                  <a:spcPct val="120000"/>
                </a:lnSpc>
                <a:spcBef>
                  <a:spcPct val="20000"/>
                </a:spcBef>
                <a:buClrTx/>
                <a:buSzTx/>
                <a:buFontTx/>
                <a:buNone/>
              </a:pPr>
              <a:r>
                <a:rPr kumimoji="1" lang="en-US" altLang="zh-CN" sz="1800" dirty="0">
                  <a:solidFill>
                    <a:schemeClr val="tx1"/>
                  </a:solidFill>
                  <a:latin typeface="Times New Roman" panose="02020603050405020304" pitchFamily="18" charset="0"/>
                  <a:sym typeface="MT Extra" panose="05050102010205020202" pitchFamily="18" charset="2"/>
                </a:rPr>
                <a:t>       </a:t>
              </a:r>
              <a:r>
                <a:rPr kumimoji="1" lang="en-US" altLang="zh-CN" sz="1800" dirty="0">
                  <a:solidFill>
                    <a:schemeClr val="tx1"/>
                  </a:solidFill>
                  <a:sym typeface="MT Extra" panose="05050102010205020202" pitchFamily="18" charset="2"/>
                </a:rPr>
                <a:t></a:t>
              </a:r>
              <a:r>
                <a:rPr kumimoji="1" lang="en-US" altLang="zh-CN" sz="1800" dirty="0">
                  <a:solidFill>
                    <a:schemeClr val="tx1"/>
                  </a:solidFill>
                  <a:latin typeface="Times New Roman" panose="02020603050405020304" pitchFamily="18" charset="0"/>
                  <a:sym typeface="MT Extra" panose="05050102010205020202" pitchFamily="18" charset="2"/>
                </a:rPr>
                <a:t> </a:t>
              </a:r>
            </a:p>
          </p:txBody>
        </p:sp>
      </p:grpSp>
      <p:sp>
        <p:nvSpPr>
          <p:cNvPr id="33" name="Text Box 11">
            <a:extLst>
              <a:ext uri="{FF2B5EF4-FFF2-40B4-BE49-F238E27FC236}">
                <a16:creationId xmlns:a16="http://schemas.microsoft.com/office/drawing/2014/main" id="{ABBF8D05-D310-A1A2-82E7-082BC0FD51CF}"/>
              </a:ext>
            </a:extLst>
          </p:cNvPr>
          <p:cNvSpPr txBox="1">
            <a:spLocks noChangeArrowheads="1"/>
          </p:cNvSpPr>
          <p:nvPr/>
        </p:nvSpPr>
        <p:spPr bwMode="auto">
          <a:xfrm>
            <a:off x="8075168" y="3551739"/>
            <a:ext cx="3581360" cy="387798"/>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Font typeface="Wingdings" panose="05000000000000000000" pitchFamily="2" charset="2"/>
              <a:buNone/>
            </a:pPr>
            <a:r>
              <a:rPr lang="en-US" altLang="zh-CN" sz="1600" b="0" dirty="0">
                <a:solidFill>
                  <a:schemeClr val="tx1"/>
                </a:solidFill>
                <a:latin typeface="Times New Roman" panose="02020603050405020304" pitchFamily="18" charset="0"/>
              </a:rPr>
              <a:t>n</a:t>
            </a:r>
            <a:r>
              <a:rPr lang="zh-CN" altLang="en-US" sz="1600" b="0" dirty="0">
                <a:solidFill>
                  <a:schemeClr val="tx1"/>
                </a:solidFill>
                <a:latin typeface="Times New Roman" panose="02020603050405020304" pitchFamily="18" charset="0"/>
              </a:rPr>
              <a:t>为共享变量，初值为</a:t>
            </a:r>
            <a:r>
              <a:rPr lang="en-US" altLang="zh-CN" sz="1600" b="0" dirty="0">
                <a:solidFill>
                  <a:schemeClr val="tx1"/>
                </a:solidFill>
                <a:latin typeface="Times New Roman" panose="02020603050405020304" pitchFamily="18" charset="0"/>
              </a:rPr>
              <a:t>10</a:t>
            </a:r>
            <a:endParaRPr lang="zh-CN" altLang="en-US" sz="1600" b="0" dirty="0">
              <a:solidFill>
                <a:schemeClr val="tx1"/>
              </a:solidFill>
              <a:latin typeface="Times New Roman" panose="02020603050405020304" pitchFamily="18" charset="0"/>
            </a:endParaRPr>
          </a:p>
        </p:txBody>
      </p:sp>
      <p:sp>
        <p:nvSpPr>
          <p:cNvPr id="5" name="文本框 4"/>
          <p:cNvSpPr txBox="1"/>
          <p:nvPr/>
        </p:nvSpPr>
        <p:spPr>
          <a:xfrm>
            <a:off x="601472" y="1154550"/>
            <a:ext cx="7038848" cy="2142125"/>
          </a:xfrm>
          <a:prstGeom prst="rect">
            <a:avLst/>
          </a:prstGeom>
          <a:noFill/>
        </p:spPr>
        <p:txBody>
          <a:bodyPr wrap="square" rtlCol="0">
            <a:spAutoFit/>
          </a:bodyPr>
          <a:lstStyle/>
          <a:p>
            <a:pPr marL="469900" lvl="1" indent="0">
              <a:lnSpc>
                <a:spcPct val="120000"/>
              </a:lnSpc>
              <a:spcBef>
                <a:spcPct val="0"/>
              </a:spcBef>
              <a:buNone/>
            </a:pPr>
            <a:r>
              <a:rPr lang="zh-CN" altLang="en-US" sz="2400" dirty="0">
                <a:latin typeface="Times New Roman" panose="02020603050405020304" pitchFamily="18" charset="0"/>
              </a:rPr>
              <a:t>例如：</a:t>
            </a:r>
          </a:p>
          <a:p>
            <a:pPr marL="469900" lvl="1" indent="0">
              <a:lnSpc>
                <a:spcPct val="120000"/>
              </a:lnSpc>
              <a:spcBef>
                <a:spcPct val="0"/>
              </a:spcBef>
              <a:buNone/>
            </a:pPr>
            <a:r>
              <a:rPr lang="zh-CN" altLang="en-US" sz="2400" dirty="0">
                <a:latin typeface="Times New Roman" panose="02020603050405020304" pitchFamily="18" charset="0"/>
              </a:rPr>
              <a:t>讨论共享公共变量的两个程序，执行时可能</a:t>
            </a:r>
            <a:endParaRPr lang="en-US" altLang="zh-CN" sz="2400" dirty="0">
              <a:latin typeface="Times New Roman" panose="02020603050405020304" pitchFamily="18" charset="0"/>
            </a:endParaRPr>
          </a:p>
          <a:p>
            <a:pPr marL="469900" lvl="1" indent="0">
              <a:lnSpc>
                <a:spcPct val="120000"/>
              </a:lnSpc>
              <a:spcBef>
                <a:spcPct val="0"/>
              </a:spcBef>
              <a:buNone/>
            </a:pPr>
            <a:r>
              <a:rPr lang="zh-CN" altLang="en-US" sz="2400" dirty="0">
                <a:latin typeface="Times New Roman" panose="02020603050405020304" pitchFamily="18" charset="0"/>
              </a:rPr>
              <a:t>产生的不同结果。程序</a:t>
            </a:r>
            <a:r>
              <a:rPr lang="en-US" altLang="zh-CN" sz="2400" dirty="0">
                <a:latin typeface="Times New Roman" panose="02020603050405020304" pitchFamily="18" charset="0"/>
              </a:rPr>
              <a:t>A</a:t>
            </a:r>
            <a:r>
              <a:rPr lang="zh-CN" altLang="en-US" sz="2400" dirty="0">
                <a:latin typeface="Times New Roman" panose="02020603050405020304" pitchFamily="18" charset="0"/>
              </a:rPr>
              <a:t>执行时对</a:t>
            </a:r>
            <a:r>
              <a:rPr lang="en-US" altLang="zh-CN" sz="2400" dirty="0">
                <a:latin typeface="Times New Roman" panose="02020603050405020304" pitchFamily="18" charset="0"/>
              </a:rPr>
              <a:t>n</a:t>
            </a:r>
            <a:r>
              <a:rPr lang="zh-CN" altLang="en-US" sz="2400" dirty="0">
                <a:latin typeface="Times New Roman" panose="02020603050405020304" pitchFamily="18" charset="0"/>
              </a:rPr>
              <a:t>做加</a:t>
            </a:r>
            <a:r>
              <a:rPr lang="en-US" altLang="zh-CN" sz="2400" dirty="0">
                <a:latin typeface="Times New Roman" panose="02020603050405020304" pitchFamily="18" charset="0"/>
              </a:rPr>
              <a:t>1</a:t>
            </a:r>
            <a:r>
              <a:rPr lang="zh-CN" altLang="en-US" sz="2400" dirty="0">
                <a:latin typeface="Times New Roman" panose="02020603050405020304" pitchFamily="18" charset="0"/>
              </a:rPr>
              <a:t>的</a:t>
            </a:r>
            <a:endParaRPr lang="en-US" altLang="zh-CN" sz="2400" dirty="0">
              <a:latin typeface="Times New Roman" panose="02020603050405020304" pitchFamily="18" charset="0"/>
            </a:endParaRPr>
          </a:p>
          <a:p>
            <a:pPr marL="469900" lvl="1" indent="0">
              <a:lnSpc>
                <a:spcPct val="120000"/>
              </a:lnSpc>
              <a:spcBef>
                <a:spcPct val="0"/>
              </a:spcBef>
              <a:buNone/>
            </a:pPr>
            <a:r>
              <a:rPr lang="zh-CN" altLang="en-US" sz="2400" dirty="0">
                <a:latin typeface="Times New Roman" panose="02020603050405020304" pitchFamily="18" charset="0"/>
              </a:rPr>
              <a:t>操作；程序</a:t>
            </a:r>
            <a:r>
              <a:rPr lang="en-US" altLang="zh-CN" sz="2400" dirty="0">
                <a:latin typeface="Times New Roman" panose="02020603050405020304" pitchFamily="18" charset="0"/>
              </a:rPr>
              <a:t>B</a:t>
            </a:r>
            <a:r>
              <a:rPr lang="zh-CN" altLang="en-US" sz="2400" dirty="0">
                <a:latin typeface="Times New Roman" panose="02020603050405020304" pitchFamily="18" charset="0"/>
              </a:rPr>
              <a:t>打印出</a:t>
            </a:r>
            <a:r>
              <a:rPr lang="en-US" altLang="zh-CN" sz="2400" dirty="0">
                <a:latin typeface="Times New Roman" panose="02020603050405020304" pitchFamily="18" charset="0"/>
              </a:rPr>
              <a:t>n</a:t>
            </a:r>
            <a:r>
              <a:rPr lang="zh-CN" altLang="en-US" sz="2400" dirty="0">
                <a:latin typeface="Times New Roman" panose="02020603050405020304" pitchFamily="18" charset="0"/>
              </a:rPr>
              <a:t>值，并将它重新置为零。 </a:t>
            </a:r>
          </a:p>
          <a:p>
            <a:endParaRPr lang="zh-CN" altLang="en-US" dirty="0"/>
          </a:p>
        </p:txBody>
      </p:sp>
    </p:spTree>
    <p:extLst>
      <p:ext uri="{BB962C8B-B14F-4D97-AF65-F5344CB8AC3E}">
        <p14:creationId xmlns:p14="http://schemas.microsoft.com/office/powerpoint/2010/main" val="23914720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10E968-3B2F-7818-D57E-A3C3D6A28795}"/>
              </a:ext>
            </a:extLst>
          </p:cNvPr>
          <p:cNvSpPr>
            <a:spLocks noGrp="1"/>
          </p:cNvSpPr>
          <p:nvPr>
            <p:ph type="title"/>
          </p:nvPr>
        </p:nvSpPr>
        <p:spPr/>
        <p:txBody>
          <a:bodyPr>
            <a:normAutofit/>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进程的引入</a:t>
            </a:r>
            <a:endParaRPr lang="zh-CN" altLang="en-US" dirty="0"/>
          </a:p>
        </p:txBody>
      </p:sp>
      <p:sp>
        <p:nvSpPr>
          <p:cNvPr id="31" name="Rectangle 3">
            <a:extLst>
              <a:ext uri="{FF2B5EF4-FFF2-40B4-BE49-F238E27FC236}">
                <a16:creationId xmlns:a16="http://schemas.microsoft.com/office/drawing/2014/main" id="{BE34E6FF-F0B9-A3E5-5854-81C3B161648F}"/>
              </a:ext>
            </a:extLst>
          </p:cNvPr>
          <p:cNvSpPr>
            <a:spLocks noChangeArrowheads="1"/>
          </p:cNvSpPr>
          <p:nvPr/>
        </p:nvSpPr>
        <p:spPr bwMode="auto">
          <a:xfrm>
            <a:off x="950483" y="830079"/>
            <a:ext cx="71723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eaLnBrk="1" hangingPunct="1">
              <a:lnSpc>
                <a:spcPct val="120000"/>
              </a:lnSpc>
              <a:buClr>
                <a:schemeClr val="tx2"/>
              </a:buClr>
              <a:buSzPct val="95000"/>
              <a:buFont typeface="Wingdings" panose="05000000000000000000" pitchFamily="2" charset="2"/>
              <a:buNone/>
              <a:defRPr/>
            </a:pPr>
            <a:r>
              <a:rPr lang="en-US" altLang="zh-CN" sz="2400" dirty="0">
                <a:solidFill>
                  <a:srgbClr val="000099"/>
                </a:solidFill>
                <a:latin typeface="Times New Roman" panose="02020603050405020304" pitchFamily="18" charset="0"/>
              </a:rPr>
              <a:t>② </a:t>
            </a:r>
            <a:r>
              <a:rPr lang="zh-CN" altLang="en-US" sz="2400" dirty="0">
                <a:solidFill>
                  <a:srgbClr val="000099"/>
                </a:solidFill>
                <a:latin typeface="Times New Roman" panose="02020603050405020304" pitchFamily="18" charset="0"/>
              </a:rPr>
              <a:t>程序与计算不再一一对应</a:t>
            </a:r>
          </a:p>
          <a:p>
            <a:pPr lvl="1" eaLnBrk="1" hangingPunct="1">
              <a:lnSpc>
                <a:spcPct val="120000"/>
              </a:lnSpc>
              <a:spcBef>
                <a:spcPct val="20000"/>
              </a:spcBef>
              <a:buClr>
                <a:schemeClr val="tx2"/>
              </a:buClr>
              <a:buSzPct val="95000"/>
              <a:buFont typeface="Wingdings" panose="05000000000000000000" pitchFamily="2" charset="2"/>
              <a:buNone/>
              <a:defRPr/>
            </a:pPr>
            <a:r>
              <a:rPr lang="zh-CN" altLang="en-US" sz="2400" b="0" dirty="0">
                <a:solidFill>
                  <a:schemeClr val="tx1"/>
                </a:solidFill>
                <a:effectLst/>
                <a:latin typeface="Times New Roman" panose="02020603050405020304" pitchFamily="18" charset="0"/>
              </a:rPr>
              <a:t>一个程序可以对应多个计算。</a:t>
            </a:r>
            <a:endParaRPr lang="zh-CN" altLang="en-US" sz="2400" dirty="0">
              <a:solidFill>
                <a:srgbClr val="000099"/>
              </a:solidFill>
              <a:latin typeface="Times New Roman" panose="02020603050405020304" pitchFamily="18" charset="0"/>
            </a:endParaRPr>
          </a:p>
        </p:txBody>
      </p:sp>
      <p:sp>
        <p:nvSpPr>
          <p:cNvPr id="32" name="Text Box 16">
            <a:extLst>
              <a:ext uri="{FF2B5EF4-FFF2-40B4-BE49-F238E27FC236}">
                <a16:creationId xmlns:a16="http://schemas.microsoft.com/office/drawing/2014/main" id="{8986052E-7A36-6778-89FA-B5C52B1D81AA}"/>
              </a:ext>
            </a:extLst>
          </p:cNvPr>
          <p:cNvSpPr txBox="1">
            <a:spLocks noChangeArrowheads="1"/>
          </p:cNvSpPr>
          <p:nvPr/>
        </p:nvSpPr>
        <p:spPr bwMode="auto">
          <a:xfrm>
            <a:off x="1555320" y="1990542"/>
            <a:ext cx="2058988" cy="2123658"/>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2000" dirty="0">
                <a:solidFill>
                  <a:schemeClr val="tx1"/>
                </a:solidFill>
                <a:latin typeface="Times New Roman" panose="02020603050405020304" pitchFamily="18" charset="0"/>
              </a:rPr>
              <a:t>例</a:t>
            </a:r>
            <a:r>
              <a:rPr kumimoji="1" lang="en-US" altLang="zh-CN" sz="2000" dirty="0">
                <a:solidFill>
                  <a:schemeClr val="tx1"/>
                </a:solidFill>
                <a:latin typeface="Times New Roman" panose="02020603050405020304" pitchFamily="18" charset="0"/>
              </a:rPr>
              <a:t>1</a:t>
            </a:r>
            <a:r>
              <a:rPr kumimoji="1" lang="zh-CN" altLang="en-US" sz="2000" dirty="0">
                <a:solidFill>
                  <a:schemeClr val="tx1"/>
                </a:solidFill>
                <a:latin typeface="Times New Roman" panose="02020603050405020304" pitchFamily="18" charset="0"/>
              </a:rPr>
              <a:t>：</a:t>
            </a:r>
          </a:p>
          <a:p>
            <a:pPr eaLnBrk="1" hangingPunct="1">
              <a:lnSpc>
                <a:spcPct val="100000"/>
              </a:lnSpc>
              <a:spcBef>
                <a:spcPct val="50000"/>
              </a:spcBef>
              <a:buClrTx/>
              <a:buSzTx/>
              <a:buFontTx/>
              <a:buNone/>
            </a:pPr>
            <a:r>
              <a:rPr kumimoji="1" lang="zh-CN" altLang="en-US" sz="1600" dirty="0">
                <a:solidFill>
                  <a:schemeClr val="tx1"/>
                </a:solidFill>
                <a:latin typeface="Times New Roman" panose="02020603050405020304" pitchFamily="18" charset="0"/>
              </a:rPr>
              <a:t>                                </a:t>
            </a:r>
            <a:r>
              <a:rPr kumimoji="1" lang="en-US" altLang="zh-CN" sz="1600" dirty="0">
                <a:solidFill>
                  <a:schemeClr val="tx1"/>
                </a:solidFill>
                <a:latin typeface="Times New Roman" panose="02020603050405020304" pitchFamily="18" charset="0"/>
              </a:rPr>
              <a:t>I</a:t>
            </a:r>
            <a:r>
              <a:rPr kumimoji="1" lang="en-US" altLang="zh-CN" sz="1600" baseline="-25000" dirty="0">
                <a:solidFill>
                  <a:schemeClr val="tx1"/>
                </a:solidFill>
                <a:latin typeface="Times New Roman" panose="02020603050405020304" pitchFamily="18" charset="0"/>
              </a:rPr>
              <a:t>1</a:t>
            </a:r>
            <a:endParaRPr kumimoji="1" lang="en-US" altLang="zh-CN" sz="1600" dirty="0">
              <a:solidFill>
                <a:schemeClr val="tx1"/>
              </a:solidFill>
              <a:latin typeface="Times New Roman" panose="02020603050405020304" pitchFamily="18" charset="0"/>
            </a:endParaRPr>
          </a:p>
          <a:p>
            <a:pPr eaLnBrk="1" hangingPunct="1">
              <a:lnSpc>
                <a:spcPct val="100000"/>
              </a:lnSpc>
              <a:spcBef>
                <a:spcPct val="50000"/>
              </a:spcBef>
              <a:buClrTx/>
              <a:buSzTx/>
              <a:buFontTx/>
              <a:buNone/>
            </a:pPr>
            <a:r>
              <a:rPr kumimoji="1" lang="en-US" altLang="zh-CN" sz="1600" dirty="0">
                <a:solidFill>
                  <a:schemeClr val="tx1"/>
                </a:solidFill>
                <a:latin typeface="Times New Roman" panose="02020603050405020304" pitchFamily="18" charset="0"/>
              </a:rPr>
              <a:t> </a:t>
            </a:r>
            <a:r>
              <a:rPr kumimoji="1" lang="zh-CN" altLang="en-US" sz="1600" dirty="0">
                <a:solidFill>
                  <a:schemeClr val="tx1"/>
                </a:solidFill>
                <a:latin typeface="Times New Roman" panose="02020603050405020304" pitchFamily="18" charset="0"/>
              </a:rPr>
              <a:t>输入程序段           </a:t>
            </a:r>
            <a:r>
              <a:rPr kumimoji="1" lang="en-US" altLang="zh-CN" sz="1600" dirty="0">
                <a:solidFill>
                  <a:schemeClr val="tx1"/>
                </a:solidFill>
                <a:latin typeface="Times New Roman" panose="02020603050405020304" pitchFamily="18" charset="0"/>
              </a:rPr>
              <a:t>I</a:t>
            </a:r>
            <a:r>
              <a:rPr kumimoji="1" lang="en-US" altLang="zh-CN" sz="1600" baseline="-25000" dirty="0">
                <a:solidFill>
                  <a:schemeClr val="tx1"/>
                </a:solidFill>
                <a:latin typeface="Times New Roman" panose="02020603050405020304" pitchFamily="18" charset="0"/>
              </a:rPr>
              <a:t>2</a:t>
            </a:r>
            <a:r>
              <a:rPr kumimoji="1" lang="en-US" altLang="zh-CN" sz="1600" dirty="0">
                <a:solidFill>
                  <a:schemeClr val="tx1"/>
                </a:solidFill>
                <a:latin typeface="Times New Roman" panose="02020603050405020304" pitchFamily="18" charset="0"/>
              </a:rPr>
              <a:t>                           </a:t>
            </a:r>
          </a:p>
          <a:p>
            <a:pPr eaLnBrk="1" hangingPunct="1">
              <a:lnSpc>
                <a:spcPct val="100000"/>
              </a:lnSpc>
              <a:spcBef>
                <a:spcPct val="50000"/>
              </a:spcBef>
              <a:buClrTx/>
              <a:buSzTx/>
              <a:buFontTx/>
              <a:buNone/>
            </a:pPr>
            <a:r>
              <a:rPr kumimoji="1" lang="en-US" altLang="zh-CN" sz="1600" dirty="0">
                <a:solidFill>
                  <a:schemeClr val="tx1"/>
                </a:solidFill>
                <a:latin typeface="Times New Roman" panose="02020603050405020304" pitchFamily="18" charset="0"/>
              </a:rPr>
              <a:t>                                </a:t>
            </a:r>
            <a:r>
              <a:rPr kumimoji="1" lang="en-US" altLang="zh-CN" sz="1600" dirty="0">
                <a:solidFill>
                  <a:schemeClr val="tx1"/>
                </a:solidFill>
                <a:latin typeface="Times New Roman" panose="02020603050405020304" pitchFamily="18" charset="0"/>
                <a:sym typeface="MT Extra" panose="05050102010205020202" pitchFamily="18" charset="2"/>
              </a:rPr>
              <a:t></a:t>
            </a:r>
            <a:endParaRPr kumimoji="1" lang="en-US" altLang="zh-CN" sz="1600" baseline="-25000" dirty="0">
              <a:solidFill>
                <a:schemeClr val="tx1"/>
              </a:solidFill>
              <a:latin typeface="Times New Roman" panose="02020603050405020304" pitchFamily="18" charset="0"/>
              <a:sym typeface="MT Extra" panose="05050102010205020202" pitchFamily="18" charset="2"/>
            </a:endParaRPr>
          </a:p>
          <a:p>
            <a:pPr eaLnBrk="1" hangingPunct="1">
              <a:lnSpc>
                <a:spcPct val="100000"/>
              </a:lnSpc>
              <a:spcBef>
                <a:spcPct val="50000"/>
              </a:spcBef>
              <a:buClrTx/>
              <a:buSzTx/>
              <a:buFontTx/>
              <a:buNone/>
            </a:pPr>
            <a:r>
              <a:rPr kumimoji="1" lang="en-US" altLang="zh-CN" sz="1600" dirty="0">
                <a:solidFill>
                  <a:schemeClr val="tx1"/>
                </a:solidFill>
                <a:latin typeface="Times New Roman" panose="02020603050405020304" pitchFamily="18" charset="0"/>
              </a:rPr>
              <a:t>                                I</a:t>
            </a:r>
            <a:r>
              <a:rPr kumimoji="1" lang="en-US" altLang="zh-CN" sz="1600" baseline="-25000" dirty="0">
                <a:solidFill>
                  <a:schemeClr val="tx1"/>
                </a:solidFill>
                <a:latin typeface="Times New Roman" panose="02020603050405020304" pitchFamily="18" charset="0"/>
              </a:rPr>
              <a:t>n</a:t>
            </a:r>
          </a:p>
          <a:p>
            <a:pPr eaLnBrk="1" hangingPunct="1">
              <a:lnSpc>
                <a:spcPct val="100000"/>
              </a:lnSpc>
              <a:spcBef>
                <a:spcPct val="50000"/>
              </a:spcBef>
              <a:buClrTx/>
              <a:buSzTx/>
              <a:buFontTx/>
              <a:buNone/>
            </a:pPr>
            <a:endParaRPr kumimoji="1" lang="en-US" altLang="zh-CN" sz="1600" baseline="-25000" dirty="0">
              <a:solidFill>
                <a:schemeClr val="tx1"/>
              </a:solidFill>
              <a:latin typeface="Times New Roman" panose="02020603050405020304" pitchFamily="18" charset="0"/>
            </a:endParaRPr>
          </a:p>
        </p:txBody>
      </p:sp>
      <p:grpSp>
        <p:nvGrpSpPr>
          <p:cNvPr id="33" name="Group 17">
            <a:extLst>
              <a:ext uri="{FF2B5EF4-FFF2-40B4-BE49-F238E27FC236}">
                <a16:creationId xmlns:a16="http://schemas.microsoft.com/office/drawing/2014/main" id="{A84A8076-2A19-199D-1EF0-2172D371ECF1}"/>
              </a:ext>
            </a:extLst>
          </p:cNvPr>
          <p:cNvGrpSpPr>
            <a:grpSpLocks/>
          </p:cNvGrpSpPr>
          <p:nvPr/>
        </p:nvGrpSpPr>
        <p:grpSpPr bwMode="auto">
          <a:xfrm>
            <a:off x="2807858" y="2587442"/>
            <a:ext cx="341312" cy="1195387"/>
            <a:chOff x="1968" y="1872"/>
            <a:chExt cx="288" cy="1056"/>
          </a:xfrm>
        </p:grpSpPr>
        <p:sp>
          <p:nvSpPr>
            <p:cNvPr id="34" name="Line 18">
              <a:extLst>
                <a:ext uri="{FF2B5EF4-FFF2-40B4-BE49-F238E27FC236}">
                  <a16:creationId xmlns:a16="http://schemas.microsoft.com/office/drawing/2014/main" id="{B20FA587-BCE7-1067-3C69-139C2B0CFF66}"/>
                </a:ext>
              </a:extLst>
            </p:cNvPr>
            <p:cNvSpPr>
              <a:spLocks noChangeShapeType="1"/>
            </p:cNvSpPr>
            <p:nvPr/>
          </p:nvSpPr>
          <p:spPr bwMode="auto">
            <a:xfrm flipV="1">
              <a:off x="1968" y="1872"/>
              <a:ext cx="288" cy="288"/>
            </a:xfrm>
            <a:prstGeom prst="line">
              <a:avLst/>
            </a:prstGeom>
            <a:noFill/>
            <a:ln w="254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5" name="Line 19">
              <a:extLst>
                <a:ext uri="{FF2B5EF4-FFF2-40B4-BE49-F238E27FC236}">
                  <a16:creationId xmlns:a16="http://schemas.microsoft.com/office/drawing/2014/main" id="{F57F977D-C776-2F1D-0F39-B1CC57AB64B8}"/>
                </a:ext>
              </a:extLst>
            </p:cNvPr>
            <p:cNvSpPr>
              <a:spLocks noChangeShapeType="1"/>
            </p:cNvSpPr>
            <p:nvPr/>
          </p:nvSpPr>
          <p:spPr bwMode="auto">
            <a:xfrm>
              <a:off x="1968" y="2208"/>
              <a:ext cx="288" cy="0"/>
            </a:xfrm>
            <a:prstGeom prst="line">
              <a:avLst/>
            </a:prstGeom>
            <a:noFill/>
            <a:ln w="254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6" name="Line 20">
              <a:extLst>
                <a:ext uri="{FF2B5EF4-FFF2-40B4-BE49-F238E27FC236}">
                  <a16:creationId xmlns:a16="http://schemas.microsoft.com/office/drawing/2014/main" id="{F955BBF6-0B9B-342E-7652-071141D8DA07}"/>
                </a:ext>
              </a:extLst>
            </p:cNvPr>
            <p:cNvSpPr>
              <a:spLocks noChangeShapeType="1"/>
            </p:cNvSpPr>
            <p:nvPr/>
          </p:nvSpPr>
          <p:spPr bwMode="auto">
            <a:xfrm>
              <a:off x="1968" y="2256"/>
              <a:ext cx="288" cy="672"/>
            </a:xfrm>
            <a:prstGeom prst="line">
              <a:avLst/>
            </a:prstGeom>
            <a:noFill/>
            <a:ln w="254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37" name="Text Box 21">
            <a:extLst>
              <a:ext uri="{FF2B5EF4-FFF2-40B4-BE49-F238E27FC236}">
                <a16:creationId xmlns:a16="http://schemas.microsoft.com/office/drawing/2014/main" id="{3029B418-EA6C-A041-2DC3-EC5A44A99926}"/>
              </a:ext>
            </a:extLst>
          </p:cNvPr>
          <p:cNvSpPr txBox="1">
            <a:spLocks noChangeArrowheads="1"/>
          </p:cNvSpPr>
          <p:nvPr/>
        </p:nvSpPr>
        <p:spPr bwMode="auto">
          <a:xfrm>
            <a:off x="4779533" y="1981017"/>
            <a:ext cx="2438400" cy="2123658"/>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2000" dirty="0">
                <a:solidFill>
                  <a:schemeClr val="tx1"/>
                </a:solidFill>
                <a:latin typeface="Times New Roman" panose="02020603050405020304" pitchFamily="18" charset="0"/>
              </a:rPr>
              <a:t>例</a:t>
            </a:r>
            <a:r>
              <a:rPr kumimoji="1" lang="en-US" altLang="zh-CN" sz="2000" dirty="0">
                <a:solidFill>
                  <a:schemeClr val="tx1"/>
                </a:solidFill>
                <a:latin typeface="Times New Roman" panose="02020603050405020304" pitchFamily="18" charset="0"/>
              </a:rPr>
              <a:t>2</a:t>
            </a:r>
            <a:r>
              <a:rPr kumimoji="1" lang="zh-CN" altLang="en-US" sz="2000" dirty="0">
                <a:solidFill>
                  <a:schemeClr val="tx1"/>
                </a:solidFill>
                <a:latin typeface="Times New Roman" panose="02020603050405020304" pitchFamily="18" charset="0"/>
              </a:rPr>
              <a:t>：</a:t>
            </a:r>
          </a:p>
          <a:p>
            <a:pPr eaLnBrk="1" hangingPunct="1">
              <a:lnSpc>
                <a:spcPct val="100000"/>
              </a:lnSpc>
              <a:spcBef>
                <a:spcPct val="50000"/>
              </a:spcBef>
              <a:buClrTx/>
              <a:buSzTx/>
              <a:buFontTx/>
              <a:buNone/>
            </a:pPr>
            <a:r>
              <a:rPr kumimoji="1" lang="zh-CN" altLang="zh-CN" sz="1600" dirty="0">
                <a:solidFill>
                  <a:schemeClr val="tx1"/>
                </a:solidFill>
                <a:latin typeface="Times New Roman" panose="02020603050405020304" pitchFamily="18" charset="0"/>
              </a:rPr>
              <a:t>                            </a:t>
            </a:r>
            <a:r>
              <a:rPr kumimoji="1" lang="zh-CN" altLang="en-US" sz="1600" dirty="0">
                <a:solidFill>
                  <a:schemeClr val="tx1"/>
                </a:solidFill>
                <a:latin typeface="Times New Roman" panose="02020603050405020304" pitchFamily="18" charset="0"/>
              </a:rPr>
              <a:t>  </a:t>
            </a:r>
            <a:r>
              <a:rPr kumimoji="1" lang="zh-CN" altLang="zh-CN" sz="1600" dirty="0">
                <a:solidFill>
                  <a:schemeClr val="tx1"/>
                </a:solidFill>
                <a:latin typeface="Times New Roman" panose="02020603050405020304" pitchFamily="18" charset="0"/>
              </a:rPr>
              <a:t> 编译</a:t>
            </a:r>
            <a:r>
              <a:rPr kumimoji="1" lang="en-US" altLang="zh-CN" sz="1600" baseline="-25000" dirty="0">
                <a:solidFill>
                  <a:schemeClr val="tx1"/>
                </a:solidFill>
                <a:latin typeface="Times New Roman" panose="02020603050405020304" pitchFamily="18" charset="0"/>
              </a:rPr>
              <a:t>1</a:t>
            </a:r>
            <a:endParaRPr kumimoji="1" lang="en-US" altLang="zh-CN" sz="1600" dirty="0">
              <a:solidFill>
                <a:schemeClr val="tx1"/>
              </a:solidFill>
              <a:latin typeface="Times New Roman" panose="02020603050405020304" pitchFamily="18" charset="0"/>
            </a:endParaRPr>
          </a:p>
          <a:p>
            <a:pPr eaLnBrk="1" hangingPunct="1">
              <a:lnSpc>
                <a:spcPct val="100000"/>
              </a:lnSpc>
              <a:spcBef>
                <a:spcPct val="50000"/>
              </a:spcBef>
              <a:buClrTx/>
              <a:buSzTx/>
              <a:buFontTx/>
              <a:buNone/>
            </a:pPr>
            <a:r>
              <a:rPr kumimoji="1" lang="en-US" altLang="zh-CN" sz="1600" dirty="0">
                <a:solidFill>
                  <a:schemeClr val="tx1"/>
                </a:solidFill>
                <a:latin typeface="Times New Roman" panose="02020603050405020304" pitchFamily="18" charset="0"/>
              </a:rPr>
              <a:t>C</a:t>
            </a:r>
            <a:r>
              <a:rPr kumimoji="1" lang="zh-CN" altLang="zh-CN" sz="1600" dirty="0">
                <a:solidFill>
                  <a:schemeClr val="tx1"/>
                </a:solidFill>
                <a:latin typeface="Times New Roman" panose="02020603050405020304" pitchFamily="18" charset="0"/>
              </a:rPr>
              <a:t>编译</a:t>
            </a:r>
            <a:r>
              <a:rPr kumimoji="1" lang="zh-CN" altLang="en-US" sz="1600" dirty="0">
                <a:solidFill>
                  <a:schemeClr val="tx1"/>
                </a:solidFill>
                <a:latin typeface="Times New Roman" panose="02020603050405020304" pitchFamily="18" charset="0"/>
              </a:rPr>
              <a:t>程序            </a:t>
            </a:r>
            <a:r>
              <a:rPr kumimoji="1" lang="zh-CN" altLang="zh-CN" sz="1600" dirty="0">
                <a:solidFill>
                  <a:schemeClr val="tx1"/>
                </a:solidFill>
                <a:latin typeface="Times New Roman" panose="02020603050405020304" pitchFamily="18" charset="0"/>
              </a:rPr>
              <a:t>编译</a:t>
            </a:r>
            <a:r>
              <a:rPr kumimoji="1" lang="en-US" altLang="zh-CN" sz="1600" baseline="-25000" dirty="0">
                <a:solidFill>
                  <a:schemeClr val="tx1"/>
                </a:solidFill>
                <a:latin typeface="Times New Roman" panose="02020603050405020304" pitchFamily="18" charset="0"/>
              </a:rPr>
              <a:t>2</a:t>
            </a:r>
            <a:endParaRPr kumimoji="1" lang="en-US" altLang="zh-CN" sz="1600" dirty="0">
              <a:solidFill>
                <a:schemeClr val="tx1"/>
              </a:solidFill>
              <a:latin typeface="Times New Roman" panose="02020603050405020304" pitchFamily="18" charset="0"/>
            </a:endParaRPr>
          </a:p>
          <a:p>
            <a:pPr eaLnBrk="1" hangingPunct="1">
              <a:lnSpc>
                <a:spcPct val="100000"/>
              </a:lnSpc>
              <a:spcBef>
                <a:spcPct val="50000"/>
              </a:spcBef>
              <a:buClrTx/>
              <a:buSzTx/>
              <a:buFontTx/>
              <a:buNone/>
            </a:pPr>
            <a:r>
              <a:rPr kumimoji="1" lang="en-US" altLang="zh-CN" sz="1600" dirty="0">
                <a:solidFill>
                  <a:schemeClr val="tx1"/>
                </a:solidFill>
                <a:latin typeface="Times New Roman" panose="02020603050405020304" pitchFamily="18" charset="0"/>
              </a:rPr>
              <a:t>                                 </a:t>
            </a:r>
            <a:r>
              <a:rPr kumimoji="1" lang="en-US" altLang="zh-CN" sz="1600" dirty="0">
                <a:solidFill>
                  <a:schemeClr val="tx1"/>
                </a:solidFill>
                <a:latin typeface="Times New Roman" panose="02020603050405020304" pitchFamily="18" charset="0"/>
                <a:sym typeface="MT Extra" panose="05050102010205020202" pitchFamily="18" charset="2"/>
              </a:rPr>
              <a:t> </a:t>
            </a:r>
            <a:endParaRPr kumimoji="1" lang="en-US" altLang="zh-CN" sz="1600" baseline="-25000" dirty="0">
              <a:solidFill>
                <a:schemeClr val="tx1"/>
              </a:solidFill>
              <a:latin typeface="Times New Roman" panose="02020603050405020304" pitchFamily="18" charset="0"/>
            </a:endParaRPr>
          </a:p>
          <a:p>
            <a:pPr eaLnBrk="1" hangingPunct="1">
              <a:lnSpc>
                <a:spcPct val="100000"/>
              </a:lnSpc>
              <a:spcBef>
                <a:spcPct val="50000"/>
              </a:spcBef>
              <a:buClrTx/>
              <a:buSzTx/>
              <a:buFontTx/>
              <a:buNone/>
            </a:pPr>
            <a:r>
              <a:rPr kumimoji="1" lang="zh-CN" altLang="zh-CN" sz="1600" dirty="0">
                <a:solidFill>
                  <a:schemeClr val="tx1"/>
                </a:solidFill>
                <a:latin typeface="Times New Roman" panose="02020603050405020304" pitchFamily="18" charset="0"/>
              </a:rPr>
              <a:t>                            </a:t>
            </a:r>
            <a:r>
              <a:rPr kumimoji="1" lang="en-US" altLang="zh-CN" sz="1600" dirty="0">
                <a:solidFill>
                  <a:schemeClr val="tx1"/>
                </a:solidFill>
                <a:latin typeface="Times New Roman" panose="02020603050405020304" pitchFamily="18" charset="0"/>
              </a:rPr>
              <a:t>  </a:t>
            </a:r>
            <a:r>
              <a:rPr kumimoji="1" lang="zh-CN" altLang="zh-CN" sz="1600" dirty="0">
                <a:solidFill>
                  <a:schemeClr val="tx1"/>
                </a:solidFill>
                <a:latin typeface="Times New Roman" panose="02020603050405020304" pitchFamily="18" charset="0"/>
              </a:rPr>
              <a:t> 编译</a:t>
            </a:r>
            <a:r>
              <a:rPr kumimoji="1" lang="en-US" altLang="zh-CN" sz="1600" baseline="-25000" dirty="0">
                <a:solidFill>
                  <a:schemeClr val="tx1"/>
                </a:solidFill>
                <a:latin typeface="Times New Roman" panose="02020603050405020304" pitchFamily="18" charset="0"/>
              </a:rPr>
              <a:t>n</a:t>
            </a:r>
          </a:p>
          <a:p>
            <a:pPr eaLnBrk="1" hangingPunct="1">
              <a:lnSpc>
                <a:spcPct val="100000"/>
              </a:lnSpc>
              <a:spcBef>
                <a:spcPct val="50000"/>
              </a:spcBef>
              <a:buClrTx/>
              <a:buSzTx/>
              <a:buFontTx/>
              <a:buNone/>
            </a:pPr>
            <a:endParaRPr kumimoji="1" lang="en-US" altLang="zh-CN" sz="1600" baseline="-25000" dirty="0">
              <a:solidFill>
                <a:schemeClr val="tx1"/>
              </a:solidFill>
              <a:latin typeface="Times New Roman" panose="02020603050405020304" pitchFamily="18" charset="0"/>
            </a:endParaRPr>
          </a:p>
        </p:txBody>
      </p:sp>
      <p:grpSp>
        <p:nvGrpSpPr>
          <p:cNvPr id="38" name="Group 26">
            <a:extLst>
              <a:ext uri="{FF2B5EF4-FFF2-40B4-BE49-F238E27FC236}">
                <a16:creationId xmlns:a16="http://schemas.microsoft.com/office/drawing/2014/main" id="{E3C285FE-A87F-DBDC-65FE-47553789F760}"/>
              </a:ext>
            </a:extLst>
          </p:cNvPr>
          <p:cNvGrpSpPr>
            <a:grpSpLocks/>
          </p:cNvGrpSpPr>
          <p:nvPr/>
        </p:nvGrpSpPr>
        <p:grpSpPr bwMode="auto">
          <a:xfrm>
            <a:off x="5981270" y="2574742"/>
            <a:ext cx="341313" cy="1195387"/>
            <a:chOff x="1968" y="1872"/>
            <a:chExt cx="288" cy="1056"/>
          </a:xfrm>
        </p:grpSpPr>
        <p:sp>
          <p:nvSpPr>
            <p:cNvPr id="39" name="Line 27">
              <a:extLst>
                <a:ext uri="{FF2B5EF4-FFF2-40B4-BE49-F238E27FC236}">
                  <a16:creationId xmlns:a16="http://schemas.microsoft.com/office/drawing/2014/main" id="{0BB73E25-7FFA-9C9B-4AAE-ED296DC37FD2}"/>
                </a:ext>
              </a:extLst>
            </p:cNvPr>
            <p:cNvSpPr>
              <a:spLocks noChangeShapeType="1"/>
            </p:cNvSpPr>
            <p:nvPr/>
          </p:nvSpPr>
          <p:spPr bwMode="auto">
            <a:xfrm flipV="1">
              <a:off x="1968" y="1872"/>
              <a:ext cx="288" cy="288"/>
            </a:xfrm>
            <a:prstGeom prst="line">
              <a:avLst/>
            </a:prstGeom>
            <a:noFill/>
            <a:ln w="254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 name="Line 28">
              <a:extLst>
                <a:ext uri="{FF2B5EF4-FFF2-40B4-BE49-F238E27FC236}">
                  <a16:creationId xmlns:a16="http://schemas.microsoft.com/office/drawing/2014/main" id="{10BB1F8B-90D3-74DD-D79E-B09B390BB410}"/>
                </a:ext>
              </a:extLst>
            </p:cNvPr>
            <p:cNvSpPr>
              <a:spLocks noChangeShapeType="1"/>
            </p:cNvSpPr>
            <p:nvPr/>
          </p:nvSpPr>
          <p:spPr bwMode="auto">
            <a:xfrm>
              <a:off x="1968" y="2208"/>
              <a:ext cx="288" cy="0"/>
            </a:xfrm>
            <a:prstGeom prst="line">
              <a:avLst/>
            </a:prstGeom>
            <a:noFill/>
            <a:ln w="254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1" name="Line 29">
              <a:extLst>
                <a:ext uri="{FF2B5EF4-FFF2-40B4-BE49-F238E27FC236}">
                  <a16:creationId xmlns:a16="http://schemas.microsoft.com/office/drawing/2014/main" id="{52DA1093-DA33-8CFA-B19B-AA3B810D2431}"/>
                </a:ext>
              </a:extLst>
            </p:cNvPr>
            <p:cNvSpPr>
              <a:spLocks noChangeShapeType="1"/>
            </p:cNvSpPr>
            <p:nvPr/>
          </p:nvSpPr>
          <p:spPr bwMode="auto">
            <a:xfrm>
              <a:off x="1968" y="2256"/>
              <a:ext cx="288" cy="672"/>
            </a:xfrm>
            <a:prstGeom prst="line">
              <a:avLst/>
            </a:prstGeom>
            <a:noFill/>
            <a:ln w="254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42" name="Rectangle 31">
            <a:extLst>
              <a:ext uri="{FF2B5EF4-FFF2-40B4-BE49-F238E27FC236}">
                <a16:creationId xmlns:a16="http://schemas.microsoft.com/office/drawing/2014/main" id="{DEFA0850-2F17-0247-548F-3986DF51A6B0}"/>
              </a:ext>
            </a:extLst>
          </p:cNvPr>
          <p:cNvSpPr>
            <a:spLocks noChangeArrowheads="1"/>
          </p:cNvSpPr>
          <p:nvPr/>
        </p:nvSpPr>
        <p:spPr bwMode="auto">
          <a:xfrm>
            <a:off x="952070" y="4489267"/>
            <a:ext cx="6097588"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30000"/>
              </a:lnSpc>
              <a:buFont typeface="Wingdings" panose="05000000000000000000" pitchFamily="2" charset="2"/>
              <a:buNone/>
            </a:pPr>
            <a:r>
              <a:rPr lang="en-US" altLang="zh-CN" sz="2400" dirty="0">
                <a:solidFill>
                  <a:srgbClr val="000099"/>
                </a:solidFill>
                <a:latin typeface="Times New Roman" panose="02020603050405020304" pitchFamily="18" charset="0"/>
              </a:rPr>
              <a:t>③ </a:t>
            </a:r>
            <a:r>
              <a:rPr lang="zh-CN" altLang="en-US" sz="2400" dirty="0">
                <a:solidFill>
                  <a:srgbClr val="000099"/>
                </a:solidFill>
                <a:latin typeface="Times New Roman" panose="02020603050405020304" pitchFamily="18" charset="0"/>
              </a:rPr>
              <a:t>程序并发执行的相互制约</a:t>
            </a:r>
          </a:p>
          <a:p>
            <a:pPr marL="1143000" lvl="2" indent="-228600" algn="just">
              <a:lnSpc>
                <a:spcPct val="150000"/>
              </a:lnSpc>
              <a:spcBef>
                <a:spcPts val="500"/>
              </a:spcBef>
              <a:buClr>
                <a:srgbClr val="FFC000"/>
              </a:buClr>
              <a:buFont typeface="Wingdings" panose="05000000000000000000" pitchFamily="2" charset="2"/>
              <a:buChar char="u"/>
            </a:pPr>
            <a:r>
              <a:rPr lang="zh-CN" altLang="en-US" sz="2000" dirty="0">
                <a:solidFill>
                  <a:schemeClr val="tx1"/>
                </a:solidFill>
                <a:latin typeface="微软雅黑" panose="020B0503020204020204" pitchFamily="34" charset="-122"/>
                <a:ea typeface="微软雅黑" panose="020B0503020204020204" pitchFamily="34" charset="-122"/>
              </a:rPr>
              <a:t>间接的相互制约关系 </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en-US" sz="2000" dirty="0">
                <a:solidFill>
                  <a:schemeClr val="tx1"/>
                </a:solidFill>
                <a:latin typeface="微软雅黑" panose="020B0503020204020204" pitchFamily="34" charset="-122"/>
                <a:ea typeface="微软雅黑" panose="020B0503020204020204" pitchFamily="34" charset="-122"/>
              </a:rPr>
              <a:t>资源共享</a:t>
            </a:r>
          </a:p>
          <a:p>
            <a:pPr marL="1143000" lvl="2" indent="-228600" algn="just">
              <a:lnSpc>
                <a:spcPct val="150000"/>
              </a:lnSpc>
              <a:spcBef>
                <a:spcPts val="500"/>
              </a:spcBef>
              <a:buClr>
                <a:srgbClr val="FFC000"/>
              </a:buClr>
              <a:buFont typeface="Wingdings" panose="05000000000000000000" pitchFamily="2" charset="2"/>
              <a:buChar char="u"/>
            </a:pPr>
            <a:r>
              <a:rPr lang="zh-CN" altLang="en-US" sz="2000" dirty="0">
                <a:solidFill>
                  <a:schemeClr val="tx1"/>
                </a:solidFill>
                <a:latin typeface="微软雅黑" panose="020B0503020204020204" pitchFamily="34" charset="-122"/>
                <a:ea typeface="微软雅黑" panose="020B0503020204020204" pitchFamily="34" charset="-122"/>
              </a:rPr>
              <a:t>直接的相互制约关系 </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en-US" sz="2000" dirty="0">
                <a:solidFill>
                  <a:schemeClr val="tx1"/>
                </a:solidFill>
                <a:latin typeface="微软雅黑" panose="020B0503020204020204" pitchFamily="34" charset="-122"/>
                <a:ea typeface="微软雅黑" panose="020B0503020204020204" pitchFamily="34" charset="-122"/>
              </a:rPr>
              <a:t>公共变量</a:t>
            </a:r>
          </a:p>
        </p:txBody>
      </p:sp>
      <p:sp>
        <p:nvSpPr>
          <p:cNvPr id="43" name="Text Box 33">
            <a:extLst>
              <a:ext uri="{FF2B5EF4-FFF2-40B4-BE49-F238E27FC236}">
                <a16:creationId xmlns:a16="http://schemas.microsoft.com/office/drawing/2014/main" id="{CFD76E9A-9507-B585-65C2-636479D7606D}"/>
              </a:ext>
            </a:extLst>
          </p:cNvPr>
          <p:cNvSpPr txBox="1">
            <a:spLocks noChangeArrowheads="1"/>
          </p:cNvSpPr>
          <p:nvPr/>
        </p:nvSpPr>
        <p:spPr bwMode="auto">
          <a:xfrm>
            <a:off x="2820558" y="3944754"/>
            <a:ext cx="3006725" cy="385763"/>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0"/>
              </a:spcBef>
              <a:buFont typeface="Wingdings" panose="05000000000000000000" pitchFamily="2" charset="2"/>
              <a:buNone/>
            </a:pPr>
            <a:r>
              <a:rPr lang="zh-CN" altLang="en-US" sz="1600" b="0">
                <a:solidFill>
                  <a:schemeClr val="tx1"/>
                </a:solidFill>
                <a:latin typeface="Times New Roman" panose="02020603050405020304" pitchFamily="18" charset="0"/>
              </a:rPr>
              <a:t>一个程序对应多个计算的例子</a:t>
            </a:r>
          </a:p>
        </p:txBody>
      </p:sp>
    </p:spTree>
    <p:extLst>
      <p:ext uri="{BB962C8B-B14F-4D97-AF65-F5344CB8AC3E}">
        <p14:creationId xmlns:p14="http://schemas.microsoft.com/office/powerpoint/2010/main" val="33900681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6A3B3F-065A-338F-6CAF-3935D786D3C2}"/>
              </a:ext>
            </a:extLst>
          </p:cNvPr>
          <p:cNvSpPr>
            <a:spLocks noGrp="1"/>
          </p:cNvSpPr>
          <p:nvPr>
            <p:ph type="title"/>
          </p:nvPr>
        </p:nvSpPr>
        <p:spPr/>
        <p:txBody>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进程的引入</a:t>
            </a:r>
            <a:endParaRPr lang="zh-CN" altLang="en-US" dirty="0"/>
          </a:p>
        </p:txBody>
      </p:sp>
      <p:sp>
        <p:nvSpPr>
          <p:cNvPr id="3" name="内容占位符 2">
            <a:extLst>
              <a:ext uri="{FF2B5EF4-FFF2-40B4-BE49-F238E27FC236}">
                <a16:creationId xmlns:a16="http://schemas.microsoft.com/office/drawing/2014/main" id="{3F8B29BA-E9BD-6C51-285A-943E231252CF}"/>
              </a:ext>
            </a:extLst>
          </p:cNvPr>
          <p:cNvSpPr>
            <a:spLocks noGrp="1"/>
          </p:cNvSpPr>
          <p:nvPr>
            <p:ph idx="1"/>
          </p:nvPr>
        </p:nvSpPr>
        <p:spPr>
          <a:xfrm>
            <a:off x="487822" y="836539"/>
            <a:ext cx="11366866" cy="5855423"/>
          </a:xfrm>
        </p:spPr>
        <p:txBody>
          <a:bodyPr/>
          <a:lstStyle/>
          <a:p>
            <a:pPr marL="0" indent="0">
              <a:buNone/>
            </a:pPr>
            <a:r>
              <a:rPr lang="en-US" altLang="zh-CN" dirty="0">
                <a:solidFill>
                  <a:srgbClr val="335F90"/>
                </a:solidFill>
              </a:rPr>
              <a:t>3.  </a:t>
            </a:r>
            <a:r>
              <a:rPr lang="zh-CN" altLang="en-US" dirty="0">
                <a:solidFill>
                  <a:srgbClr val="335F90"/>
                </a:solidFill>
              </a:rPr>
              <a:t>什么是与时间有关的错误</a:t>
            </a:r>
          </a:p>
          <a:p>
            <a:pPr marL="469900" lvl="1" indent="0">
              <a:lnSpc>
                <a:spcPct val="120000"/>
              </a:lnSpc>
              <a:spcBef>
                <a:spcPct val="0"/>
              </a:spcBef>
              <a:buNone/>
            </a:pPr>
            <a:r>
              <a:rPr lang="zh-CN" altLang="en-US" sz="2400" dirty="0">
                <a:solidFill>
                  <a:schemeClr val="tx1"/>
                </a:solidFill>
                <a:latin typeface="Times New Roman" panose="02020603050405020304" pitchFamily="18" charset="0"/>
              </a:rPr>
              <a:t>       程序并发执行时，若共享了</a:t>
            </a:r>
            <a:r>
              <a:rPr lang="zh-CN" altLang="en-US" sz="2400" b="1" dirty="0">
                <a:solidFill>
                  <a:schemeClr val="tx1"/>
                </a:solidFill>
                <a:latin typeface="Times New Roman" panose="02020603050405020304" pitchFamily="18" charset="0"/>
              </a:rPr>
              <a:t>公共变量</a:t>
            </a:r>
            <a:r>
              <a:rPr lang="zh-CN" altLang="en-US" sz="2400" dirty="0">
                <a:solidFill>
                  <a:schemeClr val="tx1"/>
                </a:solidFill>
                <a:latin typeface="Times New Roman" panose="02020603050405020304" pitchFamily="18" charset="0"/>
              </a:rPr>
              <a:t>，其执行结果与各并发程序的</a:t>
            </a:r>
            <a:r>
              <a:rPr lang="zh-CN" altLang="en-US" sz="2400" b="1" dirty="0">
                <a:solidFill>
                  <a:schemeClr val="tx1"/>
                </a:solidFill>
                <a:latin typeface="Times New Roman" panose="02020603050405020304" pitchFamily="18" charset="0"/>
              </a:rPr>
              <a:t>相对速度</a:t>
            </a:r>
            <a:r>
              <a:rPr lang="zh-CN" altLang="en-US" sz="2400" dirty="0">
                <a:solidFill>
                  <a:schemeClr val="tx1"/>
                </a:solidFill>
                <a:latin typeface="Times New Roman" panose="02020603050405020304" pitchFamily="18" charset="0"/>
              </a:rPr>
              <a:t>有关，即给定相同的初始条件，若不加以控制，也可能得到不同的结果，此为</a:t>
            </a:r>
            <a:r>
              <a:rPr lang="zh-CN" altLang="en-US" sz="2400" b="1" dirty="0">
                <a:solidFill>
                  <a:schemeClr val="tx1"/>
                </a:solidFill>
                <a:latin typeface="Times New Roman" panose="02020603050405020304" pitchFamily="18" charset="0"/>
              </a:rPr>
              <a:t>与时间有关的错误</a:t>
            </a:r>
            <a:r>
              <a:rPr lang="zh-CN" altLang="en-US" sz="2400" dirty="0">
                <a:solidFill>
                  <a:schemeClr val="tx1"/>
                </a:solidFill>
                <a:latin typeface="Times New Roman" panose="02020603050405020304" pitchFamily="18" charset="0"/>
              </a:rPr>
              <a:t>。</a:t>
            </a:r>
          </a:p>
        </p:txBody>
      </p:sp>
      <p:grpSp>
        <p:nvGrpSpPr>
          <p:cNvPr id="4" name="Group 9">
            <a:extLst>
              <a:ext uri="{FF2B5EF4-FFF2-40B4-BE49-F238E27FC236}">
                <a16:creationId xmlns:a16="http://schemas.microsoft.com/office/drawing/2014/main" id="{7A0D485F-F06B-9ACB-503C-1042CAC28BD4}"/>
              </a:ext>
            </a:extLst>
          </p:cNvPr>
          <p:cNvGrpSpPr>
            <a:grpSpLocks/>
          </p:cNvGrpSpPr>
          <p:nvPr/>
        </p:nvGrpSpPr>
        <p:grpSpPr bwMode="auto">
          <a:xfrm>
            <a:off x="8319476" y="3474823"/>
            <a:ext cx="3071813" cy="2060345"/>
            <a:chOff x="1200" y="2709"/>
            <a:chExt cx="1825" cy="1134"/>
          </a:xfrm>
        </p:grpSpPr>
        <p:sp>
          <p:nvSpPr>
            <p:cNvPr id="5" name="Text Box 5">
              <a:extLst>
                <a:ext uri="{FF2B5EF4-FFF2-40B4-BE49-F238E27FC236}">
                  <a16:creationId xmlns:a16="http://schemas.microsoft.com/office/drawing/2014/main" id="{6FA2197D-A6A8-DBAE-391D-39DD03103E5B}"/>
                </a:ext>
              </a:extLst>
            </p:cNvPr>
            <p:cNvSpPr txBox="1">
              <a:spLocks noChangeArrowheads="1"/>
            </p:cNvSpPr>
            <p:nvPr/>
          </p:nvSpPr>
          <p:spPr bwMode="auto">
            <a:xfrm>
              <a:off x="1200" y="2709"/>
              <a:ext cx="748" cy="113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20000"/>
                </a:lnSpc>
                <a:spcBef>
                  <a:spcPct val="20000"/>
                </a:spcBef>
                <a:buClrTx/>
                <a:buSzTx/>
                <a:buFontTx/>
                <a:buNone/>
              </a:pPr>
              <a:r>
                <a:rPr kumimoji="1" lang="zh-CN" altLang="en-US" sz="1800" dirty="0">
                  <a:solidFill>
                    <a:schemeClr val="tx1"/>
                  </a:solidFill>
                  <a:latin typeface="Times New Roman" panose="02020603050405020304" pitchFamily="18" charset="0"/>
                </a:rPr>
                <a:t>程序</a:t>
              </a:r>
              <a:r>
                <a:rPr kumimoji="1" lang="en-US" altLang="zh-CN" sz="1800" dirty="0">
                  <a:solidFill>
                    <a:schemeClr val="tx1"/>
                  </a:solidFill>
                  <a:latin typeface="Times New Roman" panose="02020603050405020304" pitchFamily="18" charset="0"/>
                </a:rPr>
                <a:t>A         </a:t>
              </a:r>
            </a:p>
            <a:p>
              <a:pPr eaLnBrk="1" hangingPunct="1">
                <a:lnSpc>
                  <a:spcPct val="120000"/>
                </a:lnSpc>
                <a:spcBef>
                  <a:spcPct val="20000"/>
                </a:spcBef>
                <a:buClrTx/>
                <a:buSzTx/>
                <a:buFontTx/>
                <a:buNone/>
              </a:pPr>
              <a:r>
                <a:rPr kumimoji="1" lang="en-US" altLang="zh-CN" sz="1800" dirty="0">
                  <a:solidFill>
                    <a:schemeClr val="tx1"/>
                  </a:solidFill>
                  <a:latin typeface="Times New Roman" panose="02020603050405020304" pitchFamily="18" charset="0"/>
                </a:rPr>
                <a:t>       </a:t>
              </a:r>
              <a:r>
                <a:rPr kumimoji="1" lang="en-US" altLang="zh-CN" sz="1800" dirty="0">
                  <a:solidFill>
                    <a:schemeClr val="tx1"/>
                  </a:solidFill>
                  <a:latin typeface="Times New Roman" panose="02020603050405020304" pitchFamily="18" charset="0"/>
                  <a:sym typeface="MT Extra" panose="05050102010205020202" pitchFamily="18" charset="2"/>
                </a:rPr>
                <a:t></a:t>
              </a:r>
              <a:r>
                <a:rPr kumimoji="1" lang="en-US" altLang="zh-CN" sz="1800" dirty="0">
                  <a:solidFill>
                    <a:schemeClr val="tx1"/>
                  </a:solidFill>
                  <a:latin typeface="Times New Roman" panose="02020603050405020304" pitchFamily="18" charset="0"/>
                </a:rPr>
                <a:t>    </a:t>
              </a:r>
            </a:p>
            <a:p>
              <a:pPr eaLnBrk="1" hangingPunct="1">
                <a:lnSpc>
                  <a:spcPct val="120000"/>
                </a:lnSpc>
                <a:spcBef>
                  <a:spcPct val="20000"/>
                </a:spcBef>
                <a:buClrTx/>
                <a:buSzTx/>
                <a:buFontTx/>
                <a:buNone/>
              </a:pPr>
              <a:r>
                <a:rPr kumimoji="1" lang="en-US" altLang="zh-CN" sz="1800" dirty="0">
                  <a:solidFill>
                    <a:schemeClr val="tx1"/>
                  </a:solidFill>
                  <a:latin typeface="Times New Roman" panose="02020603050405020304" pitchFamily="18" charset="0"/>
                </a:rPr>
                <a:t> n = n+1;</a:t>
              </a:r>
            </a:p>
            <a:p>
              <a:pPr eaLnBrk="1" hangingPunct="1">
                <a:lnSpc>
                  <a:spcPct val="120000"/>
                </a:lnSpc>
                <a:spcBef>
                  <a:spcPct val="20000"/>
                </a:spcBef>
                <a:buClrTx/>
                <a:buSzTx/>
                <a:buFontTx/>
                <a:buNone/>
              </a:pPr>
              <a:r>
                <a:rPr kumimoji="1" lang="en-US" altLang="zh-CN" sz="1800" dirty="0">
                  <a:solidFill>
                    <a:schemeClr val="tx1"/>
                  </a:solidFill>
                  <a:latin typeface="Times New Roman" panose="02020603050405020304" pitchFamily="18" charset="0"/>
                  <a:sym typeface="MT Extra" panose="05050102010205020202" pitchFamily="18" charset="2"/>
                </a:rPr>
                <a:t>        </a:t>
              </a:r>
            </a:p>
          </p:txBody>
        </p:sp>
        <p:sp>
          <p:nvSpPr>
            <p:cNvPr id="6" name="Text Box 6">
              <a:extLst>
                <a:ext uri="{FF2B5EF4-FFF2-40B4-BE49-F238E27FC236}">
                  <a16:creationId xmlns:a16="http://schemas.microsoft.com/office/drawing/2014/main" id="{47385040-D44C-4D7C-FEF3-7C26A21D71C4}"/>
                </a:ext>
              </a:extLst>
            </p:cNvPr>
            <p:cNvSpPr txBox="1">
              <a:spLocks noChangeArrowheads="1"/>
            </p:cNvSpPr>
            <p:nvPr/>
          </p:nvSpPr>
          <p:spPr bwMode="auto">
            <a:xfrm>
              <a:off x="2277" y="2709"/>
              <a:ext cx="748" cy="113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20000"/>
                </a:lnSpc>
                <a:spcBef>
                  <a:spcPct val="20000"/>
                </a:spcBef>
                <a:buClrTx/>
                <a:buSzTx/>
                <a:buFontTx/>
                <a:buNone/>
              </a:pPr>
              <a:r>
                <a:rPr kumimoji="1" lang="zh-CN" altLang="en-US" sz="1800" dirty="0">
                  <a:solidFill>
                    <a:schemeClr val="tx1"/>
                  </a:solidFill>
                  <a:latin typeface="Times New Roman" panose="02020603050405020304" pitchFamily="18" charset="0"/>
                </a:rPr>
                <a:t>程序</a:t>
              </a:r>
              <a:r>
                <a:rPr kumimoji="1" lang="en-US" altLang="zh-CN" sz="1800" dirty="0">
                  <a:solidFill>
                    <a:schemeClr val="tx1"/>
                  </a:solidFill>
                  <a:latin typeface="Times New Roman" panose="02020603050405020304" pitchFamily="18" charset="0"/>
                </a:rPr>
                <a:t>B</a:t>
              </a:r>
            </a:p>
            <a:p>
              <a:pPr eaLnBrk="1" hangingPunct="1">
                <a:lnSpc>
                  <a:spcPct val="120000"/>
                </a:lnSpc>
                <a:spcBef>
                  <a:spcPct val="20000"/>
                </a:spcBef>
                <a:buClrTx/>
                <a:buSzTx/>
                <a:buFontTx/>
                <a:buNone/>
              </a:pPr>
              <a:r>
                <a:rPr kumimoji="1" lang="en-US" altLang="zh-CN" sz="1800" dirty="0">
                  <a:solidFill>
                    <a:schemeClr val="tx1"/>
                  </a:solidFill>
                  <a:latin typeface="Times New Roman" panose="02020603050405020304" pitchFamily="18" charset="0"/>
                  <a:sym typeface="MT Extra" panose="05050102010205020202" pitchFamily="18" charset="2"/>
                </a:rPr>
                <a:t>       </a:t>
              </a:r>
              <a:r>
                <a:rPr kumimoji="1" lang="en-US" altLang="zh-CN" sz="1800" dirty="0">
                  <a:solidFill>
                    <a:schemeClr val="tx1"/>
                  </a:solidFill>
                  <a:latin typeface="Times New Roman" panose="02020603050405020304" pitchFamily="18" charset="0"/>
                </a:rPr>
                <a:t> </a:t>
              </a:r>
              <a:r>
                <a:rPr kumimoji="1" lang="en-US" altLang="zh-CN" sz="1800" dirty="0">
                  <a:solidFill>
                    <a:schemeClr val="tx1"/>
                  </a:solidFill>
                  <a:latin typeface="Times New Roman" panose="02020603050405020304" pitchFamily="18" charset="0"/>
                  <a:sym typeface="MT Extra" panose="05050102010205020202" pitchFamily="18" charset="2"/>
                </a:rPr>
                <a:t> </a:t>
              </a:r>
              <a:r>
                <a:rPr kumimoji="1" lang="en-US" altLang="zh-CN" sz="1800" dirty="0">
                  <a:solidFill>
                    <a:schemeClr val="tx1"/>
                  </a:solidFill>
                  <a:latin typeface="Times New Roman" panose="02020603050405020304" pitchFamily="18" charset="0"/>
                </a:rPr>
                <a:t>   </a:t>
              </a:r>
            </a:p>
            <a:p>
              <a:pPr eaLnBrk="1" hangingPunct="1">
                <a:lnSpc>
                  <a:spcPct val="120000"/>
                </a:lnSpc>
                <a:spcBef>
                  <a:spcPct val="20000"/>
                </a:spcBef>
                <a:buClrTx/>
                <a:buSzTx/>
                <a:buFontTx/>
                <a:buNone/>
              </a:pPr>
              <a:r>
                <a:rPr kumimoji="1" lang="en-US" altLang="zh-CN" sz="1800" dirty="0">
                  <a:solidFill>
                    <a:schemeClr val="tx1"/>
                  </a:solidFill>
                  <a:latin typeface="Times New Roman" panose="02020603050405020304" pitchFamily="18" charset="0"/>
                </a:rPr>
                <a:t>  n = n+1;</a:t>
              </a:r>
            </a:p>
            <a:p>
              <a:pPr eaLnBrk="1" hangingPunct="1">
                <a:lnSpc>
                  <a:spcPct val="120000"/>
                </a:lnSpc>
                <a:spcBef>
                  <a:spcPct val="20000"/>
                </a:spcBef>
                <a:buClrTx/>
                <a:buSzTx/>
                <a:buFontTx/>
                <a:buNone/>
              </a:pPr>
              <a:r>
                <a:rPr kumimoji="1" lang="en-US" altLang="zh-CN" sz="1800" dirty="0">
                  <a:solidFill>
                    <a:schemeClr val="tx1"/>
                  </a:solidFill>
                  <a:sym typeface="MT Extra" panose="05050102010205020202" pitchFamily="18" charset="2"/>
                </a:rPr>
                <a:t>      </a:t>
              </a:r>
              <a:r>
                <a:rPr kumimoji="1" lang="en-US" altLang="zh-CN" sz="1800" dirty="0">
                  <a:solidFill>
                    <a:schemeClr val="tx1"/>
                  </a:solidFill>
                  <a:latin typeface="Times New Roman" panose="02020603050405020304" pitchFamily="18" charset="0"/>
                  <a:sym typeface="MT Extra" panose="05050102010205020202" pitchFamily="18" charset="2"/>
                </a:rPr>
                <a:t> </a:t>
              </a:r>
            </a:p>
          </p:txBody>
        </p:sp>
      </p:grpSp>
      <p:sp>
        <p:nvSpPr>
          <p:cNvPr id="7" name="Text Box 11">
            <a:extLst>
              <a:ext uri="{FF2B5EF4-FFF2-40B4-BE49-F238E27FC236}">
                <a16:creationId xmlns:a16="http://schemas.microsoft.com/office/drawing/2014/main" id="{ABBF8D05-D310-A1A2-82E7-082BC0FD51CF}"/>
              </a:ext>
            </a:extLst>
          </p:cNvPr>
          <p:cNvSpPr txBox="1">
            <a:spLocks noChangeArrowheads="1"/>
          </p:cNvSpPr>
          <p:nvPr/>
        </p:nvSpPr>
        <p:spPr bwMode="auto">
          <a:xfrm>
            <a:off x="8168640" y="5721915"/>
            <a:ext cx="3581360" cy="387798"/>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Font typeface="Wingdings" panose="05000000000000000000" pitchFamily="2" charset="2"/>
              <a:buNone/>
            </a:pPr>
            <a:r>
              <a:rPr lang="en-US" altLang="zh-CN" sz="1600" b="0" dirty="0">
                <a:solidFill>
                  <a:schemeClr val="tx1"/>
                </a:solidFill>
                <a:latin typeface="Times New Roman" panose="02020603050405020304" pitchFamily="18" charset="0"/>
              </a:rPr>
              <a:t>n</a:t>
            </a:r>
            <a:r>
              <a:rPr lang="zh-CN" altLang="en-US" sz="1600" b="0" dirty="0">
                <a:solidFill>
                  <a:schemeClr val="tx1"/>
                </a:solidFill>
                <a:latin typeface="Times New Roman" panose="02020603050405020304" pitchFamily="18" charset="0"/>
              </a:rPr>
              <a:t>为共享变量，初值为</a:t>
            </a:r>
            <a:r>
              <a:rPr lang="en-US" altLang="zh-CN" sz="1600" b="0" dirty="0">
                <a:solidFill>
                  <a:schemeClr val="tx1"/>
                </a:solidFill>
                <a:latin typeface="Times New Roman" panose="02020603050405020304" pitchFamily="18" charset="0"/>
              </a:rPr>
              <a:t>0</a:t>
            </a:r>
            <a:endParaRPr lang="zh-CN" altLang="en-US" sz="1600" b="0" dirty="0">
              <a:solidFill>
                <a:schemeClr val="tx1"/>
              </a:solidFill>
              <a:latin typeface="Times New Roman" panose="02020603050405020304" pitchFamily="18" charset="0"/>
            </a:endParaRPr>
          </a:p>
        </p:txBody>
      </p:sp>
      <p:sp>
        <p:nvSpPr>
          <p:cNvPr id="8" name="文本框 7"/>
          <p:cNvSpPr txBox="1"/>
          <p:nvPr/>
        </p:nvSpPr>
        <p:spPr>
          <a:xfrm>
            <a:off x="617728" y="3421888"/>
            <a:ext cx="7075424" cy="1200329"/>
          </a:xfrm>
          <a:prstGeom prst="rect">
            <a:avLst/>
          </a:prstGeom>
          <a:noFill/>
        </p:spPr>
        <p:txBody>
          <a:bodyPr wrap="square" rtlCol="0">
            <a:spAutoFit/>
          </a:bodyPr>
          <a:lstStyle/>
          <a:p>
            <a:r>
              <a:rPr lang="zh-CN" altLang="en-US" sz="2400" b="1" dirty="0">
                <a:solidFill>
                  <a:srgbClr val="FF0000"/>
                </a:solidFill>
              </a:rPr>
              <a:t>思考</a:t>
            </a:r>
            <a:r>
              <a:rPr lang="zh-CN" altLang="en-US" sz="2400" dirty="0"/>
              <a:t>：</a:t>
            </a:r>
            <a:r>
              <a:rPr lang="zh-CN" altLang="en-US" sz="2400" b="1" dirty="0"/>
              <a:t>右边的程序</a:t>
            </a:r>
            <a:r>
              <a:rPr lang="en-US" altLang="zh-CN" sz="2400" b="1" dirty="0"/>
              <a:t>A</a:t>
            </a:r>
            <a:r>
              <a:rPr lang="zh-CN" altLang="en-US" sz="2400" b="1" dirty="0"/>
              <a:t>和</a:t>
            </a:r>
            <a:r>
              <a:rPr lang="en-US" altLang="zh-CN" sz="2400" b="1" dirty="0"/>
              <a:t>B</a:t>
            </a:r>
            <a:r>
              <a:rPr lang="zh-CN" altLang="en-US" sz="2400" b="1" dirty="0"/>
              <a:t>两个程序段并发执行，它们共享变量</a:t>
            </a:r>
            <a:r>
              <a:rPr lang="en-US" altLang="zh-CN" sz="2400" b="1" dirty="0"/>
              <a:t>n</a:t>
            </a:r>
            <a:r>
              <a:rPr lang="zh-CN" altLang="en-US" sz="2400" b="1" dirty="0"/>
              <a:t>。它们的执行是否可能发生与时间有关的错误？如果有，</a:t>
            </a:r>
            <a:r>
              <a:rPr lang="en-US" altLang="zh-CN" sz="2400" b="1" dirty="0"/>
              <a:t>n</a:t>
            </a:r>
            <a:r>
              <a:rPr lang="zh-CN" altLang="en-US" sz="2400" b="1" dirty="0"/>
              <a:t>的最终取值可能为多少？</a:t>
            </a:r>
          </a:p>
        </p:txBody>
      </p:sp>
    </p:spTree>
    <p:extLst>
      <p:ext uri="{BB962C8B-B14F-4D97-AF65-F5344CB8AC3E}">
        <p14:creationId xmlns:p14="http://schemas.microsoft.com/office/powerpoint/2010/main" val="37427499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normAutofit/>
          </a:bodyPr>
          <a:lstStyle/>
          <a:p>
            <a:r>
              <a:rPr lang="zh-CN" altLang="en-US" dirty="0"/>
              <a:t>提纲</a:t>
            </a:r>
          </a:p>
        </p:txBody>
      </p:sp>
      <p:sp>
        <p:nvSpPr>
          <p:cNvPr id="3" name="内容占位符 2">
            <a:extLst>
              <a:ext uri="{FF2B5EF4-FFF2-40B4-BE49-F238E27FC236}">
                <a16:creationId xmlns:a16="http://schemas.microsoft.com/office/drawing/2014/main" id="{E1D53BB8-3151-4F39-93BC-2773EDE912B2}"/>
              </a:ext>
            </a:extLst>
          </p:cNvPr>
          <p:cNvSpPr>
            <a:spLocks noGrp="1"/>
          </p:cNvSpPr>
          <p:nvPr>
            <p:ph idx="1"/>
          </p:nvPr>
        </p:nvSpPr>
        <p:spPr/>
        <p:txBody>
          <a:bodyPr/>
          <a:lstStyle/>
          <a:p>
            <a:r>
              <a:rPr lang="zh-CN" altLang="en-US" dirty="0"/>
              <a:t>进程的引入</a:t>
            </a:r>
          </a:p>
          <a:p>
            <a:r>
              <a:rPr lang="zh-CN" altLang="en-US" dirty="0">
                <a:solidFill>
                  <a:srgbClr val="FF0000"/>
                </a:solidFill>
              </a:rPr>
              <a:t>进程概念</a:t>
            </a:r>
          </a:p>
          <a:p>
            <a:r>
              <a:rPr lang="zh-CN" altLang="en-US" dirty="0"/>
              <a:t>进程控制</a:t>
            </a:r>
          </a:p>
          <a:p>
            <a:r>
              <a:rPr lang="zh-CN" altLang="en-US" dirty="0"/>
              <a:t>进程的相互制约关系</a:t>
            </a:r>
          </a:p>
          <a:p>
            <a:r>
              <a:rPr lang="zh-CN" altLang="en-US" dirty="0"/>
              <a:t>进程同步机构</a:t>
            </a:r>
          </a:p>
          <a:p>
            <a:r>
              <a:rPr lang="zh-CN" altLang="en-US" dirty="0"/>
              <a:t>进程互斥与同步的实现</a:t>
            </a:r>
            <a:endParaRPr lang="en-US" altLang="zh-CN" dirty="0"/>
          </a:p>
          <a:p>
            <a:r>
              <a:rPr lang="zh-CN" altLang="en-US" dirty="0"/>
              <a:t>线程</a:t>
            </a:r>
            <a:endParaRPr lang="en-US" altLang="zh-CN" dirty="0"/>
          </a:p>
          <a:p>
            <a:r>
              <a:rPr lang="zh-CN" altLang="en-US" dirty="0"/>
              <a:t>进程调度</a:t>
            </a:r>
          </a:p>
        </p:txBody>
      </p:sp>
    </p:spTree>
    <p:extLst>
      <p:ext uri="{BB962C8B-B14F-4D97-AF65-F5344CB8AC3E}">
        <p14:creationId xmlns:p14="http://schemas.microsoft.com/office/powerpoint/2010/main" val="11385204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DB9575-4FE5-D497-9D6A-8934F6DAD2ED}"/>
              </a:ext>
            </a:extLst>
          </p:cNvPr>
          <p:cNvSpPr>
            <a:spLocks noGrp="1"/>
          </p:cNvSpPr>
          <p:nvPr>
            <p:ph type="title"/>
          </p:nvPr>
        </p:nvSpPr>
        <p:spPr/>
        <p:txBody>
          <a:bodyPr>
            <a:normAutofit/>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进程概念</a:t>
            </a:r>
            <a:endParaRPr lang="zh-CN" altLang="en-US" dirty="0"/>
          </a:p>
        </p:txBody>
      </p:sp>
      <p:sp>
        <p:nvSpPr>
          <p:cNvPr id="4" name="Rectangle 3">
            <a:extLst>
              <a:ext uri="{FF2B5EF4-FFF2-40B4-BE49-F238E27FC236}">
                <a16:creationId xmlns:a16="http://schemas.microsoft.com/office/drawing/2014/main" id="{EEEC63E8-AE72-76D1-A503-6809F829FEE4}"/>
              </a:ext>
            </a:extLst>
          </p:cNvPr>
          <p:cNvSpPr>
            <a:spLocks noChangeArrowheads="1"/>
          </p:cNvSpPr>
          <p:nvPr/>
        </p:nvSpPr>
        <p:spPr bwMode="auto">
          <a:xfrm>
            <a:off x="487822" y="1082110"/>
            <a:ext cx="8643937" cy="1296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609600" indent="-6096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1106488" indent="-533400"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487488" indent="-457200"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811338" indent="-381000"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eaLnBrk="1" hangingPunct="1">
              <a:lnSpc>
                <a:spcPct val="120000"/>
              </a:lnSpc>
              <a:buClr>
                <a:schemeClr val="tx2"/>
              </a:buClr>
              <a:buSzPct val="95000"/>
              <a:buFont typeface="Wingdings" panose="05000000000000000000" pitchFamily="2" charset="2"/>
              <a:buNone/>
              <a:defRPr/>
            </a:pPr>
            <a:r>
              <a:rPr lang="en-US" altLang="zh-CN" sz="2800" dirty="0">
                <a:solidFill>
                  <a:srgbClr val="335F90"/>
                </a:solidFill>
                <a:latin typeface="Times New Roman" panose="02020603050405020304" pitchFamily="18" charset="0"/>
              </a:rPr>
              <a:t> </a:t>
            </a:r>
            <a:r>
              <a:rPr lang="en-US" altLang="zh-CN" dirty="0">
                <a:solidFill>
                  <a:srgbClr val="335F90"/>
                </a:solidFill>
                <a:latin typeface="Times New Roman" panose="02020603050405020304" pitchFamily="18" charset="0"/>
              </a:rPr>
              <a:t>1.  </a:t>
            </a:r>
            <a:r>
              <a:rPr lang="zh-CN" altLang="en-US" dirty="0">
                <a:solidFill>
                  <a:srgbClr val="335F90"/>
                </a:solidFill>
                <a:latin typeface="Times New Roman" panose="02020603050405020304" pitchFamily="18" charset="0"/>
              </a:rPr>
              <a:t>进程定义</a:t>
            </a:r>
          </a:p>
          <a:p>
            <a:pPr eaLnBrk="1" hangingPunct="1">
              <a:lnSpc>
                <a:spcPct val="140000"/>
              </a:lnSpc>
              <a:buClr>
                <a:schemeClr val="tx2"/>
              </a:buClr>
              <a:buSzPct val="95000"/>
              <a:buFont typeface="Wingdings" panose="05000000000000000000" pitchFamily="2" charset="2"/>
              <a:buNone/>
              <a:defRPr/>
            </a:pPr>
            <a:r>
              <a:rPr lang="zh-CN" altLang="en-US" sz="2000" b="0" dirty="0">
                <a:solidFill>
                  <a:schemeClr val="tx1"/>
                </a:solidFill>
                <a:effectLst/>
                <a:latin typeface="Times New Roman" panose="02020603050405020304" pitchFamily="18" charset="0"/>
              </a:rPr>
              <a:t>	            </a:t>
            </a:r>
            <a:r>
              <a:rPr lang="zh-CN" altLang="en-US" sz="2400" dirty="0">
                <a:solidFill>
                  <a:schemeClr val="tx1"/>
                </a:solidFill>
                <a:latin typeface="Times New Roman" panose="02020603050405020304" pitchFamily="18" charset="0"/>
              </a:rPr>
              <a:t>运行                暂停            运行</a:t>
            </a:r>
            <a:endParaRPr lang="zh-CN" altLang="en-US" sz="2400" dirty="0">
              <a:solidFill>
                <a:srgbClr val="000099"/>
              </a:solidFill>
              <a:latin typeface="Times New Roman" panose="02020603050405020304" pitchFamily="18" charset="0"/>
            </a:endParaRPr>
          </a:p>
        </p:txBody>
      </p:sp>
      <p:sp>
        <p:nvSpPr>
          <p:cNvPr id="5" name="Rectangle 7">
            <a:extLst>
              <a:ext uri="{FF2B5EF4-FFF2-40B4-BE49-F238E27FC236}">
                <a16:creationId xmlns:a16="http://schemas.microsoft.com/office/drawing/2014/main" id="{5CDA84C9-D7C6-B18E-BA4F-60863F1CF162}"/>
              </a:ext>
            </a:extLst>
          </p:cNvPr>
          <p:cNvSpPr>
            <a:spLocks noChangeArrowheads="1"/>
          </p:cNvSpPr>
          <p:nvPr/>
        </p:nvSpPr>
        <p:spPr bwMode="auto">
          <a:xfrm>
            <a:off x="487822" y="2325122"/>
            <a:ext cx="11234278" cy="3564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lvl="1">
              <a:lnSpc>
                <a:spcPct val="130000"/>
              </a:lnSpc>
              <a:buClr>
                <a:schemeClr val="tx2"/>
              </a:buClr>
              <a:buSzPct val="95000"/>
              <a:buNone/>
              <a:defRPr/>
            </a:pPr>
            <a:r>
              <a:rPr lang="en-US" altLang="zh-CN" sz="2400" b="1" dirty="0">
                <a:solidFill>
                  <a:schemeClr val="tx1"/>
                </a:solidFill>
                <a:latin typeface="Times New Roman" panose="02020603050405020304" pitchFamily="18" charset="0"/>
                <a:ea typeface="微软雅黑" panose="020B0503020204020204" pitchFamily="34" charset="-122"/>
              </a:rPr>
              <a:t>(1) </a:t>
            </a:r>
            <a:r>
              <a:rPr lang="zh-CN" altLang="en-US" sz="2400" dirty="0">
                <a:solidFill>
                  <a:schemeClr val="tx1"/>
                </a:solidFill>
                <a:latin typeface="Times New Roman" panose="02020603050405020304" pitchFamily="18" charset="0"/>
                <a:ea typeface="微软雅黑" panose="020B0503020204020204" pitchFamily="34" charset="-122"/>
              </a:rPr>
              <a:t>什么是进程</a:t>
            </a:r>
          </a:p>
          <a:p>
            <a:pPr lvl="1">
              <a:lnSpc>
                <a:spcPct val="120000"/>
              </a:lnSpc>
              <a:spcBef>
                <a:spcPct val="20000"/>
              </a:spcBef>
              <a:buClr>
                <a:schemeClr val="tx2"/>
              </a:buClr>
              <a:buSzPct val="95000"/>
              <a:buNone/>
              <a:defRPr/>
            </a:pPr>
            <a:r>
              <a:rPr lang="zh-CN" altLang="en-US" sz="2000" b="0" dirty="0">
                <a:solidFill>
                  <a:schemeClr val="tx1"/>
                </a:solidFill>
                <a:effectLst/>
                <a:latin typeface="Times New Roman" panose="02020603050405020304" pitchFamily="18" charset="0"/>
                <a:ea typeface="微软雅黑" panose="020B0503020204020204" pitchFamily="34" charset="-122"/>
              </a:rPr>
              <a:t>所谓</a:t>
            </a:r>
            <a:r>
              <a:rPr lang="zh-CN" altLang="en-US" sz="2000" dirty="0">
                <a:solidFill>
                  <a:schemeClr val="tx1"/>
                </a:solidFill>
                <a:effectLst/>
                <a:latin typeface="Times New Roman" panose="02020603050405020304" pitchFamily="18" charset="0"/>
                <a:ea typeface="微软雅黑" panose="020B0503020204020204" pitchFamily="34" charset="-122"/>
              </a:rPr>
              <a:t>进程</a:t>
            </a:r>
            <a:r>
              <a:rPr lang="zh-CN" altLang="en-US" sz="2000" b="0" dirty="0">
                <a:solidFill>
                  <a:schemeClr val="tx1"/>
                </a:solidFill>
                <a:effectLst/>
                <a:latin typeface="Times New Roman" panose="02020603050405020304" pitchFamily="18" charset="0"/>
                <a:ea typeface="微软雅黑" panose="020B0503020204020204" pitchFamily="34" charset="-122"/>
              </a:rPr>
              <a:t>，就是一个程序在给定</a:t>
            </a:r>
            <a:r>
              <a:rPr lang="zh-CN" altLang="en-US" sz="2000" b="1" dirty="0">
                <a:solidFill>
                  <a:schemeClr val="tx1"/>
                </a:solidFill>
                <a:effectLst/>
                <a:latin typeface="Times New Roman" panose="02020603050405020304" pitchFamily="18" charset="0"/>
                <a:ea typeface="微软雅黑" panose="020B0503020204020204" pitchFamily="34" charset="-122"/>
              </a:rPr>
              <a:t>活动空间</a:t>
            </a:r>
            <a:r>
              <a:rPr lang="zh-CN" altLang="en-US" sz="2000" b="0" dirty="0">
                <a:solidFill>
                  <a:schemeClr val="tx1"/>
                </a:solidFill>
                <a:effectLst/>
                <a:latin typeface="Times New Roman" panose="02020603050405020304" pitchFamily="18" charset="0"/>
                <a:ea typeface="微软雅黑" panose="020B0503020204020204" pitchFamily="34" charset="-122"/>
              </a:rPr>
              <a:t>和</a:t>
            </a:r>
            <a:r>
              <a:rPr lang="zh-CN" altLang="en-US" sz="2000" b="1" dirty="0">
                <a:solidFill>
                  <a:schemeClr val="tx1"/>
                </a:solidFill>
                <a:effectLst/>
                <a:latin typeface="Times New Roman" panose="02020603050405020304" pitchFamily="18" charset="0"/>
                <a:ea typeface="微软雅黑" panose="020B0503020204020204" pitchFamily="34" charset="-122"/>
              </a:rPr>
              <a:t>初始环境</a:t>
            </a:r>
            <a:r>
              <a:rPr lang="zh-CN" altLang="en-US" sz="2000" b="0" dirty="0">
                <a:solidFill>
                  <a:schemeClr val="tx1"/>
                </a:solidFill>
                <a:effectLst/>
                <a:latin typeface="Times New Roman" panose="02020603050405020304" pitchFamily="18" charset="0"/>
                <a:ea typeface="微软雅黑" panose="020B0503020204020204" pitchFamily="34" charset="-122"/>
              </a:rPr>
              <a:t>下，在一个处理机上的</a:t>
            </a:r>
            <a:r>
              <a:rPr lang="zh-CN" altLang="en-US" sz="2000" b="1" dirty="0">
                <a:solidFill>
                  <a:schemeClr val="tx1"/>
                </a:solidFill>
                <a:effectLst/>
                <a:latin typeface="Times New Roman" panose="02020603050405020304" pitchFamily="18" charset="0"/>
                <a:ea typeface="微软雅黑" panose="020B0503020204020204" pitchFamily="34" charset="-122"/>
              </a:rPr>
              <a:t>执行过程</a:t>
            </a:r>
            <a:r>
              <a:rPr lang="zh-CN" altLang="en-US" sz="2000" b="0" dirty="0">
                <a:solidFill>
                  <a:schemeClr val="tx1"/>
                </a:solidFill>
                <a:effectLst/>
                <a:latin typeface="Times New Roman" panose="02020603050405020304" pitchFamily="18" charset="0"/>
                <a:ea typeface="微软雅黑" panose="020B0503020204020204" pitchFamily="34" charset="-122"/>
              </a:rPr>
              <a:t>。</a:t>
            </a:r>
            <a:endParaRPr lang="zh-CN" altLang="en-US" sz="2000" b="0" dirty="0">
              <a:solidFill>
                <a:srgbClr val="000099"/>
              </a:solidFill>
              <a:latin typeface="Times New Roman" panose="02020603050405020304" pitchFamily="18" charset="0"/>
              <a:ea typeface="微软雅黑" panose="020B0503020204020204" pitchFamily="34" charset="-122"/>
            </a:endParaRPr>
          </a:p>
          <a:p>
            <a:pPr lvl="1">
              <a:lnSpc>
                <a:spcPct val="130000"/>
              </a:lnSpc>
              <a:buClr>
                <a:schemeClr val="tx2"/>
              </a:buClr>
              <a:buSzPct val="95000"/>
              <a:buNone/>
              <a:defRPr/>
            </a:pPr>
            <a:r>
              <a:rPr lang="en-US" altLang="zh-CN" sz="2400" b="1" dirty="0">
                <a:solidFill>
                  <a:schemeClr val="tx1"/>
                </a:solidFill>
                <a:latin typeface="Times New Roman" panose="02020603050405020304" pitchFamily="18" charset="0"/>
                <a:ea typeface="微软雅黑" panose="020B0503020204020204" pitchFamily="34" charset="-122"/>
              </a:rPr>
              <a:t>(2) </a:t>
            </a:r>
            <a:r>
              <a:rPr lang="zh-CN" altLang="en-US" sz="2400" dirty="0">
                <a:solidFill>
                  <a:schemeClr val="tx1"/>
                </a:solidFill>
                <a:latin typeface="Times New Roman" panose="02020603050405020304" pitchFamily="18" charset="0"/>
                <a:ea typeface="微软雅黑" panose="020B0503020204020204" pitchFamily="34" charset="-122"/>
              </a:rPr>
              <a:t>进程与程序的区别</a:t>
            </a:r>
          </a:p>
          <a:p>
            <a:pPr lvl="3">
              <a:lnSpc>
                <a:spcPct val="130000"/>
              </a:lnSpc>
              <a:buClr>
                <a:schemeClr val="tx2"/>
              </a:buClr>
              <a:buSzPct val="95000"/>
              <a:buNone/>
              <a:defRPr/>
            </a:pPr>
            <a:r>
              <a:rPr lang="zh-CN" altLang="en-US" dirty="0">
                <a:solidFill>
                  <a:schemeClr val="tx1"/>
                </a:solidFill>
                <a:effectLst/>
                <a:latin typeface="Times New Roman" panose="02020603050405020304" pitchFamily="18" charset="0"/>
                <a:ea typeface="微软雅黑" panose="020B0503020204020204" pitchFamily="34" charset="-122"/>
              </a:rPr>
              <a:t>① 程序是</a:t>
            </a:r>
            <a:r>
              <a:rPr lang="zh-CN" altLang="en-US" b="1" dirty="0">
                <a:solidFill>
                  <a:schemeClr val="tx1"/>
                </a:solidFill>
                <a:effectLst/>
                <a:latin typeface="Times New Roman" panose="02020603050405020304" pitchFamily="18" charset="0"/>
                <a:ea typeface="微软雅黑" panose="020B0503020204020204" pitchFamily="34" charset="-122"/>
              </a:rPr>
              <a:t>静态</a:t>
            </a:r>
            <a:r>
              <a:rPr lang="zh-CN" altLang="en-US" dirty="0">
                <a:solidFill>
                  <a:schemeClr val="tx1"/>
                </a:solidFill>
                <a:effectLst/>
                <a:latin typeface="Times New Roman" panose="02020603050405020304" pitchFamily="18" charset="0"/>
                <a:ea typeface="微软雅黑" panose="020B0503020204020204" pitchFamily="34" charset="-122"/>
              </a:rPr>
              <a:t>的概念，进程是</a:t>
            </a:r>
            <a:r>
              <a:rPr lang="zh-CN" altLang="en-US" b="1" dirty="0">
                <a:solidFill>
                  <a:schemeClr val="tx1"/>
                </a:solidFill>
                <a:effectLst/>
                <a:latin typeface="Times New Roman" panose="02020603050405020304" pitchFamily="18" charset="0"/>
                <a:ea typeface="微软雅黑" panose="020B0503020204020204" pitchFamily="34" charset="-122"/>
              </a:rPr>
              <a:t>动态</a:t>
            </a:r>
            <a:r>
              <a:rPr lang="zh-CN" altLang="en-US" dirty="0">
                <a:solidFill>
                  <a:schemeClr val="tx1"/>
                </a:solidFill>
                <a:effectLst/>
                <a:latin typeface="Times New Roman" panose="02020603050405020304" pitchFamily="18" charset="0"/>
                <a:ea typeface="微软雅黑" panose="020B0503020204020204" pitchFamily="34" charset="-122"/>
              </a:rPr>
              <a:t>的概念；</a:t>
            </a:r>
          </a:p>
          <a:p>
            <a:pPr lvl="3">
              <a:lnSpc>
                <a:spcPct val="130000"/>
              </a:lnSpc>
              <a:buClr>
                <a:schemeClr val="tx2"/>
              </a:buClr>
              <a:buSzPct val="95000"/>
              <a:buNone/>
              <a:defRPr/>
            </a:pPr>
            <a:r>
              <a:rPr lang="zh-CN" altLang="en-US" dirty="0">
                <a:solidFill>
                  <a:schemeClr val="tx1"/>
                </a:solidFill>
                <a:effectLst/>
                <a:latin typeface="Times New Roman" panose="02020603050405020304" pitchFamily="18" charset="0"/>
                <a:ea typeface="微软雅黑" panose="020B0503020204020204" pitchFamily="34" charset="-122"/>
              </a:rPr>
              <a:t>② 进程是一个</a:t>
            </a:r>
            <a:r>
              <a:rPr lang="zh-CN" altLang="en-US" b="1" dirty="0">
                <a:solidFill>
                  <a:schemeClr val="tx1"/>
                </a:solidFill>
                <a:effectLst/>
                <a:latin typeface="Times New Roman" panose="02020603050405020304" pitchFamily="18" charset="0"/>
                <a:ea typeface="微软雅黑" panose="020B0503020204020204" pitchFamily="34" charset="-122"/>
              </a:rPr>
              <a:t>独立运行</a:t>
            </a:r>
            <a:r>
              <a:rPr lang="zh-CN" altLang="en-US" dirty="0">
                <a:solidFill>
                  <a:schemeClr val="tx1"/>
                </a:solidFill>
                <a:effectLst/>
                <a:latin typeface="Times New Roman" panose="02020603050405020304" pitchFamily="18" charset="0"/>
                <a:ea typeface="微软雅黑" panose="020B0503020204020204" pitchFamily="34" charset="-122"/>
              </a:rPr>
              <a:t>的活动单位；</a:t>
            </a:r>
          </a:p>
          <a:p>
            <a:pPr lvl="3">
              <a:lnSpc>
                <a:spcPct val="130000"/>
              </a:lnSpc>
              <a:buClr>
                <a:schemeClr val="tx2"/>
              </a:buClr>
              <a:buSzPct val="95000"/>
              <a:buNone/>
              <a:defRPr/>
            </a:pPr>
            <a:r>
              <a:rPr lang="zh-CN" altLang="en-US" dirty="0">
                <a:solidFill>
                  <a:schemeClr val="tx1"/>
                </a:solidFill>
                <a:effectLst/>
                <a:latin typeface="Times New Roman" panose="02020603050405020304" pitchFamily="18" charset="0"/>
                <a:ea typeface="微软雅黑" panose="020B0503020204020204" pitchFamily="34" charset="-122"/>
              </a:rPr>
              <a:t>③ 进程是</a:t>
            </a:r>
            <a:r>
              <a:rPr lang="zh-CN" altLang="en-US" b="1" dirty="0">
                <a:solidFill>
                  <a:schemeClr val="tx1"/>
                </a:solidFill>
                <a:effectLst/>
                <a:latin typeface="Times New Roman" panose="02020603050405020304" pitchFamily="18" charset="0"/>
                <a:ea typeface="微软雅黑" panose="020B0503020204020204" pitchFamily="34" charset="-122"/>
              </a:rPr>
              <a:t>竞争系统资源</a:t>
            </a:r>
            <a:r>
              <a:rPr lang="zh-CN" altLang="en-US" dirty="0">
                <a:solidFill>
                  <a:schemeClr val="tx1"/>
                </a:solidFill>
                <a:effectLst/>
                <a:latin typeface="Times New Roman" panose="02020603050405020304" pitchFamily="18" charset="0"/>
                <a:ea typeface="微软雅黑" panose="020B0503020204020204" pitchFamily="34" charset="-122"/>
              </a:rPr>
              <a:t>的基本单位；</a:t>
            </a:r>
          </a:p>
          <a:p>
            <a:pPr lvl="3">
              <a:lnSpc>
                <a:spcPct val="130000"/>
              </a:lnSpc>
              <a:buClr>
                <a:schemeClr val="tx2"/>
              </a:buClr>
              <a:buSzPct val="95000"/>
              <a:buNone/>
              <a:defRPr/>
            </a:pPr>
            <a:r>
              <a:rPr lang="zh-CN" altLang="en-US" dirty="0">
                <a:solidFill>
                  <a:schemeClr val="tx1"/>
                </a:solidFill>
                <a:effectLst/>
                <a:latin typeface="Times New Roman" panose="02020603050405020304" pitchFamily="18" charset="0"/>
                <a:ea typeface="微软雅黑" panose="020B0503020204020204" pitchFamily="34" charset="-122"/>
              </a:rPr>
              <a:t>④ 一个程序可以对应多个进程，一个进程至少包含一个程序。</a:t>
            </a:r>
            <a:r>
              <a:rPr lang="zh-CN" altLang="en-US" b="0" dirty="0">
                <a:solidFill>
                  <a:schemeClr val="tx1"/>
                </a:solidFill>
                <a:latin typeface="Times New Roman" panose="02020603050405020304" pitchFamily="18" charset="0"/>
                <a:ea typeface="微软雅黑" panose="020B0503020204020204" pitchFamily="34" charset="-122"/>
              </a:rPr>
              <a:t> </a:t>
            </a:r>
          </a:p>
        </p:txBody>
      </p:sp>
      <p:grpSp>
        <p:nvGrpSpPr>
          <p:cNvPr id="6" name="Group 8">
            <a:extLst>
              <a:ext uri="{FF2B5EF4-FFF2-40B4-BE49-F238E27FC236}">
                <a16:creationId xmlns:a16="http://schemas.microsoft.com/office/drawing/2014/main" id="{30042650-9E9B-7406-6D29-7F76A4F2B9B8}"/>
              </a:ext>
            </a:extLst>
          </p:cNvPr>
          <p:cNvGrpSpPr>
            <a:grpSpLocks/>
          </p:cNvGrpSpPr>
          <p:nvPr/>
        </p:nvGrpSpPr>
        <p:grpSpPr bwMode="auto">
          <a:xfrm>
            <a:off x="2996865" y="2060391"/>
            <a:ext cx="2041525" cy="14287"/>
            <a:chOff x="1863" y="1528"/>
            <a:chExt cx="1286" cy="9"/>
          </a:xfrm>
        </p:grpSpPr>
        <p:sp>
          <p:nvSpPr>
            <p:cNvPr id="7" name="Line 5">
              <a:extLst>
                <a:ext uri="{FF2B5EF4-FFF2-40B4-BE49-F238E27FC236}">
                  <a16:creationId xmlns:a16="http://schemas.microsoft.com/office/drawing/2014/main" id="{0D6269BA-B8D9-CC3C-918B-D3F41FDE391D}"/>
                </a:ext>
              </a:extLst>
            </p:cNvPr>
            <p:cNvSpPr>
              <a:spLocks noChangeShapeType="1"/>
            </p:cNvSpPr>
            <p:nvPr/>
          </p:nvSpPr>
          <p:spPr bwMode="auto">
            <a:xfrm>
              <a:off x="1863" y="1528"/>
              <a:ext cx="348" cy="0"/>
            </a:xfrm>
            <a:prstGeom prst="line">
              <a:avLst/>
            </a:prstGeom>
            <a:noFill/>
            <a:ln w="254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8" name="Line 6">
              <a:extLst>
                <a:ext uri="{FF2B5EF4-FFF2-40B4-BE49-F238E27FC236}">
                  <a16:creationId xmlns:a16="http://schemas.microsoft.com/office/drawing/2014/main" id="{DB959560-7A50-EBCF-44DD-AFDECFB6719C}"/>
                </a:ext>
              </a:extLst>
            </p:cNvPr>
            <p:cNvSpPr>
              <a:spLocks noChangeShapeType="1"/>
            </p:cNvSpPr>
            <p:nvPr/>
          </p:nvSpPr>
          <p:spPr bwMode="auto">
            <a:xfrm>
              <a:off x="2801" y="1537"/>
              <a:ext cx="348" cy="0"/>
            </a:xfrm>
            <a:prstGeom prst="line">
              <a:avLst/>
            </a:prstGeom>
            <a:noFill/>
            <a:ln w="254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Tree>
    <p:extLst>
      <p:ext uri="{BB962C8B-B14F-4D97-AF65-F5344CB8AC3E}">
        <p14:creationId xmlns:p14="http://schemas.microsoft.com/office/powerpoint/2010/main" val="5163777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E73C1B-9F16-D404-5C25-02D6033CE37B}"/>
              </a:ext>
            </a:extLst>
          </p:cNvPr>
          <p:cNvSpPr>
            <a:spLocks noGrp="1"/>
          </p:cNvSpPr>
          <p:nvPr>
            <p:ph type="title"/>
          </p:nvPr>
        </p:nvSpPr>
        <p:spPr/>
        <p:txBody>
          <a:bodyPr>
            <a:normAutofit/>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进程概念</a:t>
            </a:r>
            <a:endParaRPr lang="zh-CN" altLang="en-US" dirty="0"/>
          </a:p>
        </p:txBody>
      </p:sp>
      <p:sp>
        <p:nvSpPr>
          <p:cNvPr id="3" name="内容占位符 2">
            <a:extLst>
              <a:ext uri="{FF2B5EF4-FFF2-40B4-BE49-F238E27FC236}">
                <a16:creationId xmlns:a16="http://schemas.microsoft.com/office/drawing/2014/main" id="{1E624972-AA5F-C5DC-6902-401D9BB14B9E}"/>
              </a:ext>
            </a:extLst>
          </p:cNvPr>
          <p:cNvSpPr>
            <a:spLocks noGrp="1"/>
          </p:cNvSpPr>
          <p:nvPr>
            <p:ph idx="1"/>
          </p:nvPr>
        </p:nvSpPr>
        <p:spPr/>
        <p:txBody>
          <a:bodyPr/>
          <a:lstStyle/>
          <a:p>
            <a:pPr marL="609600" indent="-609600" algn="l">
              <a:lnSpc>
                <a:spcPct val="120000"/>
              </a:lnSpc>
              <a:spcBef>
                <a:spcPct val="30000"/>
              </a:spcBef>
              <a:buClr>
                <a:schemeClr val="tx2"/>
              </a:buClr>
              <a:buSzPct val="95000"/>
              <a:buNone/>
              <a:defRPr/>
            </a:pPr>
            <a:r>
              <a:rPr lang="en-US" altLang="zh-CN" sz="2800" dirty="0">
                <a:solidFill>
                  <a:srgbClr val="335F90"/>
                </a:solidFill>
                <a:effectLst>
                  <a:outerShdw blurRad="38100" dist="38100" dir="2700000" algn="tl">
                    <a:srgbClr val="C0C0C0"/>
                  </a:outerShdw>
                </a:effectLst>
                <a:latin typeface="Times New Roman" panose="02020603050405020304" pitchFamily="18" charset="0"/>
                <a:ea typeface="+mn-ea"/>
              </a:rPr>
              <a:t>2.  </a:t>
            </a:r>
            <a:r>
              <a:rPr lang="zh-CN" altLang="en-US" sz="2800" dirty="0">
                <a:solidFill>
                  <a:srgbClr val="335F90"/>
                </a:solidFill>
                <a:effectLst>
                  <a:outerShdw blurRad="38100" dist="38100" dir="2700000" algn="tl">
                    <a:srgbClr val="C0C0C0"/>
                  </a:outerShdw>
                </a:effectLst>
                <a:latin typeface="Times New Roman" panose="02020603050405020304" pitchFamily="18" charset="0"/>
                <a:ea typeface="+mn-ea"/>
              </a:rPr>
              <a:t>进程的状态</a:t>
            </a:r>
          </a:p>
          <a:p>
            <a:pPr marL="0" indent="0">
              <a:buNone/>
            </a:pPr>
            <a:r>
              <a:rPr lang="en-US" altLang="zh-CN" dirty="0"/>
              <a:t>(1) </a:t>
            </a:r>
            <a:r>
              <a:rPr lang="zh-CN" altLang="en-US" dirty="0"/>
              <a:t>进程的基本状态</a:t>
            </a:r>
          </a:p>
          <a:p>
            <a:pPr marL="469900" lvl="1" indent="0">
              <a:buNone/>
            </a:pPr>
            <a:r>
              <a:rPr lang="zh-CN" altLang="en-US" sz="2400" dirty="0">
                <a:solidFill>
                  <a:srgbClr val="000099"/>
                </a:solidFill>
                <a:latin typeface="Times New Roman" panose="02020603050405020304" pitchFamily="18" charset="0"/>
                <a:ea typeface="+mn-ea"/>
              </a:rPr>
              <a:t>① 运行状态</a:t>
            </a:r>
            <a:r>
              <a:rPr lang="en-US" altLang="zh-CN" sz="2400" dirty="0">
                <a:solidFill>
                  <a:srgbClr val="000099"/>
                </a:solidFill>
                <a:latin typeface="Times New Roman" panose="02020603050405020304" pitchFamily="18" charset="0"/>
                <a:ea typeface="+mn-ea"/>
              </a:rPr>
              <a:t>(running)</a:t>
            </a:r>
          </a:p>
          <a:p>
            <a:pPr marL="469900" lvl="1" indent="0">
              <a:buNone/>
            </a:pPr>
            <a:r>
              <a:rPr lang="en-US" altLang="zh-CN" dirty="0">
                <a:solidFill>
                  <a:schemeClr val="tx1"/>
                </a:solidFill>
              </a:rPr>
              <a:t>	</a:t>
            </a:r>
            <a:r>
              <a:rPr lang="zh-CN" altLang="en-US" dirty="0">
                <a:solidFill>
                  <a:schemeClr val="tx1"/>
                </a:solidFill>
              </a:rPr>
              <a:t>该进程已获得运行所必需的资源，它的程序正在处理机上执行。</a:t>
            </a:r>
          </a:p>
          <a:p>
            <a:pPr marL="469900" lvl="1" indent="0">
              <a:buNone/>
            </a:pPr>
            <a:r>
              <a:rPr lang="zh-CN" altLang="en-US" sz="2400" dirty="0">
                <a:solidFill>
                  <a:srgbClr val="000099"/>
                </a:solidFill>
                <a:latin typeface="Times New Roman" panose="02020603050405020304" pitchFamily="18" charset="0"/>
                <a:ea typeface="+mn-ea"/>
              </a:rPr>
              <a:t>② 等待状态</a:t>
            </a:r>
            <a:r>
              <a:rPr lang="en-US" altLang="zh-CN" sz="2400" dirty="0">
                <a:solidFill>
                  <a:srgbClr val="000099"/>
                </a:solidFill>
                <a:latin typeface="Times New Roman" panose="02020603050405020304" pitchFamily="18" charset="0"/>
                <a:ea typeface="+mn-ea"/>
              </a:rPr>
              <a:t>(wait)</a:t>
            </a:r>
          </a:p>
          <a:p>
            <a:pPr marL="469900" lvl="1" indent="0">
              <a:buNone/>
            </a:pPr>
            <a:r>
              <a:rPr lang="en-US" altLang="zh-CN" dirty="0">
                <a:solidFill>
                  <a:schemeClr val="tx1"/>
                </a:solidFill>
              </a:rPr>
              <a:t>	</a:t>
            </a:r>
            <a:r>
              <a:rPr lang="zh-CN" altLang="en-US" dirty="0">
                <a:solidFill>
                  <a:schemeClr val="tx1"/>
                </a:solidFill>
              </a:rPr>
              <a:t>进程正等待着某一事件的发生而暂时停止执行。这时，即使给它</a:t>
            </a:r>
            <a:r>
              <a:rPr lang="en-US" altLang="zh-CN" dirty="0">
                <a:solidFill>
                  <a:schemeClr val="tx1"/>
                </a:solidFill>
              </a:rPr>
              <a:t>CPU</a:t>
            </a:r>
            <a:r>
              <a:rPr lang="zh-CN" altLang="en-US" dirty="0">
                <a:solidFill>
                  <a:schemeClr val="tx1"/>
                </a:solidFill>
              </a:rPr>
              <a:t>控制权，</a:t>
            </a:r>
            <a:endParaRPr lang="en-US" altLang="zh-CN" dirty="0">
              <a:solidFill>
                <a:schemeClr val="tx1"/>
              </a:solidFill>
            </a:endParaRPr>
          </a:p>
          <a:p>
            <a:pPr marL="469900" lvl="1" indent="0">
              <a:buNone/>
            </a:pPr>
            <a:r>
              <a:rPr lang="en-US" altLang="zh-CN" dirty="0">
                <a:solidFill>
                  <a:schemeClr val="tx1"/>
                </a:solidFill>
              </a:rPr>
              <a:t>	</a:t>
            </a:r>
            <a:r>
              <a:rPr lang="zh-CN" altLang="en-US" dirty="0">
                <a:solidFill>
                  <a:schemeClr val="tx1"/>
                </a:solidFill>
              </a:rPr>
              <a:t>它也无法执行。</a:t>
            </a:r>
            <a:endParaRPr lang="en-US" altLang="zh-CN" dirty="0">
              <a:solidFill>
                <a:schemeClr val="tx1"/>
              </a:solidFill>
            </a:endParaRPr>
          </a:p>
          <a:p>
            <a:pPr marL="469900" lvl="1" indent="0">
              <a:buNone/>
            </a:pPr>
            <a:r>
              <a:rPr lang="zh-CN" altLang="en-US" sz="2400" dirty="0">
                <a:solidFill>
                  <a:srgbClr val="000099"/>
                </a:solidFill>
                <a:latin typeface="Times New Roman" panose="02020603050405020304" pitchFamily="18" charset="0"/>
                <a:ea typeface="+mn-ea"/>
              </a:rPr>
              <a:t>③ 就绪状态</a:t>
            </a:r>
            <a:r>
              <a:rPr lang="en-US" altLang="zh-CN" sz="2400" dirty="0">
                <a:solidFill>
                  <a:srgbClr val="000099"/>
                </a:solidFill>
                <a:latin typeface="Times New Roman" panose="02020603050405020304" pitchFamily="18" charset="0"/>
                <a:ea typeface="+mn-ea"/>
              </a:rPr>
              <a:t>(ready)</a:t>
            </a:r>
          </a:p>
          <a:p>
            <a:pPr marL="469900" lvl="1" indent="0">
              <a:buNone/>
            </a:pPr>
            <a:r>
              <a:rPr lang="en-US" altLang="zh-CN" dirty="0">
                <a:solidFill>
                  <a:schemeClr val="tx1"/>
                </a:solidFill>
              </a:rPr>
              <a:t>	</a:t>
            </a:r>
            <a:r>
              <a:rPr lang="zh-CN" altLang="en-US" dirty="0">
                <a:solidFill>
                  <a:schemeClr val="tx1"/>
                </a:solidFill>
              </a:rPr>
              <a:t>进程已获得除</a:t>
            </a:r>
            <a:r>
              <a:rPr lang="en-US" altLang="zh-CN" dirty="0">
                <a:solidFill>
                  <a:schemeClr val="tx1"/>
                </a:solidFill>
              </a:rPr>
              <a:t>CPU</a:t>
            </a:r>
            <a:r>
              <a:rPr lang="zh-CN" altLang="en-US" dirty="0">
                <a:solidFill>
                  <a:schemeClr val="tx1"/>
                </a:solidFill>
              </a:rPr>
              <a:t>之外的运行所必需的资源，一旦得到</a:t>
            </a:r>
            <a:r>
              <a:rPr lang="en-US" altLang="zh-CN" dirty="0">
                <a:solidFill>
                  <a:schemeClr val="tx1"/>
                </a:solidFill>
              </a:rPr>
              <a:t>CPU</a:t>
            </a:r>
            <a:r>
              <a:rPr lang="zh-CN" altLang="en-US" dirty="0">
                <a:solidFill>
                  <a:schemeClr val="tx1"/>
                </a:solidFill>
              </a:rPr>
              <a:t>控制权，立即可以运行。 </a:t>
            </a:r>
          </a:p>
          <a:p>
            <a:pPr marL="0" indent="0">
              <a:buNone/>
            </a:pPr>
            <a:endParaRPr lang="zh-CN" altLang="en-US" dirty="0"/>
          </a:p>
        </p:txBody>
      </p:sp>
    </p:spTree>
    <p:extLst>
      <p:ext uri="{BB962C8B-B14F-4D97-AF65-F5344CB8AC3E}">
        <p14:creationId xmlns:p14="http://schemas.microsoft.com/office/powerpoint/2010/main" val="30731852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F10D6C-37CC-85D8-ECC1-0A3D4F94F176}"/>
              </a:ext>
            </a:extLst>
          </p:cNvPr>
          <p:cNvSpPr>
            <a:spLocks noGrp="1"/>
          </p:cNvSpPr>
          <p:nvPr>
            <p:ph type="title"/>
          </p:nvPr>
        </p:nvSpPr>
        <p:spPr/>
        <p:txBody>
          <a:bodyPr>
            <a:normAutofit/>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进程概念</a:t>
            </a:r>
            <a:endParaRPr lang="zh-CN" altLang="en-US" dirty="0"/>
          </a:p>
        </p:txBody>
      </p:sp>
      <p:sp>
        <p:nvSpPr>
          <p:cNvPr id="3" name="内容占位符 2">
            <a:extLst>
              <a:ext uri="{FF2B5EF4-FFF2-40B4-BE49-F238E27FC236}">
                <a16:creationId xmlns:a16="http://schemas.microsoft.com/office/drawing/2014/main" id="{3CC2D88D-2B96-7CD9-5EBA-28724D5ED86E}"/>
              </a:ext>
            </a:extLst>
          </p:cNvPr>
          <p:cNvSpPr>
            <a:spLocks noGrp="1"/>
          </p:cNvSpPr>
          <p:nvPr>
            <p:ph idx="1"/>
          </p:nvPr>
        </p:nvSpPr>
        <p:spPr>
          <a:xfrm>
            <a:off x="487822" y="836539"/>
            <a:ext cx="6749886" cy="1581197"/>
          </a:xfrm>
        </p:spPr>
        <p:txBody>
          <a:bodyPr/>
          <a:lstStyle/>
          <a:p>
            <a:pPr marL="0" indent="0">
              <a:buNone/>
            </a:pPr>
            <a:r>
              <a:rPr lang="en-US" altLang="zh-CN" dirty="0"/>
              <a:t>(2) </a:t>
            </a:r>
            <a:r>
              <a:rPr lang="zh-CN" altLang="en-US" dirty="0"/>
              <a:t>进程状态的变迁</a:t>
            </a:r>
          </a:p>
          <a:p>
            <a:pPr marL="469900" lvl="1" indent="0">
              <a:buNone/>
            </a:pPr>
            <a:r>
              <a:rPr lang="zh-CN" altLang="en-US" sz="2400" dirty="0">
                <a:solidFill>
                  <a:srgbClr val="000099"/>
                </a:solidFill>
                <a:latin typeface="Times New Roman" panose="02020603050405020304" pitchFamily="18" charset="0"/>
                <a:ea typeface="+mn-ea"/>
              </a:rPr>
              <a:t>① 进程状态可能的变迁</a:t>
            </a:r>
          </a:p>
        </p:txBody>
      </p:sp>
      <p:sp>
        <p:nvSpPr>
          <p:cNvPr id="4" name="Line 24">
            <a:extLst>
              <a:ext uri="{FF2B5EF4-FFF2-40B4-BE49-F238E27FC236}">
                <a16:creationId xmlns:a16="http://schemas.microsoft.com/office/drawing/2014/main" id="{E82F5839-2DF1-C4CD-2F84-C962CE452817}"/>
              </a:ext>
            </a:extLst>
          </p:cNvPr>
          <p:cNvSpPr>
            <a:spLocks noChangeShapeType="1"/>
          </p:cNvSpPr>
          <p:nvPr/>
        </p:nvSpPr>
        <p:spPr bwMode="auto">
          <a:xfrm flipH="1">
            <a:off x="4505325" y="2969621"/>
            <a:ext cx="1217612" cy="1431925"/>
          </a:xfrm>
          <a:prstGeom prst="line">
            <a:avLst/>
          </a:prstGeom>
          <a:noFill/>
          <a:ln w="38100">
            <a:solidFill>
              <a:srgbClr val="CC33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 name="Line 27">
            <a:extLst>
              <a:ext uri="{FF2B5EF4-FFF2-40B4-BE49-F238E27FC236}">
                <a16:creationId xmlns:a16="http://schemas.microsoft.com/office/drawing/2014/main" id="{E3D98AEC-1A08-EC82-FE88-1BF07724A5D6}"/>
              </a:ext>
            </a:extLst>
          </p:cNvPr>
          <p:cNvSpPr>
            <a:spLocks noChangeShapeType="1"/>
          </p:cNvSpPr>
          <p:nvPr/>
        </p:nvSpPr>
        <p:spPr bwMode="auto">
          <a:xfrm>
            <a:off x="6892925" y="2707683"/>
            <a:ext cx="1584325" cy="1679575"/>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 name="Line 31">
            <a:extLst>
              <a:ext uri="{FF2B5EF4-FFF2-40B4-BE49-F238E27FC236}">
                <a16:creationId xmlns:a16="http://schemas.microsoft.com/office/drawing/2014/main" id="{E0064F3C-0B56-5C21-CB1F-2CBEB7C4E509}"/>
              </a:ext>
            </a:extLst>
          </p:cNvPr>
          <p:cNvSpPr>
            <a:spLocks noChangeShapeType="1"/>
          </p:cNvSpPr>
          <p:nvPr/>
        </p:nvSpPr>
        <p:spPr bwMode="auto">
          <a:xfrm flipH="1" flipV="1">
            <a:off x="6618287" y="2912471"/>
            <a:ext cx="1385888" cy="1492250"/>
          </a:xfrm>
          <a:prstGeom prst="line">
            <a:avLst/>
          </a:prstGeom>
          <a:noFill/>
          <a:ln w="38100">
            <a:solidFill>
              <a:srgbClr val="CC33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 name="Oval 20">
            <a:extLst>
              <a:ext uri="{FF2B5EF4-FFF2-40B4-BE49-F238E27FC236}">
                <a16:creationId xmlns:a16="http://schemas.microsoft.com/office/drawing/2014/main" id="{E85F5022-56D6-7C32-A49C-B030CD8DE460}"/>
              </a:ext>
            </a:extLst>
          </p:cNvPr>
          <p:cNvSpPr>
            <a:spLocks noChangeArrowheads="1"/>
          </p:cNvSpPr>
          <p:nvPr/>
        </p:nvSpPr>
        <p:spPr bwMode="auto">
          <a:xfrm>
            <a:off x="5176837" y="2112371"/>
            <a:ext cx="1838325" cy="895350"/>
          </a:xfrm>
          <a:prstGeom prst="ellipse">
            <a:avLst/>
          </a:prstGeom>
          <a:solidFill>
            <a:srgbClr val="FFCCFF"/>
          </a:solidFill>
          <a:ln w="9525">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0"/>
              </a:spcBef>
              <a:buClrTx/>
              <a:buSzTx/>
              <a:buFontTx/>
              <a:buNone/>
            </a:pPr>
            <a:r>
              <a:rPr kumimoji="1" lang="en-US" altLang="zh-CN" sz="1600">
                <a:solidFill>
                  <a:schemeClr val="tx1"/>
                </a:solidFill>
                <a:latin typeface="Times New Roman" panose="02020603050405020304" pitchFamily="18" charset="0"/>
              </a:rPr>
              <a:t>       </a:t>
            </a:r>
            <a:r>
              <a:rPr kumimoji="1" lang="zh-CN" altLang="en-US" sz="1600">
                <a:solidFill>
                  <a:schemeClr val="tx1"/>
                </a:solidFill>
                <a:latin typeface="Times New Roman" panose="02020603050405020304" pitchFamily="18" charset="0"/>
              </a:rPr>
              <a:t>运  行</a:t>
            </a:r>
          </a:p>
        </p:txBody>
      </p:sp>
      <p:sp>
        <p:nvSpPr>
          <p:cNvPr id="8" name="Line 23">
            <a:extLst>
              <a:ext uri="{FF2B5EF4-FFF2-40B4-BE49-F238E27FC236}">
                <a16:creationId xmlns:a16="http://schemas.microsoft.com/office/drawing/2014/main" id="{C3A2B601-AEAD-4050-E568-D2EF17741983}"/>
              </a:ext>
            </a:extLst>
          </p:cNvPr>
          <p:cNvSpPr>
            <a:spLocks noChangeShapeType="1"/>
          </p:cNvSpPr>
          <p:nvPr/>
        </p:nvSpPr>
        <p:spPr bwMode="auto">
          <a:xfrm flipH="1">
            <a:off x="4989512" y="4969871"/>
            <a:ext cx="2392363"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9" name="Line 25">
            <a:extLst>
              <a:ext uri="{FF2B5EF4-FFF2-40B4-BE49-F238E27FC236}">
                <a16:creationId xmlns:a16="http://schemas.microsoft.com/office/drawing/2014/main" id="{E43E88E7-BDAB-945B-7A2C-2226C3A47701}"/>
              </a:ext>
            </a:extLst>
          </p:cNvPr>
          <p:cNvSpPr>
            <a:spLocks noChangeShapeType="1"/>
          </p:cNvSpPr>
          <p:nvPr/>
        </p:nvSpPr>
        <p:spPr bwMode="auto">
          <a:xfrm flipV="1">
            <a:off x="4054475" y="2837858"/>
            <a:ext cx="1308100" cy="1528763"/>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0" name="Text Box 26">
            <a:extLst>
              <a:ext uri="{FF2B5EF4-FFF2-40B4-BE49-F238E27FC236}">
                <a16:creationId xmlns:a16="http://schemas.microsoft.com/office/drawing/2014/main" id="{A38F2069-9112-9480-E781-8FB49F26360C}"/>
              </a:ext>
            </a:extLst>
          </p:cNvPr>
          <p:cNvSpPr txBox="1">
            <a:spLocks noChangeArrowheads="1"/>
          </p:cNvSpPr>
          <p:nvPr/>
        </p:nvSpPr>
        <p:spPr bwMode="auto">
          <a:xfrm>
            <a:off x="7585075" y="2834683"/>
            <a:ext cx="1293812" cy="6286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20000"/>
              </a:spcBef>
              <a:buClrTx/>
              <a:buSzTx/>
              <a:buFontTx/>
              <a:buNone/>
            </a:pPr>
            <a:r>
              <a:rPr kumimoji="1" lang="zh-CN" altLang="en-US" sz="1600">
                <a:solidFill>
                  <a:schemeClr val="tx1"/>
                </a:solidFill>
                <a:latin typeface="Times New Roman" panose="02020603050405020304" pitchFamily="18" charset="0"/>
              </a:rPr>
              <a:t>服务请求</a:t>
            </a:r>
          </a:p>
          <a:p>
            <a:pPr eaLnBrk="1" hangingPunct="1">
              <a:lnSpc>
                <a:spcPct val="100000"/>
              </a:lnSpc>
              <a:spcBef>
                <a:spcPct val="20000"/>
              </a:spcBef>
              <a:buClrTx/>
              <a:buSzTx/>
              <a:buFontTx/>
              <a:buNone/>
            </a:pPr>
            <a:r>
              <a:rPr kumimoji="1" lang="en-US" altLang="zh-CN" sz="1600">
                <a:solidFill>
                  <a:schemeClr val="tx1"/>
                </a:solidFill>
                <a:latin typeface="Times New Roman" panose="02020603050405020304" pitchFamily="18" charset="0"/>
              </a:rPr>
              <a:t>(</a:t>
            </a:r>
            <a:r>
              <a:rPr kumimoji="1" lang="zh-CN" altLang="en-US" sz="1600">
                <a:solidFill>
                  <a:schemeClr val="tx1"/>
                </a:solidFill>
                <a:latin typeface="Times New Roman" panose="02020603050405020304" pitchFamily="18" charset="0"/>
              </a:rPr>
              <a:t>请求</a:t>
            </a:r>
            <a:r>
              <a:rPr kumimoji="1" lang="en-US" altLang="zh-CN" sz="1600">
                <a:solidFill>
                  <a:schemeClr val="tx1"/>
                </a:solidFill>
                <a:latin typeface="Times New Roman" panose="02020603050405020304" pitchFamily="18" charset="0"/>
              </a:rPr>
              <a:t>I/O</a:t>
            </a:r>
            <a:r>
              <a:rPr kumimoji="1" lang="zh-CN" altLang="en-US" sz="1600">
                <a:solidFill>
                  <a:schemeClr val="tx1"/>
                </a:solidFill>
                <a:latin typeface="Times New Roman" panose="02020603050405020304" pitchFamily="18" charset="0"/>
              </a:rPr>
              <a:t>等</a:t>
            </a:r>
            <a:r>
              <a:rPr kumimoji="1" lang="en-US" altLang="zh-CN" sz="1600">
                <a:solidFill>
                  <a:schemeClr val="tx1"/>
                </a:solidFill>
                <a:latin typeface="Times New Roman" panose="02020603050405020304" pitchFamily="18" charset="0"/>
              </a:rPr>
              <a:t>)</a:t>
            </a:r>
          </a:p>
        </p:txBody>
      </p:sp>
      <p:sp>
        <p:nvSpPr>
          <p:cNvPr id="11" name="Text Box 28">
            <a:extLst>
              <a:ext uri="{FF2B5EF4-FFF2-40B4-BE49-F238E27FC236}">
                <a16:creationId xmlns:a16="http://schemas.microsoft.com/office/drawing/2014/main" id="{218C4B40-48CB-BEC1-A80E-1581B01BF593}"/>
              </a:ext>
            </a:extLst>
          </p:cNvPr>
          <p:cNvSpPr txBox="1">
            <a:spLocks noChangeArrowheads="1"/>
          </p:cNvSpPr>
          <p:nvPr/>
        </p:nvSpPr>
        <p:spPr bwMode="auto">
          <a:xfrm>
            <a:off x="5656262" y="5076233"/>
            <a:ext cx="1265238" cy="630238"/>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20000"/>
              </a:spcBef>
              <a:buClrTx/>
              <a:buSzTx/>
              <a:buFontTx/>
              <a:buNone/>
            </a:pPr>
            <a:r>
              <a:rPr kumimoji="1" lang="zh-CN" altLang="en-US" sz="1600">
                <a:solidFill>
                  <a:schemeClr val="tx1"/>
                </a:solidFill>
                <a:latin typeface="Times New Roman" panose="02020603050405020304" pitchFamily="18" charset="0"/>
              </a:rPr>
              <a:t>服务完成</a:t>
            </a:r>
            <a:r>
              <a:rPr kumimoji="1" lang="en-US" altLang="zh-CN" sz="1600">
                <a:solidFill>
                  <a:schemeClr val="tx1"/>
                </a:solidFill>
                <a:latin typeface="Times New Roman" panose="02020603050405020304" pitchFamily="18" charset="0"/>
              </a:rPr>
              <a:t>/</a:t>
            </a:r>
          </a:p>
          <a:p>
            <a:pPr eaLnBrk="1" hangingPunct="1">
              <a:lnSpc>
                <a:spcPct val="100000"/>
              </a:lnSpc>
              <a:spcBef>
                <a:spcPct val="20000"/>
              </a:spcBef>
              <a:buClrTx/>
              <a:buSzTx/>
              <a:buFontTx/>
              <a:buNone/>
            </a:pPr>
            <a:r>
              <a:rPr kumimoji="1" lang="zh-CN" altLang="en-US" sz="1600">
                <a:solidFill>
                  <a:schemeClr val="tx1"/>
                </a:solidFill>
                <a:latin typeface="Times New Roman" panose="02020603050405020304" pitchFamily="18" charset="0"/>
              </a:rPr>
              <a:t>事件来到</a:t>
            </a:r>
          </a:p>
        </p:txBody>
      </p:sp>
      <p:sp>
        <p:nvSpPr>
          <p:cNvPr id="12" name="Text Box 29">
            <a:extLst>
              <a:ext uri="{FF2B5EF4-FFF2-40B4-BE49-F238E27FC236}">
                <a16:creationId xmlns:a16="http://schemas.microsoft.com/office/drawing/2014/main" id="{9DC6867E-7D98-8E76-2FBE-A5DCB0EBF67C}"/>
              </a:ext>
            </a:extLst>
          </p:cNvPr>
          <p:cNvSpPr txBox="1">
            <a:spLocks noChangeArrowheads="1"/>
          </p:cNvSpPr>
          <p:nvPr/>
        </p:nvSpPr>
        <p:spPr bwMode="auto">
          <a:xfrm>
            <a:off x="3932237" y="3079158"/>
            <a:ext cx="1130300" cy="3365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20000"/>
              </a:spcBef>
              <a:buClrTx/>
              <a:buSzTx/>
              <a:buFontTx/>
              <a:buNone/>
            </a:pPr>
            <a:r>
              <a:rPr kumimoji="1" lang="zh-CN" altLang="en-US" sz="1600">
                <a:solidFill>
                  <a:schemeClr val="tx1"/>
                </a:solidFill>
                <a:latin typeface="Times New Roman" panose="02020603050405020304" pitchFamily="18" charset="0"/>
              </a:rPr>
              <a:t>进程调度</a:t>
            </a:r>
          </a:p>
        </p:txBody>
      </p:sp>
      <p:sp>
        <p:nvSpPr>
          <p:cNvPr id="13" name="Text Box 30">
            <a:extLst>
              <a:ext uri="{FF2B5EF4-FFF2-40B4-BE49-F238E27FC236}">
                <a16:creationId xmlns:a16="http://schemas.microsoft.com/office/drawing/2014/main" id="{D0E841C6-36D9-A23E-1ED9-C3B87C79138E}"/>
              </a:ext>
            </a:extLst>
          </p:cNvPr>
          <p:cNvSpPr txBox="1">
            <a:spLocks noChangeArrowheads="1"/>
          </p:cNvSpPr>
          <p:nvPr/>
        </p:nvSpPr>
        <p:spPr bwMode="auto">
          <a:xfrm>
            <a:off x="5108575" y="3583983"/>
            <a:ext cx="1116012" cy="3365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20000"/>
              </a:spcBef>
              <a:buClrTx/>
              <a:buSzTx/>
              <a:buFontTx/>
              <a:buNone/>
            </a:pPr>
            <a:r>
              <a:rPr kumimoji="1" lang="zh-CN" altLang="en-US" sz="1600">
                <a:solidFill>
                  <a:schemeClr val="tx1"/>
                </a:solidFill>
                <a:latin typeface="Times New Roman" panose="02020603050405020304" pitchFamily="18" charset="0"/>
              </a:rPr>
              <a:t>时间片到</a:t>
            </a:r>
          </a:p>
        </p:txBody>
      </p:sp>
      <p:sp>
        <p:nvSpPr>
          <p:cNvPr id="14" name="Line 32">
            <a:extLst>
              <a:ext uri="{FF2B5EF4-FFF2-40B4-BE49-F238E27FC236}">
                <a16:creationId xmlns:a16="http://schemas.microsoft.com/office/drawing/2014/main" id="{FDC76DE2-30E6-46BA-4893-8EDD98A15298}"/>
              </a:ext>
            </a:extLst>
          </p:cNvPr>
          <p:cNvSpPr>
            <a:spLocks noChangeShapeType="1"/>
          </p:cNvSpPr>
          <p:nvPr/>
        </p:nvSpPr>
        <p:spPr bwMode="auto">
          <a:xfrm>
            <a:off x="4984750" y="4671421"/>
            <a:ext cx="2376487" cy="0"/>
          </a:xfrm>
          <a:prstGeom prst="line">
            <a:avLst/>
          </a:prstGeom>
          <a:noFill/>
          <a:ln w="38100">
            <a:solidFill>
              <a:srgbClr val="CC33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 name="Oval 33">
            <a:extLst>
              <a:ext uri="{FF2B5EF4-FFF2-40B4-BE49-F238E27FC236}">
                <a16:creationId xmlns:a16="http://schemas.microsoft.com/office/drawing/2014/main" id="{776C461F-B44F-6968-5B82-FAF5C7A7129C}"/>
              </a:ext>
            </a:extLst>
          </p:cNvPr>
          <p:cNvSpPr>
            <a:spLocks noChangeArrowheads="1"/>
          </p:cNvSpPr>
          <p:nvPr/>
        </p:nvSpPr>
        <p:spPr bwMode="auto">
          <a:xfrm>
            <a:off x="7323137" y="4365033"/>
            <a:ext cx="1836738" cy="893763"/>
          </a:xfrm>
          <a:prstGeom prst="ellipse">
            <a:avLst/>
          </a:prstGeom>
          <a:solidFill>
            <a:srgbClr val="B2B2B2"/>
          </a:solidFill>
          <a:ln w="9525">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10000"/>
              </a:spcBef>
              <a:buClrTx/>
              <a:buSzTx/>
              <a:buFontTx/>
              <a:buNone/>
            </a:pPr>
            <a:r>
              <a:rPr kumimoji="1" lang="en-US" altLang="zh-CN" sz="1600">
                <a:solidFill>
                  <a:schemeClr val="tx1"/>
                </a:solidFill>
                <a:latin typeface="Times New Roman" panose="02020603050405020304" pitchFamily="18" charset="0"/>
              </a:rPr>
              <a:t>       </a:t>
            </a:r>
            <a:r>
              <a:rPr kumimoji="1" lang="zh-CN" altLang="en-US" sz="1600">
                <a:solidFill>
                  <a:schemeClr val="tx1"/>
                </a:solidFill>
                <a:latin typeface="Times New Roman" panose="02020603050405020304" pitchFamily="18" charset="0"/>
              </a:rPr>
              <a:t>等 待</a:t>
            </a:r>
          </a:p>
        </p:txBody>
      </p:sp>
      <p:sp>
        <p:nvSpPr>
          <p:cNvPr id="16" name="Oval 34">
            <a:extLst>
              <a:ext uri="{FF2B5EF4-FFF2-40B4-BE49-F238E27FC236}">
                <a16:creationId xmlns:a16="http://schemas.microsoft.com/office/drawing/2014/main" id="{B5034B06-F408-D6B6-DE39-7E043ED644D4}"/>
              </a:ext>
            </a:extLst>
          </p:cNvPr>
          <p:cNvSpPr>
            <a:spLocks noChangeArrowheads="1"/>
          </p:cNvSpPr>
          <p:nvPr/>
        </p:nvSpPr>
        <p:spPr bwMode="auto">
          <a:xfrm>
            <a:off x="3213100" y="4365033"/>
            <a:ext cx="1836737" cy="893763"/>
          </a:xfrm>
          <a:prstGeom prst="ellipse">
            <a:avLst/>
          </a:prstGeom>
          <a:solidFill>
            <a:srgbClr val="99FF99"/>
          </a:solidFill>
          <a:ln w="9525">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10000"/>
              </a:spcBef>
              <a:buClrTx/>
              <a:buSzTx/>
              <a:buFontTx/>
              <a:buNone/>
            </a:pPr>
            <a:r>
              <a:rPr kumimoji="1" lang="en-US" altLang="zh-CN" sz="1600">
                <a:solidFill>
                  <a:schemeClr val="tx1"/>
                </a:solidFill>
                <a:latin typeface="Times New Roman" panose="02020603050405020304" pitchFamily="18" charset="0"/>
              </a:rPr>
              <a:t>       </a:t>
            </a:r>
            <a:r>
              <a:rPr kumimoji="1" lang="zh-CN" altLang="en-US" sz="1600">
                <a:solidFill>
                  <a:schemeClr val="tx1"/>
                </a:solidFill>
                <a:latin typeface="Times New Roman" panose="02020603050405020304" pitchFamily="18" charset="0"/>
              </a:rPr>
              <a:t>就 绪</a:t>
            </a:r>
          </a:p>
        </p:txBody>
      </p:sp>
      <p:sp>
        <p:nvSpPr>
          <p:cNvPr id="17" name="Text Box 35">
            <a:extLst>
              <a:ext uri="{FF2B5EF4-FFF2-40B4-BE49-F238E27FC236}">
                <a16:creationId xmlns:a16="http://schemas.microsoft.com/office/drawing/2014/main" id="{CC3E1AAC-4CD0-424A-F641-D1050C074767}"/>
              </a:ext>
            </a:extLst>
          </p:cNvPr>
          <p:cNvSpPr txBox="1">
            <a:spLocks noChangeArrowheads="1"/>
          </p:cNvSpPr>
          <p:nvPr/>
        </p:nvSpPr>
        <p:spPr bwMode="auto">
          <a:xfrm>
            <a:off x="6164262" y="3341096"/>
            <a:ext cx="1125538" cy="385762"/>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914400" indent="-341313">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1028700" indent="-4556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428750" indent="-39846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52600" indent="-3222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92325" indent="-338138">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495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067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639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9211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20000"/>
              </a:lnSpc>
              <a:spcBef>
                <a:spcPct val="10000"/>
              </a:spcBef>
              <a:buFont typeface="Wingdings" panose="05000000000000000000" pitchFamily="2" charset="2"/>
              <a:buNone/>
            </a:pPr>
            <a:r>
              <a:rPr lang="en-US" altLang="zh-CN" sz="1600">
                <a:solidFill>
                  <a:schemeClr val="tx1"/>
                </a:solidFill>
              </a:rPr>
              <a:t>×</a:t>
            </a:r>
          </a:p>
        </p:txBody>
      </p:sp>
      <p:sp>
        <p:nvSpPr>
          <p:cNvPr id="18" name="Text Box 38">
            <a:extLst>
              <a:ext uri="{FF2B5EF4-FFF2-40B4-BE49-F238E27FC236}">
                <a16:creationId xmlns:a16="http://schemas.microsoft.com/office/drawing/2014/main" id="{E7E572BE-9004-3A62-8D62-7877D7C62F4D}"/>
              </a:ext>
            </a:extLst>
          </p:cNvPr>
          <p:cNvSpPr txBox="1">
            <a:spLocks noChangeArrowheads="1"/>
          </p:cNvSpPr>
          <p:nvPr/>
        </p:nvSpPr>
        <p:spPr bwMode="auto">
          <a:xfrm>
            <a:off x="5554662" y="4245971"/>
            <a:ext cx="1498600" cy="3365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20000"/>
              </a:spcBef>
              <a:buClrTx/>
              <a:buSzTx/>
              <a:buFontTx/>
              <a:buNone/>
            </a:pPr>
            <a:r>
              <a:rPr kumimoji="1" lang="zh-CN" altLang="en-US" sz="1600">
                <a:solidFill>
                  <a:schemeClr val="tx1"/>
                </a:solidFill>
                <a:latin typeface="Times New Roman" panose="02020603050405020304" pitchFamily="18" charset="0"/>
              </a:rPr>
              <a:t>个别系统提供</a:t>
            </a:r>
          </a:p>
        </p:txBody>
      </p:sp>
      <p:sp>
        <p:nvSpPr>
          <p:cNvPr id="19" name="Text Box 39">
            <a:extLst>
              <a:ext uri="{FF2B5EF4-FFF2-40B4-BE49-F238E27FC236}">
                <a16:creationId xmlns:a16="http://schemas.microsoft.com/office/drawing/2014/main" id="{8943D06C-B1E1-1AB0-54A7-2CABE1A471BB}"/>
              </a:ext>
            </a:extLst>
          </p:cNvPr>
          <p:cNvSpPr txBox="1">
            <a:spLocks noChangeArrowheads="1"/>
          </p:cNvSpPr>
          <p:nvPr/>
        </p:nvSpPr>
        <p:spPr bwMode="auto">
          <a:xfrm>
            <a:off x="5180012" y="5927133"/>
            <a:ext cx="1978025" cy="385763"/>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0"/>
              </a:spcBef>
              <a:buFont typeface="Wingdings" panose="05000000000000000000" pitchFamily="2" charset="2"/>
              <a:buNone/>
            </a:pPr>
            <a:r>
              <a:rPr lang="zh-CN" altLang="en-US" sz="1600" b="0">
                <a:solidFill>
                  <a:schemeClr val="tx1"/>
                </a:solidFill>
                <a:latin typeface="Times New Roman" panose="02020603050405020304" pitchFamily="18" charset="0"/>
              </a:rPr>
              <a:t>进程状态变迁图</a:t>
            </a:r>
          </a:p>
        </p:txBody>
      </p:sp>
    </p:spTree>
    <p:extLst>
      <p:ext uri="{BB962C8B-B14F-4D97-AF65-F5344CB8AC3E}">
        <p14:creationId xmlns:p14="http://schemas.microsoft.com/office/powerpoint/2010/main" val="17833303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E88A67-09BD-BF68-613F-C6ED06DB4432}"/>
              </a:ext>
            </a:extLst>
          </p:cNvPr>
          <p:cNvSpPr>
            <a:spLocks noGrp="1"/>
          </p:cNvSpPr>
          <p:nvPr>
            <p:ph type="title"/>
          </p:nvPr>
        </p:nvSpPr>
        <p:spPr/>
        <p:txBody>
          <a:bodyPr/>
          <a:lstStyle/>
          <a:p>
            <a:pPr eaLnBrk="1" hangingPunct="1">
              <a:spcBef>
                <a:spcPct val="0"/>
              </a:spcBef>
            </a:pPr>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进程概念</a:t>
            </a:r>
          </a:p>
        </p:txBody>
      </p:sp>
      <p:sp>
        <p:nvSpPr>
          <p:cNvPr id="3" name="内容占位符 2">
            <a:extLst>
              <a:ext uri="{FF2B5EF4-FFF2-40B4-BE49-F238E27FC236}">
                <a16:creationId xmlns:a16="http://schemas.microsoft.com/office/drawing/2014/main" id="{08E7D208-9B9C-5517-BF07-77A4D15AF50D}"/>
              </a:ext>
            </a:extLst>
          </p:cNvPr>
          <p:cNvSpPr>
            <a:spLocks noGrp="1"/>
          </p:cNvSpPr>
          <p:nvPr>
            <p:ph idx="1"/>
          </p:nvPr>
        </p:nvSpPr>
        <p:spPr>
          <a:xfrm>
            <a:off x="487822" y="836539"/>
            <a:ext cx="6827378" cy="666797"/>
          </a:xfrm>
        </p:spPr>
        <p:txBody>
          <a:bodyPr/>
          <a:lstStyle/>
          <a:p>
            <a:pPr marL="469900" lvl="1" indent="0">
              <a:buNone/>
            </a:pPr>
            <a:r>
              <a:rPr lang="zh-CN" altLang="en-US" sz="2400" dirty="0">
                <a:solidFill>
                  <a:srgbClr val="000099"/>
                </a:solidFill>
                <a:latin typeface="Times New Roman" panose="02020603050405020304" pitchFamily="18" charset="0"/>
                <a:ea typeface="+mn-ea"/>
              </a:rPr>
              <a:t>② 具有进程基本状态的变迁图</a:t>
            </a:r>
          </a:p>
        </p:txBody>
      </p:sp>
      <p:grpSp>
        <p:nvGrpSpPr>
          <p:cNvPr id="4" name="Group 32">
            <a:extLst>
              <a:ext uri="{FF2B5EF4-FFF2-40B4-BE49-F238E27FC236}">
                <a16:creationId xmlns:a16="http://schemas.microsoft.com/office/drawing/2014/main" id="{C7B14313-D9E2-6C0A-BD51-DA9D7833D412}"/>
              </a:ext>
            </a:extLst>
          </p:cNvPr>
          <p:cNvGrpSpPr>
            <a:grpSpLocks/>
          </p:cNvGrpSpPr>
          <p:nvPr/>
        </p:nvGrpSpPr>
        <p:grpSpPr bwMode="auto">
          <a:xfrm>
            <a:off x="2565212" y="1727993"/>
            <a:ext cx="5743575" cy="3402013"/>
            <a:chOff x="747" y="1260"/>
            <a:chExt cx="3618" cy="2143"/>
          </a:xfrm>
        </p:grpSpPr>
        <p:sp>
          <p:nvSpPr>
            <p:cNvPr id="5" name="Line 19">
              <a:extLst>
                <a:ext uri="{FF2B5EF4-FFF2-40B4-BE49-F238E27FC236}">
                  <a16:creationId xmlns:a16="http://schemas.microsoft.com/office/drawing/2014/main" id="{AEA55E00-5C5F-3F65-A6B4-505CEFE33158}"/>
                </a:ext>
              </a:extLst>
            </p:cNvPr>
            <p:cNvSpPr>
              <a:spLocks noChangeShapeType="1"/>
            </p:cNvSpPr>
            <p:nvPr/>
          </p:nvSpPr>
          <p:spPr bwMode="auto">
            <a:xfrm>
              <a:off x="2816" y="1623"/>
              <a:ext cx="934" cy="97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 name="Oval 21">
              <a:extLst>
                <a:ext uri="{FF2B5EF4-FFF2-40B4-BE49-F238E27FC236}">
                  <a16:creationId xmlns:a16="http://schemas.microsoft.com/office/drawing/2014/main" id="{3473EFE1-457F-EFA8-2BB7-3F63C371CC91}"/>
                </a:ext>
              </a:extLst>
            </p:cNvPr>
            <p:cNvSpPr>
              <a:spLocks noChangeArrowheads="1"/>
            </p:cNvSpPr>
            <p:nvPr/>
          </p:nvSpPr>
          <p:spPr bwMode="auto">
            <a:xfrm>
              <a:off x="1942" y="1260"/>
              <a:ext cx="1118" cy="527"/>
            </a:xfrm>
            <a:prstGeom prst="ellipse">
              <a:avLst/>
            </a:prstGeom>
            <a:solidFill>
              <a:srgbClr val="FFCCFF"/>
            </a:solidFill>
            <a:ln w="9525">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10000"/>
                </a:spcBef>
                <a:buClrTx/>
                <a:buSzTx/>
                <a:buFontTx/>
                <a:buNone/>
              </a:pPr>
              <a:r>
                <a:rPr kumimoji="1" lang="en-US" altLang="zh-CN" sz="1600">
                  <a:solidFill>
                    <a:schemeClr val="tx1"/>
                  </a:solidFill>
                  <a:latin typeface="Times New Roman" panose="02020603050405020304" pitchFamily="18" charset="0"/>
                </a:rPr>
                <a:t>       </a:t>
              </a:r>
              <a:r>
                <a:rPr kumimoji="1" lang="zh-CN" altLang="en-US" sz="1600">
                  <a:solidFill>
                    <a:schemeClr val="tx1"/>
                  </a:solidFill>
                  <a:latin typeface="Times New Roman" panose="02020603050405020304" pitchFamily="18" charset="0"/>
                </a:rPr>
                <a:t>运  行</a:t>
              </a:r>
            </a:p>
          </p:txBody>
        </p:sp>
        <p:sp>
          <p:nvSpPr>
            <p:cNvPr id="7" name="Line 22">
              <a:extLst>
                <a:ext uri="{FF2B5EF4-FFF2-40B4-BE49-F238E27FC236}">
                  <a16:creationId xmlns:a16="http://schemas.microsoft.com/office/drawing/2014/main" id="{F7FBD1E2-071D-8C91-E147-B5DE55333406}"/>
                </a:ext>
              </a:extLst>
            </p:cNvPr>
            <p:cNvSpPr>
              <a:spLocks noChangeShapeType="1"/>
            </p:cNvSpPr>
            <p:nvPr/>
          </p:nvSpPr>
          <p:spPr bwMode="auto">
            <a:xfrm flipH="1">
              <a:off x="1858" y="2871"/>
              <a:ext cx="1455"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8" name="Line 23">
              <a:extLst>
                <a:ext uri="{FF2B5EF4-FFF2-40B4-BE49-F238E27FC236}">
                  <a16:creationId xmlns:a16="http://schemas.microsoft.com/office/drawing/2014/main" id="{7384138A-5A7D-A3BE-2B0D-515A34534493}"/>
                </a:ext>
              </a:extLst>
            </p:cNvPr>
            <p:cNvSpPr>
              <a:spLocks noChangeShapeType="1"/>
            </p:cNvSpPr>
            <p:nvPr/>
          </p:nvSpPr>
          <p:spPr bwMode="auto">
            <a:xfrm flipV="1">
              <a:off x="1338" y="1720"/>
              <a:ext cx="796" cy="90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9" name="Text Box 24">
              <a:extLst>
                <a:ext uri="{FF2B5EF4-FFF2-40B4-BE49-F238E27FC236}">
                  <a16:creationId xmlns:a16="http://schemas.microsoft.com/office/drawing/2014/main" id="{4E203F42-F1D5-19B3-2416-4C191914AE12}"/>
                </a:ext>
              </a:extLst>
            </p:cNvPr>
            <p:cNvSpPr txBox="1">
              <a:spLocks noChangeArrowheads="1"/>
            </p:cNvSpPr>
            <p:nvPr/>
          </p:nvSpPr>
          <p:spPr bwMode="auto">
            <a:xfrm>
              <a:off x="3407" y="1685"/>
              <a:ext cx="787" cy="397"/>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20000"/>
                </a:spcBef>
                <a:buClrTx/>
                <a:buSzTx/>
                <a:buFontTx/>
                <a:buNone/>
              </a:pPr>
              <a:r>
                <a:rPr kumimoji="1" lang="zh-CN" altLang="en-US" sz="1600">
                  <a:solidFill>
                    <a:schemeClr val="tx1"/>
                  </a:solidFill>
                  <a:latin typeface="Times New Roman" panose="02020603050405020304" pitchFamily="18" charset="0"/>
                </a:rPr>
                <a:t>服务请求</a:t>
              </a:r>
            </a:p>
            <a:p>
              <a:pPr eaLnBrk="1" hangingPunct="1">
                <a:lnSpc>
                  <a:spcPct val="100000"/>
                </a:lnSpc>
                <a:spcBef>
                  <a:spcPct val="20000"/>
                </a:spcBef>
                <a:buClrTx/>
                <a:buSzTx/>
                <a:buFontTx/>
                <a:buNone/>
              </a:pPr>
              <a:r>
                <a:rPr kumimoji="1" lang="en-US" altLang="zh-CN" sz="1600">
                  <a:solidFill>
                    <a:schemeClr val="tx1"/>
                  </a:solidFill>
                  <a:latin typeface="Times New Roman" panose="02020603050405020304" pitchFamily="18" charset="0"/>
                </a:rPr>
                <a:t>(</a:t>
              </a:r>
              <a:r>
                <a:rPr kumimoji="1" lang="zh-CN" altLang="en-US" sz="1600">
                  <a:solidFill>
                    <a:schemeClr val="tx1"/>
                  </a:solidFill>
                  <a:latin typeface="Times New Roman" panose="02020603050405020304" pitchFamily="18" charset="0"/>
                </a:rPr>
                <a:t>请求</a:t>
              </a:r>
              <a:r>
                <a:rPr kumimoji="1" lang="en-US" altLang="zh-CN" sz="1600">
                  <a:solidFill>
                    <a:schemeClr val="tx1"/>
                  </a:solidFill>
                  <a:latin typeface="Times New Roman" panose="02020603050405020304" pitchFamily="18" charset="0"/>
                </a:rPr>
                <a:t>I/O</a:t>
              </a:r>
              <a:r>
                <a:rPr kumimoji="1" lang="zh-CN" altLang="en-US" sz="1600">
                  <a:solidFill>
                    <a:schemeClr val="tx1"/>
                  </a:solidFill>
                  <a:latin typeface="Times New Roman" panose="02020603050405020304" pitchFamily="18" charset="0"/>
                </a:rPr>
                <a:t>等</a:t>
              </a:r>
              <a:r>
                <a:rPr kumimoji="1" lang="en-US" altLang="zh-CN" sz="1600">
                  <a:solidFill>
                    <a:schemeClr val="tx1"/>
                  </a:solidFill>
                  <a:latin typeface="Times New Roman" panose="02020603050405020304" pitchFamily="18" charset="0"/>
                </a:rPr>
                <a:t>)</a:t>
              </a:r>
            </a:p>
          </p:txBody>
        </p:sp>
        <p:sp>
          <p:nvSpPr>
            <p:cNvPr id="10" name="Text Box 25">
              <a:extLst>
                <a:ext uri="{FF2B5EF4-FFF2-40B4-BE49-F238E27FC236}">
                  <a16:creationId xmlns:a16="http://schemas.microsoft.com/office/drawing/2014/main" id="{E4931390-9CF9-CAB6-123D-1FF3248867AC}"/>
                </a:ext>
              </a:extLst>
            </p:cNvPr>
            <p:cNvSpPr txBox="1">
              <a:spLocks noChangeArrowheads="1"/>
            </p:cNvSpPr>
            <p:nvPr/>
          </p:nvSpPr>
          <p:spPr bwMode="auto">
            <a:xfrm>
              <a:off x="2233" y="3006"/>
              <a:ext cx="770" cy="397"/>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20000"/>
                </a:spcBef>
                <a:buClrTx/>
                <a:buSzTx/>
                <a:buFontTx/>
                <a:buNone/>
              </a:pPr>
              <a:r>
                <a:rPr kumimoji="1" lang="zh-CN" altLang="en-US" sz="1600">
                  <a:solidFill>
                    <a:schemeClr val="tx1"/>
                  </a:solidFill>
                  <a:latin typeface="Times New Roman" panose="02020603050405020304" pitchFamily="18" charset="0"/>
                </a:rPr>
                <a:t>服务完成</a:t>
              </a:r>
              <a:r>
                <a:rPr kumimoji="1" lang="en-US" altLang="zh-CN" sz="1600">
                  <a:solidFill>
                    <a:schemeClr val="tx1"/>
                  </a:solidFill>
                  <a:latin typeface="Times New Roman" panose="02020603050405020304" pitchFamily="18" charset="0"/>
                </a:rPr>
                <a:t>/</a:t>
              </a:r>
            </a:p>
            <a:p>
              <a:pPr eaLnBrk="1" hangingPunct="1">
                <a:lnSpc>
                  <a:spcPct val="100000"/>
                </a:lnSpc>
                <a:spcBef>
                  <a:spcPct val="20000"/>
                </a:spcBef>
                <a:buClrTx/>
                <a:buSzTx/>
                <a:buFontTx/>
                <a:buNone/>
              </a:pPr>
              <a:r>
                <a:rPr kumimoji="1" lang="zh-CN" altLang="en-US" sz="1600">
                  <a:solidFill>
                    <a:schemeClr val="tx1"/>
                  </a:solidFill>
                  <a:latin typeface="Times New Roman" panose="02020603050405020304" pitchFamily="18" charset="0"/>
                </a:rPr>
                <a:t>事件来到</a:t>
              </a:r>
            </a:p>
          </p:txBody>
        </p:sp>
        <p:sp>
          <p:nvSpPr>
            <p:cNvPr id="11" name="Text Box 26">
              <a:extLst>
                <a:ext uri="{FF2B5EF4-FFF2-40B4-BE49-F238E27FC236}">
                  <a16:creationId xmlns:a16="http://schemas.microsoft.com/office/drawing/2014/main" id="{5F34A929-6825-4DC3-39A2-8F312B7673E2}"/>
                </a:ext>
              </a:extLst>
            </p:cNvPr>
            <p:cNvSpPr txBox="1">
              <a:spLocks noChangeArrowheads="1"/>
            </p:cNvSpPr>
            <p:nvPr/>
          </p:nvSpPr>
          <p:spPr bwMode="auto">
            <a:xfrm>
              <a:off x="1214" y="1860"/>
              <a:ext cx="689" cy="213"/>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20000"/>
                </a:spcBef>
                <a:buClrTx/>
                <a:buSzTx/>
                <a:buFontTx/>
                <a:buNone/>
              </a:pPr>
              <a:r>
                <a:rPr kumimoji="1" lang="zh-CN" altLang="en-US" sz="1600">
                  <a:solidFill>
                    <a:schemeClr val="tx1"/>
                  </a:solidFill>
                  <a:latin typeface="Times New Roman" panose="02020603050405020304" pitchFamily="18" charset="0"/>
                </a:rPr>
                <a:t>进程调度</a:t>
              </a:r>
            </a:p>
          </p:txBody>
        </p:sp>
        <p:sp>
          <p:nvSpPr>
            <p:cNvPr id="12" name="Oval 29">
              <a:extLst>
                <a:ext uri="{FF2B5EF4-FFF2-40B4-BE49-F238E27FC236}">
                  <a16:creationId xmlns:a16="http://schemas.microsoft.com/office/drawing/2014/main" id="{CB5D7047-F26B-A9DE-ED0A-57FCE8419E95}"/>
                </a:ext>
              </a:extLst>
            </p:cNvPr>
            <p:cNvSpPr>
              <a:spLocks noChangeArrowheads="1"/>
            </p:cNvSpPr>
            <p:nvPr/>
          </p:nvSpPr>
          <p:spPr bwMode="auto">
            <a:xfrm>
              <a:off x="3247" y="2587"/>
              <a:ext cx="1118" cy="527"/>
            </a:xfrm>
            <a:prstGeom prst="ellipse">
              <a:avLst/>
            </a:prstGeom>
            <a:solidFill>
              <a:srgbClr val="B2B2B2"/>
            </a:solidFill>
            <a:ln w="9525">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10000"/>
                </a:spcBef>
                <a:buClrTx/>
                <a:buSzTx/>
                <a:buFontTx/>
                <a:buNone/>
              </a:pPr>
              <a:r>
                <a:rPr kumimoji="1" lang="en-US" altLang="zh-CN" sz="1600">
                  <a:solidFill>
                    <a:schemeClr val="tx1"/>
                  </a:solidFill>
                  <a:latin typeface="Times New Roman" panose="02020603050405020304" pitchFamily="18" charset="0"/>
                </a:rPr>
                <a:t>       </a:t>
              </a:r>
              <a:r>
                <a:rPr kumimoji="1" lang="zh-CN" altLang="en-US" sz="1600">
                  <a:solidFill>
                    <a:schemeClr val="tx1"/>
                  </a:solidFill>
                  <a:latin typeface="Times New Roman" panose="02020603050405020304" pitchFamily="18" charset="0"/>
                </a:rPr>
                <a:t>等 待</a:t>
              </a:r>
            </a:p>
          </p:txBody>
        </p:sp>
        <p:sp>
          <p:nvSpPr>
            <p:cNvPr id="13" name="Oval 30">
              <a:extLst>
                <a:ext uri="{FF2B5EF4-FFF2-40B4-BE49-F238E27FC236}">
                  <a16:creationId xmlns:a16="http://schemas.microsoft.com/office/drawing/2014/main" id="{866E322A-50EA-0BD1-56B1-18CDA9E8951C}"/>
                </a:ext>
              </a:extLst>
            </p:cNvPr>
            <p:cNvSpPr>
              <a:spLocks noChangeArrowheads="1"/>
            </p:cNvSpPr>
            <p:nvPr/>
          </p:nvSpPr>
          <p:spPr bwMode="auto">
            <a:xfrm>
              <a:off x="747" y="2587"/>
              <a:ext cx="1118" cy="527"/>
            </a:xfrm>
            <a:prstGeom prst="ellipse">
              <a:avLst/>
            </a:prstGeom>
            <a:solidFill>
              <a:srgbClr val="99FF99"/>
            </a:solidFill>
            <a:ln w="9525">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10000"/>
                </a:spcBef>
                <a:buClrTx/>
                <a:buSzTx/>
                <a:buFontTx/>
                <a:buNone/>
              </a:pPr>
              <a:r>
                <a:rPr kumimoji="1" lang="en-US" altLang="zh-CN" sz="1600">
                  <a:solidFill>
                    <a:schemeClr val="tx1"/>
                  </a:solidFill>
                  <a:latin typeface="Times New Roman" panose="02020603050405020304" pitchFamily="18" charset="0"/>
                </a:rPr>
                <a:t>       </a:t>
              </a:r>
              <a:r>
                <a:rPr kumimoji="1" lang="zh-CN" altLang="en-US" sz="1600">
                  <a:solidFill>
                    <a:schemeClr val="tx1"/>
                  </a:solidFill>
                  <a:latin typeface="Times New Roman" panose="02020603050405020304" pitchFamily="18" charset="0"/>
                </a:rPr>
                <a:t>就 绪</a:t>
              </a:r>
            </a:p>
          </p:txBody>
        </p:sp>
      </p:grpSp>
      <p:sp>
        <p:nvSpPr>
          <p:cNvPr id="14" name="Text Box 33">
            <a:extLst>
              <a:ext uri="{FF2B5EF4-FFF2-40B4-BE49-F238E27FC236}">
                <a16:creationId xmlns:a16="http://schemas.microsoft.com/office/drawing/2014/main" id="{BF87AC50-C1C9-10EC-956A-C00A011C28B2}"/>
              </a:ext>
            </a:extLst>
          </p:cNvPr>
          <p:cNvSpPr txBox="1">
            <a:spLocks noChangeArrowheads="1"/>
          </p:cNvSpPr>
          <p:nvPr/>
        </p:nvSpPr>
        <p:spPr bwMode="auto">
          <a:xfrm>
            <a:off x="4717862" y="5399881"/>
            <a:ext cx="1978025" cy="38576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0"/>
              </a:spcBef>
              <a:buFont typeface="Wingdings" panose="05000000000000000000" pitchFamily="2" charset="2"/>
              <a:buNone/>
            </a:pPr>
            <a:r>
              <a:rPr lang="zh-CN" altLang="en-US" sz="1600" b="0">
                <a:solidFill>
                  <a:schemeClr val="tx1"/>
                </a:solidFill>
                <a:latin typeface="Times New Roman" panose="02020603050405020304" pitchFamily="18" charset="0"/>
              </a:rPr>
              <a:t>进程状态变迁图</a:t>
            </a:r>
          </a:p>
        </p:txBody>
      </p:sp>
    </p:spTree>
    <p:extLst>
      <p:ext uri="{BB962C8B-B14F-4D97-AF65-F5344CB8AC3E}">
        <p14:creationId xmlns:p14="http://schemas.microsoft.com/office/powerpoint/2010/main" val="36481135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922CBA-2919-FBE1-25B6-43A95EFC272B}"/>
              </a:ext>
            </a:extLst>
          </p:cNvPr>
          <p:cNvSpPr>
            <a:spLocks noGrp="1"/>
          </p:cNvSpPr>
          <p:nvPr>
            <p:ph type="title"/>
          </p:nvPr>
        </p:nvSpPr>
        <p:spPr/>
        <p:txBody>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进程概念</a:t>
            </a:r>
            <a:endParaRPr lang="zh-CN" altLang="en-US" dirty="0"/>
          </a:p>
        </p:txBody>
      </p:sp>
      <p:sp>
        <p:nvSpPr>
          <p:cNvPr id="3" name="内容占位符 2">
            <a:extLst>
              <a:ext uri="{FF2B5EF4-FFF2-40B4-BE49-F238E27FC236}">
                <a16:creationId xmlns:a16="http://schemas.microsoft.com/office/drawing/2014/main" id="{EBBD83C3-BABB-6840-6CBA-E40B45822B56}"/>
              </a:ext>
            </a:extLst>
          </p:cNvPr>
          <p:cNvSpPr>
            <a:spLocks noGrp="1"/>
          </p:cNvSpPr>
          <p:nvPr>
            <p:ph idx="1"/>
          </p:nvPr>
        </p:nvSpPr>
        <p:spPr>
          <a:xfrm>
            <a:off x="487822" y="836540"/>
            <a:ext cx="7881263" cy="837278"/>
          </a:xfrm>
        </p:spPr>
        <p:txBody>
          <a:bodyPr/>
          <a:lstStyle/>
          <a:p>
            <a:pPr marL="469900" lvl="1" indent="0">
              <a:buNone/>
            </a:pPr>
            <a:r>
              <a:rPr lang="zh-CN" altLang="en-US" sz="2400" dirty="0">
                <a:solidFill>
                  <a:srgbClr val="000099"/>
                </a:solidFill>
                <a:latin typeface="Times New Roman" panose="02020603050405020304" pitchFamily="18" charset="0"/>
                <a:ea typeface="+mn-ea"/>
              </a:rPr>
              <a:t>③ 进程状态变迁的</a:t>
            </a:r>
            <a:r>
              <a:rPr lang="zh-CN" altLang="en-US" sz="2400" dirty="0">
                <a:solidFill>
                  <a:srgbClr val="000099"/>
                </a:solidFill>
                <a:latin typeface="Times New Roman" panose="02020603050405020304" pitchFamily="18" charset="0"/>
              </a:rPr>
              <a:t>讨论</a:t>
            </a:r>
            <a:endParaRPr lang="zh-CN" altLang="en-US" sz="2400" dirty="0">
              <a:solidFill>
                <a:srgbClr val="000099"/>
              </a:solidFill>
              <a:latin typeface="Times New Roman" panose="02020603050405020304" pitchFamily="18" charset="0"/>
              <a:ea typeface="+mn-ea"/>
            </a:endParaRPr>
          </a:p>
          <a:p>
            <a:pPr marL="0" indent="0">
              <a:buNone/>
            </a:pPr>
            <a:endParaRPr lang="zh-CN" altLang="en-US" dirty="0"/>
          </a:p>
        </p:txBody>
      </p:sp>
      <p:grpSp>
        <p:nvGrpSpPr>
          <p:cNvPr id="4" name="Group 20">
            <a:extLst>
              <a:ext uri="{FF2B5EF4-FFF2-40B4-BE49-F238E27FC236}">
                <a16:creationId xmlns:a16="http://schemas.microsoft.com/office/drawing/2014/main" id="{816CD1B6-483B-D341-E363-2B22B5051439}"/>
              </a:ext>
            </a:extLst>
          </p:cNvPr>
          <p:cNvGrpSpPr>
            <a:grpSpLocks/>
          </p:cNvGrpSpPr>
          <p:nvPr/>
        </p:nvGrpSpPr>
        <p:grpSpPr bwMode="auto">
          <a:xfrm>
            <a:off x="2171943" y="1652148"/>
            <a:ext cx="5467350" cy="2843212"/>
            <a:chOff x="936" y="1386"/>
            <a:chExt cx="3243" cy="1618"/>
          </a:xfrm>
        </p:grpSpPr>
        <p:sp>
          <p:nvSpPr>
            <p:cNvPr id="5" name="Line 2">
              <a:extLst>
                <a:ext uri="{FF2B5EF4-FFF2-40B4-BE49-F238E27FC236}">
                  <a16:creationId xmlns:a16="http://schemas.microsoft.com/office/drawing/2014/main" id="{9F6D7E72-F3A3-4EFC-B3AB-23FA8DC7AEAD}"/>
                </a:ext>
              </a:extLst>
            </p:cNvPr>
            <p:cNvSpPr>
              <a:spLocks noChangeShapeType="1"/>
            </p:cNvSpPr>
            <p:nvPr/>
          </p:nvSpPr>
          <p:spPr bwMode="auto">
            <a:xfrm flipH="1">
              <a:off x="1641" y="1827"/>
              <a:ext cx="664" cy="736"/>
            </a:xfrm>
            <a:prstGeom prst="line">
              <a:avLst/>
            </a:prstGeom>
            <a:noFill/>
            <a:ln w="38100">
              <a:solidFill>
                <a:srgbClr val="CC33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 name="Line 3">
              <a:extLst>
                <a:ext uri="{FF2B5EF4-FFF2-40B4-BE49-F238E27FC236}">
                  <a16:creationId xmlns:a16="http://schemas.microsoft.com/office/drawing/2014/main" id="{AC300EC0-BA1B-8FE7-32DF-B9966B9A9B0E}"/>
                </a:ext>
              </a:extLst>
            </p:cNvPr>
            <p:cNvSpPr>
              <a:spLocks noChangeShapeType="1"/>
            </p:cNvSpPr>
            <p:nvPr/>
          </p:nvSpPr>
          <p:spPr bwMode="auto">
            <a:xfrm>
              <a:off x="2844" y="1746"/>
              <a:ext cx="800" cy="791"/>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 name="Oval 8">
              <a:extLst>
                <a:ext uri="{FF2B5EF4-FFF2-40B4-BE49-F238E27FC236}">
                  <a16:creationId xmlns:a16="http://schemas.microsoft.com/office/drawing/2014/main" id="{316B78B2-23B1-C037-1E89-89A96C162C77}"/>
                </a:ext>
              </a:extLst>
            </p:cNvPr>
            <p:cNvSpPr>
              <a:spLocks noChangeArrowheads="1"/>
            </p:cNvSpPr>
            <p:nvPr/>
          </p:nvSpPr>
          <p:spPr bwMode="auto">
            <a:xfrm>
              <a:off x="2007" y="1386"/>
              <a:ext cx="1002" cy="460"/>
            </a:xfrm>
            <a:prstGeom prst="ellipse">
              <a:avLst/>
            </a:prstGeom>
            <a:solidFill>
              <a:srgbClr val="FFCCFF"/>
            </a:solidFill>
            <a:ln w="9525">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10000"/>
                </a:spcBef>
                <a:buClrTx/>
                <a:buSzTx/>
                <a:buFontTx/>
                <a:buNone/>
              </a:pPr>
              <a:r>
                <a:rPr kumimoji="1" lang="en-US" altLang="zh-CN" sz="1600">
                  <a:solidFill>
                    <a:schemeClr val="tx1"/>
                  </a:solidFill>
                  <a:latin typeface="Times New Roman" panose="02020603050405020304" pitchFamily="18" charset="0"/>
                </a:rPr>
                <a:t>       </a:t>
              </a:r>
              <a:r>
                <a:rPr kumimoji="1" lang="zh-CN" altLang="en-US" sz="1600">
                  <a:solidFill>
                    <a:schemeClr val="tx1"/>
                  </a:solidFill>
                  <a:latin typeface="Times New Roman" panose="02020603050405020304" pitchFamily="18" charset="0"/>
                </a:rPr>
                <a:t>运  行</a:t>
              </a:r>
            </a:p>
          </p:txBody>
        </p:sp>
        <p:sp>
          <p:nvSpPr>
            <p:cNvPr id="8" name="Line 9">
              <a:extLst>
                <a:ext uri="{FF2B5EF4-FFF2-40B4-BE49-F238E27FC236}">
                  <a16:creationId xmlns:a16="http://schemas.microsoft.com/office/drawing/2014/main" id="{03933B30-103C-4960-F245-22348AF6DD7D}"/>
                </a:ext>
              </a:extLst>
            </p:cNvPr>
            <p:cNvSpPr>
              <a:spLocks noChangeShapeType="1"/>
            </p:cNvSpPr>
            <p:nvPr/>
          </p:nvSpPr>
          <p:spPr bwMode="auto">
            <a:xfrm flipH="1" flipV="1">
              <a:off x="1923" y="2783"/>
              <a:ext cx="1258" cy="9"/>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9" name="Line 10">
              <a:extLst>
                <a:ext uri="{FF2B5EF4-FFF2-40B4-BE49-F238E27FC236}">
                  <a16:creationId xmlns:a16="http://schemas.microsoft.com/office/drawing/2014/main" id="{AE208664-0E97-8110-E503-1747A07C46EE}"/>
                </a:ext>
              </a:extLst>
            </p:cNvPr>
            <p:cNvSpPr>
              <a:spLocks noChangeShapeType="1"/>
            </p:cNvSpPr>
            <p:nvPr/>
          </p:nvSpPr>
          <p:spPr bwMode="auto">
            <a:xfrm flipV="1">
              <a:off x="1395" y="1759"/>
              <a:ext cx="713" cy="786"/>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0" name="Text Box 11">
              <a:extLst>
                <a:ext uri="{FF2B5EF4-FFF2-40B4-BE49-F238E27FC236}">
                  <a16:creationId xmlns:a16="http://schemas.microsoft.com/office/drawing/2014/main" id="{A59596FE-2948-3A20-A0C6-D7947194120D}"/>
                </a:ext>
              </a:extLst>
            </p:cNvPr>
            <p:cNvSpPr txBox="1">
              <a:spLocks noChangeArrowheads="1"/>
            </p:cNvSpPr>
            <p:nvPr/>
          </p:nvSpPr>
          <p:spPr bwMode="auto">
            <a:xfrm>
              <a:off x="3246" y="1950"/>
              <a:ext cx="276" cy="191"/>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20000"/>
                </a:spcBef>
                <a:buClrTx/>
                <a:buSzTx/>
                <a:buFontTx/>
                <a:buNone/>
              </a:pPr>
              <a:r>
                <a:rPr kumimoji="1" lang="en-US" altLang="zh-CN" sz="1600">
                  <a:solidFill>
                    <a:schemeClr val="tx1"/>
                  </a:solidFill>
                  <a:latin typeface="Times New Roman" panose="02020603050405020304" pitchFamily="18" charset="0"/>
                </a:rPr>
                <a:t>1</a:t>
              </a:r>
            </a:p>
          </p:txBody>
        </p:sp>
        <p:sp>
          <p:nvSpPr>
            <p:cNvPr id="11" name="Text Box 12">
              <a:extLst>
                <a:ext uri="{FF2B5EF4-FFF2-40B4-BE49-F238E27FC236}">
                  <a16:creationId xmlns:a16="http://schemas.microsoft.com/office/drawing/2014/main" id="{1A1847B5-0068-E07F-D579-4C87828C107F}"/>
                </a:ext>
              </a:extLst>
            </p:cNvPr>
            <p:cNvSpPr txBox="1">
              <a:spLocks noChangeArrowheads="1"/>
            </p:cNvSpPr>
            <p:nvPr/>
          </p:nvSpPr>
          <p:spPr bwMode="auto">
            <a:xfrm>
              <a:off x="2497" y="2809"/>
              <a:ext cx="260" cy="191"/>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20000"/>
                </a:spcBef>
                <a:buClrTx/>
                <a:buSzTx/>
                <a:buFontTx/>
                <a:buNone/>
              </a:pPr>
              <a:r>
                <a:rPr kumimoji="1" lang="en-US" altLang="zh-CN" sz="1600">
                  <a:solidFill>
                    <a:schemeClr val="tx1"/>
                  </a:solidFill>
                  <a:latin typeface="Times New Roman" panose="02020603050405020304" pitchFamily="18" charset="0"/>
                </a:rPr>
                <a:t>2</a:t>
              </a:r>
            </a:p>
          </p:txBody>
        </p:sp>
        <p:sp>
          <p:nvSpPr>
            <p:cNvPr id="12" name="Text Box 13">
              <a:extLst>
                <a:ext uri="{FF2B5EF4-FFF2-40B4-BE49-F238E27FC236}">
                  <a16:creationId xmlns:a16="http://schemas.microsoft.com/office/drawing/2014/main" id="{09DDA236-FD15-0B41-FDAB-8B87AC37A129}"/>
                </a:ext>
              </a:extLst>
            </p:cNvPr>
            <p:cNvSpPr txBox="1">
              <a:spLocks noChangeArrowheads="1"/>
            </p:cNvSpPr>
            <p:nvPr/>
          </p:nvSpPr>
          <p:spPr bwMode="auto">
            <a:xfrm>
              <a:off x="1652" y="1901"/>
              <a:ext cx="269" cy="191"/>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20000"/>
                </a:spcBef>
                <a:buClrTx/>
                <a:buSzTx/>
                <a:buFontTx/>
                <a:buNone/>
              </a:pPr>
              <a:r>
                <a:rPr kumimoji="1" lang="en-US" altLang="zh-CN" sz="1600">
                  <a:solidFill>
                    <a:schemeClr val="tx1"/>
                  </a:solidFill>
                  <a:latin typeface="Times New Roman" panose="02020603050405020304" pitchFamily="18" charset="0"/>
                </a:rPr>
                <a:t>3</a:t>
              </a:r>
            </a:p>
          </p:txBody>
        </p:sp>
        <p:sp>
          <p:nvSpPr>
            <p:cNvPr id="13" name="Text Box 14">
              <a:extLst>
                <a:ext uri="{FF2B5EF4-FFF2-40B4-BE49-F238E27FC236}">
                  <a16:creationId xmlns:a16="http://schemas.microsoft.com/office/drawing/2014/main" id="{67BD3BE6-DAE7-3D52-1497-653A44E86169}"/>
                </a:ext>
              </a:extLst>
            </p:cNvPr>
            <p:cNvSpPr txBox="1">
              <a:spLocks noChangeArrowheads="1"/>
            </p:cNvSpPr>
            <p:nvPr/>
          </p:nvSpPr>
          <p:spPr bwMode="auto">
            <a:xfrm>
              <a:off x="2006" y="2134"/>
              <a:ext cx="306" cy="19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20000"/>
                </a:spcBef>
                <a:buClrTx/>
                <a:buSzTx/>
                <a:buFontTx/>
                <a:buNone/>
              </a:pPr>
              <a:r>
                <a:rPr kumimoji="1" lang="en-US" altLang="zh-CN" sz="1600">
                  <a:solidFill>
                    <a:schemeClr val="tx1"/>
                  </a:solidFill>
                  <a:latin typeface="Times New Roman" panose="02020603050405020304" pitchFamily="18" charset="0"/>
                </a:rPr>
                <a:t>4</a:t>
              </a:r>
            </a:p>
          </p:txBody>
        </p:sp>
        <p:sp>
          <p:nvSpPr>
            <p:cNvPr id="14" name="Oval 16">
              <a:extLst>
                <a:ext uri="{FF2B5EF4-FFF2-40B4-BE49-F238E27FC236}">
                  <a16:creationId xmlns:a16="http://schemas.microsoft.com/office/drawing/2014/main" id="{C09429B0-3220-587B-09A6-B3DEE5C284DA}"/>
                </a:ext>
              </a:extLst>
            </p:cNvPr>
            <p:cNvSpPr>
              <a:spLocks noChangeArrowheads="1"/>
            </p:cNvSpPr>
            <p:nvPr/>
          </p:nvSpPr>
          <p:spPr bwMode="auto">
            <a:xfrm>
              <a:off x="3177" y="2544"/>
              <a:ext cx="1002" cy="460"/>
            </a:xfrm>
            <a:prstGeom prst="ellipse">
              <a:avLst/>
            </a:prstGeom>
            <a:solidFill>
              <a:srgbClr val="B2B2B2"/>
            </a:solidFill>
            <a:ln w="9525">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10000"/>
                </a:spcBef>
                <a:buClrTx/>
                <a:buSzTx/>
                <a:buFontTx/>
                <a:buNone/>
              </a:pPr>
              <a:r>
                <a:rPr kumimoji="1" lang="en-US" altLang="zh-CN" sz="1600">
                  <a:solidFill>
                    <a:schemeClr val="tx1"/>
                  </a:solidFill>
                  <a:latin typeface="Times New Roman" panose="02020603050405020304" pitchFamily="18" charset="0"/>
                </a:rPr>
                <a:t>       </a:t>
              </a:r>
              <a:r>
                <a:rPr kumimoji="1" lang="zh-CN" altLang="en-US" sz="1600">
                  <a:solidFill>
                    <a:schemeClr val="tx1"/>
                  </a:solidFill>
                  <a:latin typeface="Times New Roman" panose="02020603050405020304" pitchFamily="18" charset="0"/>
                </a:rPr>
                <a:t>等 待</a:t>
              </a:r>
            </a:p>
          </p:txBody>
        </p:sp>
        <p:sp>
          <p:nvSpPr>
            <p:cNvPr id="15" name="Oval 17">
              <a:extLst>
                <a:ext uri="{FF2B5EF4-FFF2-40B4-BE49-F238E27FC236}">
                  <a16:creationId xmlns:a16="http://schemas.microsoft.com/office/drawing/2014/main" id="{E40C13E1-2CCB-0D6B-31BA-310C126A52E5}"/>
                </a:ext>
              </a:extLst>
            </p:cNvPr>
            <p:cNvSpPr>
              <a:spLocks noChangeArrowheads="1"/>
            </p:cNvSpPr>
            <p:nvPr/>
          </p:nvSpPr>
          <p:spPr bwMode="auto">
            <a:xfrm>
              <a:off x="936" y="2544"/>
              <a:ext cx="1002" cy="460"/>
            </a:xfrm>
            <a:prstGeom prst="ellipse">
              <a:avLst/>
            </a:prstGeom>
            <a:solidFill>
              <a:srgbClr val="99FF99"/>
            </a:solidFill>
            <a:ln w="9525">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10000"/>
                </a:spcBef>
                <a:buClrTx/>
                <a:buSzTx/>
                <a:buFontTx/>
                <a:buNone/>
              </a:pPr>
              <a:r>
                <a:rPr kumimoji="1" lang="en-US" altLang="zh-CN" sz="1600">
                  <a:solidFill>
                    <a:schemeClr val="tx1"/>
                  </a:solidFill>
                  <a:latin typeface="Times New Roman" panose="02020603050405020304" pitchFamily="18" charset="0"/>
                </a:rPr>
                <a:t>       </a:t>
              </a:r>
              <a:r>
                <a:rPr kumimoji="1" lang="zh-CN" altLang="en-US" sz="1600">
                  <a:solidFill>
                    <a:schemeClr val="tx1"/>
                  </a:solidFill>
                  <a:latin typeface="Times New Roman" panose="02020603050405020304" pitchFamily="18" charset="0"/>
                </a:rPr>
                <a:t>就 绪</a:t>
              </a:r>
            </a:p>
          </p:txBody>
        </p:sp>
      </p:grpSp>
      <p:sp>
        <p:nvSpPr>
          <p:cNvPr id="16" name="Text Box 18">
            <a:extLst>
              <a:ext uri="{FF2B5EF4-FFF2-40B4-BE49-F238E27FC236}">
                <a16:creationId xmlns:a16="http://schemas.microsoft.com/office/drawing/2014/main" id="{C6EB6A80-D8A8-8219-0691-D19C995EE5B2}"/>
              </a:ext>
            </a:extLst>
          </p:cNvPr>
          <p:cNvSpPr txBox="1">
            <a:spLocks noChangeArrowheads="1"/>
          </p:cNvSpPr>
          <p:nvPr/>
        </p:nvSpPr>
        <p:spPr bwMode="auto">
          <a:xfrm>
            <a:off x="2233855" y="5409760"/>
            <a:ext cx="7251700" cy="45720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2400">
                <a:solidFill>
                  <a:schemeClr val="tx1"/>
                </a:solidFill>
                <a:latin typeface="Times New Roman" panose="02020603050405020304" pitchFamily="18" charset="0"/>
              </a:rPr>
              <a:t>变迁</a:t>
            </a:r>
            <a:r>
              <a:rPr kumimoji="1" lang="en-US" altLang="zh-CN" sz="2400">
                <a:solidFill>
                  <a:schemeClr val="tx1"/>
                </a:solidFill>
                <a:latin typeface="Times New Roman" panose="02020603050405020304" pitchFamily="18" charset="0"/>
              </a:rPr>
              <a:t>1——&gt; </a:t>
            </a:r>
            <a:r>
              <a:rPr kumimoji="1" lang="zh-CN" altLang="en-US" sz="2400">
                <a:solidFill>
                  <a:schemeClr val="tx1"/>
                </a:solidFill>
                <a:latin typeface="Times New Roman" panose="02020603050405020304" pitchFamily="18" charset="0"/>
              </a:rPr>
              <a:t>变迁</a:t>
            </a:r>
            <a:r>
              <a:rPr kumimoji="1" lang="en-US" altLang="zh-CN" sz="2400">
                <a:solidFill>
                  <a:schemeClr val="tx1"/>
                </a:solidFill>
                <a:latin typeface="Times New Roman" panose="02020603050405020304" pitchFamily="18" charset="0"/>
              </a:rPr>
              <a:t>3</a:t>
            </a:r>
            <a:r>
              <a:rPr kumimoji="1" lang="zh-CN" altLang="en-US" sz="2400">
                <a:solidFill>
                  <a:schemeClr val="tx1"/>
                </a:solidFill>
                <a:latin typeface="Times New Roman" panose="02020603050405020304" pitchFamily="18" charset="0"/>
              </a:rPr>
              <a:t>，是否会发生？需要什么条件？</a:t>
            </a:r>
          </a:p>
        </p:txBody>
      </p:sp>
      <p:sp>
        <p:nvSpPr>
          <p:cNvPr id="17" name="Text Box 19">
            <a:extLst>
              <a:ext uri="{FF2B5EF4-FFF2-40B4-BE49-F238E27FC236}">
                <a16:creationId xmlns:a16="http://schemas.microsoft.com/office/drawing/2014/main" id="{B07C07C3-9B94-83B0-23B8-AAC7CBAF66E0}"/>
              </a:ext>
            </a:extLst>
          </p:cNvPr>
          <p:cNvSpPr txBox="1">
            <a:spLocks noChangeArrowheads="1"/>
          </p:cNvSpPr>
          <p:nvPr/>
        </p:nvSpPr>
        <p:spPr bwMode="auto">
          <a:xfrm>
            <a:off x="2248143" y="6086035"/>
            <a:ext cx="7207250" cy="45720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2400" dirty="0">
                <a:solidFill>
                  <a:schemeClr val="tx1"/>
                </a:solidFill>
                <a:latin typeface="Times New Roman" panose="02020603050405020304" pitchFamily="18" charset="0"/>
              </a:rPr>
              <a:t>变迁</a:t>
            </a:r>
            <a:r>
              <a:rPr kumimoji="1" lang="en-US" altLang="zh-CN" sz="2400" dirty="0">
                <a:solidFill>
                  <a:schemeClr val="tx1"/>
                </a:solidFill>
                <a:latin typeface="Times New Roman" panose="02020603050405020304" pitchFamily="18" charset="0"/>
              </a:rPr>
              <a:t>4——&gt; </a:t>
            </a:r>
            <a:r>
              <a:rPr kumimoji="1" lang="zh-CN" altLang="en-US" sz="2400" dirty="0">
                <a:solidFill>
                  <a:schemeClr val="tx1"/>
                </a:solidFill>
                <a:latin typeface="Times New Roman" panose="02020603050405020304" pitchFamily="18" charset="0"/>
              </a:rPr>
              <a:t>变迁</a:t>
            </a:r>
            <a:r>
              <a:rPr kumimoji="1" lang="en-US" altLang="zh-CN" sz="2400" dirty="0">
                <a:solidFill>
                  <a:schemeClr val="tx1"/>
                </a:solidFill>
                <a:latin typeface="Times New Roman" panose="02020603050405020304" pitchFamily="18" charset="0"/>
              </a:rPr>
              <a:t>3</a:t>
            </a:r>
            <a:r>
              <a:rPr kumimoji="1" lang="zh-CN" altLang="en-US" sz="2400" dirty="0">
                <a:solidFill>
                  <a:schemeClr val="tx1"/>
                </a:solidFill>
                <a:latin typeface="Times New Roman" panose="02020603050405020304" pitchFamily="18" charset="0"/>
              </a:rPr>
              <a:t>，</a:t>
            </a:r>
            <a:r>
              <a:rPr kumimoji="1" lang="zh-CN" altLang="en-US" sz="2400" dirty="0">
                <a:solidFill>
                  <a:schemeClr val="tx1"/>
                </a:solidFill>
              </a:rPr>
              <a:t>是否会发生？需要什么条件？</a:t>
            </a:r>
          </a:p>
        </p:txBody>
      </p:sp>
      <p:sp>
        <p:nvSpPr>
          <p:cNvPr id="18" name="Text Box 21">
            <a:extLst>
              <a:ext uri="{FF2B5EF4-FFF2-40B4-BE49-F238E27FC236}">
                <a16:creationId xmlns:a16="http://schemas.microsoft.com/office/drawing/2014/main" id="{4D2E25A4-AA53-BF59-D1B9-CCCBA7FBA01E}"/>
              </a:ext>
            </a:extLst>
          </p:cNvPr>
          <p:cNvSpPr txBox="1">
            <a:spLocks noChangeArrowheads="1"/>
          </p:cNvSpPr>
          <p:nvPr/>
        </p:nvSpPr>
        <p:spPr bwMode="auto">
          <a:xfrm>
            <a:off x="3938830" y="4695385"/>
            <a:ext cx="2195513" cy="385763"/>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0"/>
              </a:spcBef>
              <a:buFont typeface="Wingdings" panose="05000000000000000000" pitchFamily="2" charset="2"/>
              <a:buNone/>
            </a:pPr>
            <a:r>
              <a:rPr lang="zh-CN" altLang="en-US" sz="1600" b="0">
                <a:solidFill>
                  <a:schemeClr val="tx1"/>
                </a:solidFill>
                <a:latin typeface="Times New Roman" panose="02020603050405020304" pitchFamily="18" charset="0"/>
              </a:rPr>
              <a:t>进程状态变迁的讨论</a:t>
            </a:r>
          </a:p>
        </p:txBody>
      </p:sp>
    </p:spTree>
    <p:extLst>
      <p:ext uri="{BB962C8B-B14F-4D97-AF65-F5344CB8AC3E}">
        <p14:creationId xmlns:p14="http://schemas.microsoft.com/office/powerpoint/2010/main" val="25988664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A74AE7-605B-3D54-C541-56EF4A1AF1C7}"/>
              </a:ext>
            </a:extLst>
          </p:cNvPr>
          <p:cNvSpPr>
            <a:spLocks noGrp="1"/>
          </p:cNvSpPr>
          <p:nvPr>
            <p:ph type="title"/>
          </p:nvPr>
        </p:nvSpPr>
        <p:spPr/>
        <p:txBody>
          <a:bodyPr/>
          <a:lstStyle/>
          <a:p>
            <a:pPr eaLnBrk="1" hangingPunct="1">
              <a:spcBef>
                <a:spcPct val="0"/>
              </a:spcBef>
            </a:pPr>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进程概念</a:t>
            </a:r>
          </a:p>
        </p:txBody>
      </p:sp>
      <p:sp>
        <p:nvSpPr>
          <p:cNvPr id="3" name="内容占位符 2">
            <a:extLst>
              <a:ext uri="{FF2B5EF4-FFF2-40B4-BE49-F238E27FC236}">
                <a16:creationId xmlns:a16="http://schemas.microsoft.com/office/drawing/2014/main" id="{82C426BB-C790-4D1B-E118-0770F36EE875}"/>
              </a:ext>
            </a:extLst>
          </p:cNvPr>
          <p:cNvSpPr>
            <a:spLocks noGrp="1"/>
          </p:cNvSpPr>
          <p:nvPr>
            <p:ph idx="1"/>
          </p:nvPr>
        </p:nvSpPr>
        <p:spPr/>
        <p:txBody>
          <a:bodyPr/>
          <a:lstStyle/>
          <a:p>
            <a:pPr marL="0" indent="0">
              <a:buNone/>
            </a:pPr>
            <a:r>
              <a:rPr lang="en-US" altLang="zh-CN" dirty="0"/>
              <a:t>(3) </a:t>
            </a:r>
            <a:r>
              <a:rPr lang="zh-CN" altLang="en-US" dirty="0"/>
              <a:t>讨论在多进程操作系统环境下程序的执行</a:t>
            </a:r>
          </a:p>
          <a:p>
            <a:pPr marL="533400" lvl="1" indent="-533400" algn="l">
              <a:lnSpc>
                <a:spcPct val="130000"/>
              </a:lnSpc>
              <a:spcBef>
                <a:spcPct val="30000"/>
              </a:spcBef>
              <a:buClr>
                <a:schemeClr val="tx2"/>
              </a:buClr>
              <a:buSzPct val="95000"/>
              <a:buNone/>
            </a:pPr>
            <a:r>
              <a:rPr lang="zh-CN" altLang="en-US" sz="2400" dirty="0">
                <a:solidFill>
                  <a:srgbClr val="000099"/>
                </a:solidFill>
                <a:latin typeface="Times New Roman" panose="02020603050405020304" pitchFamily="18" charset="0"/>
                <a:ea typeface="+mn-ea"/>
              </a:rPr>
              <a:t> ① 例</a:t>
            </a:r>
            <a:r>
              <a:rPr lang="en-US" altLang="zh-CN" sz="2400" dirty="0">
                <a:solidFill>
                  <a:srgbClr val="000099"/>
                </a:solidFill>
                <a:latin typeface="Times New Roman" panose="02020603050405020304" pitchFamily="18" charset="0"/>
                <a:ea typeface="+mn-ea"/>
              </a:rPr>
              <a:t>1</a:t>
            </a:r>
            <a:r>
              <a:rPr lang="zh-CN" altLang="en-US" sz="2400" dirty="0">
                <a:solidFill>
                  <a:srgbClr val="000099"/>
                </a:solidFill>
                <a:latin typeface="Times New Roman" panose="02020603050405020304" pitchFamily="18" charset="0"/>
                <a:ea typeface="+mn-ea"/>
              </a:rPr>
              <a:t>：讨论</a:t>
            </a:r>
            <a:r>
              <a:rPr lang="en-US" altLang="zh-CN" sz="2400" dirty="0">
                <a:solidFill>
                  <a:srgbClr val="000099"/>
                </a:solidFill>
                <a:latin typeface="Times New Roman" panose="02020603050405020304" pitchFamily="18" charset="0"/>
                <a:ea typeface="+mn-ea"/>
              </a:rPr>
              <a:t>3</a:t>
            </a:r>
            <a:r>
              <a:rPr lang="zh-CN" altLang="en-US" sz="2400" dirty="0">
                <a:solidFill>
                  <a:srgbClr val="000099"/>
                </a:solidFill>
                <a:latin typeface="Times New Roman" panose="02020603050405020304" pitchFamily="18" charset="0"/>
                <a:ea typeface="+mn-ea"/>
              </a:rPr>
              <a:t>个排序程序在不同的操作系统环境中执行结果</a:t>
            </a:r>
          </a:p>
          <a:p>
            <a:pPr marL="469900" lvl="1" indent="0">
              <a:buNone/>
            </a:pPr>
            <a:r>
              <a:rPr lang="zh-CN" altLang="en-US" sz="2400" dirty="0">
                <a:solidFill>
                  <a:schemeClr val="tx1"/>
                </a:solidFill>
              </a:rPr>
              <a:t>             程序</a:t>
            </a:r>
            <a:r>
              <a:rPr lang="en-US" altLang="zh-CN" sz="2400" dirty="0">
                <a:solidFill>
                  <a:schemeClr val="tx1"/>
                </a:solidFill>
              </a:rPr>
              <a:t>A</a:t>
            </a:r>
            <a:r>
              <a:rPr lang="zh-CN" altLang="en-US" sz="2400" dirty="0">
                <a:solidFill>
                  <a:schemeClr val="tx1"/>
                </a:solidFill>
              </a:rPr>
              <a:t>：冒泡排序算法，在屏幕的左</a:t>
            </a:r>
            <a:r>
              <a:rPr lang="en-US" altLang="zh-CN" sz="2400" dirty="0">
                <a:solidFill>
                  <a:schemeClr val="tx1"/>
                </a:solidFill>
              </a:rPr>
              <a:t>1/3</a:t>
            </a:r>
            <a:r>
              <a:rPr lang="zh-CN" altLang="en-US" sz="2400" dirty="0">
                <a:solidFill>
                  <a:schemeClr val="tx1"/>
                </a:solidFill>
              </a:rPr>
              <a:t>处开设窗口显示其排序过程；</a:t>
            </a:r>
          </a:p>
          <a:p>
            <a:pPr marL="469900" lvl="1" indent="0">
              <a:buNone/>
            </a:pPr>
            <a:r>
              <a:rPr lang="zh-CN" altLang="en-US" sz="2400" dirty="0">
                <a:solidFill>
                  <a:schemeClr val="tx1"/>
                </a:solidFill>
              </a:rPr>
              <a:t>             程序</a:t>
            </a:r>
            <a:r>
              <a:rPr lang="en-US" altLang="zh-CN" sz="2400" dirty="0">
                <a:solidFill>
                  <a:schemeClr val="tx1"/>
                </a:solidFill>
              </a:rPr>
              <a:t>B</a:t>
            </a:r>
            <a:r>
              <a:rPr lang="zh-CN" altLang="en-US" sz="2400" dirty="0">
                <a:solidFill>
                  <a:schemeClr val="tx1"/>
                </a:solidFill>
              </a:rPr>
              <a:t>：堆排序算法，在屏幕的中</a:t>
            </a:r>
            <a:r>
              <a:rPr lang="en-US" altLang="zh-CN" sz="2400" dirty="0">
                <a:solidFill>
                  <a:schemeClr val="tx1"/>
                </a:solidFill>
              </a:rPr>
              <a:t>1/3</a:t>
            </a:r>
            <a:r>
              <a:rPr lang="zh-CN" altLang="en-US" sz="2400" dirty="0">
                <a:solidFill>
                  <a:schemeClr val="tx1"/>
                </a:solidFill>
              </a:rPr>
              <a:t>处开设窗口显示其排序过程；</a:t>
            </a:r>
          </a:p>
          <a:p>
            <a:pPr marL="469900" lvl="1" indent="0">
              <a:buNone/>
            </a:pPr>
            <a:r>
              <a:rPr lang="zh-CN" altLang="en-US" sz="2400" dirty="0">
                <a:solidFill>
                  <a:schemeClr val="tx1"/>
                </a:solidFill>
              </a:rPr>
              <a:t>             程序</a:t>
            </a:r>
            <a:r>
              <a:rPr lang="en-US" altLang="zh-CN" sz="2400" dirty="0">
                <a:solidFill>
                  <a:schemeClr val="tx1"/>
                </a:solidFill>
              </a:rPr>
              <a:t>C</a:t>
            </a:r>
            <a:r>
              <a:rPr lang="zh-CN" altLang="en-US" sz="2400" dirty="0">
                <a:solidFill>
                  <a:schemeClr val="tx1"/>
                </a:solidFill>
              </a:rPr>
              <a:t>：快速排序算法，在屏幕的右</a:t>
            </a:r>
            <a:r>
              <a:rPr lang="en-US" altLang="zh-CN" sz="2400" dirty="0">
                <a:solidFill>
                  <a:schemeClr val="tx1"/>
                </a:solidFill>
              </a:rPr>
              <a:t>1/3</a:t>
            </a:r>
            <a:r>
              <a:rPr lang="zh-CN" altLang="en-US" sz="2400" dirty="0">
                <a:solidFill>
                  <a:schemeClr val="tx1"/>
                </a:solidFill>
              </a:rPr>
              <a:t>处开设窗口显示其排序过程。</a:t>
            </a:r>
          </a:p>
          <a:p>
            <a:pPr marL="469900" lvl="1" indent="0">
              <a:buNone/>
            </a:pPr>
            <a:r>
              <a:rPr lang="zh-CN" altLang="en-US" sz="2400" b="1" dirty="0">
                <a:solidFill>
                  <a:schemeClr val="tx1"/>
                </a:solidFill>
              </a:rPr>
              <a:t>讨论在不支持多进程的操作系统下运行</a:t>
            </a:r>
            <a:r>
              <a:rPr lang="en-US" altLang="zh-CN" sz="2400" b="1" dirty="0">
                <a:solidFill>
                  <a:schemeClr val="tx1"/>
                </a:solidFill>
              </a:rPr>
              <a:t>/</a:t>
            </a:r>
            <a:r>
              <a:rPr lang="zh-CN" altLang="en-US" sz="2400" b="1" dirty="0">
                <a:solidFill>
                  <a:schemeClr val="tx1"/>
                </a:solidFill>
              </a:rPr>
              <a:t>支持多进程的操作系统下的运行情况 </a:t>
            </a:r>
          </a:p>
        </p:txBody>
      </p:sp>
    </p:spTree>
    <p:extLst>
      <p:ext uri="{BB962C8B-B14F-4D97-AF65-F5344CB8AC3E}">
        <p14:creationId xmlns:p14="http://schemas.microsoft.com/office/powerpoint/2010/main" val="8385647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07B32D-2C46-60C2-C458-661B928EC554}"/>
              </a:ext>
            </a:extLst>
          </p:cNvPr>
          <p:cNvSpPr>
            <a:spLocks noGrp="1"/>
          </p:cNvSpPr>
          <p:nvPr>
            <p:ph type="title"/>
          </p:nvPr>
        </p:nvSpPr>
        <p:spPr/>
        <p:txBody>
          <a:bodyPr/>
          <a:lstStyle/>
          <a:p>
            <a:pPr eaLnBrk="1" hangingPunct="1">
              <a:spcBef>
                <a:spcPct val="0"/>
              </a:spcBef>
            </a:pPr>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进程概念</a:t>
            </a:r>
          </a:p>
        </p:txBody>
      </p:sp>
      <p:sp>
        <p:nvSpPr>
          <p:cNvPr id="3" name="内容占位符 2">
            <a:extLst>
              <a:ext uri="{FF2B5EF4-FFF2-40B4-BE49-F238E27FC236}">
                <a16:creationId xmlns:a16="http://schemas.microsoft.com/office/drawing/2014/main" id="{BAB702B9-8B6A-D23B-C671-122440A86766}"/>
              </a:ext>
            </a:extLst>
          </p:cNvPr>
          <p:cNvSpPr>
            <a:spLocks noGrp="1"/>
          </p:cNvSpPr>
          <p:nvPr>
            <p:ph idx="1"/>
          </p:nvPr>
        </p:nvSpPr>
        <p:spPr/>
        <p:txBody>
          <a:bodyPr/>
          <a:lstStyle/>
          <a:p>
            <a:pPr eaLnBrk="1" hangingPunct="1">
              <a:lnSpc>
                <a:spcPct val="130000"/>
              </a:lnSpc>
              <a:buClr>
                <a:schemeClr val="tx2"/>
              </a:buClr>
              <a:buSzPct val="95000"/>
              <a:buFont typeface="Wingdings" panose="05000000000000000000" pitchFamily="2" charset="2"/>
              <a:buNone/>
              <a:defRPr/>
            </a:pPr>
            <a:r>
              <a:rPr lang="en-US" altLang="zh-CN" sz="2800" dirty="0">
                <a:solidFill>
                  <a:schemeClr val="tx1"/>
                </a:solidFill>
                <a:latin typeface="Times New Roman" panose="02020603050405020304" pitchFamily="18" charset="0"/>
              </a:rPr>
              <a:t> </a:t>
            </a:r>
            <a:r>
              <a:rPr lang="en-US" altLang="zh-CN" sz="2800" dirty="0">
                <a:solidFill>
                  <a:schemeClr val="tx1"/>
                </a:solidFill>
                <a:latin typeface="宋体" panose="02010600030101010101" pitchFamily="2" charset="-122"/>
              </a:rPr>
              <a:t>ⅰ</a:t>
            </a:r>
            <a:r>
              <a:rPr lang="zh-CN" altLang="en-US" sz="2400" dirty="0">
                <a:solidFill>
                  <a:schemeClr val="tx1"/>
                </a:solidFill>
                <a:effectLst/>
                <a:latin typeface="Times New Roman" panose="02020603050405020304" pitchFamily="18" charset="0"/>
              </a:rPr>
              <a:t>在不支持多进程的操作系统下运行</a:t>
            </a:r>
          </a:p>
          <a:p>
            <a:pPr lvl="1" eaLnBrk="1" hangingPunct="1">
              <a:lnSpc>
                <a:spcPct val="130000"/>
              </a:lnSpc>
              <a:buClr>
                <a:schemeClr val="tx2"/>
              </a:buClr>
              <a:buSzPct val="95000"/>
              <a:buFont typeface="Wingdings" panose="05000000000000000000" pitchFamily="2" charset="2"/>
              <a:buNone/>
              <a:defRPr/>
            </a:pPr>
            <a:r>
              <a:rPr lang="zh-CN" altLang="en-US" sz="2400" b="0" dirty="0">
                <a:solidFill>
                  <a:schemeClr val="tx1"/>
                </a:solidFill>
                <a:effectLst/>
                <a:latin typeface="Times New Roman" panose="02020603050405020304" pitchFamily="18" charset="0"/>
              </a:rPr>
              <a:t>       依次运行程序</a:t>
            </a:r>
            <a:r>
              <a:rPr lang="en-US" altLang="zh-CN" sz="2400" b="0" dirty="0">
                <a:solidFill>
                  <a:schemeClr val="tx1"/>
                </a:solidFill>
                <a:effectLst/>
                <a:latin typeface="Times New Roman" panose="02020603050405020304" pitchFamily="18" charset="0"/>
              </a:rPr>
              <a:t>A</a:t>
            </a:r>
            <a:r>
              <a:rPr lang="zh-CN" altLang="en-US" sz="2400" b="0" dirty="0">
                <a:solidFill>
                  <a:schemeClr val="tx1"/>
                </a:solidFill>
                <a:effectLst/>
                <a:latin typeface="Times New Roman" panose="02020603050405020304" pitchFamily="18" charset="0"/>
              </a:rPr>
              <a:t>、程序</a:t>
            </a:r>
            <a:r>
              <a:rPr lang="en-US" altLang="zh-CN" sz="2400" b="0" dirty="0">
                <a:solidFill>
                  <a:schemeClr val="tx1"/>
                </a:solidFill>
                <a:effectLst/>
                <a:latin typeface="Times New Roman" panose="02020603050405020304" pitchFamily="18" charset="0"/>
              </a:rPr>
              <a:t>B</a:t>
            </a:r>
            <a:r>
              <a:rPr lang="zh-CN" altLang="en-US" sz="2400" b="0" dirty="0">
                <a:solidFill>
                  <a:schemeClr val="tx1"/>
                </a:solidFill>
                <a:effectLst/>
                <a:latin typeface="Times New Roman" panose="02020603050405020304" pitchFamily="18" charset="0"/>
              </a:rPr>
              <a:t>、程序</a:t>
            </a:r>
            <a:r>
              <a:rPr lang="en-US" altLang="zh-CN" sz="2400" b="0" dirty="0">
                <a:solidFill>
                  <a:schemeClr val="tx1"/>
                </a:solidFill>
                <a:effectLst/>
                <a:latin typeface="Times New Roman" panose="02020603050405020304" pitchFamily="18" charset="0"/>
              </a:rPr>
              <a:t>C</a:t>
            </a:r>
            <a:r>
              <a:rPr lang="zh-CN" altLang="en-US" sz="2400" b="0" dirty="0">
                <a:solidFill>
                  <a:schemeClr val="tx1"/>
                </a:solidFill>
                <a:effectLst/>
                <a:latin typeface="Times New Roman" panose="02020603050405020304" pitchFamily="18" charset="0"/>
              </a:rPr>
              <a:t>。</a:t>
            </a:r>
          </a:p>
          <a:p>
            <a:pPr lvl="1" eaLnBrk="1" hangingPunct="1">
              <a:lnSpc>
                <a:spcPct val="130000"/>
              </a:lnSpc>
              <a:buClr>
                <a:schemeClr val="tx2"/>
              </a:buClr>
              <a:buSzPct val="95000"/>
              <a:buFont typeface="Wingdings" panose="05000000000000000000" pitchFamily="2" charset="2"/>
              <a:buNone/>
              <a:defRPr/>
            </a:pPr>
            <a:r>
              <a:rPr lang="zh-CN" altLang="en-US" sz="2400" dirty="0">
                <a:solidFill>
                  <a:schemeClr val="tx1"/>
                </a:solidFill>
                <a:latin typeface="Times New Roman" panose="02020603050405020304" pitchFamily="18" charset="0"/>
              </a:rPr>
              <a:t>  </a:t>
            </a:r>
            <a:r>
              <a:rPr lang="en-US" altLang="zh-CN" sz="2400" dirty="0">
                <a:solidFill>
                  <a:schemeClr val="tx1"/>
                </a:solidFill>
                <a:effectLst/>
                <a:latin typeface="宋体" panose="02010600030101010101" pitchFamily="2" charset="-122"/>
              </a:rPr>
              <a:t>ⅱ </a:t>
            </a:r>
            <a:r>
              <a:rPr lang="zh-CN" altLang="en-US" sz="2400" dirty="0">
                <a:solidFill>
                  <a:schemeClr val="tx1"/>
                </a:solidFill>
                <a:effectLst/>
                <a:latin typeface="Times New Roman" panose="02020603050405020304" pitchFamily="18" charset="0"/>
              </a:rPr>
              <a:t>在支持多进程的操作系统下运行</a:t>
            </a:r>
          </a:p>
          <a:p>
            <a:pPr lvl="2">
              <a:buSzPct val="95000"/>
              <a:defRPr/>
            </a:pPr>
            <a:r>
              <a:rPr lang="zh-CN" altLang="en-US" sz="2400" dirty="0"/>
              <a:t>  建立进程</a:t>
            </a:r>
            <a:r>
              <a:rPr lang="en-US" altLang="zh-CN" sz="2400" dirty="0"/>
              <a:t>A</a:t>
            </a:r>
            <a:r>
              <a:rPr lang="zh-CN" altLang="en-US" sz="2400" dirty="0"/>
              <a:t>、</a:t>
            </a:r>
            <a:r>
              <a:rPr lang="en-US" altLang="zh-CN" sz="2400" dirty="0"/>
              <a:t>B</a:t>
            </a:r>
            <a:r>
              <a:rPr lang="zh-CN" altLang="en-US" sz="2400" dirty="0"/>
              <a:t>、</a:t>
            </a:r>
            <a:r>
              <a:rPr lang="en-US" altLang="zh-CN" sz="2400" dirty="0"/>
              <a:t>C</a:t>
            </a:r>
            <a:r>
              <a:rPr lang="zh-CN" altLang="en-US" sz="2400" dirty="0"/>
              <a:t>；对应的程序分别是程序</a:t>
            </a:r>
            <a:r>
              <a:rPr lang="en-US" altLang="zh-CN" sz="2400" dirty="0"/>
              <a:t>A</a:t>
            </a:r>
            <a:r>
              <a:rPr lang="zh-CN" altLang="en-US" sz="2400" dirty="0"/>
              <a:t>、</a:t>
            </a:r>
            <a:r>
              <a:rPr lang="en-US" altLang="zh-CN" sz="2400" dirty="0"/>
              <a:t>B</a:t>
            </a:r>
            <a:r>
              <a:rPr lang="zh-CN" altLang="en-US" sz="2400" dirty="0"/>
              <a:t>、</a:t>
            </a:r>
            <a:r>
              <a:rPr lang="en-US" altLang="zh-CN" sz="2400" dirty="0"/>
              <a:t>C</a:t>
            </a:r>
            <a:r>
              <a:rPr lang="zh-CN" altLang="en-US" sz="2400" dirty="0"/>
              <a:t>；</a:t>
            </a:r>
          </a:p>
          <a:p>
            <a:pPr lvl="2">
              <a:buSzPct val="95000"/>
              <a:defRPr/>
            </a:pPr>
            <a:r>
              <a:rPr lang="zh-CN" altLang="en-US" sz="2400" dirty="0"/>
              <a:t>  若系统采用时间片轮转的调度策略，则在屏幕上有</a:t>
            </a:r>
            <a:r>
              <a:rPr lang="en-US" altLang="zh-CN" sz="2400" dirty="0"/>
              <a:t>3</a:t>
            </a:r>
            <a:r>
              <a:rPr lang="zh-CN" altLang="en-US" sz="2400" dirty="0"/>
              <a:t>个窗口，同时显示</a:t>
            </a:r>
            <a:r>
              <a:rPr lang="en-US" altLang="zh-CN" sz="2400" dirty="0"/>
              <a:t>3</a:t>
            </a:r>
            <a:r>
              <a:rPr lang="zh-CN" altLang="en-US" sz="2400" dirty="0"/>
              <a:t>个排序过程。</a:t>
            </a:r>
          </a:p>
          <a:p>
            <a:pPr lvl="2" eaLnBrk="1" hangingPunct="1">
              <a:lnSpc>
                <a:spcPct val="130000"/>
              </a:lnSpc>
              <a:buClr>
                <a:schemeClr val="tx2"/>
              </a:buClr>
              <a:buSzPct val="95000"/>
              <a:buFont typeface="Wingdings" panose="05000000000000000000" pitchFamily="2" charset="2"/>
              <a:buNone/>
              <a:defRPr/>
            </a:pPr>
            <a:r>
              <a:rPr lang="zh-CN" altLang="en-US" sz="2400" b="0" dirty="0">
                <a:solidFill>
                  <a:schemeClr val="tx1"/>
                </a:solidFill>
                <a:effectLst/>
                <a:latin typeface="Times New Roman" panose="02020603050405020304" pitchFamily="18" charset="0"/>
              </a:rPr>
              <a:t>   实际上这</a:t>
            </a:r>
            <a:r>
              <a:rPr lang="en-US" altLang="zh-CN" sz="2400" b="0" dirty="0">
                <a:solidFill>
                  <a:schemeClr val="tx1"/>
                </a:solidFill>
                <a:effectLst/>
                <a:latin typeface="Times New Roman" panose="02020603050405020304" pitchFamily="18" charset="0"/>
              </a:rPr>
              <a:t>3</a:t>
            </a:r>
            <a:r>
              <a:rPr lang="zh-CN" altLang="en-US" sz="2400" b="0" dirty="0">
                <a:solidFill>
                  <a:schemeClr val="tx1"/>
                </a:solidFill>
                <a:effectLst/>
                <a:latin typeface="Times New Roman" panose="02020603050405020304" pitchFamily="18" charset="0"/>
              </a:rPr>
              <a:t>个程序在轮流地占用</a:t>
            </a:r>
            <a:r>
              <a:rPr lang="en-US" altLang="zh-CN" sz="2400" b="0" dirty="0">
                <a:solidFill>
                  <a:schemeClr val="tx1"/>
                </a:solidFill>
                <a:effectLst/>
                <a:latin typeface="Times New Roman" panose="02020603050405020304" pitchFamily="18" charset="0"/>
              </a:rPr>
              <a:t>CPU</a:t>
            </a:r>
            <a:r>
              <a:rPr lang="zh-CN" altLang="en-US" sz="2400" b="0" dirty="0">
                <a:solidFill>
                  <a:schemeClr val="tx1"/>
                </a:solidFill>
                <a:effectLst/>
                <a:latin typeface="Times New Roman" panose="02020603050405020304" pitchFamily="18" charset="0"/>
              </a:rPr>
              <a:t>时间，由于</a:t>
            </a:r>
            <a:r>
              <a:rPr lang="en-US" altLang="zh-CN" sz="2400" b="0" dirty="0">
                <a:solidFill>
                  <a:schemeClr val="tx1"/>
                </a:solidFill>
                <a:effectLst/>
                <a:latin typeface="Times New Roman" panose="02020603050405020304" pitchFamily="18" charset="0"/>
              </a:rPr>
              <a:t>CPU</a:t>
            </a:r>
            <a:r>
              <a:rPr lang="zh-CN" altLang="en-US" sz="2400" b="0" dirty="0">
                <a:solidFill>
                  <a:schemeClr val="tx1"/>
                </a:solidFill>
                <a:effectLst/>
                <a:latin typeface="Times New Roman" panose="02020603050405020304" pitchFamily="18" charset="0"/>
              </a:rPr>
              <a:t>的高速度，使我们看到的是这</a:t>
            </a:r>
            <a:r>
              <a:rPr lang="en-US" altLang="zh-CN" sz="2400" b="0" dirty="0">
                <a:solidFill>
                  <a:schemeClr val="tx1"/>
                </a:solidFill>
                <a:effectLst/>
                <a:latin typeface="Times New Roman" panose="02020603050405020304" pitchFamily="18" charset="0"/>
              </a:rPr>
              <a:t>3</a:t>
            </a:r>
            <a:r>
              <a:rPr lang="zh-CN" altLang="en-US" sz="2400" b="0" dirty="0">
                <a:solidFill>
                  <a:schemeClr val="tx1"/>
                </a:solidFill>
                <a:effectLst/>
                <a:latin typeface="Times New Roman" panose="02020603050405020304" pitchFamily="18" charset="0"/>
              </a:rPr>
              <a:t>个程序在同时执行。</a:t>
            </a:r>
            <a:endParaRPr lang="zh-CN" altLang="en-US" sz="2400" dirty="0"/>
          </a:p>
        </p:txBody>
      </p:sp>
    </p:spTree>
    <p:extLst>
      <p:ext uri="{BB962C8B-B14F-4D97-AF65-F5344CB8AC3E}">
        <p14:creationId xmlns:p14="http://schemas.microsoft.com/office/powerpoint/2010/main" val="34118928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D5E538-6A7D-5582-EAAE-16986B50085C}"/>
              </a:ext>
            </a:extLst>
          </p:cNvPr>
          <p:cNvSpPr>
            <a:spLocks noGrp="1"/>
          </p:cNvSpPr>
          <p:nvPr>
            <p:ph type="title"/>
          </p:nvPr>
        </p:nvSpPr>
        <p:spPr/>
        <p:txBody>
          <a:bodyPr/>
          <a:lstStyle/>
          <a:p>
            <a:pPr eaLnBrk="1" hangingPunct="1">
              <a:spcBef>
                <a:spcPct val="0"/>
              </a:spcBef>
            </a:pPr>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进程概念</a:t>
            </a:r>
          </a:p>
        </p:txBody>
      </p:sp>
      <p:sp>
        <p:nvSpPr>
          <p:cNvPr id="3" name="内容占位符 2">
            <a:extLst>
              <a:ext uri="{FF2B5EF4-FFF2-40B4-BE49-F238E27FC236}">
                <a16:creationId xmlns:a16="http://schemas.microsoft.com/office/drawing/2014/main" id="{6F389657-1073-89BF-6158-14962130E51F}"/>
              </a:ext>
            </a:extLst>
          </p:cNvPr>
          <p:cNvSpPr>
            <a:spLocks noGrp="1"/>
          </p:cNvSpPr>
          <p:nvPr>
            <p:ph idx="1"/>
          </p:nvPr>
        </p:nvSpPr>
        <p:spPr/>
        <p:txBody>
          <a:bodyPr/>
          <a:lstStyle/>
          <a:p>
            <a:pPr marL="533400" indent="-533400" algn="l">
              <a:lnSpc>
                <a:spcPct val="130000"/>
              </a:lnSpc>
              <a:spcBef>
                <a:spcPct val="30000"/>
              </a:spcBef>
              <a:buClr>
                <a:schemeClr val="tx2"/>
              </a:buClr>
              <a:buSzPct val="95000"/>
              <a:buNone/>
            </a:pPr>
            <a:r>
              <a:rPr lang="zh-CN" altLang="en-US" sz="2400" dirty="0">
                <a:solidFill>
                  <a:srgbClr val="000099"/>
                </a:solidFill>
                <a:latin typeface="Times New Roman" panose="02020603050405020304" pitchFamily="18" charset="0"/>
                <a:ea typeface="+mn-ea"/>
              </a:rPr>
              <a:t>② 例</a:t>
            </a:r>
            <a:r>
              <a:rPr lang="en-US" altLang="zh-CN" sz="2400" dirty="0">
                <a:solidFill>
                  <a:srgbClr val="000099"/>
                </a:solidFill>
                <a:latin typeface="Times New Roman" panose="02020603050405020304" pitchFamily="18" charset="0"/>
                <a:ea typeface="+mn-ea"/>
              </a:rPr>
              <a:t>2</a:t>
            </a:r>
            <a:r>
              <a:rPr lang="zh-CN" altLang="en-US" sz="2400" dirty="0">
                <a:solidFill>
                  <a:srgbClr val="000099"/>
                </a:solidFill>
                <a:latin typeface="Times New Roman" panose="02020603050405020304" pitchFamily="18" charset="0"/>
                <a:ea typeface="+mn-ea"/>
              </a:rPr>
              <a:t>：讨论</a:t>
            </a:r>
            <a:r>
              <a:rPr lang="en-US" altLang="zh-CN" sz="2400" dirty="0">
                <a:solidFill>
                  <a:srgbClr val="000099"/>
                </a:solidFill>
                <a:latin typeface="Times New Roman" panose="02020603050405020304" pitchFamily="18" charset="0"/>
                <a:ea typeface="+mn-ea"/>
              </a:rPr>
              <a:t>2</a:t>
            </a:r>
            <a:r>
              <a:rPr lang="zh-CN" altLang="en-US" sz="2400" dirty="0">
                <a:solidFill>
                  <a:srgbClr val="000099"/>
                </a:solidFill>
                <a:latin typeface="Times New Roman" panose="02020603050405020304" pitchFamily="18" charset="0"/>
                <a:ea typeface="+mn-ea"/>
              </a:rPr>
              <a:t>个程序在不同的操作系统环境中执行结果</a:t>
            </a:r>
          </a:p>
          <a:p>
            <a:pPr marL="0" indent="-12700">
              <a:buNone/>
            </a:pPr>
            <a:r>
              <a:rPr lang="zh-CN" altLang="en-US" b="0" dirty="0"/>
              <a:t>      </a:t>
            </a:r>
            <a:r>
              <a:rPr lang="zh-CN" altLang="en-US" sz="2400" b="0" dirty="0"/>
              <a:t>程序</a:t>
            </a:r>
            <a:r>
              <a:rPr lang="en-US" altLang="zh-CN" sz="2400" b="0" dirty="0"/>
              <a:t>C</a:t>
            </a:r>
            <a:r>
              <a:rPr lang="zh-CN" altLang="en-US" sz="2400" b="0" dirty="0"/>
              <a:t>：打印工资报表的程序；</a:t>
            </a:r>
          </a:p>
          <a:p>
            <a:pPr marL="0" indent="-12700">
              <a:buNone/>
            </a:pPr>
            <a:r>
              <a:rPr lang="zh-CN" altLang="en-US" sz="2400" b="0" dirty="0"/>
              <a:t>      程序</a:t>
            </a:r>
            <a:r>
              <a:rPr lang="en-US" altLang="zh-CN" sz="2400" b="0" dirty="0"/>
              <a:t>D</a:t>
            </a:r>
            <a:r>
              <a:rPr lang="zh-CN" altLang="en-US" sz="2400" b="0" dirty="0"/>
              <a:t>：计算</a:t>
            </a:r>
            <a:r>
              <a:rPr lang="en-US" altLang="zh-CN" sz="2400" b="0" dirty="0"/>
              <a:t>1000</a:t>
            </a:r>
            <a:r>
              <a:rPr lang="zh-CN" altLang="en-US" sz="2400" b="0" dirty="0"/>
              <a:t>以内所有素数并显示最后结果。</a:t>
            </a:r>
          </a:p>
          <a:p>
            <a:pPr marL="0" indent="-12700">
              <a:buNone/>
            </a:pPr>
            <a:r>
              <a:rPr lang="zh-CN" altLang="en-US" sz="2400" dirty="0"/>
              <a:t>      讨论在不支持多进程的操作系统下运行</a:t>
            </a:r>
            <a:r>
              <a:rPr lang="en-US" altLang="zh-CN" sz="2400" dirty="0"/>
              <a:t>/</a:t>
            </a:r>
            <a:r>
              <a:rPr lang="zh-CN" altLang="en-US" sz="2400" dirty="0"/>
              <a:t>在支持多进程的操作系统下的运行情况</a:t>
            </a:r>
          </a:p>
        </p:txBody>
      </p:sp>
    </p:spTree>
    <p:extLst>
      <p:ext uri="{BB962C8B-B14F-4D97-AF65-F5344CB8AC3E}">
        <p14:creationId xmlns:p14="http://schemas.microsoft.com/office/powerpoint/2010/main" val="12218037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203305-6453-491D-DCE6-F6D1C844DFDF}"/>
              </a:ext>
            </a:extLst>
          </p:cNvPr>
          <p:cNvSpPr>
            <a:spLocks noGrp="1"/>
          </p:cNvSpPr>
          <p:nvPr>
            <p:ph type="title"/>
          </p:nvPr>
        </p:nvSpPr>
        <p:spPr/>
        <p:txBody>
          <a:bodyPr/>
          <a:lstStyle/>
          <a:p>
            <a:pPr eaLnBrk="1" hangingPunct="1">
              <a:spcBef>
                <a:spcPct val="0"/>
              </a:spcBef>
            </a:pPr>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进程概念</a:t>
            </a:r>
          </a:p>
        </p:txBody>
      </p:sp>
      <p:sp>
        <p:nvSpPr>
          <p:cNvPr id="3" name="内容占位符 2">
            <a:extLst>
              <a:ext uri="{FF2B5EF4-FFF2-40B4-BE49-F238E27FC236}">
                <a16:creationId xmlns:a16="http://schemas.microsoft.com/office/drawing/2014/main" id="{3E4A618E-C0DC-BC54-6040-F3276AF3CA99}"/>
              </a:ext>
            </a:extLst>
          </p:cNvPr>
          <p:cNvSpPr>
            <a:spLocks noGrp="1"/>
          </p:cNvSpPr>
          <p:nvPr>
            <p:ph idx="1"/>
          </p:nvPr>
        </p:nvSpPr>
        <p:spPr/>
        <p:txBody>
          <a:bodyPr/>
          <a:lstStyle/>
          <a:p>
            <a:pPr eaLnBrk="1" hangingPunct="1">
              <a:lnSpc>
                <a:spcPct val="130000"/>
              </a:lnSpc>
              <a:buClr>
                <a:schemeClr val="tx2"/>
              </a:buClr>
              <a:buSzPct val="95000"/>
              <a:buFont typeface="Wingdings" panose="05000000000000000000" pitchFamily="2" charset="2"/>
              <a:buNone/>
              <a:defRPr/>
            </a:pPr>
            <a:r>
              <a:rPr lang="en-US" altLang="zh-CN" sz="2800" dirty="0">
                <a:solidFill>
                  <a:schemeClr val="tx1"/>
                </a:solidFill>
                <a:latin typeface="Times New Roman" panose="02020603050405020304" pitchFamily="18" charset="0"/>
              </a:rPr>
              <a:t> </a:t>
            </a:r>
            <a:r>
              <a:rPr lang="en-US" altLang="zh-CN" sz="2800" dirty="0">
                <a:solidFill>
                  <a:schemeClr val="tx1"/>
                </a:solidFill>
                <a:latin typeface="宋体" panose="02010600030101010101" pitchFamily="2" charset="-122"/>
              </a:rPr>
              <a:t>ⅰ</a:t>
            </a:r>
            <a:r>
              <a:rPr lang="zh-CN" altLang="en-US" sz="2400" dirty="0">
                <a:solidFill>
                  <a:schemeClr val="tx1"/>
                </a:solidFill>
                <a:effectLst/>
                <a:latin typeface="Times New Roman" panose="02020603050405020304" pitchFamily="18" charset="0"/>
              </a:rPr>
              <a:t>在不支持多进程的操作系统下运行</a:t>
            </a:r>
          </a:p>
          <a:p>
            <a:pPr lvl="1" eaLnBrk="1" hangingPunct="1">
              <a:lnSpc>
                <a:spcPct val="120000"/>
              </a:lnSpc>
              <a:spcBef>
                <a:spcPct val="20000"/>
              </a:spcBef>
              <a:buClr>
                <a:schemeClr val="tx2"/>
              </a:buClr>
              <a:buSzPct val="95000"/>
              <a:buFont typeface="Wingdings" panose="05000000000000000000" pitchFamily="2" charset="2"/>
              <a:buNone/>
              <a:defRPr/>
            </a:pPr>
            <a:r>
              <a:rPr lang="zh-CN" altLang="en-US" sz="2400" b="0" dirty="0">
                <a:solidFill>
                  <a:schemeClr val="tx1"/>
                </a:solidFill>
                <a:effectLst/>
                <a:latin typeface="Times New Roman" panose="02020603050405020304" pitchFamily="18" charset="0"/>
              </a:rPr>
              <a:t>       依次运行程序</a:t>
            </a:r>
            <a:r>
              <a:rPr lang="en-US" altLang="zh-CN" sz="2400" b="0" dirty="0">
                <a:solidFill>
                  <a:schemeClr val="tx1"/>
                </a:solidFill>
                <a:effectLst/>
                <a:latin typeface="Times New Roman" panose="02020603050405020304" pitchFamily="18" charset="0"/>
              </a:rPr>
              <a:t>C</a:t>
            </a:r>
            <a:r>
              <a:rPr lang="zh-CN" altLang="en-US" sz="2400" b="0" dirty="0">
                <a:solidFill>
                  <a:schemeClr val="tx1"/>
                </a:solidFill>
                <a:effectLst/>
                <a:latin typeface="Times New Roman" panose="02020603050405020304" pitchFamily="18" charset="0"/>
              </a:rPr>
              <a:t>、程序</a:t>
            </a:r>
            <a:r>
              <a:rPr lang="en-US" altLang="zh-CN" sz="2400" b="0" dirty="0">
                <a:solidFill>
                  <a:schemeClr val="tx1"/>
                </a:solidFill>
                <a:effectLst/>
                <a:latin typeface="Times New Roman" panose="02020603050405020304" pitchFamily="18" charset="0"/>
              </a:rPr>
              <a:t>D</a:t>
            </a:r>
            <a:r>
              <a:rPr lang="zh-CN" altLang="en-US" sz="2400" b="0" dirty="0">
                <a:solidFill>
                  <a:schemeClr val="tx1"/>
                </a:solidFill>
                <a:effectLst/>
                <a:latin typeface="Times New Roman" panose="02020603050405020304" pitchFamily="18" charset="0"/>
              </a:rPr>
              <a:t>，可以看到：先是打印机不停地打印工资报表，打印完成后，接着运行程序</a:t>
            </a:r>
            <a:r>
              <a:rPr lang="en-US" altLang="zh-CN" sz="2400" b="0" dirty="0">
                <a:solidFill>
                  <a:schemeClr val="tx1"/>
                </a:solidFill>
                <a:effectLst/>
                <a:latin typeface="Times New Roman" panose="02020603050405020304" pitchFamily="18" charset="0"/>
              </a:rPr>
              <a:t>C</a:t>
            </a:r>
            <a:r>
              <a:rPr lang="zh-CN" altLang="en-US" sz="2400" b="0" dirty="0">
                <a:solidFill>
                  <a:schemeClr val="tx1"/>
                </a:solidFill>
                <a:effectLst/>
                <a:latin typeface="Times New Roman" panose="02020603050405020304" pitchFamily="18" charset="0"/>
              </a:rPr>
              <a:t>，持续计算，最后显示所计算的结果。</a:t>
            </a:r>
            <a:endParaRPr lang="en-US" altLang="zh-CN" sz="2400" b="0" dirty="0">
              <a:solidFill>
                <a:schemeClr val="tx1"/>
              </a:solidFill>
              <a:effectLst/>
              <a:latin typeface="Times New Roman" panose="02020603050405020304" pitchFamily="18" charset="0"/>
            </a:endParaRPr>
          </a:p>
          <a:p>
            <a:pPr lvl="1" eaLnBrk="1" hangingPunct="1">
              <a:lnSpc>
                <a:spcPct val="120000"/>
              </a:lnSpc>
              <a:spcBef>
                <a:spcPct val="20000"/>
              </a:spcBef>
              <a:buClr>
                <a:schemeClr val="tx2"/>
              </a:buClr>
              <a:buSzPct val="95000"/>
              <a:buFont typeface="Wingdings" panose="05000000000000000000" pitchFamily="2" charset="2"/>
              <a:buNone/>
              <a:defRPr/>
            </a:pPr>
            <a:endParaRPr lang="zh-CN" altLang="en-US" sz="2400" b="0" dirty="0">
              <a:solidFill>
                <a:schemeClr val="tx1"/>
              </a:solidFill>
              <a:effectLst/>
              <a:latin typeface="Times New Roman" panose="02020603050405020304" pitchFamily="18" charset="0"/>
            </a:endParaRPr>
          </a:p>
          <a:p>
            <a:pPr marL="342900" lvl="1" indent="-342900">
              <a:lnSpc>
                <a:spcPct val="130000"/>
              </a:lnSpc>
              <a:spcBef>
                <a:spcPts val="1000"/>
              </a:spcBef>
              <a:buClr>
                <a:schemeClr val="tx2"/>
              </a:buClr>
              <a:buSzPct val="95000"/>
              <a:buNone/>
              <a:defRPr/>
            </a:pPr>
            <a:r>
              <a:rPr lang="zh-CN" altLang="en-US" sz="2800" b="1" dirty="0">
                <a:solidFill>
                  <a:schemeClr val="tx1"/>
                </a:solidFill>
                <a:latin typeface="Times New Roman" panose="02020603050405020304" pitchFamily="18" charset="0"/>
              </a:rPr>
              <a:t>  </a:t>
            </a:r>
            <a:r>
              <a:rPr lang="en-US" altLang="zh-CN" sz="2400" b="1" dirty="0">
                <a:solidFill>
                  <a:schemeClr val="tx1"/>
                </a:solidFill>
                <a:latin typeface="Times New Roman" panose="02020603050405020304" pitchFamily="18" charset="0"/>
              </a:rPr>
              <a:t>ⅱ </a:t>
            </a:r>
            <a:r>
              <a:rPr lang="zh-CN" altLang="en-US" sz="2400" b="1" dirty="0">
                <a:solidFill>
                  <a:schemeClr val="tx1"/>
                </a:solidFill>
                <a:latin typeface="Times New Roman" panose="02020603050405020304" pitchFamily="18" charset="0"/>
              </a:rPr>
              <a:t>在支持多进程的操作系统下运行</a:t>
            </a:r>
          </a:p>
          <a:p>
            <a:pPr lvl="2">
              <a:buSzPct val="95000"/>
              <a:defRPr/>
            </a:pPr>
            <a:r>
              <a:rPr lang="zh-CN" altLang="en-US" sz="2400" dirty="0"/>
              <a:t>  建立进程</a:t>
            </a:r>
            <a:r>
              <a:rPr lang="en-US" altLang="zh-CN" sz="2400" dirty="0"/>
              <a:t>C</a:t>
            </a:r>
            <a:r>
              <a:rPr lang="zh-CN" altLang="en-US" sz="2400" dirty="0"/>
              <a:t>、</a:t>
            </a:r>
            <a:r>
              <a:rPr lang="en-US" altLang="zh-CN" sz="2400" dirty="0"/>
              <a:t>D</a:t>
            </a:r>
            <a:r>
              <a:rPr lang="zh-CN" altLang="en-US" sz="2400" dirty="0"/>
              <a:t>；对应的程序分别是程序</a:t>
            </a:r>
            <a:r>
              <a:rPr lang="en-US" altLang="zh-CN" sz="2400" dirty="0"/>
              <a:t>C</a:t>
            </a:r>
            <a:r>
              <a:rPr lang="zh-CN" altLang="en-US" sz="2400" dirty="0"/>
              <a:t>、</a:t>
            </a:r>
            <a:r>
              <a:rPr lang="en-US" altLang="zh-CN" sz="2400" dirty="0"/>
              <a:t>D</a:t>
            </a:r>
            <a:r>
              <a:rPr lang="zh-CN" altLang="en-US" sz="2400" dirty="0"/>
              <a:t>；</a:t>
            </a:r>
          </a:p>
          <a:p>
            <a:pPr lvl="2">
              <a:buSzPct val="95000"/>
              <a:defRPr/>
            </a:pPr>
            <a:r>
              <a:rPr lang="zh-CN" altLang="en-US" sz="2400" dirty="0"/>
              <a:t>  由于进程</a:t>
            </a:r>
            <a:r>
              <a:rPr lang="en-US" altLang="zh-CN" sz="2400" dirty="0"/>
              <a:t>C</a:t>
            </a:r>
            <a:r>
              <a:rPr lang="zh-CN" altLang="en-US" sz="2400" dirty="0"/>
              <a:t>是</a:t>
            </a:r>
            <a:r>
              <a:rPr lang="en-US" altLang="zh-CN" sz="2400" dirty="0"/>
              <a:t>I/O</a:t>
            </a:r>
            <a:r>
              <a:rPr lang="zh-CN" altLang="en-US" sz="2400" dirty="0"/>
              <a:t>量较大的进程，而进程</a:t>
            </a:r>
            <a:r>
              <a:rPr lang="en-US" altLang="zh-CN" sz="2400" dirty="0"/>
              <a:t>D</a:t>
            </a:r>
            <a:r>
              <a:rPr lang="zh-CN" altLang="en-US" sz="2400" dirty="0"/>
              <a:t>是计算量较大的进程，故在系统进程调度的控制下，两个进程并发执行。可以看到打印机不断打印工资报表；而处理机不停地计算，最后屏幕显示计算的结果。</a:t>
            </a:r>
          </a:p>
        </p:txBody>
      </p:sp>
    </p:spTree>
    <p:extLst>
      <p:ext uri="{BB962C8B-B14F-4D97-AF65-F5344CB8AC3E}">
        <p14:creationId xmlns:p14="http://schemas.microsoft.com/office/powerpoint/2010/main" val="27293555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8C125-7488-5CD1-6B46-183521AD0808}"/>
              </a:ext>
            </a:extLst>
          </p:cNvPr>
          <p:cNvSpPr>
            <a:spLocks noGrp="1"/>
          </p:cNvSpPr>
          <p:nvPr>
            <p:ph type="title"/>
          </p:nvPr>
        </p:nvSpPr>
        <p:spPr/>
        <p:txBody>
          <a:bodyPr/>
          <a:lstStyle/>
          <a:p>
            <a:r>
              <a:rPr lang="zh-CN" altLang="en-US" dirty="0">
                <a:solidFill>
                  <a:schemeClr val="tx2"/>
                </a:solidFill>
              </a:rPr>
              <a:t>进程及进程管理</a:t>
            </a:r>
            <a:r>
              <a:rPr lang="en-US" altLang="zh-CN" dirty="0">
                <a:solidFill>
                  <a:schemeClr val="tx2"/>
                </a:solidFill>
              </a:rPr>
              <a:t>——</a:t>
            </a:r>
            <a:r>
              <a:rPr lang="zh-CN" altLang="en-US" dirty="0">
                <a:solidFill>
                  <a:schemeClr val="tx2"/>
                </a:solidFill>
              </a:rPr>
              <a:t>进程概念</a:t>
            </a:r>
            <a:endParaRPr lang="zh-CN" altLang="en-US" dirty="0"/>
          </a:p>
        </p:txBody>
      </p:sp>
      <p:sp>
        <p:nvSpPr>
          <p:cNvPr id="3" name="内容占位符 2">
            <a:extLst>
              <a:ext uri="{FF2B5EF4-FFF2-40B4-BE49-F238E27FC236}">
                <a16:creationId xmlns:a16="http://schemas.microsoft.com/office/drawing/2014/main" id="{7443A98D-DCA3-ABF7-6D22-4E80A3C0DA34}"/>
              </a:ext>
            </a:extLst>
          </p:cNvPr>
          <p:cNvSpPr>
            <a:spLocks noGrp="1"/>
          </p:cNvSpPr>
          <p:nvPr>
            <p:ph idx="1"/>
          </p:nvPr>
        </p:nvSpPr>
        <p:spPr/>
        <p:txBody>
          <a:bodyPr/>
          <a:lstStyle/>
          <a:p>
            <a:pPr marL="609600" indent="-609600" algn="l">
              <a:lnSpc>
                <a:spcPct val="120000"/>
              </a:lnSpc>
              <a:spcBef>
                <a:spcPct val="30000"/>
              </a:spcBef>
              <a:buClr>
                <a:schemeClr val="tx2"/>
              </a:buClr>
              <a:buSzPct val="95000"/>
              <a:buNone/>
              <a:defRPr/>
            </a:pPr>
            <a:r>
              <a:rPr lang="en-US" altLang="zh-CN" sz="2800" dirty="0">
                <a:solidFill>
                  <a:srgbClr val="335F90"/>
                </a:solidFill>
                <a:effectLst>
                  <a:outerShdw blurRad="38100" dist="38100" dir="2700000" algn="tl">
                    <a:srgbClr val="C0C0C0"/>
                  </a:outerShdw>
                </a:effectLst>
                <a:latin typeface="Times New Roman" panose="02020603050405020304" pitchFamily="18" charset="0"/>
                <a:ea typeface="+mn-ea"/>
              </a:rPr>
              <a:t>3.  </a:t>
            </a:r>
            <a:r>
              <a:rPr lang="zh-CN" altLang="en-US" sz="2800" dirty="0">
                <a:solidFill>
                  <a:srgbClr val="335F90"/>
                </a:solidFill>
                <a:effectLst>
                  <a:outerShdw blurRad="38100" dist="38100" dir="2700000" algn="tl">
                    <a:srgbClr val="C0C0C0"/>
                  </a:outerShdw>
                </a:effectLst>
                <a:latin typeface="Times New Roman" panose="02020603050405020304" pitchFamily="18" charset="0"/>
                <a:ea typeface="+mn-ea"/>
              </a:rPr>
              <a:t>进程描述</a:t>
            </a:r>
          </a:p>
          <a:p>
            <a:pPr marL="0" indent="0">
              <a:buNone/>
            </a:pPr>
            <a:r>
              <a:rPr lang="zh-CN" altLang="en-US" sz="2400" dirty="0"/>
              <a:t>      </a:t>
            </a:r>
            <a:r>
              <a:rPr lang="en-US" altLang="zh-CN" sz="2400" dirty="0"/>
              <a:t>(1) </a:t>
            </a:r>
            <a:r>
              <a:rPr lang="zh-CN" altLang="en-US" sz="2400" dirty="0"/>
              <a:t>什么是进程控制块</a:t>
            </a:r>
          </a:p>
          <a:p>
            <a:pPr marL="0" indent="0">
              <a:lnSpc>
                <a:spcPct val="100000"/>
              </a:lnSpc>
              <a:buNone/>
            </a:pPr>
            <a:r>
              <a:rPr lang="zh-CN" altLang="en-US" sz="2400" b="0" dirty="0"/>
              <a:t>      描述进程与其他进程、系统资源的关系以及进程在各个不同时期所处的状态的数据结构，称为进程控制块</a:t>
            </a:r>
            <a:r>
              <a:rPr lang="en-US" altLang="zh-CN" sz="2400" b="0" dirty="0"/>
              <a:t>PCB (process control block)</a:t>
            </a:r>
            <a:r>
              <a:rPr lang="zh-CN" altLang="en-US" sz="2400" b="0" dirty="0"/>
              <a:t>。</a:t>
            </a:r>
          </a:p>
          <a:p>
            <a:pPr marL="0" indent="0">
              <a:buNone/>
            </a:pPr>
            <a:r>
              <a:rPr lang="zh-CN" altLang="en-US" sz="2400" dirty="0"/>
              <a:t>      </a:t>
            </a:r>
            <a:r>
              <a:rPr lang="en-US" altLang="zh-CN" sz="2400" dirty="0"/>
              <a:t>(2) </a:t>
            </a:r>
            <a:r>
              <a:rPr lang="zh-CN" altLang="en-US" sz="2400" dirty="0"/>
              <a:t>进程的组成</a:t>
            </a:r>
          </a:p>
          <a:p>
            <a:pPr marL="0" indent="0">
              <a:buNone/>
            </a:pPr>
            <a:endParaRPr lang="zh-CN" altLang="en-US" dirty="0"/>
          </a:p>
        </p:txBody>
      </p:sp>
      <p:grpSp>
        <p:nvGrpSpPr>
          <p:cNvPr id="4" name="Group 9">
            <a:extLst>
              <a:ext uri="{FF2B5EF4-FFF2-40B4-BE49-F238E27FC236}">
                <a16:creationId xmlns:a16="http://schemas.microsoft.com/office/drawing/2014/main" id="{53A53C97-FBEB-2065-EA61-0E23FFDCAB3A}"/>
              </a:ext>
            </a:extLst>
          </p:cNvPr>
          <p:cNvGrpSpPr>
            <a:grpSpLocks/>
          </p:cNvGrpSpPr>
          <p:nvPr/>
        </p:nvGrpSpPr>
        <p:grpSpPr bwMode="auto">
          <a:xfrm>
            <a:off x="1576894" y="3929632"/>
            <a:ext cx="1758156" cy="1962434"/>
            <a:chOff x="768" y="2568"/>
            <a:chExt cx="1034" cy="1392"/>
          </a:xfrm>
        </p:grpSpPr>
        <p:sp>
          <p:nvSpPr>
            <p:cNvPr id="5" name="Text Box 5">
              <a:extLst>
                <a:ext uri="{FF2B5EF4-FFF2-40B4-BE49-F238E27FC236}">
                  <a16:creationId xmlns:a16="http://schemas.microsoft.com/office/drawing/2014/main" id="{5EDE258F-FAB5-A5D3-18EE-19B12CC16712}"/>
                </a:ext>
              </a:extLst>
            </p:cNvPr>
            <p:cNvSpPr txBox="1">
              <a:spLocks noChangeArrowheads="1"/>
            </p:cNvSpPr>
            <p:nvPr/>
          </p:nvSpPr>
          <p:spPr bwMode="auto">
            <a:xfrm>
              <a:off x="768" y="2568"/>
              <a:ext cx="489" cy="60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20000"/>
                </a:spcBef>
                <a:buClrTx/>
                <a:buSzTx/>
                <a:buFontTx/>
                <a:buNone/>
              </a:pPr>
              <a:r>
                <a:rPr kumimoji="1" lang="zh-CN" altLang="en-US" sz="1400" dirty="0">
                  <a:solidFill>
                    <a:schemeClr val="tx1"/>
                  </a:solidFill>
                  <a:latin typeface="Times New Roman" panose="02020603050405020304" pitchFamily="18" charset="0"/>
                </a:rPr>
                <a:t>进程</a:t>
              </a:r>
            </a:p>
            <a:p>
              <a:pPr algn="ctr" eaLnBrk="1" hangingPunct="1">
                <a:lnSpc>
                  <a:spcPct val="120000"/>
                </a:lnSpc>
                <a:spcBef>
                  <a:spcPct val="20000"/>
                </a:spcBef>
                <a:buClrTx/>
                <a:buSzTx/>
                <a:buFontTx/>
                <a:buNone/>
              </a:pPr>
              <a:r>
                <a:rPr kumimoji="1" lang="zh-CN" altLang="en-US" sz="1400" dirty="0">
                  <a:solidFill>
                    <a:schemeClr val="tx1"/>
                  </a:solidFill>
                  <a:latin typeface="Times New Roman" panose="02020603050405020304" pitchFamily="18" charset="0"/>
                </a:rPr>
                <a:t>控制块</a:t>
              </a:r>
            </a:p>
            <a:p>
              <a:pPr algn="ctr" eaLnBrk="1" hangingPunct="1">
                <a:lnSpc>
                  <a:spcPct val="120000"/>
                </a:lnSpc>
                <a:spcBef>
                  <a:spcPct val="20000"/>
                </a:spcBef>
                <a:buClrTx/>
                <a:buSzTx/>
                <a:buFontTx/>
                <a:buNone/>
              </a:pPr>
              <a:r>
                <a:rPr kumimoji="1" lang="en-US" altLang="zh-CN" sz="1400" dirty="0">
                  <a:solidFill>
                    <a:schemeClr val="tx1"/>
                  </a:solidFill>
                  <a:latin typeface="Times New Roman" panose="02020603050405020304" pitchFamily="18" charset="0"/>
                </a:rPr>
                <a:t>PCB</a:t>
              </a:r>
            </a:p>
          </p:txBody>
        </p:sp>
        <p:sp>
          <p:nvSpPr>
            <p:cNvPr id="6" name="Text Box 6">
              <a:extLst>
                <a:ext uri="{FF2B5EF4-FFF2-40B4-BE49-F238E27FC236}">
                  <a16:creationId xmlns:a16="http://schemas.microsoft.com/office/drawing/2014/main" id="{33357BDC-D0D8-6759-931B-5ECAFFA0D576}"/>
                </a:ext>
              </a:extLst>
            </p:cNvPr>
            <p:cNvSpPr txBox="1">
              <a:spLocks noChangeArrowheads="1"/>
            </p:cNvSpPr>
            <p:nvPr/>
          </p:nvSpPr>
          <p:spPr bwMode="auto">
            <a:xfrm>
              <a:off x="1260" y="3171"/>
              <a:ext cx="542" cy="78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20000"/>
                </a:spcBef>
                <a:buClrTx/>
                <a:buSzTx/>
                <a:buFontTx/>
                <a:buNone/>
              </a:pPr>
              <a:r>
                <a:rPr kumimoji="1" lang="zh-CN" altLang="en-US" sz="1400" dirty="0">
                  <a:solidFill>
                    <a:schemeClr val="tx1"/>
                  </a:solidFill>
                  <a:latin typeface="Times New Roman" panose="02020603050405020304" pitchFamily="18" charset="0"/>
                </a:rPr>
                <a:t>程序</a:t>
              </a:r>
            </a:p>
            <a:p>
              <a:pPr algn="ctr" eaLnBrk="1" hangingPunct="1">
                <a:lnSpc>
                  <a:spcPct val="120000"/>
                </a:lnSpc>
                <a:spcBef>
                  <a:spcPct val="20000"/>
                </a:spcBef>
                <a:buClrTx/>
                <a:buSzTx/>
                <a:buFontTx/>
                <a:buNone/>
              </a:pPr>
              <a:r>
                <a:rPr kumimoji="1" lang="zh-CN" altLang="en-US" sz="1400" dirty="0">
                  <a:solidFill>
                    <a:schemeClr val="tx1"/>
                  </a:solidFill>
                  <a:latin typeface="Times New Roman" panose="02020603050405020304" pitchFamily="18" charset="0"/>
                </a:rPr>
                <a:t>与</a:t>
              </a:r>
            </a:p>
            <a:p>
              <a:pPr algn="ctr" eaLnBrk="1" hangingPunct="1">
                <a:lnSpc>
                  <a:spcPct val="120000"/>
                </a:lnSpc>
                <a:spcBef>
                  <a:spcPct val="20000"/>
                </a:spcBef>
                <a:buClrTx/>
                <a:buSzTx/>
                <a:buFontTx/>
                <a:buNone/>
              </a:pPr>
              <a:r>
                <a:rPr kumimoji="1" lang="zh-CN" altLang="en-US" sz="1400" dirty="0">
                  <a:solidFill>
                    <a:schemeClr val="tx1"/>
                  </a:solidFill>
                  <a:latin typeface="Times New Roman" panose="02020603050405020304" pitchFamily="18" charset="0"/>
                </a:rPr>
                <a:t>数据</a:t>
              </a:r>
            </a:p>
            <a:p>
              <a:pPr algn="ctr" eaLnBrk="1" hangingPunct="1">
                <a:lnSpc>
                  <a:spcPct val="120000"/>
                </a:lnSpc>
                <a:spcBef>
                  <a:spcPct val="20000"/>
                </a:spcBef>
                <a:buClrTx/>
                <a:buSzTx/>
                <a:buFontTx/>
                <a:buNone/>
              </a:pPr>
              <a:endParaRPr kumimoji="1" lang="en-US" altLang="zh-CN" sz="1400" dirty="0">
                <a:solidFill>
                  <a:schemeClr val="tx1"/>
                </a:solidFill>
                <a:latin typeface="Times New Roman" panose="02020603050405020304" pitchFamily="18" charset="0"/>
              </a:endParaRPr>
            </a:p>
          </p:txBody>
        </p:sp>
      </p:grpSp>
      <p:sp>
        <p:nvSpPr>
          <p:cNvPr id="7" name="Text Box 10">
            <a:extLst>
              <a:ext uri="{FF2B5EF4-FFF2-40B4-BE49-F238E27FC236}">
                <a16:creationId xmlns:a16="http://schemas.microsoft.com/office/drawing/2014/main" id="{1F690361-3F0C-18B7-5CDE-5094314743D5}"/>
              </a:ext>
            </a:extLst>
          </p:cNvPr>
          <p:cNvSpPr txBox="1">
            <a:spLocks noChangeArrowheads="1"/>
          </p:cNvSpPr>
          <p:nvPr/>
        </p:nvSpPr>
        <p:spPr bwMode="auto">
          <a:xfrm>
            <a:off x="1576894" y="6007326"/>
            <a:ext cx="1963737" cy="38576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0"/>
              </a:spcBef>
              <a:buFont typeface="Wingdings" panose="05000000000000000000" pitchFamily="2" charset="2"/>
              <a:buNone/>
            </a:pPr>
            <a:r>
              <a:rPr lang="zh-CN" altLang="en-US" sz="1600" b="0" dirty="0">
                <a:solidFill>
                  <a:schemeClr val="tx1"/>
                </a:solidFill>
                <a:latin typeface="Times New Roman" panose="02020603050405020304" pitchFamily="18" charset="0"/>
              </a:rPr>
              <a:t>进程组成的示意图</a:t>
            </a:r>
          </a:p>
        </p:txBody>
      </p:sp>
      <p:sp>
        <p:nvSpPr>
          <p:cNvPr id="8" name="Rectangle 8">
            <a:extLst>
              <a:ext uri="{FF2B5EF4-FFF2-40B4-BE49-F238E27FC236}">
                <a16:creationId xmlns:a16="http://schemas.microsoft.com/office/drawing/2014/main" id="{A8995474-D705-7C6E-8EAA-7202695397A7}"/>
              </a:ext>
            </a:extLst>
          </p:cNvPr>
          <p:cNvSpPr>
            <a:spLocks noChangeArrowheads="1"/>
          </p:cNvSpPr>
          <p:nvPr/>
        </p:nvSpPr>
        <p:spPr bwMode="auto">
          <a:xfrm>
            <a:off x="3960369" y="3602931"/>
            <a:ext cx="7248143" cy="28253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30000"/>
              </a:lnSpc>
              <a:buFont typeface="Wingdings" panose="05000000000000000000" pitchFamily="2" charset="2"/>
              <a:buNone/>
            </a:pPr>
            <a:r>
              <a:rPr lang="en-US" altLang="zh-CN" sz="2400" dirty="0">
                <a:solidFill>
                  <a:srgbClr val="000099"/>
                </a:solidFill>
                <a:latin typeface="Times New Roman" panose="02020603050405020304" pitchFamily="18" charset="0"/>
              </a:rPr>
              <a:t>①</a:t>
            </a:r>
            <a:r>
              <a:rPr lang="en-US" altLang="zh-CN" sz="2400" dirty="0">
                <a:solidFill>
                  <a:srgbClr val="000099"/>
                </a:solidFill>
                <a:latin typeface="宋体" panose="02010600030101010101" pitchFamily="2" charset="-122"/>
              </a:rPr>
              <a:t> </a:t>
            </a:r>
            <a:r>
              <a:rPr lang="zh-CN" altLang="en-US" sz="2400" dirty="0">
                <a:solidFill>
                  <a:srgbClr val="000099"/>
                </a:solidFill>
                <a:latin typeface="Times New Roman" panose="02020603050405020304" pitchFamily="18" charset="0"/>
              </a:rPr>
              <a:t>程序与数据</a:t>
            </a:r>
          </a:p>
          <a:p>
            <a:pPr eaLnBrk="1" hangingPunct="1">
              <a:lnSpc>
                <a:spcPct val="130000"/>
              </a:lnSpc>
              <a:buFont typeface="Wingdings" panose="05000000000000000000" pitchFamily="2" charset="2"/>
              <a:buNone/>
            </a:pPr>
            <a:r>
              <a:rPr lang="zh-CN" altLang="en-US" sz="2400" b="0" dirty="0">
                <a:solidFill>
                  <a:schemeClr val="tx1"/>
                </a:solidFill>
                <a:latin typeface="Times New Roman" panose="02020603050405020304" pitchFamily="18" charset="0"/>
              </a:rPr>
              <a:t>        描述进程本身所应完成的功能</a:t>
            </a:r>
          </a:p>
          <a:p>
            <a:pPr eaLnBrk="1" hangingPunct="1">
              <a:lnSpc>
                <a:spcPct val="130000"/>
              </a:lnSpc>
              <a:buFont typeface="Wingdings" panose="05000000000000000000" pitchFamily="2" charset="2"/>
              <a:buNone/>
            </a:pPr>
            <a:r>
              <a:rPr lang="zh-CN" altLang="en-US" sz="2400" dirty="0">
                <a:solidFill>
                  <a:srgbClr val="000099"/>
                </a:solidFill>
                <a:latin typeface="Times New Roman" panose="02020603050405020304" pitchFamily="18" charset="0"/>
              </a:rPr>
              <a:t>②</a:t>
            </a:r>
            <a:r>
              <a:rPr lang="zh-CN" altLang="en-US" sz="2400" dirty="0">
                <a:solidFill>
                  <a:srgbClr val="000099"/>
                </a:solidFill>
                <a:latin typeface="宋体" panose="02010600030101010101" pitchFamily="2" charset="-122"/>
              </a:rPr>
              <a:t> </a:t>
            </a:r>
            <a:r>
              <a:rPr lang="en-US" altLang="zh-CN" sz="2400" dirty="0">
                <a:solidFill>
                  <a:srgbClr val="000099"/>
                </a:solidFill>
                <a:latin typeface="Times New Roman" panose="02020603050405020304" pitchFamily="18" charset="0"/>
              </a:rPr>
              <a:t>PCB</a:t>
            </a:r>
          </a:p>
          <a:p>
            <a:pPr eaLnBrk="1" hangingPunct="1">
              <a:lnSpc>
                <a:spcPct val="130000"/>
              </a:lnSpc>
              <a:buFont typeface="Wingdings" panose="05000000000000000000" pitchFamily="2" charset="2"/>
              <a:buNone/>
            </a:pPr>
            <a:r>
              <a:rPr lang="en-US" altLang="zh-CN" sz="2400" b="0" dirty="0">
                <a:solidFill>
                  <a:schemeClr val="tx1"/>
                </a:solidFill>
                <a:latin typeface="Times New Roman" panose="02020603050405020304" pitchFamily="18" charset="0"/>
              </a:rPr>
              <a:t>       </a:t>
            </a:r>
            <a:r>
              <a:rPr lang="zh-CN" altLang="zh-CN" sz="2400" b="0" dirty="0">
                <a:solidFill>
                  <a:schemeClr val="tx1"/>
                </a:solidFill>
                <a:latin typeface="Times New Roman" panose="02020603050405020304" pitchFamily="18" charset="0"/>
              </a:rPr>
              <a:t>进程的动态特征，该进程与其他进程和系统资源的关系。</a:t>
            </a:r>
            <a:r>
              <a:rPr lang="zh-CN" altLang="en-US" sz="2400" b="0" dirty="0">
                <a:solidFill>
                  <a:schemeClr val="tx1"/>
                </a:solidFill>
                <a:latin typeface="Times New Roman" panose="02020603050405020304" pitchFamily="18" charset="0"/>
              </a:rPr>
              <a:t>            </a:t>
            </a:r>
          </a:p>
        </p:txBody>
      </p:sp>
    </p:spTree>
    <p:extLst>
      <p:ext uri="{BB962C8B-B14F-4D97-AF65-F5344CB8AC3E}">
        <p14:creationId xmlns:p14="http://schemas.microsoft.com/office/powerpoint/2010/main" val="2897203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08D145-B403-81C0-6B3D-7B3B58D4D5FB}"/>
              </a:ext>
            </a:extLst>
          </p:cNvPr>
          <p:cNvSpPr>
            <a:spLocks noGrp="1"/>
          </p:cNvSpPr>
          <p:nvPr>
            <p:ph type="title"/>
          </p:nvPr>
        </p:nvSpPr>
        <p:spPr/>
        <p:txBody>
          <a:bodyPr/>
          <a:lstStyle/>
          <a:p>
            <a:pPr eaLnBrk="1" hangingPunct="1">
              <a:spcBef>
                <a:spcPct val="0"/>
              </a:spcBef>
            </a:pPr>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进程概念</a:t>
            </a:r>
          </a:p>
        </p:txBody>
      </p:sp>
      <p:sp>
        <p:nvSpPr>
          <p:cNvPr id="3" name="内容占位符 2">
            <a:extLst>
              <a:ext uri="{FF2B5EF4-FFF2-40B4-BE49-F238E27FC236}">
                <a16:creationId xmlns:a16="http://schemas.microsoft.com/office/drawing/2014/main" id="{61F61F4B-A30A-CAA2-0D42-B282D4F303A1}"/>
              </a:ext>
            </a:extLst>
          </p:cNvPr>
          <p:cNvSpPr>
            <a:spLocks noGrp="1"/>
          </p:cNvSpPr>
          <p:nvPr>
            <p:ph idx="1"/>
          </p:nvPr>
        </p:nvSpPr>
        <p:spPr>
          <a:xfrm>
            <a:off x="487822" y="836540"/>
            <a:ext cx="10794944" cy="2960546"/>
          </a:xfrm>
        </p:spPr>
        <p:txBody>
          <a:bodyPr/>
          <a:lstStyle/>
          <a:p>
            <a:pPr marL="0" indent="0">
              <a:buNone/>
            </a:pPr>
            <a:r>
              <a:rPr lang="en-US" altLang="zh-CN" dirty="0"/>
              <a:t>(3) </a:t>
            </a:r>
            <a:r>
              <a:rPr lang="zh-CN" altLang="en-US" dirty="0"/>
              <a:t>进程控制块的主要内容 </a:t>
            </a:r>
            <a:endParaRPr lang="en-US" altLang="zh-CN" dirty="0"/>
          </a:p>
          <a:p>
            <a:pPr marL="0" indent="0">
              <a:buNone/>
            </a:pPr>
            <a:r>
              <a:rPr lang="zh-CN" altLang="en-US" sz="2400" dirty="0">
                <a:solidFill>
                  <a:srgbClr val="000099"/>
                </a:solidFill>
                <a:latin typeface="Times New Roman" panose="02020603050405020304" pitchFamily="18" charset="0"/>
                <a:ea typeface="+mn-ea"/>
              </a:rPr>
              <a:t>① 进程标识符</a:t>
            </a:r>
            <a:r>
              <a:rPr lang="zh-CN" altLang="en-US" dirty="0"/>
              <a:t>        </a:t>
            </a:r>
            <a:r>
              <a:rPr lang="zh-CN" altLang="en-US" b="0" dirty="0"/>
              <a:t>进程符号名或内部 </a:t>
            </a:r>
            <a:r>
              <a:rPr lang="en-US" altLang="zh-CN" b="0" dirty="0"/>
              <a:t>id</a:t>
            </a:r>
            <a:r>
              <a:rPr lang="zh-CN" altLang="en-US" b="0" dirty="0"/>
              <a:t>号</a:t>
            </a:r>
          </a:p>
          <a:p>
            <a:pPr marL="0" indent="0">
              <a:buNone/>
            </a:pPr>
            <a:r>
              <a:rPr lang="zh-CN" altLang="en-US" sz="2400" dirty="0">
                <a:solidFill>
                  <a:srgbClr val="000099"/>
                </a:solidFill>
                <a:latin typeface="Times New Roman" panose="02020603050405020304" pitchFamily="18" charset="0"/>
                <a:ea typeface="+mn-ea"/>
              </a:rPr>
              <a:t>② 进程当前状态</a:t>
            </a:r>
            <a:r>
              <a:rPr lang="zh-CN" altLang="en-US" dirty="0"/>
              <a:t>    </a:t>
            </a:r>
            <a:r>
              <a:rPr lang="zh-CN" altLang="en-US" b="0" dirty="0"/>
              <a:t>本进程目前处于何种状态</a:t>
            </a:r>
          </a:p>
          <a:p>
            <a:pPr marL="0" indent="0">
              <a:buNone/>
            </a:pPr>
            <a:r>
              <a:rPr lang="zh-CN" altLang="en-US" dirty="0"/>
              <a:t>大量的进程如何组织？</a:t>
            </a:r>
          </a:p>
          <a:p>
            <a:pPr marL="0" indent="0">
              <a:buNone/>
            </a:pPr>
            <a:endParaRPr lang="zh-CN" altLang="en-US" dirty="0"/>
          </a:p>
        </p:txBody>
      </p:sp>
      <p:grpSp>
        <p:nvGrpSpPr>
          <p:cNvPr id="4" name="Group 104">
            <a:extLst>
              <a:ext uri="{FF2B5EF4-FFF2-40B4-BE49-F238E27FC236}">
                <a16:creationId xmlns:a16="http://schemas.microsoft.com/office/drawing/2014/main" id="{F3EC0714-91CB-9916-80E4-DFFADCBE0C4A}"/>
              </a:ext>
            </a:extLst>
          </p:cNvPr>
          <p:cNvGrpSpPr>
            <a:grpSpLocks/>
          </p:cNvGrpSpPr>
          <p:nvPr/>
        </p:nvGrpSpPr>
        <p:grpSpPr bwMode="auto">
          <a:xfrm>
            <a:off x="4357221" y="3111136"/>
            <a:ext cx="7062787" cy="3398837"/>
            <a:chOff x="659" y="1858"/>
            <a:chExt cx="4449" cy="2141"/>
          </a:xfrm>
        </p:grpSpPr>
        <p:sp>
          <p:nvSpPr>
            <p:cNvPr id="5" name="Rectangle 59">
              <a:extLst>
                <a:ext uri="{FF2B5EF4-FFF2-40B4-BE49-F238E27FC236}">
                  <a16:creationId xmlns:a16="http://schemas.microsoft.com/office/drawing/2014/main" id="{081ADDA6-8CE3-AC65-8B1B-9E3CE067576E}"/>
                </a:ext>
              </a:extLst>
            </p:cNvPr>
            <p:cNvSpPr>
              <a:spLocks noChangeArrowheads="1"/>
            </p:cNvSpPr>
            <p:nvPr/>
          </p:nvSpPr>
          <p:spPr bwMode="auto">
            <a:xfrm>
              <a:off x="937" y="3008"/>
              <a:ext cx="581" cy="159"/>
            </a:xfrm>
            <a:prstGeom prst="rect">
              <a:avLst/>
            </a:prstGeom>
            <a:solidFill>
              <a:srgbClr val="B2B2B2"/>
            </a:solidFill>
            <a:ln w="9525">
              <a:solidFill>
                <a:srgbClr val="000000"/>
              </a:solidFill>
              <a:miter lim="800000"/>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a:solidFill>
                  <a:srgbClr val="4138FA"/>
                </a:solidFill>
                <a:effectLst>
                  <a:outerShdw blurRad="38100" dist="38100" dir="2700000" algn="tl">
                    <a:srgbClr val="000000"/>
                  </a:outerShdw>
                </a:effectLst>
              </a:endParaRPr>
            </a:p>
          </p:txBody>
        </p:sp>
        <p:grpSp>
          <p:nvGrpSpPr>
            <p:cNvPr id="6" name="Group 60">
              <a:extLst>
                <a:ext uri="{FF2B5EF4-FFF2-40B4-BE49-F238E27FC236}">
                  <a16:creationId xmlns:a16="http://schemas.microsoft.com/office/drawing/2014/main" id="{A7649E10-9D1C-597C-F58F-01416D505BEB}"/>
                </a:ext>
              </a:extLst>
            </p:cNvPr>
            <p:cNvGrpSpPr>
              <a:grpSpLocks/>
            </p:cNvGrpSpPr>
            <p:nvPr/>
          </p:nvGrpSpPr>
          <p:grpSpPr bwMode="auto">
            <a:xfrm>
              <a:off x="2611" y="3088"/>
              <a:ext cx="502" cy="412"/>
              <a:chOff x="4032" y="768"/>
              <a:chExt cx="576" cy="624"/>
            </a:xfrm>
          </p:grpSpPr>
          <p:sp>
            <p:nvSpPr>
              <p:cNvPr id="57" name="Rectangle 61">
                <a:extLst>
                  <a:ext uri="{FF2B5EF4-FFF2-40B4-BE49-F238E27FC236}">
                    <a16:creationId xmlns:a16="http://schemas.microsoft.com/office/drawing/2014/main" id="{73EC0242-E415-B73F-A4DC-716BE5D6ED74}"/>
                  </a:ext>
                </a:extLst>
              </p:cNvPr>
              <p:cNvSpPr>
                <a:spLocks noChangeArrowheads="1"/>
              </p:cNvSpPr>
              <p:nvPr/>
            </p:nvSpPr>
            <p:spPr bwMode="auto">
              <a:xfrm>
                <a:off x="4032" y="768"/>
                <a:ext cx="576" cy="624"/>
              </a:xfrm>
              <a:prstGeom prst="rect">
                <a:avLst/>
              </a:prstGeom>
              <a:solidFill>
                <a:srgbClr val="DDDDDD"/>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Font typeface="Wingdings" panose="05000000000000000000" pitchFamily="2" charset="2"/>
                  <a:buChar char="Ø"/>
                </a:pPr>
                <a:endParaRPr lang="zh-CN" altLang="en-US" sz="1400">
                  <a:solidFill>
                    <a:srgbClr val="4138FA"/>
                  </a:solidFill>
                </a:endParaRPr>
              </a:p>
            </p:txBody>
          </p:sp>
          <p:sp>
            <p:nvSpPr>
              <p:cNvPr id="58" name="Line 62">
                <a:extLst>
                  <a:ext uri="{FF2B5EF4-FFF2-40B4-BE49-F238E27FC236}">
                    <a16:creationId xmlns:a16="http://schemas.microsoft.com/office/drawing/2014/main" id="{6658FB31-AC20-A0DF-131D-916DE148D40A}"/>
                  </a:ext>
                </a:extLst>
              </p:cNvPr>
              <p:cNvSpPr>
                <a:spLocks noChangeShapeType="1"/>
              </p:cNvSpPr>
              <p:nvPr/>
            </p:nvSpPr>
            <p:spPr bwMode="auto">
              <a:xfrm>
                <a:off x="4032" y="1200"/>
                <a:ext cx="5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7" name="Group 63">
              <a:extLst>
                <a:ext uri="{FF2B5EF4-FFF2-40B4-BE49-F238E27FC236}">
                  <a16:creationId xmlns:a16="http://schemas.microsoft.com/office/drawing/2014/main" id="{706A15DE-3B7D-A86D-826D-450ADAC99AFF}"/>
                </a:ext>
              </a:extLst>
            </p:cNvPr>
            <p:cNvGrpSpPr>
              <a:grpSpLocks/>
            </p:cNvGrpSpPr>
            <p:nvPr/>
          </p:nvGrpSpPr>
          <p:grpSpPr bwMode="auto">
            <a:xfrm>
              <a:off x="1774" y="3088"/>
              <a:ext cx="502" cy="412"/>
              <a:chOff x="4032" y="768"/>
              <a:chExt cx="576" cy="624"/>
            </a:xfrm>
          </p:grpSpPr>
          <p:sp>
            <p:nvSpPr>
              <p:cNvPr id="55" name="Rectangle 64">
                <a:extLst>
                  <a:ext uri="{FF2B5EF4-FFF2-40B4-BE49-F238E27FC236}">
                    <a16:creationId xmlns:a16="http://schemas.microsoft.com/office/drawing/2014/main" id="{1AF04C85-9AFD-9772-FC0B-FF6673D9B1CA}"/>
                  </a:ext>
                </a:extLst>
              </p:cNvPr>
              <p:cNvSpPr>
                <a:spLocks noChangeArrowheads="1"/>
              </p:cNvSpPr>
              <p:nvPr/>
            </p:nvSpPr>
            <p:spPr bwMode="auto">
              <a:xfrm>
                <a:off x="4032" y="768"/>
                <a:ext cx="576" cy="624"/>
              </a:xfrm>
              <a:prstGeom prst="rect">
                <a:avLst/>
              </a:prstGeom>
              <a:solidFill>
                <a:srgbClr val="DDDDDD"/>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Font typeface="Wingdings" panose="05000000000000000000" pitchFamily="2" charset="2"/>
                  <a:buChar char="Ø"/>
                </a:pPr>
                <a:endParaRPr lang="zh-CN" altLang="en-US" sz="1400">
                  <a:solidFill>
                    <a:srgbClr val="4138FA"/>
                  </a:solidFill>
                </a:endParaRPr>
              </a:p>
            </p:txBody>
          </p:sp>
          <p:sp>
            <p:nvSpPr>
              <p:cNvPr id="56" name="Line 65">
                <a:extLst>
                  <a:ext uri="{FF2B5EF4-FFF2-40B4-BE49-F238E27FC236}">
                    <a16:creationId xmlns:a16="http://schemas.microsoft.com/office/drawing/2014/main" id="{87A1928D-F695-FD5B-C9AC-8FCD9C93D363}"/>
                  </a:ext>
                </a:extLst>
              </p:cNvPr>
              <p:cNvSpPr>
                <a:spLocks noChangeShapeType="1"/>
              </p:cNvSpPr>
              <p:nvPr/>
            </p:nvSpPr>
            <p:spPr bwMode="auto">
              <a:xfrm>
                <a:off x="4032" y="1200"/>
                <a:ext cx="5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8" name="Line 66">
              <a:extLst>
                <a:ext uri="{FF2B5EF4-FFF2-40B4-BE49-F238E27FC236}">
                  <a16:creationId xmlns:a16="http://schemas.microsoft.com/office/drawing/2014/main" id="{222FE3E1-C746-7EBE-442F-9FDC5D4A9877}"/>
                </a:ext>
              </a:extLst>
            </p:cNvPr>
            <p:cNvSpPr>
              <a:spLocks noChangeShapeType="1"/>
            </p:cNvSpPr>
            <p:nvPr/>
          </p:nvSpPr>
          <p:spPr bwMode="auto">
            <a:xfrm>
              <a:off x="1439" y="3103"/>
              <a:ext cx="335"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 name="Line 67">
              <a:extLst>
                <a:ext uri="{FF2B5EF4-FFF2-40B4-BE49-F238E27FC236}">
                  <a16:creationId xmlns:a16="http://schemas.microsoft.com/office/drawing/2014/main" id="{751E8D1A-F0CB-3205-2097-C47135D5933C}"/>
                </a:ext>
              </a:extLst>
            </p:cNvPr>
            <p:cNvSpPr>
              <a:spLocks noChangeShapeType="1"/>
            </p:cNvSpPr>
            <p:nvPr/>
          </p:nvSpPr>
          <p:spPr bwMode="auto">
            <a:xfrm>
              <a:off x="2192" y="3436"/>
              <a:ext cx="20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0" name="Line 68">
              <a:extLst>
                <a:ext uri="{FF2B5EF4-FFF2-40B4-BE49-F238E27FC236}">
                  <a16:creationId xmlns:a16="http://schemas.microsoft.com/office/drawing/2014/main" id="{B4FC6802-656A-5423-18B3-D6E0C155D3A0}"/>
                </a:ext>
              </a:extLst>
            </p:cNvPr>
            <p:cNvSpPr>
              <a:spLocks noChangeShapeType="1"/>
            </p:cNvSpPr>
            <p:nvPr/>
          </p:nvSpPr>
          <p:spPr bwMode="auto">
            <a:xfrm>
              <a:off x="2401" y="3087"/>
              <a:ext cx="210"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1" name="Line 69">
              <a:extLst>
                <a:ext uri="{FF2B5EF4-FFF2-40B4-BE49-F238E27FC236}">
                  <a16:creationId xmlns:a16="http://schemas.microsoft.com/office/drawing/2014/main" id="{38B0C454-26D6-518D-1621-6A53C102E80F}"/>
                </a:ext>
              </a:extLst>
            </p:cNvPr>
            <p:cNvSpPr>
              <a:spLocks noChangeShapeType="1"/>
            </p:cNvSpPr>
            <p:nvPr/>
          </p:nvSpPr>
          <p:spPr bwMode="auto">
            <a:xfrm>
              <a:off x="2401" y="3087"/>
              <a:ext cx="0" cy="34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2" name="Text Box 70">
              <a:extLst>
                <a:ext uri="{FF2B5EF4-FFF2-40B4-BE49-F238E27FC236}">
                  <a16:creationId xmlns:a16="http://schemas.microsoft.com/office/drawing/2014/main" id="{FE01261A-D30C-65B5-3D75-85CC52E68278}"/>
                </a:ext>
              </a:extLst>
            </p:cNvPr>
            <p:cNvSpPr txBox="1">
              <a:spLocks noChangeArrowheads="1"/>
            </p:cNvSpPr>
            <p:nvPr/>
          </p:nvSpPr>
          <p:spPr bwMode="auto">
            <a:xfrm>
              <a:off x="683" y="2773"/>
              <a:ext cx="1088"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dirty="0" err="1">
                  <a:solidFill>
                    <a:schemeClr val="tx1"/>
                  </a:solidFill>
                  <a:latin typeface="Times New Roman" panose="02020603050405020304" pitchFamily="18" charset="0"/>
                </a:rPr>
                <a:t>wait_lpt_q_start</a:t>
              </a:r>
              <a:endParaRPr kumimoji="1" lang="en-US" altLang="zh-CN" sz="1600" b="1" dirty="0">
                <a:solidFill>
                  <a:schemeClr val="tx1"/>
                </a:solidFill>
                <a:latin typeface="Times New Roman" panose="02020603050405020304" pitchFamily="18" charset="0"/>
              </a:endParaRPr>
            </a:p>
          </p:txBody>
        </p:sp>
        <p:sp>
          <p:nvSpPr>
            <p:cNvPr id="13" name="Text Box 71">
              <a:extLst>
                <a:ext uri="{FF2B5EF4-FFF2-40B4-BE49-F238E27FC236}">
                  <a16:creationId xmlns:a16="http://schemas.microsoft.com/office/drawing/2014/main" id="{195C9AEF-B9BD-4E4E-3DC7-2037932E6FAB}"/>
                </a:ext>
              </a:extLst>
            </p:cNvPr>
            <p:cNvSpPr txBox="1">
              <a:spLocks noChangeArrowheads="1"/>
            </p:cNvSpPr>
            <p:nvPr/>
          </p:nvSpPr>
          <p:spPr bwMode="auto">
            <a:xfrm>
              <a:off x="1816" y="2863"/>
              <a:ext cx="468"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dirty="0">
                  <a:solidFill>
                    <a:schemeClr val="tx1"/>
                  </a:solidFill>
                  <a:latin typeface="Times New Roman" panose="02020603050405020304" pitchFamily="18" charset="0"/>
                </a:rPr>
                <a:t>PCB</a:t>
              </a:r>
              <a:r>
                <a:rPr kumimoji="1" lang="en-US" altLang="zh-CN" sz="1600" b="1" baseline="-25000" dirty="0">
                  <a:solidFill>
                    <a:schemeClr val="tx1"/>
                  </a:solidFill>
                  <a:latin typeface="Times New Roman" panose="02020603050405020304" pitchFamily="18" charset="0"/>
                </a:rPr>
                <a:t>3</a:t>
              </a:r>
              <a:endParaRPr kumimoji="1" lang="en-US" altLang="zh-CN" sz="1600" b="1" dirty="0">
                <a:solidFill>
                  <a:schemeClr val="tx1"/>
                </a:solidFill>
                <a:latin typeface="Times New Roman" panose="02020603050405020304" pitchFamily="18" charset="0"/>
              </a:endParaRPr>
            </a:p>
          </p:txBody>
        </p:sp>
        <p:sp>
          <p:nvSpPr>
            <p:cNvPr id="14" name="Text Box 72">
              <a:extLst>
                <a:ext uri="{FF2B5EF4-FFF2-40B4-BE49-F238E27FC236}">
                  <a16:creationId xmlns:a16="http://schemas.microsoft.com/office/drawing/2014/main" id="{D7FAAB8E-037C-A2A0-F0B2-3301A5F865F3}"/>
                </a:ext>
              </a:extLst>
            </p:cNvPr>
            <p:cNvSpPr txBox="1">
              <a:spLocks noChangeArrowheads="1"/>
            </p:cNvSpPr>
            <p:nvPr/>
          </p:nvSpPr>
          <p:spPr bwMode="auto">
            <a:xfrm>
              <a:off x="2658" y="2881"/>
              <a:ext cx="477"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PCB</a:t>
              </a:r>
              <a:r>
                <a:rPr kumimoji="1" lang="en-US" altLang="zh-CN" sz="1600" b="1" baseline="-25000">
                  <a:solidFill>
                    <a:schemeClr val="tx1"/>
                  </a:solidFill>
                  <a:latin typeface="Times New Roman" panose="02020603050405020304" pitchFamily="18" charset="0"/>
                </a:rPr>
                <a:t>7</a:t>
              </a:r>
              <a:endParaRPr kumimoji="1" lang="en-US" altLang="zh-CN" sz="1600" b="1">
                <a:solidFill>
                  <a:schemeClr val="tx1"/>
                </a:solidFill>
                <a:latin typeface="Times New Roman" panose="02020603050405020304" pitchFamily="18" charset="0"/>
              </a:endParaRPr>
            </a:p>
          </p:txBody>
        </p:sp>
        <p:sp>
          <p:nvSpPr>
            <p:cNvPr id="15" name="Text Box 73">
              <a:extLst>
                <a:ext uri="{FF2B5EF4-FFF2-40B4-BE49-F238E27FC236}">
                  <a16:creationId xmlns:a16="http://schemas.microsoft.com/office/drawing/2014/main" id="{25099F97-F765-9F2B-9D1A-C4DA850B9990}"/>
                </a:ext>
              </a:extLst>
            </p:cNvPr>
            <p:cNvSpPr txBox="1">
              <a:spLocks noChangeArrowheads="1"/>
            </p:cNvSpPr>
            <p:nvPr/>
          </p:nvSpPr>
          <p:spPr bwMode="auto">
            <a:xfrm>
              <a:off x="2736" y="3325"/>
              <a:ext cx="293"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sym typeface="Symbol" panose="05050102010706020507" pitchFamily="18" charset="2"/>
                </a:rPr>
                <a:t></a:t>
              </a:r>
            </a:p>
          </p:txBody>
        </p:sp>
        <p:sp>
          <p:nvSpPr>
            <p:cNvPr id="16" name="Text Box 74">
              <a:extLst>
                <a:ext uri="{FF2B5EF4-FFF2-40B4-BE49-F238E27FC236}">
                  <a16:creationId xmlns:a16="http://schemas.microsoft.com/office/drawing/2014/main" id="{909E0897-C2FC-5847-C6B9-3396C12EEFD7}"/>
                </a:ext>
              </a:extLst>
            </p:cNvPr>
            <p:cNvSpPr txBox="1">
              <a:spLocks noChangeArrowheads="1"/>
            </p:cNvSpPr>
            <p:nvPr/>
          </p:nvSpPr>
          <p:spPr bwMode="auto">
            <a:xfrm>
              <a:off x="1422" y="3329"/>
              <a:ext cx="376"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next</a:t>
              </a:r>
            </a:p>
          </p:txBody>
        </p:sp>
        <p:sp>
          <p:nvSpPr>
            <p:cNvPr id="17" name="Text Box 75">
              <a:extLst>
                <a:ext uri="{FF2B5EF4-FFF2-40B4-BE49-F238E27FC236}">
                  <a16:creationId xmlns:a16="http://schemas.microsoft.com/office/drawing/2014/main" id="{14EF30EE-7F1D-F24A-CB8B-5A0EE96DC7CD}"/>
                </a:ext>
              </a:extLst>
            </p:cNvPr>
            <p:cNvSpPr txBox="1">
              <a:spLocks noChangeArrowheads="1"/>
            </p:cNvSpPr>
            <p:nvPr/>
          </p:nvSpPr>
          <p:spPr bwMode="auto">
            <a:xfrm>
              <a:off x="1774" y="3534"/>
              <a:ext cx="1423"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打印机等待队列结构</a:t>
              </a:r>
            </a:p>
          </p:txBody>
        </p:sp>
        <p:grpSp>
          <p:nvGrpSpPr>
            <p:cNvPr id="18" name="Group 97">
              <a:extLst>
                <a:ext uri="{FF2B5EF4-FFF2-40B4-BE49-F238E27FC236}">
                  <a16:creationId xmlns:a16="http://schemas.microsoft.com/office/drawing/2014/main" id="{909191BE-C021-6B35-900D-F6A04F0C6C1B}"/>
                </a:ext>
              </a:extLst>
            </p:cNvPr>
            <p:cNvGrpSpPr>
              <a:grpSpLocks/>
            </p:cNvGrpSpPr>
            <p:nvPr/>
          </p:nvGrpSpPr>
          <p:grpSpPr bwMode="auto">
            <a:xfrm>
              <a:off x="3634" y="2755"/>
              <a:ext cx="1474" cy="991"/>
              <a:chOff x="3202" y="3160"/>
              <a:chExt cx="1474" cy="991"/>
            </a:xfrm>
          </p:grpSpPr>
          <p:sp>
            <p:nvSpPr>
              <p:cNvPr id="45" name="Rectangle 77">
                <a:extLst>
                  <a:ext uri="{FF2B5EF4-FFF2-40B4-BE49-F238E27FC236}">
                    <a16:creationId xmlns:a16="http://schemas.microsoft.com/office/drawing/2014/main" id="{B5C9069A-C26B-1940-3CC1-8E8D2CECED0C}"/>
                  </a:ext>
                </a:extLst>
              </p:cNvPr>
              <p:cNvSpPr>
                <a:spLocks noChangeArrowheads="1"/>
              </p:cNvSpPr>
              <p:nvPr/>
            </p:nvSpPr>
            <p:spPr bwMode="auto">
              <a:xfrm>
                <a:off x="3211" y="3375"/>
                <a:ext cx="556" cy="179"/>
              </a:xfrm>
              <a:prstGeom prst="rect">
                <a:avLst/>
              </a:prstGeom>
              <a:solidFill>
                <a:srgbClr val="99CCFF"/>
              </a:solidFill>
              <a:ln w="9525">
                <a:solidFill>
                  <a:srgbClr val="000000"/>
                </a:solidFill>
                <a:miter lim="800000"/>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a:solidFill>
                    <a:srgbClr val="4138FA"/>
                  </a:solidFill>
                  <a:effectLst>
                    <a:outerShdw blurRad="38100" dist="38100" dir="2700000" algn="tl">
                      <a:srgbClr val="000000"/>
                    </a:outerShdw>
                  </a:effectLst>
                </a:endParaRPr>
              </a:p>
            </p:txBody>
          </p:sp>
          <p:grpSp>
            <p:nvGrpSpPr>
              <p:cNvPr id="46" name="Group 78">
                <a:extLst>
                  <a:ext uri="{FF2B5EF4-FFF2-40B4-BE49-F238E27FC236}">
                    <a16:creationId xmlns:a16="http://schemas.microsoft.com/office/drawing/2014/main" id="{7EC6F209-3AE9-5207-4D3A-8462A26A5948}"/>
                  </a:ext>
                </a:extLst>
              </p:cNvPr>
              <p:cNvGrpSpPr>
                <a:grpSpLocks/>
              </p:cNvGrpSpPr>
              <p:nvPr/>
            </p:nvGrpSpPr>
            <p:grpSpPr bwMode="auto">
              <a:xfrm>
                <a:off x="4013" y="3464"/>
                <a:ext cx="481" cy="466"/>
                <a:chOff x="4032" y="768"/>
                <a:chExt cx="576" cy="624"/>
              </a:xfrm>
            </p:grpSpPr>
            <p:sp>
              <p:nvSpPr>
                <p:cNvPr id="53" name="Rectangle 79">
                  <a:extLst>
                    <a:ext uri="{FF2B5EF4-FFF2-40B4-BE49-F238E27FC236}">
                      <a16:creationId xmlns:a16="http://schemas.microsoft.com/office/drawing/2014/main" id="{4A1C990A-2E38-A086-92F1-6D58B69C2078}"/>
                    </a:ext>
                  </a:extLst>
                </p:cNvPr>
                <p:cNvSpPr>
                  <a:spLocks noChangeArrowheads="1"/>
                </p:cNvSpPr>
                <p:nvPr/>
              </p:nvSpPr>
              <p:spPr bwMode="auto">
                <a:xfrm>
                  <a:off x="4032" y="768"/>
                  <a:ext cx="576" cy="624"/>
                </a:xfrm>
                <a:prstGeom prst="rect">
                  <a:avLst/>
                </a:prstGeom>
                <a:solidFill>
                  <a:srgbClr val="99C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Font typeface="Wingdings" panose="05000000000000000000" pitchFamily="2" charset="2"/>
                    <a:buChar char="Ø"/>
                  </a:pPr>
                  <a:endParaRPr lang="zh-CN" altLang="en-US" sz="1400">
                    <a:solidFill>
                      <a:srgbClr val="4138FA"/>
                    </a:solidFill>
                  </a:endParaRPr>
                </a:p>
              </p:txBody>
            </p:sp>
            <p:sp>
              <p:nvSpPr>
                <p:cNvPr id="54" name="Line 80">
                  <a:extLst>
                    <a:ext uri="{FF2B5EF4-FFF2-40B4-BE49-F238E27FC236}">
                      <a16:creationId xmlns:a16="http://schemas.microsoft.com/office/drawing/2014/main" id="{38E34439-80B2-56BF-A18B-ADF772DBE8E3}"/>
                    </a:ext>
                  </a:extLst>
                </p:cNvPr>
                <p:cNvSpPr>
                  <a:spLocks noChangeShapeType="1"/>
                </p:cNvSpPr>
                <p:nvPr/>
              </p:nvSpPr>
              <p:spPr bwMode="auto">
                <a:xfrm>
                  <a:off x="4032" y="1200"/>
                  <a:ext cx="5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47" name="Line 81">
                <a:extLst>
                  <a:ext uri="{FF2B5EF4-FFF2-40B4-BE49-F238E27FC236}">
                    <a16:creationId xmlns:a16="http://schemas.microsoft.com/office/drawing/2014/main" id="{5F6F8AB8-85F8-6F4C-A3ED-DBBAA1FE911B}"/>
                  </a:ext>
                </a:extLst>
              </p:cNvPr>
              <p:cNvSpPr>
                <a:spLocks noChangeShapeType="1"/>
              </p:cNvSpPr>
              <p:nvPr/>
            </p:nvSpPr>
            <p:spPr bwMode="auto">
              <a:xfrm>
                <a:off x="3692" y="3482"/>
                <a:ext cx="321"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8" name="Text Box 82">
                <a:extLst>
                  <a:ext uri="{FF2B5EF4-FFF2-40B4-BE49-F238E27FC236}">
                    <a16:creationId xmlns:a16="http://schemas.microsoft.com/office/drawing/2014/main" id="{F00AD937-2E7A-6267-727B-9186E195EA73}"/>
                  </a:ext>
                </a:extLst>
              </p:cNvPr>
              <p:cNvSpPr txBox="1">
                <a:spLocks noChangeArrowheads="1"/>
              </p:cNvSpPr>
              <p:nvPr/>
            </p:nvSpPr>
            <p:spPr bwMode="auto">
              <a:xfrm>
                <a:off x="3202" y="3160"/>
                <a:ext cx="641"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running</a:t>
                </a:r>
              </a:p>
            </p:txBody>
          </p:sp>
          <p:sp>
            <p:nvSpPr>
              <p:cNvPr id="49" name="Text Box 83">
                <a:extLst>
                  <a:ext uri="{FF2B5EF4-FFF2-40B4-BE49-F238E27FC236}">
                    <a16:creationId xmlns:a16="http://schemas.microsoft.com/office/drawing/2014/main" id="{3D074122-C4A4-CC97-E2E8-BC78A00877F2}"/>
                  </a:ext>
                </a:extLst>
              </p:cNvPr>
              <p:cNvSpPr txBox="1">
                <a:spLocks noChangeArrowheads="1"/>
              </p:cNvSpPr>
              <p:nvPr/>
            </p:nvSpPr>
            <p:spPr bwMode="auto">
              <a:xfrm>
                <a:off x="4026" y="3233"/>
                <a:ext cx="488"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PCB</a:t>
                </a:r>
                <a:r>
                  <a:rPr kumimoji="1" lang="en-US" altLang="zh-CN" sz="1600" b="1" baseline="-25000">
                    <a:solidFill>
                      <a:schemeClr val="tx1"/>
                    </a:solidFill>
                    <a:latin typeface="Times New Roman" panose="02020603050405020304" pitchFamily="18" charset="0"/>
                  </a:rPr>
                  <a:t>4</a:t>
                </a:r>
                <a:endParaRPr kumimoji="1" lang="en-US" altLang="zh-CN" sz="1600" b="1">
                  <a:solidFill>
                    <a:schemeClr val="tx1"/>
                  </a:solidFill>
                  <a:latin typeface="Times New Roman" panose="02020603050405020304" pitchFamily="18" charset="0"/>
                </a:endParaRPr>
              </a:p>
            </p:txBody>
          </p:sp>
          <p:sp>
            <p:nvSpPr>
              <p:cNvPr id="50" name="Text Box 84">
                <a:extLst>
                  <a:ext uri="{FF2B5EF4-FFF2-40B4-BE49-F238E27FC236}">
                    <a16:creationId xmlns:a16="http://schemas.microsoft.com/office/drawing/2014/main" id="{A27C3EB1-4132-6B4A-4CA2-ADE43FEE3D22}"/>
                  </a:ext>
                </a:extLst>
              </p:cNvPr>
              <p:cNvSpPr txBox="1">
                <a:spLocks noChangeArrowheads="1"/>
              </p:cNvSpPr>
              <p:nvPr/>
            </p:nvSpPr>
            <p:spPr bwMode="auto">
              <a:xfrm>
                <a:off x="4133" y="3733"/>
                <a:ext cx="280"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sym typeface="Symbol" panose="05050102010706020507" pitchFamily="18" charset="2"/>
                  </a:rPr>
                  <a:t></a:t>
                </a:r>
              </a:p>
            </p:txBody>
          </p:sp>
          <p:sp>
            <p:nvSpPr>
              <p:cNvPr id="51" name="Text Box 85">
                <a:extLst>
                  <a:ext uri="{FF2B5EF4-FFF2-40B4-BE49-F238E27FC236}">
                    <a16:creationId xmlns:a16="http://schemas.microsoft.com/office/drawing/2014/main" id="{E3587821-3A93-8130-BA79-DD8EB366E0D8}"/>
                  </a:ext>
                </a:extLst>
              </p:cNvPr>
              <p:cNvSpPr txBox="1">
                <a:spLocks noChangeArrowheads="1"/>
              </p:cNvSpPr>
              <p:nvPr/>
            </p:nvSpPr>
            <p:spPr bwMode="auto">
              <a:xfrm>
                <a:off x="3665" y="3733"/>
                <a:ext cx="361"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next</a:t>
                </a:r>
              </a:p>
            </p:txBody>
          </p:sp>
          <p:sp>
            <p:nvSpPr>
              <p:cNvPr id="52" name="Text Box 86">
                <a:extLst>
                  <a:ext uri="{FF2B5EF4-FFF2-40B4-BE49-F238E27FC236}">
                    <a16:creationId xmlns:a16="http://schemas.microsoft.com/office/drawing/2014/main" id="{ECD9326C-6663-1EF5-D8D7-217EADE166F3}"/>
                  </a:ext>
                </a:extLst>
              </p:cNvPr>
              <p:cNvSpPr txBox="1">
                <a:spLocks noChangeArrowheads="1"/>
              </p:cNvSpPr>
              <p:nvPr/>
            </p:nvSpPr>
            <p:spPr bwMode="auto">
              <a:xfrm>
                <a:off x="3959" y="3939"/>
                <a:ext cx="717"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运行指针</a:t>
                </a:r>
              </a:p>
            </p:txBody>
          </p:sp>
        </p:grpSp>
        <p:sp>
          <p:nvSpPr>
            <p:cNvPr id="19" name="Rectangle 11">
              <a:extLst>
                <a:ext uri="{FF2B5EF4-FFF2-40B4-BE49-F238E27FC236}">
                  <a16:creationId xmlns:a16="http://schemas.microsoft.com/office/drawing/2014/main" id="{D039628C-4075-11E0-5BDE-AA548258D3C3}"/>
                </a:ext>
              </a:extLst>
            </p:cNvPr>
            <p:cNvSpPr>
              <a:spLocks noChangeArrowheads="1"/>
            </p:cNvSpPr>
            <p:nvPr/>
          </p:nvSpPr>
          <p:spPr bwMode="auto">
            <a:xfrm>
              <a:off x="817" y="2080"/>
              <a:ext cx="561" cy="162"/>
            </a:xfrm>
            <a:prstGeom prst="rect">
              <a:avLst/>
            </a:prstGeom>
            <a:solidFill>
              <a:srgbClr val="FFFFFF"/>
            </a:solidFill>
            <a:ln w="9525">
              <a:solidFill>
                <a:srgbClr val="000000"/>
              </a:solidFill>
              <a:miter lim="800000"/>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a:solidFill>
                  <a:srgbClr val="4138FA"/>
                </a:solidFill>
                <a:effectLst>
                  <a:outerShdw blurRad="38100" dist="38100" dir="2700000" algn="tl">
                    <a:srgbClr val="C0C0C0"/>
                  </a:outerShdw>
                </a:effectLst>
              </a:endParaRPr>
            </a:p>
          </p:txBody>
        </p:sp>
        <p:sp>
          <p:nvSpPr>
            <p:cNvPr id="20" name="Rectangle 13">
              <a:extLst>
                <a:ext uri="{FF2B5EF4-FFF2-40B4-BE49-F238E27FC236}">
                  <a16:creationId xmlns:a16="http://schemas.microsoft.com/office/drawing/2014/main" id="{543DB24A-BBF7-F453-6F35-C5358EF1E46F}"/>
                </a:ext>
              </a:extLst>
            </p:cNvPr>
            <p:cNvSpPr>
              <a:spLocks noChangeArrowheads="1"/>
            </p:cNvSpPr>
            <p:nvPr/>
          </p:nvSpPr>
          <p:spPr bwMode="auto">
            <a:xfrm>
              <a:off x="3649" y="2179"/>
              <a:ext cx="486" cy="422"/>
            </a:xfrm>
            <a:prstGeom prst="rect">
              <a:avLst/>
            </a:prstGeom>
            <a:solidFill>
              <a:srgbClr val="FFCCFF"/>
            </a:solidFill>
            <a:ln w="9525">
              <a:solidFill>
                <a:srgbClr val="000000"/>
              </a:solidFill>
              <a:miter lim="800000"/>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a:solidFill>
                  <a:srgbClr val="4138FA"/>
                </a:solidFill>
                <a:effectLst>
                  <a:outerShdw blurRad="38100" dist="38100" dir="2700000" algn="tl">
                    <a:srgbClr val="000000"/>
                  </a:outerShdw>
                </a:effectLst>
              </a:endParaRPr>
            </a:p>
          </p:txBody>
        </p:sp>
        <p:sp>
          <p:nvSpPr>
            <p:cNvPr id="21" name="Line 14">
              <a:extLst>
                <a:ext uri="{FF2B5EF4-FFF2-40B4-BE49-F238E27FC236}">
                  <a16:creationId xmlns:a16="http://schemas.microsoft.com/office/drawing/2014/main" id="{5A01CB5B-0B62-6ADF-F25D-DAD29955B834}"/>
                </a:ext>
              </a:extLst>
            </p:cNvPr>
            <p:cNvSpPr>
              <a:spLocks noChangeShapeType="1"/>
            </p:cNvSpPr>
            <p:nvPr/>
          </p:nvSpPr>
          <p:spPr bwMode="auto">
            <a:xfrm>
              <a:off x="3649" y="2471"/>
              <a:ext cx="48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nvGrpSpPr>
            <p:cNvPr id="22" name="Group 15">
              <a:extLst>
                <a:ext uri="{FF2B5EF4-FFF2-40B4-BE49-F238E27FC236}">
                  <a16:creationId xmlns:a16="http://schemas.microsoft.com/office/drawing/2014/main" id="{882DE4DD-1C3D-9633-D19D-D36C74D84CB6}"/>
                </a:ext>
              </a:extLst>
            </p:cNvPr>
            <p:cNvGrpSpPr>
              <a:grpSpLocks/>
            </p:cNvGrpSpPr>
            <p:nvPr/>
          </p:nvGrpSpPr>
          <p:grpSpPr bwMode="auto">
            <a:xfrm>
              <a:off x="2436" y="2161"/>
              <a:ext cx="485" cy="422"/>
              <a:chOff x="4032" y="768"/>
              <a:chExt cx="576" cy="624"/>
            </a:xfrm>
          </p:grpSpPr>
          <p:sp>
            <p:nvSpPr>
              <p:cNvPr id="43" name="Rectangle 16">
                <a:extLst>
                  <a:ext uri="{FF2B5EF4-FFF2-40B4-BE49-F238E27FC236}">
                    <a16:creationId xmlns:a16="http://schemas.microsoft.com/office/drawing/2014/main" id="{FFEB6722-6263-E567-334A-BAB6D6624202}"/>
                  </a:ext>
                </a:extLst>
              </p:cNvPr>
              <p:cNvSpPr>
                <a:spLocks noChangeArrowheads="1"/>
              </p:cNvSpPr>
              <p:nvPr/>
            </p:nvSpPr>
            <p:spPr bwMode="auto">
              <a:xfrm>
                <a:off x="4032" y="768"/>
                <a:ext cx="576" cy="624"/>
              </a:xfrm>
              <a:prstGeom prst="rect">
                <a:avLst/>
              </a:prstGeom>
              <a:solidFill>
                <a:srgbClr val="FFC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Font typeface="Wingdings" panose="05000000000000000000" pitchFamily="2" charset="2"/>
                  <a:buChar char="Ø"/>
                </a:pPr>
                <a:endParaRPr lang="zh-CN" altLang="en-US" sz="1400">
                  <a:solidFill>
                    <a:srgbClr val="4138FA"/>
                  </a:solidFill>
                </a:endParaRPr>
              </a:p>
            </p:txBody>
          </p:sp>
          <p:sp>
            <p:nvSpPr>
              <p:cNvPr id="44" name="Line 17">
                <a:extLst>
                  <a:ext uri="{FF2B5EF4-FFF2-40B4-BE49-F238E27FC236}">
                    <a16:creationId xmlns:a16="http://schemas.microsoft.com/office/drawing/2014/main" id="{87C693EF-25EB-2C19-564F-10A73F510478}"/>
                  </a:ext>
                </a:extLst>
              </p:cNvPr>
              <p:cNvSpPr>
                <a:spLocks noChangeShapeType="1"/>
              </p:cNvSpPr>
              <p:nvPr/>
            </p:nvSpPr>
            <p:spPr bwMode="auto">
              <a:xfrm>
                <a:off x="4032" y="1200"/>
                <a:ext cx="5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23" name="Rectangle 19">
              <a:extLst>
                <a:ext uri="{FF2B5EF4-FFF2-40B4-BE49-F238E27FC236}">
                  <a16:creationId xmlns:a16="http://schemas.microsoft.com/office/drawing/2014/main" id="{8B8D1869-A391-AAA6-29D0-214DFC01C859}"/>
                </a:ext>
              </a:extLst>
            </p:cNvPr>
            <p:cNvSpPr>
              <a:spLocks noChangeArrowheads="1"/>
            </p:cNvSpPr>
            <p:nvPr/>
          </p:nvSpPr>
          <p:spPr bwMode="auto">
            <a:xfrm>
              <a:off x="1626" y="2161"/>
              <a:ext cx="486" cy="422"/>
            </a:xfrm>
            <a:prstGeom prst="rect">
              <a:avLst/>
            </a:prstGeom>
            <a:solidFill>
              <a:srgbClr val="FFCCFF"/>
            </a:solidFill>
            <a:ln w="9525">
              <a:solidFill>
                <a:srgbClr val="000000"/>
              </a:solidFill>
              <a:miter lim="800000"/>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a:solidFill>
                  <a:srgbClr val="4138FA"/>
                </a:solidFill>
                <a:effectLst>
                  <a:outerShdw blurRad="38100" dist="38100" dir="2700000" algn="tl">
                    <a:srgbClr val="000000"/>
                  </a:outerShdw>
                </a:effectLst>
              </a:endParaRPr>
            </a:p>
          </p:txBody>
        </p:sp>
        <p:sp>
          <p:nvSpPr>
            <p:cNvPr id="24" name="Line 20">
              <a:extLst>
                <a:ext uri="{FF2B5EF4-FFF2-40B4-BE49-F238E27FC236}">
                  <a16:creationId xmlns:a16="http://schemas.microsoft.com/office/drawing/2014/main" id="{7674458B-544A-DEAF-ACE1-ACF083E22744}"/>
                </a:ext>
              </a:extLst>
            </p:cNvPr>
            <p:cNvSpPr>
              <a:spLocks noChangeShapeType="1"/>
            </p:cNvSpPr>
            <p:nvPr/>
          </p:nvSpPr>
          <p:spPr bwMode="auto">
            <a:xfrm>
              <a:off x="1626" y="2453"/>
              <a:ext cx="48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5" name="Line 21">
              <a:extLst>
                <a:ext uri="{FF2B5EF4-FFF2-40B4-BE49-F238E27FC236}">
                  <a16:creationId xmlns:a16="http://schemas.microsoft.com/office/drawing/2014/main" id="{680E2404-8A2B-05DE-BC58-1E4D595BEB2A}"/>
                </a:ext>
              </a:extLst>
            </p:cNvPr>
            <p:cNvSpPr>
              <a:spLocks noChangeShapeType="1"/>
            </p:cNvSpPr>
            <p:nvPr/>
          </p:nvSpPr>
          <p:spPr bwMode="auto">
            <a:xfrm>
              <a:off x="1302" y="2159"/>
              <a:ext cx="324"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6" name="Line 22">
              <a:extLst>
                <a:ext uri="{FF2B5EF4-FFF2-40B4-BE49-F238E27FC236}">
                  <a16:creationId xmlns:a16="http://schemas.microsoft.com/office/drawing/2014/main" id="{445DEE41-5DC4-5297-C22B-09F4E9EF849F}"/>
                </a:ext>
              </a:extLst>
            </p:cNvPr>
            <p:cNvSpPr>
              <a:spLocks noChangeShapeType="1"/>
            </p:cNvSpPr>
            <p:nvPr/>
          </p:nvSpPr>
          <p:spPr bwMode="auto">
            <a:xfrm>
              <a:off x="2030" y="2517"/>
              <a:ext cx="2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7" name="Line 24">
              <a:extLst>
                <a:ext uri="{FF2B5EF4-FFF2-40B4-BE49-F238E27FC236}">
                  <a16:creationId xmlns:a16="http://schemas.microsoft.com/office/drawing/2014/main" id="{296E84CB-E43D-4D77-73A9-A62C0DD17BE0}"/>
                </a:ext>
              </a:extLst>
            </p:cNvPr>
            <p:cNvSpPr>
              <a:spLocks noChangeShapeType="1"/>
            </p:cNvSpPr>
            <p:nvPr/>
          </p:nvSpPr>
          <p:spPr bwMode="auto">
            <a:xfrm>
              <a:off x="2232" y="2160"/>
              <a:ext cx="0" cy="35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8" name="Line 25">
              <a:extLst>
                <a:ext uri="{FF2B5EF4-FFF2-40B4-BE49-F238E27FC236}">
                  <a16:creationId xmlns:a16="http://schemas.microsoft.com/office/drawing/2014/main" id="{BFFECCF7-E597-ED0D-7696-2717C8F590DB}"/>
                </a:ext>
              </a:extLst>
            </p:cNvPr>
            <p:cNvSpPr>
              <a:spLocks noChangeShapeType="1"/>
            </p:cNvSpPr>
            <p:nvPr/>
          </p:nvSpPr>
          <p:spPr bwMode="auto">
            <a:xfrm>
              <a:off x="2840" y="2534"/>
              <a:ext cx="2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9" name="Line 26">
              <a:extLst>
                <a:ext uri="{FF2B5EF4-FFF2-40B4-BE49-F238E27FC236}">
                  <a16:creationId xmlns:a16="http://schemas.microsoft.com/office/drawing/2014/main" id="{FD56159B-2190-6F77-072B-A932B64E08C5}"/>
                </a:ext>
              </a:extLst>
            </p:cNvPr>
            <p:cNvSpPr>
              <a:spLocks noChangeShapeType="1"/>
            </p:cNvSpPr>
            <p:nvPr/>
          </p:nvSpPr>
          <p:spPr bwMode="auto">
            <a:xfrm>
              <a:off x="3042" y="2177"/>
              <a:ext cx="203"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0" name="Line 27">
              <a:extLst>
                <a:ext uri="{FF2B5EF4-FFF2-40B4-BE49-F238E27FC236}">
                  <a16:creationId xmlns:a16="http://schemas.microsoft.com/office/drawing/2014/main" id="{E63B0984-7F79-A9AB-DB5B-C5019B379424}"/>
                </a:ext>
              </a:extLst>
            </p:cNvPr>
            <p:cNvSpPr>
              <a:spLocks noChangeShapeType="1"/>
            </p:cNvSpPr>
            <p:nvPr/>
          </p:nvSpPr>
          <p:spPr bwMode="auto">
            <a:xfrm>
              <a:off x="3042" y="2177"/>
              <a:ext cx="0" cy="35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1" name="Line 29">
              <a:extLst>
                <a:ext uri="{FF2B5EF4-FFF2-40B4-BE49-F238E27FC236}">
                  <a16:creationId xmlns:a16="http://schemas.microsoft.com/office/drawing/2014/main" id="{AD3A5328-0777-2A89-84BC-228E9F52B67F}"/>
                </a:ext>
              </a:extLst>
            </p:cNvPr>
            <p:cNvSpPr>
              <a:spLocks noChangeShapeType="1"/>
            </p:cNvSpPr>
            <p:nvPr/>
          </p:nvSpPr>
          <p:spPr bwMode="auto">
            <a:xfrm>
              <a:off x="3447" y="2177"/>
              <a:ext cx="202"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2" name="Text Box 30">
              <a:extLst>
                <a:ext uri="{FF2B5EF4-FFF2-40B4-BE49-F238E27FC236}">
                  <a16:creationId xmlns:a16="http://schemas.microsoft.com/office/drawing/2014/main" id="{0AF2077A-88F2-2CEC-A8EA-3D54319CB9F6}"/>
                </a:ext>
              </a:extLst>
            </p:cNvPr>
            <p:cNvSpPr txBox="1">
              <a:spLocks noChangeArrowheads="1"/>
            </p:cNvSpPr>
            <p:nvPr/>
          </p:nvSpPr>
          <p:spPr bwMode="auto">
            <a:xfrm>
              <a:off x="659" y="1858"/>
              <a:ext cx="890"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dirty="0" err="1">
                  <a:solidFill>
                    <a:schemeClr val="tx1"/>
                  </a:solidFill>
                  <a:latin typeface="Times New Roman" panose="02020603050405020304" pitchFamily="18" charset="0"/>
                </a:rPr>
                <a:t>ready_q_start</a:t>
              </a:r>
              <a:endParaRPr kumimoji="1" lang="en-US" altLang="zh-CN" sz="1600" b="1" dirty="0">
                <a:solidFill>
                  <a:schemeClr val="tx1"/>
                </a:solidFill>
                <a:latin typeface="Times New Roman" panose="02020603050405020304" pitchFamily="18" charset="0"/>
              </a:endParaRPr>
            </a:p>
          </p:txBody>
        </p:sp>
        <p:sp>
          <p:nvSpPr>
            <p:cNvPr id="33" name="Text Box 31">
              <a:extLst>
                <a:ext uri="{FF2B5EF4-FFF2-40B4-BE49-F238E27FC236}">
                  <a16:creationId xmlns:a16="http://schemas.microsoft.com/office/drawing/2014/main" id="{4965A54C-9DB1-BDDD-551B-6C68A3126435}"/>
                </a:ext>
              </a:extLst>
            </p:cNvPr>
            <p:cNvSpPr txBox="1">
              <a:spLocks noChangeArrowheads="1"/>
            </p:cNvSpPr>
            <p:nvPr/>
          </p:nvSpPr>
          <p:spPr bwMode="auto">
            <a:xfrm>
              <a:off x="3811" y="2423"/>
              <a:ext cx="284"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dirty="0">
                  <a:solidFill>
                    <a:schemeClr val="tx1"/>
                  </a:solidFill>
                  <a:latin typeface="Times New Roman" panose="02020603050405020304" pitchFamily="18" charset="0"/>
                  <a:sym typeface="Symbol" panose="05050102010706020507" pitchFamily="18" charset="2"/>
                </a:rPr>
                <a:t></a:t>
              </a:r>
            </a:p>
          </p:txBody>
        </p:sp>
        <p:sp>
          <p:nvSpPr>
            <p:cNvPr id="34" name="Rectangle 32">
              <a:extLst>
                <a:ext uri="{FF2B5EF4-FFF2-40B4-BE49-F238E27FC236}">
                  <a16:creationId xmlns:a16="http://schemas.microsoft.com/office/drawing/2014/main" id="{69A001AE-0C21-DD72-E4B0-44BBC7C67FCB}"/>
                </a:ext>
              </a:extLst>
            </p:cNvPr>
            <p:cNvSpPr>
              <a:spLocks noChangeArrowheads="1"/>
            </p:cNvSpPr>
            <p:nvPr/>
          </p:nvSpPr>
          <p:spPr bwMode="auto">
            <a:xfrm>
              <a:off x="817" y="2080"/>
              <a:ext cx="561" cy="162"/>
            </a:xfrm>
            <a:prstGeom prst="rect">
              <a:avLst/>
            </a:prstGeom>
            <a:solidFill>
              <a:srgbClr val="FFCCFF"/>
            </a:solidFill>
            <a:ln w="9525">
              <a:solidFill>
                <a:srgbClr val="000000"/>
              </a:solidFill>
              <a:miter lim="800000"/>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a:solidFill>
                  <a:srgbClr val="4138FA"/>
                </a:solidFill>
                <a:effectLst>
                  <a:outerShdw blurRad="38100" dist="38100" dir="2700000" algn="tl">
                    <a:srgbClr val="000000"/>
                  </a:outerShdw>
                </a:effectLst>
              </a:endParaRPr>
            </a:p>
          </p:txBody>
        </p:sp>
        <p:sp>
          <p:nvSpPr>
            <p:cNvPr id="35" name="Text Box 53">
              <a:extLst>
                <a:ext uri="{FF2B5EF4-FFF2-40B4-BE49-F238E27FC236}">
                  <a16:creationId xmlns:a16="http://schemas.microsoft.com/office/drawing/2014/main" id="{6BF56C65-6A9A-3F13-0E0F-D7FF108CA2CB}"/>
                </a:ext>
              </a:extLst>
            </p:cNvPr>
            <p:cNvSpPr txBox="1">
              <a:spLocks noChangeArrowheads="1"/>
            </p:cNvSpPr>
            <p:nvPr/>
          </p:nvSpPr>
          <p:spPr bwMode="auto">
            <a:xfrm>
              <a:off x="1680" y="1923"/>
              <a:ext cx="482"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PCB</a:t>
              </a:r>
              <a:r>
                <a:rPr kumimoji="1" lang="en-US" altLang="zh-CN" sz="1600" b="1" baseline="-25000">
                  <a:solidFill>
                    <a:schemeClr val="tx1"/>
                  </a:solidFill>
                  <a:latin typeface="Times New Roman" panose="02020603050405020304" pitchFamily="18" charset="0"/>
                </a:rPr>
                <a:t>1</a:t>
              </a:r>
              <a:endParaRPr kumimoji="1" lang="en-US" altLang="zh-CN" sz="1600" b="1">
                <a:solidFill>
                  <a:schemeClr val="tx1"/>
                </a:solidFill>
                <a:latin typeface="Times New Roman" panose="02020603050405020304" pitchFamily="18" charset="0"/>
              </a:endParaRPr>
            </a:p>
          </p:txBody>
        </p:sp>
        <p:sp>
          <p:nvSpPr>
            <p:cNvPr id="36" name="Text Box 54">
              <a:extLst>
                <a:ext uri="{FF2B5EF4-FFF2-40B4-BE49-F238E27FC236}">
                  <a16:creationId xmlns:a16="http://schemas.microsoft.com/office/drawing/2014/main" id="{6F45BAF8-2B3B-5262-6C26-24228E32CAAB}"/>
                </a:ext>
              </a:extLst>
            </p:cNvPr>
            <p:cNvSpPr txBox="1">
              <a:spLocks noChangeArrowheads="1"/>
            </p:cNvSpPr>
            <p:nvPr/>
          </p:nvSpPr>
          <p:spPr bwMode="auto">
            <a:xfrm>
              <a:off x="2462" y="1932"/>
              <a:ext cx="511"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PCB</a:t>
              </a:r>
              <a:r>
                <a:rPr kumimoji="1" lang="en-US" altLang="zh-CN" sz="1600" b="1" baseline="-25000">
                  <a:solidFill>
                    <a:schemeClr val="tx1"/>
                  </a:solidFill>
                  <a:latin typeface="Times New Roman" panose="02020603050405020304" pitchFamily="18" charset="0"/>
                </a:rPr>
                <a:t>2</a:t>
              </a:r>
            </a:p>
          </p:txBody>
        </p:sp>
        <p:sp>
          <p:nvSpPr>
            <p:cNvPr id="37" name="Text Box 55">
              <a:extLst>
                <a:ext uri="{FF2B5EF4-FFF2-40B4-BE49-F238E27FC236}">
                  <a16:creationId xmlns:a16="http://schemas.microsoft.com/office/drawing/2014/main" id="{B3633C26-29FA-EE33-2D85-EDD1E279A0D3}"/>
                </a:ext>
              </a:extLst>
            </p:cNvPr>
            <p:cNvSpPr txBox="1">
              <a:spLocks noChangeArrowheads="1"/>
            </p:cNvSpPr>
            <p:nvPr/>
          </p:nvSpPr>
          <p:spPr bwMode="auto">
            <a:xfrm>
              <a:off x="3695" y="1950"/>
              <a:ext cx="456"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PCB</a:t>
              </a:r>
              <a:r>
                <a:rPr kumimoji="1" lang="en-US" altLang="zh-CN" sz="1600" b="1" baseline="-25000">
                  <a:solidFill>
                    <a:schemeClr val="tx1"/>
                  </a:solidFill>
                  <a:latin typeface="Times New Roman" panose="02020603050405020304" pitchFamily="18" charset="0"/>
                </a:rPr>
                <a:t>9</a:t>
              </a:r>
              <a:endParaRPr kumimoji="1" lang="en-US" altLang="zh-CN" sz="1600" b="1">
                <a:solidFill>
                  <a:schemeClr val="tx1"/>
                </a:solidFill>
                <a:latin typeface="Times New Roman" panose="02020603050405020304" pitchFamily="18" charset="0"/>
              </a:endParaRPr>
            </a:p>
          </p:txBody>
        </p:sp>
        <p:sp>
          <p:nvSpPr>
            <p:cNvPr id="38" name="Text Box 56">
              <a:extLst>
                <a:ext uri="{FF2B5EF4-FFF2-40B4-BE49-F238E27FC236}">
                  <a16:creationId xmlns:a16="http://schemas.microsoft.com/office/drawing/2014/main" id="{C904FAFF-2932-859D-7777-8311FB8548A4}"/>
                </a:ext>
              </a:extLst>
            </p:cNvPr>
            <p:cNvSpPr txBox="1">
              <a:spLocks noChangeArrowheads="1"/>
            </p:cNvSpPr>
            <p:nvPr/>
          </p:nvSpPr>
          <p:spPr bwMode="auto">
            <a:xfrm>
              <a:off x="2229" y="2626"/>
              <a:ext cx="1133"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就绪队列结构</a:t>
              </a:r>
            </a:p>
          </p:txBody>
        </p:sp>
        <p:sp>
          <p:nvSpPr>
            <p:cNvPr id="39" name="Text Box 57">
              <a:extLst>
                <a:ext uri="{FF2B5EF4-FFF2-40B4-BE49-F238E27FC236}">
                  <a16:creationId xmlns:a16="http://schemas.microsoft.com/office/drawing/2014/main" id="{A67C7E76-93BE-D6AB-0B62-CDB9FAB93B15}"/>
                </a:ext>
              </a:extLst>
            </p:cNvPr>
            <p:cNvSpPr txBox="1">
              <a:spLocks noChangeArrowheads="1"/>
            </p:cNvSpPr>
            <p:nvPr/>
          </p:nvSpPr>
          <p:spPr bwMode="auto">
            <a:xfrm>
              <a:off x="1257" y="2394"/>
              <a:ext cx="364"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next</a:t>
              </a:r>
            </a:p>
          </p:txBody>
        </p:sp>
        <p:sp>
          <p:nvSpPr>
            <p:cNvPr id="40" name="Text Box 93">
              <a:extLst>
                <a:ext uri="{FF2B5EF4-FFF2-40B4-BE49-F238E27FC236}">
                  <a16:creationId xmlns:a16="http://schemas.microsoft.com/office/drawing/2014/main" id="{0B2BB034-6F84-6C92-3421-FF98135E7A8F}"/>
                </a:ext>
              </a:extLst>
            </p:cNvPr>
            <p:cNvSpPr txBox="1">
              <a:spLocks noChangeArrowheads="1"/>
            </p:cNvSpPr>
            <p:nvPr/>
          </p:nvSpPr>
          <p:spPr bwMode="auto">
            <a:xfrm>
              <a:off x="3219" y="2050"/>
              <a:ext cx="283"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a:solidFill>
                    <a:schemeClr val="tx1"/>
                  </a:solidFill>
                  <a:latin typeface="Times New Roman" panose="02020603050405020304" pitchFamily="18" charset="0"/>
                  <a:sym typeface="MT Extra" panose="05050102010205020202" pitchFamily="18" charset="2"/>
                </a:rPr>
                <a:t></a:t>
              </a:r>
              <a:endParaRPr kumimoji="1" lang="en-US" altLang="zh-CN" sz="1600">
                <a:solidFill>
                  <a:schemeClr val="tx1"/>
                </a:solidFill>
                <a:latin typeface="Times New Roman" panose="02020603050405020304" pitchFamily="18" charset="0"/>
              </a:endParaRPr>
            </a:p>
          </p:txBody>
        </p:sp>
        <p:sp>
          <p:nvSpPr>
            <p:cNvPr id="41" name="Line 101">
              <a:extLst>
                <a:ext uri="{FF2B5EF4-FFF2-40B4-BE49-F238E27FC236}">
                  <a16:creationId xmlns:a16="http://schemas.microsoft.com/office/drawing/2014/main" id="{B6FB63DE-23F6-6E62-91AA-C82F23727631}"/>
                </a:ext>
              </a:extLst>
            </p:cNvPr>
            <p:cNvSpPr>
              <a:spLocks noChangeShapeType="1"/>
            </p:cNvSpPr>
            <p:nvPr/>
          </p:nvSpPr>
          <p:spPr bwMode="auto">
            <a:xfrm>
              <a:off x="2236" y="2163"/>
              <a:ext cx="210"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2" name="Text Box 103">
              <a:extLst>
                <a:ext uri="{FF2B5EF4-FFF2-40B4-BE49-F238E27FC236}">
                  <a16:creationId xmlns:a16="http://schemas.microsoft.com/office/drawing/2014/main" id="{F33D0048-B1A1-DF4C-737A-8AD7C3EC0E33}"/>
                </a:ext>
              </a:extLst>
            </p:cNvPr>
            <p:cNvSpPr txBox="1">
              <a:spLocks noChangeArrowheads="1"/>
            </p:cNvSpPr>
            <p:nvPr/>
          </p:nvSpPr>
          <p:spPr bwMode="auto">
            <a:xfrm>
              <a:off x="2011" y="3756"/>
              <a:ext cx="1621" cy="243"/>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0"/>
                </a:spcBef>
                <a:buFont typeface="Wingdings" panose="05000000000000000000" pitchFamily="2" charset="2"/>
                <a:buNone/>
              </a:pPr>
              <a:r>
                <a:rPr lang="zh-CN" altLang="en-US" sz="1600" b="0">
                  <a:solidFill>
                    <a:schemeClr val="tx1"/>
                  </a:solidFill>
                  <a:latin typeface="Times New Roman" panose="02020603050405020304" pitchFamily="18" charset="0"/>
                </a:rPr>
                <a:t>进程队列结构示例</a:t>
              </a:r>
            </a:p>
          </p:txBody>
        </p:sp>
      </p:grpSp>
    </p:spTree>
    <p:extLst>
      <p:ext uri="{BB962C8B-B14F-4D97-AF65-F5344CB8AC3E}">
        <p14:creationId xmlns:p14="http://schemas.microsoft.com/office/powerpoint/2010/main" val="12381835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551E11-B75E-BF96-A751-309D0887ACA7}"/>
              </a:ext>
            </a:extLst>
          </p:cNvPr>
          <p:cNvSpPr>
            <a:spLocks noGrp="1"/>
          </p:cNvSpPr>
          <p:nvPr>
            <p:ph type="title"/>
          </p:nvPr>
        </p:nvSpPr>
        <p:spPr/>
        <p:txBody>
          <a:bodyPr/>
          <a:lstStyle/>
          <a:p>
            <a:pPr eaLnBrk="1" hangingPunct="1">
              <a:spcBef>
                <a:spcPct val="0"/>
              </a:spcBef>
            </a:pPr>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进程概念</a:t>
            </a:r>
          </a:p>
        </p:txBody>
      </p:sp>
      <p:sp>
        <p:nvSpPr>
          <p:cNvPr id="3" name="内容占位符 2">
            <a:extLst>
              <a:ext uri="{FF2B5EF4-FFF2-40B4-BE49-F238E27FC236}">
                <a16:creationId xmlns:a16="http://schemas.microsoft.com/office/drawing/2014/main" id="{E8ED856E-B7E5-EAF9-B932-F4481B08068D}"/>
              </a:ext>
            </a:extLst>
          </p:cNvPr>
          <p:cNvSpPr>
            <a:spLocks noGrp="1"/>
          </p:cNvSpPr>
          <p:nvPr>
            <p:ph idx="1"/>
          </p:nvPr>
        </p:nvSpPr>
        <p:spPr>
          <a:xfrm>
            <a:off x="577230" y="946267"/>
            <a:ext cx="11296078" cy="5385445"/>
          </a:xfrm>
        </p:spPr>
        <p:txBody>
          <a:bodyPr/>
          <a:lstStyle/>
          <a:p>
            <a:pPr eaLnBrk="1" hangingPunct="1">
              <a:lnSpc>
                <a:spcPct val="100000"/>
              </a:lnSpc>
              <a:spcBef>
                <a:spcPct val="20000"/>
              </a:spcBef>
              <a:buFont typeface="Wingdings" panose="05000000000000000000" pitchFamily="2" charset="2"/>
              <a:buNone/>
            </a:pPr>
            <a:r>
              <a:rPr lang="en-US" altLang="zh-CN" sz="2400" b="0" dirty="0">
                <a:solidFill>
                  <a:srgbClr val="000099"/>
                </a:solidFill>
                <a:latin typeface="Times New Roman" panose="02020603050405020304" pitchFamily="18" charset="0"/>
              </a:rPr>
              <a:t>③</a:t>
            </a:r>
            <a:r>
              <a:rPr lang="en-US" altLang="zh-CN" sz="2400" b="0" dirty="0">
                <a:solidFill>
                  <a:srgbClr val="000099"/>
                </a:solidFill>
                <a:latin typeface="宋体" panose="02010600030101010101" pitchFamily="2" charset="-122"/>
              </a:rPr>
              <a:t> </a:t>
            </a:r>
            <a:r>
              <a:rPr lang="zh-CN" altLang="en-US" sz="2400" b="0" dirty="0">
                <a:solidFill>
                  <a:srgbClr val="000099"/>
                </a:solidFill>
                <a:latin typeface="Times New Roman" panose="02020603050405020304" pitchFamily="18" charset="0"/>
              </a:rPr>
              <a:t>当前队列指针</a:t>
            </a:r>
            <a:r>
              <a:rPr lang="en-US" altLang="zh-CN" sz="2400" b="0" dirty="0">
                <a:solidFill>
                  <a:srgbClr val="000099"/>
                </a:solidFill>
                <a:latin typeface="Times New Roman" panose="02020603050405020304" pitchFamily="18" charset="0"/>
              </a:rPr>
              <a:t>next</a:t>
            </a:r>
          </a:p>
          <a:p>
            <a:pPr eaLnBrk="1" hangingPunct="1">
              <a:lnSpc>
                <a:spcPct val="100000"/>
              </a:lnSpc>
              <a:spcBef>
                <a:spcPct val="20000"/>
              </a:spcBef>
              <a:buFont typeface="Wingdings" panose="05000000000000000000" pitchFamily="2" charset="2"/>
              <a:buNone/>
            </a:pPr>
            <a:r>
              <a:rPr lang="en-US" altLang="zh-CN" sz="2400" b="0" dirty="0">
                <a:solidFill>
                  <a:schemeClr val="tx1"/>
                </a:solidFill>
                <a:latin typeface="Times New Roman" panose="02020603050405020304" pitchFamily="18" charset="0"/>
              </a:rPr>
              <a:t>      </a:t>
            </a:r>
            <a:r>
              <a:rPr lang="zh-CN" altLang="en-US" sz="2400" b="0" dirty="0">
                <a:solidFill>
                  <a:schemeClr val="tx1"/>
                </a:solidFill>
                <a:latin typeface="Times New Roman" panose="02020603050405020304" pitchFamily="18" charset="0"/>
              </a:rPr>
              <a:t>该项登记了处于同一状态的下一个进程的 </a:t>
            </a:r>
            <a:r>
              <a:rPr lang="en-US" altLang="zh-CN" sz="2400" b="0" dirty="0">
                <a:solidFill>
                  <a:schemeClr val="tx1"/>
                </a:solidFill>
                <a:latin typeface="Times New Roman" panose="02020603050405020304" pitchFamily="18" charset="0"/>
              </a:rPr>
              <a:t>PCB</a:t>
            </a:r>
            <a:r>
              <a:rPr lang="zh-CN" altLang="en-US" sz="2400" b="0" dirty="0">
                <a:solidFill>
                  <a:schemeClr val="tx1"/>
                </a:solidFill>
                <a:latin typeface="Times New Roman" panose="02020603050405020304" pitchFamily="18" charset="0"/>
              </a:rPr>
              <a:t>地址。</a:t>
            </a:r>
          </a:p>
          <a:p>
            <a:pPr eaLnBrk="1" hangingPunct="1">
              <a:lnSpc>
                <a:spcPct val="100000"/>
              </a:lnSpc>
              <a:spcBef>
                <a:spcPct val="20000"/>
              </a:spcBef>
              <a:buFont typeface="Wingdings" panose="05000000000000000000" pitchFamily="2" charset="2"/>
              <a:buNone/>
            </a:pPr>
            <a:r>
              <a:rPr lang="zh-CN" altLang="en-US" sz="2400" b="0" dirty="0">
                <a:solidFill>
                  <a:srgbClr val="000099"/>
                </a:solidFill>
                <a:latin typeface="Times New Roman" panose="02020603050405020304" pitchFamily="18" charset="0"/>
              </a:rPr>
              <a:t>④</a:t>
            </a:r>
            <a:r>
              <a:rPr lang="zh-CN" altLang="en-US" sz="2400" b="0" dirty="0">
                <a:solidFill>
                  <a:srgbClr val="000099"/>
                </a:solidFill>
                <a:latin typeface="宋体" panose="02010600030101010101" pitchFamily="2" charset="-122"/>
              </a:rPr>
              <a:t> </a:t>
            </a:r>
            <a:r>
              <a:rPr lang="zh-CN" altLang="en-US" sz="2400" b="0" dirty="0">
                <a:solidFill>
                  <a:srgbClr val="000099"/>
                </a:solidFill>
                <a:latin typeface="Times New Roman" panose="02020603050405020304" pitchFamily="18" charset="0"/>
              </a:rPr>
              <a:t>进程优先级</a:t>
            </a:r>
          </a:p>
          <a:p>
            <a:pPr eaLnBrk="1" hangingPunct="1">
              <a:lnSpc>
                <a:spcPct val="100000"/>
              </a:lnSpc>
              <a:spcBef>
                <a:spcPct val="20000"/>
              </a:spcBef>
              <a:buFont typeface="Wingdings" panose="05000000000000000000" pitchFamily="2" charset="2"/>
              <a:buNone/>
            </a:pPr>
            <a:r>
              <a:rPr lang="zh-CN" altLang="en-US" sz="2400" b="0" dirty="0">
                <a:solidFill>
                  <a:schemeClr val="tx1"/>
                </a:solidFill>
                <a:latin typeface="Times New Roman" panose="02020603050405020304" pitchFamily="18" charset="0"/>
              </a:rPr>
              <a:t>      反映了进程要求</a:t>
            </a:r>
            <a:r>
              <a:rPr lang="en-US" altLang="zh-CN" sz="2400" b="0" dirty="0">
                <a:solidFill>
                  <a:schemeClr val="tx1"/>
                </a:solidFill>
                <a:latin typeface="Times New Roman" panose="02020603050405020304" pitchFamily="18" charset="0"/>
              </a:rPr>
              <a:t>CPU</a:t>
            </a:r>
            <a:r>
              <a:rPr lang="zh-CN" altLang="en-US" sz="2400" b="0" dirty="0">
                <a:solidFill>
                  <a:schemeClr val="tx1"/>
                </a:solidFill>
                <a:latin typeface="Times New Roman" panose="02020603050405020304" pitchFamily="18" charset="0"/>
              </a:rPr>
              <a:t>的紧迫程度。</a:t>
            </a:r>
          </a:p>
          <a:p>
            <a:pPr eaLnBrk="1" hangingPunct="1">
              <a:lnSpc>
                <a:spcPct val="100000"/>
              </a:lnSpc>
              <a:spcBef>
                <a:spcPct val="20000"/>
              </a:spcBef>
              <a:buFont typeface="Wingdings" panose="05000000000000000000" pitchFamily="2" charset="2"/>
              <a:buNone/>
            </a:pPr>
            <a:r>
              <a:rPr lang="zh-CN" altLang="en-US" sz="2400" b="0" dirty="0">
                <a:solidFill>
                  <a:srgbClr val="000099"/>
                </a:solidFill>
                <a:latin typeface="Times New Roman" panose="02020603050405020304" pitchFamily="18" charset="0"/>
              </a:rPr>
              <a:t>⑤</a:t>
            </a:r>
            <a:r>
              <a:rPr lang="zh-CN" altLang="en-US" sz="2400" b="0" dirty="0">
                <a:solidFill>
                  <a:srgbClr val="000099"/>
                </a:solidFill>
                <a:latin typeface="宋体" panose="02010600030101010101" pitchFamily="2" charset="-122"/>
              </a:rPr>
              <a:t> </a:t>
            </a:r>
            <a:r>
              <a:rPr lang="en-US" altLang="zh-CN" sz="2400" b="0" dirty="0">
                <a:solidFill>
                  <a:srgbClr val="000099"/>
                </a:solidFill>
                <a:latin typeface="Times New Roman" panose="02020603050405020304" pitchFamily="18" charset="0"/>
              </a:rPr>
              <a:t>CPU</a:t>
            </a:r>
            <a:r>
              <a:rPr lang="zh-CN" altLang="en-US" sz="2400" b="0" dirty="0">
                <a:solidFill>
                  <a:srgbClr val="000099"/>
                </a:solidFill>
                <a:latin typeface="Times New Roman" panose="02020603050405020304" pitchFamily="18" charset="0"/>
              </a:rPr>
              <a:t>现场保护区</a:t>
            </a:r>
          </a:p>
          <a:p>
            <a:pPr eaLnBrk="1" hangingPunct="1">
              <a:lnSpc>
                <a:spcPct val="100000"/>
              </a:lnSpc>
              <a:spcBef>
                <a:spcPct val="10000"/>
              </a:spcBef>
              <a:buFont typeface="Wingdings" panose="05000000000000000000" pitchFamily="2" charset="2"/>
              <a:buNone/>
            </a:pPr>
            <a:r>
              <a:rPr lang="zh-CN" altLang="en-US" sz="2400" b="0" dirty="0">
                <a:solidFill>
                  <a:schemeClr val="tx1"/>
                </a:solidFill>
                <a:latin typeface="Times New Roman" panose="02020603050405020304" pitchFamily="18" charset="0"/>
              </a:rPr>
              <a:t>      当进程由于某种原因释放处理机时，</a:t>
            </a:r>
            <a:r>
              <a:rPr lang="en-US" altLang="zh-CN" sz="2400" b="0" dirty="0">
                <a:solidFill>
                  <a:schemeClr val="tx1"/>
                </a:solidFill>
                <a:latin typeface="Times New Roman" panose="02020603050405020304" pitchFamily="18" charset="0"/>
              </a:rPr>
              <a:t>CPU</a:t>
            </a:r>
            <a:r>
              <a:rPr lang="zh-CN" altLang="en-US" sz="2400" b="0" dirty="0">
                <a:solidFill>
                  <a:schemeClr val="tx1"/>
                </a:solidFill>
                <a:latin typeface="Times New Roman" panose="02020603050405020304" pitchFamily="18" charset="0"/>
              </a:rPr>
              <a:t>现场信息被保存</a:t>
            </a:r>
          </a:p>
          <a:p>
            <a:pPr eaLnBrk="1" hangingPunct="1">
              <a:lnSpc>
                <a:spcPct val="100000"/>
              </a:lnSpc>
              <a:spcBef>
                <a:spcPct val="10000"/>
              </a:spcBef>
              <a:buFont typeface="Wingdings" panose="05000000000000000000" pitchFamily="2" charset="2"/>
              <a:buNone/>
            </a:pPr>
            <a:r>
              <a:rPr lang="zh-CN" altLang="en-US" sz="2400" b="0" dirty="0">
                <a:solidFill>
                  <a:schemeClr val="tx1"/>
                </a:solidFill>
                <a:latin typeface="Times New Roman" panose="02020603050405020304" pitchFamily="18" charset="0"/>
              </a:rPr>
              <a:t>      在</a:t>
            </a:r>
            <a:r>
              <a:rPr lang="en-US" altLang="zh-CN" sz="2400" b="0" dirty="0">
                <a:solidFill>
                  <a:schemeClr val="tx1"/>
                </a:solidFill>
                <a:latin typeface="Times New Roman" panose="02020603050405020304" pitchFamily="18" charset="0"/>
              </a:rPr>
              <a:t>PCB</a:t>
            </a:r>
            <a:r>
              <a:rPr lang="zh-CN" altLang="en-US" sz="2400" b="0" dirty="0">
                <a:solidFill>
                  <a:schemeClr val="tx1"/>
                </a:solidFill>
                <a:latin typeface="Times New Roman" panose="02020603050405020304" pitchFamily="18" charset="0"/>
              </a:rPr>
              <a:t>的该区域中。</a:t>
            </a:r>
          </a:p>
          <a:p>
            <a:pPr eaLnBrk="1" hangingPunct="1">
              <a:lnSpc>
                <a:spcPct val="100000"/>
              </a:lnSpc>
              <a:spcBef>
                <a:spcPct val="20000"/>
              </a:spcBef>
              <a:buFont typeface="Wingdings" panose="05000000000000000000" pitchFamily="2" charset="2"/>
              <a:buNone/>
            </a:pPr>
            <a:r>
              <a:rPr lang="zh-CN" altLang="en-US" sz="2400" b="0" dirty="0">
                <a:solidFill>
                  <a:srgbClr val="000099"/>
                </a:solidFill>
                <a:latin typeface="宋体" panose="02010600030101010101" pitchFamily="2" charset="-122"/>
              </a:rPr>
              <a:t>⑥ </a:t>
            </a:r>
            <a:r>
              <a:rPr lang="zh-CN" altLang="en-US" sz="2400" b="0" dirty="0">
                <a:solidFill>
                  <a:srgbClr val="000099"/>
                </a:solidFill>
                <a:latin typeface="Times New Roman" panose="02020603050405020304" pitchFamily="18" charset="0"/>
              </a:rPr>
              <a:t>通信信息</a:t>
            </a:r>
          </a:p>
          <a:p>
            <a:pPr eaLnBrk="1" hangingPunct="1">
              <a:lnSpc>
                <a:spcPct val="100000"/>
              </a:lnSpc>
              <a:spcBef>
                <a:spcPct val="20000"/>
              </a:spcBef>
              <a:buFont typeface="Wingdings" panose="05000000000000000000" pitchFamily="2" charset="2"/>
              <a:buNone/>
            </a:pPr>
            <a:r>
              <a:rPr lang="zh-CN" altLang="en-US" sz="2400" b="0" dirty="0">
                <a:solidFill>
                  <a:schemeClr val="tx1"/>
                </a:solidFill>
                <a:latin typeface="Times New Roman" panose="02020603050405020304" pitchFamily="18" charset="0"/>
              </a:rPr>
              <a:t>      进程间进行通信时所记录的有关信息。</a:t>
            </a:r>
          </a:p>
          <a:p>
            <a:pPr eaLnBrk="1" hangingPunct="1">
              <a:lnSpc>
                <a:spcPct val="100000"/>
              </a:lnSpc>
              <a:spcBef>
                <a:spcPct val="20000"/>
              </a:spcBef>
              <a:buFont typeface="Wingdings" panose="05000000000000000000" pitchFamily="2" charset="2"/>
              <a:buNone/>
            </a:pPr>
            <a:r>
              <a:rPr lang="zh-CN" altLang="en-US" sz="2400" b="0" dirty="0">
                <a:solidFill>
                  <a:srgbClr val="000099"/>
                </a:solidFill>
                <a:latin typeface="宋体" panose="02010600030101010101" pitchFamily="2" charset="-122"/>
              </a:rPr>
              <a:t>⑦ </a:t>
            </a:r>
            <a:r>
              <a:rPr lang="zh-CN" altLang="en-US" sz="2400" b="0" dirty="0">
                <a:solidFill>
                  <a:srgbClr val="000099"/>
                </a:solidFill>
                <a:latin typeface="Times New Roman" panose="02020603050405020304" pitchFamily="18" charset="0"/>
              </a:rPr>
              <a:t>家族联系</a:t>
            </a:r>
          </a:p>
          <a:p>
            <a:pPr eaLnBrk="1" hangingPunct="1">
              <a:lnSpc>
                <a:spcPct val="100000"/>
              </a:lnSpc>
              <a:spcBef>
                <a:spcPct val="20000"/>
              </a:spcBef>
              <a:buFont typeface="Wingdings" panose="05000000000000000000" pitchFamily="2" charset="2"/>
              <a:buNone/>
            </a:pPr>
            <a:r>
              <a:rPr lang="zh-CN" altLang="en-US" sz="2400" b="0" dirty="0">
                <a:solidFill>
                  <a:schemeClr val="tx1"/>
                </a:solidFill>
                <a:latin typeface="Times New Roman" panose="02020603050405020304" pitchFamily="18" charset="0"/>
              </a:rPr>
              <a:t>      指明本进程与家族的联系</a:t>
            </a:r>
          </a:p>
          <a:p>
            <a:pPr eaLnBrk="1" hangingPunct="1">
              <a:lnSpc>
                <a:spcPct val="100000"/>
              </a:lnSpc>
              <a:spcBef>
                <a:spcPct val="20000"/>
              </a:spcBef>
              <a:buFont typeface="Wingdings" panose="05000000000000000000" pitchFamily="2" charset="2"/>
              <a:buNone/>
            </a:pPr>
            <a:r>
              <a:rPr lang="zh-CN" altLang="en-US" sz="2400" b="0" dirty="0">
                <a:solidFill>
                  <a:srgbClr val="000099"/>
                </a:solidFill>
                <a:latin typeface="宋体" panose="02010600030101010101" pitchFamily="2" charset="-122"/>
              </a:rPr>
              <a:t>⑧ </a:t>
            </a:r>
            <a:r>
              <a:rPr lang="zh-CN" altLang="en-US" sz="2400" b="0" dirty="0">
                <a:solidFill>
                  <a:srgbClr val="000099"/>
                </a:solidFill>
                <a:latin typeface="Times New Roman" panose="02020603050405020304" pitchFamily="18" charset="0"/>
              </a:rPr>
              <a:t>占有资源清单</a:t>
            </a:r>
            <a:r>
              <a:rPr lang="zh-CN" altLang="en-US" sz="2400" b="0" dirty="0">
                <a:solidFill>
                  <a:schemeClr val="tx1"/>
                </a:solidFill>
                <a:latin typeface="Times New Roman" panose="02020603050405020304" pitchFamily="18" charset="0"/>
              </a:rPr>
              <a:t>        </a:t>
            </a:r>
          </a:p>
          <a:p>
            <a:pPr marL="0" indent="0">
              <a:buNone/>
            </a:pPr>
            <a:endParaRPr lang="zh-CN" altLang="en-US" sz="2400" dirty="0"/>
          </a:p>
        </p:txBody>
      </p:sp>
    </p:spTree>
    <p:extLst>
      <p:ext uri="{BB962C8B-B14F-4D97-AF65-F5344CB8AC3E}">
        <p14:creationId xmlns:p14="http://schemas.microsoft.com/office/powerpoint/2010/main" val="11498126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normAutofit/>
          </a:bodyPr>
          <a:lstStyle/>
          <a:p>
            <a:r>
              <a:rPr lang="zh-CN" altLang="en-US" dirty="0"/>
              <a:t>提纲</a:t>
            </a:r>
          </a:p>
        </p:txBody>
      </p:sp>
      <p:sp>
        <p:nvSpPr>
          <p:cNvPr id="3" name="内容占位符 2">
            <a:extLst>
              <a:ext uri="{FF2B5EF4-FFF2-40B4-BE49-F238E27FC236}">
                <a16:creationId xmlns:a16="http://schemas.microsoft.com/office/drawing/2014/main" id="{E1D53BB8-3151-4F39-93BC-2773EDE912B2}"/>
              </a:ext>
            </a:extLst>
          </p:cNvPr>
          <p:cNvSpPr>
            <a:spLocks noGrp="1"/>
          </p:cNvSpPr>
          <p:nvPr>
            <p:ph idx="1"/>
          </p:nvPr>
        </p:nvSpPr>
        <p:spPr/>
        <p:txBody>
          <a:bodyPr/>
          <a:lstStyle/>
          <a:p>
            <a:r>
              <a:rPr lang="zh-CN" altLang="en-US" dirty="0"/>
              <a:t>进程的引入</a:t>
            </a:r>
          </a:p>
          <a:p>
            <a:r>
              <a:rPr lang="zh-CN" altLang="en-US" dirty="0"/>
              <a:t>进程概念</a:t>
            </a:r>
          </a:p>
          <a:p>
            <a:r>
              <a:rPr lang="zh-CN" altLang="en-US" dirty="0">
                <a:solidFill>
                  <a:srgbClr val="FF0000"/>
                </a:solidFill>
              </a:rPr>
              <a:t>进程控制</a:t>
            </a:r>
          </a:p>
          <a:p>
            <a:r>
              <a:rPr lang="zh-CN" altLang="en-US" dirty="0"/>
              <a:t>进程的相互制约关系</a:t>
            </a:r>
          </a:p>
          <a:p>
            <a:r>
              <a:rPr lang="zh-CN" altLang="en-US" dirty="0"/>
              <a:t>进程同步机构</a:t>
            </a:r>
          </a:p>
          <a:p>
            <a:r>
              <a:rPr lang="zh-CN" altLang="en-US" dirty="0"/>
              <a:t>进程互斥与同步的实现</a:t>
            </a:r>
            <a:endParaRPr lang="en-US" altLang="zh-CN" dirty="0"/>
          </a:p>
          <a:p>
            <a:r>
              <a:rPr lang="zh-CN" altLang="en-US" dirty="0"/>
              <a:t>线程</a:t>
            </a:r>
            <a:endParaRPr lang="en-US" altLang="zh-CN" dirty="0"/>
          </a:p>
          <a:p>
            <a:r>
              <a:rPr lang="zh-CN" altLang="en-US" dirty="0"/>
              <a:t>进程调度</a:t>
            </a:r>
          </a:p>
        </p:txBody>
      </p:sp>
    </p:spTree>
    <p:extLst>
      <p:ext uri="{BB962C8B-B14F-4D97-AF65-F5344CB8AC3E}">
        <p14:creationId xmlns:p14="http://schemas.microsoft.com/office/powerpoint/2010/main" val="24198938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9C39A5-C6DA-8C6B-7951-B3DE05E51049}"/>
              </a:ext>
            </a:extLst>
          </p:cNvPr>
          <p:cNvSpPr>
            <a:spLocks noGrp="1"/>
          </p:cNvSpPr>
          <p:nvPr>
            <p:ph type="title"/>
          </p:nvPr>
        </p:nvSpPr>
        <p:spPr/>
        <p:txBody>
          <a:bodyPr/>
          <a:lstStyle/>
          <a:p>
            <a:pPr eaLnBrk="1" hangingPunct="1">
              <a:spcBef>
                <a:spcPct val="0"/>
              </a:spcBef>
            </a:pPr>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进程控制</a:t>
            </a:r>
          </a:p>
        </p:txBody>
      </p:sp>
      <p:sp>
        <p:nvSpPr>
          <p:cNvPr id="3" name="内容占位符 2">
            <a:extLst>
              <a:ext uri="{FF2B5EF4-FFF2-40B4-BE49-F238E27FC236}">
                <a16:creationId xmlns:a16="http://schemas.microsoft.com/office/drawing/2014/main" id="{213F7AB1-22B6-7838-5E1A-E9565CD558F1}"/>
              </a:ext>
            </a:extLst>
          </p:cNvPr>
          <p:cNvSpPr>
            <a:spLocks noGrp="1"/>
          </p:cNvSpPr>
          <p:nvPr>
            <p:ph idx="1"/>
          </p:nvPr>
        </p:nvSpPr>
        <p:spPr>
          <a:xfrm>
            <a:off x="487822" y="836539"/>
            <a:ext cx="10624463" cy="2592461"/>
          </a:xfrm>
        </p:spPr>
        <p:txBody>
          <a:bodyPr/>
          <a:lstStyle/>
          <a:p>
            <a:pPr eaLnBrk="1" hangingPunct="1">
              <a:lnSpc>
                <a:spcPct val="130000"/>
              </a:lnSpc>
              <a:buClr>
                <a:schemeClr val="tx2"/>
              </a:buClr>
              <a:buSzPct val="95000"/>
              <a:buFont typeface="Wingdings" panose="05000000000000000000" pitchFamily="2" charset="2"/>
              <a:buNone/>
              <a:defRPr/>
            </a:pPr>
            <a:r>
              <a:rPr lang="en-US" altLang="zh-CN" sz="2800" dirty="0">
                <a:solidFill>
                  <a:srgbClr val="335F90"/>
                </a:solidFill>
                <a:effectLst>
                  <a:outerShdw blurRad="38100" dist="38100" dir="2700000" algn="tl">
                    <a:srgbClr val="C0C0C0"/>
                  </a:outerShdw>
                </a:effectLst>
                <a:latin typeface="Times New Roman" panose="02020603050405020304" pitchFamily="18" charset="0"/>
                <a:ea typeface="+mn-ea"/>
              </a:rPr>
              <a:t>1.  </a:t>
            </a:r>
            <a:r>
              <a:rPr lang="zh-CN" altLang="en-US" sz="2800" dirty="0">
                <a:solidFill>
                  <a:srgbClr val="335F90"/>
                </a:solidFill>
                <a:effectLst>
                  <a:outerShdw blurRad="38100" dist="38100" dir="2700000" algn="tl">
                    <a:srgbClr val="C0C0C0"/>
                  </a:outerShdw>
                </a:effectLst>
                <a:latin typeface="Times New Roman" panose="02020603050405020304" pitchFamily="18" charset="0"/>
                <a:ea typeface="+mn-ea"/>
              </a:rPr>
              <a:t>进程控制的概念</a:t>
            </a:r>
          </a:p>
          <a:p>
            <a:pPr marL="0" indent="0">
              <a:buNone/>
              <a:defRPr/>
            </a:pPr>
            <a:r>
              <a:rPr lang="zh-CN" altLang="en-US" dirty="0">
                <a:solidFill>
                  <a:prstClr val="black"/>
                </a:solidFill>
              </a:rPr>
              <a:t>      </a:t>
            </a:r>
            <a:r>
              <a:rPr lang="en-US" altLang="zh-CN" dirty="0">
                <a:solidFill>
                  <a:prstClr val="black"/>
                </a:solidFill>
              </a:rPr>
              <a:t>(1) </a:t>
            </a:r>
            <a:r>
              <a:rPr lang="zh-CN" altLang="en-US" dirty="0">
                <a:solidFill>
                  <a:prstClr val="black"/>
                </a:solidFill>
              </a:rPr>
              <a:t>进程控制的职责</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400" b="0" dirty="0">
                <a:solidFill>
                  <a:prstClr val="black"/>
                </a:solidFill>
              </a:rPr>
              <a:t>                对系统中的进程实施有效的管理，负责进程状态的改变。</a:t>
            </a:r>
          </a:p>
          <a:p>
            <a:pPr eaLnBrk="1" hangingPunct="1">
              <a:lnSpc>
                <a:spcPct val="130000"/>
              </a:lnSpc>
              <a:buClr>
                <a:schemeClr val="tx2"/>
              </a:buClr>
              <a:buSzPct val="95000"/>
              <a:buFont typeface="Wingdings" panose="05000000000000000000" pitchFamily="2" charset="2"/>
              <a:buNone/>
              <a:defRPr/>
            </a:pPr>
            <a:r>
              <a:rPr lang="zh-CN" altLang="en-US" sz="2800" b="0" dirty="0">
                <a:solidFill>
                  <a:schemeClr val="tx1"/>
                </a:solidFill>
                <a:latin typeface="Times New Roman" panose="02020603050405020304" pitchFamily="18" charset="0"/>
              </a:rPr>
              <a:t>       </a:t>
            </a:r>
            <a:r>
              <a:rPr lang="zh-CN" altLang="en-US" sz="2400" b="0" dirty="0">
                <a:solidFill>
                  <a:srgbClr val="000099"/>
                </a:solidFill>
                <a:latin typeface="Times New Roman" panose="02020603050405020304" pitchFamily="18" charset="0"/>
                <a:ea typeface="微软雅黑"/>
              </a:rPr>
              <a:t>① 进程状态变化</a:t>
            </a:r>
          </a:p>
          <a:p>
            <a:pPr marL="0" indent="0">
              <a:buNone/>
            </a:pPr>
            <a:endParaRPr lang="zh-CN" altLang="en-US" dirty="0"/>
          </a:p>
        </p:txBody>
      </p:sp>
      <p:sp>
        <p:nvSpPr>
          <p:cNvPr id="4" name="Text Box 9">
            <a:extLst>
              <a:ext uri="{FF2B5EF4-FFF2-40B4-BE49-F238E27FC236}">
                <a16:creationId xmlns:a16="http://schemas.microsoft.com/office/drawing/2014/main" id="{BD703053-5F6C-C31E-5216-8861EA881CAE}"/>
              </a:ext>
            </a:extLst>
          </p:cNvPr>
          <p:cNvSpPr txBox="1">
            <a:spLocks noChangeArrowheads="1"/>
          </p:cNvSpPr>
          <p:nvPr/>
        </p:nvSpPr>
        <p:spPr bwMode="auto">
          <a:xfrm>
            <a:off x="3316288" y="3443288"/>
            <a:ext cx="785812" cy="3365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0">
                <a:solidFill>
                  <a:schemeClr val="tx1"/>
                </a:solidFill>
                <a:latin typeface="Times New Roman" panose="02020603050405020304" pitchFamily="18" charset="0"/>
              </a:rPr>
              <a:t>创建</a:t>
            </a:r>
          </a:p>
        </p:txBody>
      </p:sp>
      <p:sp>
        <p:nvSpPr>
          <p:cNvPr id="5" name="Text Box 10">
            <a:extLst>
              <a:ext uri="{FF2B5EF4-FFF2-40B4-BE49-F238E27FC236}">
                <a16:creationId xmlns:a16="http://schemas.microsoft.com/office/drawing/2014/main" id="{54FC4D55-E0B4-5D20-B1FA-C8B988DFA10B}"/>
              </a:ext>
            </a:extLst>
          </p:cNvPr>
          <p:cNvSpPr txBox="1">
            <a:spLocks noChangeArrowheads="1"/>
          </p:cNvSpPr>
          <p:nvPr/>
        </p:nvSpPr>
        <p:spPr bwMode="auto">
          <a:xfrm>
            <a:off x="4451350" y="3429000"/>
            <a:ext cx="593725" cy="3365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0" dirty="0">
                <a:solidFill>
                  <a:schemeClr val="tx1"/>
                </a:solidFill>
                <a:latin typeface="Times New Roman" panose="02020603050405020304" pitchFamily="18" charset="0"/>
              </a:rPr>
              <a:t>撤销</a:t>
            </a:r>
          </a:p>
        </p:txBody>
      </p:sp>
      <p:grpSp>
        <p:nvGrpSpPr>
          <p:cNvPr id="6" name="Group 29">
            <a:extLst>
              <a:ext uri="{FF2B5EF4-FFF2-40B4-BE49-F238E27FC236}">
                <a16:creationId xmlns:a16="http://schemas.microsoft.com/office/drawing/2014/main" id="{A5708BC6-43A9-9A9B-FD4E-0CCEA290D9DC}"/>
              </a:ext>
            </a:extLst>
          </p:cNvPr>
          <p:cNvGrpSpPr>
            <a:grpSpLocks/>
          </p:cNvGrpSpPr>
          <p:nvPr/>
        </p:nvGrpSpPr>
        <p:grpSpPr bwMode="auto">
          <a:xfrm>
            <a:off x="2792413" y="3719513"/>
            <a:ext cx="3108325" cy="368300"/>
            <a:chOff x="1183" y="2026"/>
            <a:chExt cx="1958" cy="232"/>
          </a:xfrm>
        </p:grpSpPr>
        <p:sp>
          <p:nvSpPr>
            <p:cNvPr id="7" name="Line 11">
              <a:extLst>
                <a:ext uri="{FF2B5EF4-FFF2-40B4-BE49-F238E27FC236}">
                  <a16:creationId xmlns:a16="http://schemas.microsoft.com/office/drawing/2014/main" id="{95F6E552-CCAF-D44B-9802-2267D8134F1B}"/>
                </a:ext>
              </a:extLst>
            </p:cNvPr>
            <p:cNvSpPr>
              <a:spLocks noChangeShapeType="1"/>
            </p:cNvSpPr>
            <p:nvPr/>
          </p:nvSpPr>
          <p:spPr bwMode="auto">
            <a:xfrm>
              <a:off x="1482" y="2142"/>
              <a:ext cx="453"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8" name="Line 12">
              <a:extLst>
                <a:ext uri="{FF2B5EF4-FFF2-40B4-BE49-F238E27FC236}">
                  <a16:creationId xmlns:a16="http://schemas.microsoft.com/office/drawing/2014/main" id="{4DC563C8-4583-8C70-98E8-C0FE6DCA7D22}"/>
                </a:ext>
              </a:extLst>
            </p:cNvPr>
            <p:cNvSpPr>
              <a:spLocks noChangeShapeType="1"/>
            </p:cNvSpPr>
            <p:nvPr/>
          </p:nvSpPr>
          <p:spPr bwMode="auto">
            <a:xfrm>
              <a:off x="2203" y="2142"/>
              <a:ext cx="453"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9" name="Text Box 18">
              <a:extLst>
                <a:ext uri="{FF2B5EF4-FFF2-40B4-BE49-F238E27FC236}">
                  <a16:creationId xmlns:a16="http://schemas.microsoft.com/office/drawing/2014/main" id="{2FE283CE-58AF-ED53-0B02-C56DC5239AA2}"/>
                </a:ext>
              </a:extLst>
            </p:cNvPr>
            <p:cNvSpPr txBox="1">
              <a:spLocks noChangeArrowheads="1"/>
            </p:cNvSpPr>
            <p:nvPr/>
          </p:nvSpPr>
          <p:spPr bwMode="auto">
            <a:xfrm>
              <a:off x="1183" y="2026"/>
              <a:ext cx="357" cy="231"/>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800" b="1" dirty="0">
                  <a:solidFill>
                    <a:schemeClr val="tx1"/>
                  </a:solidFill>
                </a:rPr>
                <a:t>无</a:t>
              </a:r>
            </a:p>
          </p:txBody>
        </p:sp>
        <p:sp>
          <p:nvSpPr>
            <p:cNvPr id="10" name="Text Box 19">
              <a:extLst>
                <a:ext uri="{FF2B5EF4-FFF2-40B4-BE49-F238E27FC236}">
                  <a16:creationId xmlns:a16="http://schemas.microsoft.com/office/drawing/2014/main" id="{C068A46C-28D9-EEA3-8C92-CD792BC6CDCA}"/>
                </a:ext>
              </a:extLst>
            </p:cNvPr>
            <p:cNvSpPr txBox="1">
              <a:spLocks noChangeArrowheads="1"/>
            </p:cNvSpPr>
            <p:nvPr/>
          </p:nvSpPr>
          <p:spPr bwMode="auto">
            <a:xfrm>
              <a:off x="1933" y="2027"/>
              <a:ext cx="357" cy="231"/>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800" b="1">
                  <a:solidFill>
                    <a:schemeClr val="tx1"/>
                  </a:solidFill>
                </a:rPr>
                <a:t>有</a:t>
              </a:r>
            </a:p>
          </p:txBody>
        </p:sp>
        <p:sp>
          <p:nvSpPr>
            <p:cNvPr id="11" name="Text Box 20">
              <a:extLst>
                <a:ext uri="{FF2B5EF4-FFF2-40B4-BE49-F238E27FC236}">
                  <a16:creationId xmlns:a16="http://schemas.microsoft.com/office/drawing/2014/main" id="{5ED6B2E0-7BE9-7706-F871-55D08C8F0AAB}"/>
                </a:ext>
              </a:extLst>
            </p:cNvPr>
            <p:cNvSpPr txBox="1">
              <a:spLocks noChangeArrowheads="1"/>
            </p:cNvSpPr>
            <p:nvPr/>
          </p:nvSpPr>
          <p:spPr bwMode="auto">
            <a:xfrm>
              <a:off x="2701" y="2027"/>
              <a:ext cx="440" cy="231"/>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800" b="1">
                  <a:solidFill>
                    <a:schemeClr val="tx1"/>
                  </a:solidFill>
                  <a:sym typeface="Symbol" panose="05050102010706020507" pitchFamily="18" charset="2"/>
                </a:rPr>
                <a:t>消亡</a:t>
              </a:r>
              <a:endParaRPr kumimoji="1" lang="zh-CN" altLang="en-US" sz="1800" b="1">
                <a:solidFill>
                  <a:schemeClr val="tx1"/>
                </a:solidFill>
              </a:endParaRPr>
            </a:p>
          </p:txBody>
        </p:sp>
      </p:grpSp>
      <p:sp>
        <p:nvSpPr>
          <p:cNvPr id="12" name="Text Box 7">
            <a:extLst>
              <a:ext uri="{FF2B5EF4-FFF2-40B4-BE49-F238E27FC236}">
                <a16:creationId xmlns:a16="http://schemas.microsoft.com/office/drawing/2014/main" id="{F7B35150-2C85-F10B-1CD4-2A5601CAA4DC}"/>
              </a:ext>
            </a:extLst>
          </p:cNvPr>
          <p:cNvSpPr txBox="1">
            <a:spLocks noChangeArrowheads="1"/>
          </p:cNvSpPr>
          <p:nvPr/>
        </p:nvSpPr>
        <p:spPr bwMode="auto">
          <a:xfrm>
            <a:off x="4010025" y="4205288"/>
            <a:ext cx="652463" cy="3365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0">
                <a:solidFill>
                  <a:schemeClr val="tx1"/>
                </a:solidFill>
                <a:latin typeface="Times New Roman" panose="02020603050405020304" pitchFamily="18" charset="0"/>
              </a:rPr>
              <a:t>等待</a:t>
            </a:r>
          </a:p>
        </p:txBody>
      </p:sp>
      <p:grpSp>
        <p:nvGrpSpPr>
          <p:cNvPr id="13" name="Group 30">
            <a:extLst>
              <a:ext uri="{FF2B5EF4-FFF2-40B4-BE49-F238E27FC236}">
                <a16:creationId xmlns:a16="http://schemas.microsoft.com/office/drawing/2014/main" id="{6DA960E4-9DEF-5954-2399-7135E96EF3E6}"/>
              </a:ext>
            </a:extLst>
          </p:cNvPr>
          <p:cNvGrpSpPr>
            <a:grpSpLocks/>
          </p:cNvGrpSpPr>
          <p:nvPr/>
        </p:nvGrpSpPr>
        <p:grpSpPr bwMode="auto">
          <a:xfrm>
            <a:off x="2822575" y="4432300"/>
            <a:ext cx="3035300" cy="381000"/>
            <a:chOff x="1202" y="2466"/>
            <a:chExt cx="1912" cy="240"/>
          </a:xfrm>
        </p:grpSpPr>
        <p:sp>
          <p:nvSpPr>
            <p:cNvPr id="14" name="Line 13">
              <a:extLst>
                <a:ext uri="{FF2B5EF4-FFF2-40B4-BE49-F238E27FC236}">
                  <a16:creationId xmlns:a16="http://schemas.microsoft.com/office/drawing/2014/main" id="{F3571020-328C-6A70-1454-724837517190}"/>
                </a:ext>
              </a:extLst>
            </p:cNvPr>
            <p:cNvSpPr>
              <a:spLocks noChangeShapeType="1"/>
            </p:cNvSpPr>
            <p:nvPr/>
          </p:nvSpPr>
          <p:spPr bwMode="auto">
            <a:xfrm>
              <a:off x="1699" y="2587"/>
              <a:ext cx="907"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5" name="Text Box 21">
              <a:extLst>
                <a:ext uri="{FF2B5EF4-FFF2-40B4-BE49-F238E27FC236}">
                  <a16:creationId xmlns:a16="http://schemas.microsoft.com/office/drawing/2014/main" id="{F95CBFD4-A009-8EC2-1189-ACE39B553AAF}"/>
                </a:ext>
              </a:extLst>
            </p:cNvPr>
            <p:cNvSpPr txBox="1">
              <a:spLocks noChangeArrowheads="1"/>
            </p:cNvSpPr>
            <p:nvPr/>
          </p:nvSpPr>
          <p:spPr bwMode="auto">
            <a:xfrm>
              <a:off x="1202" y="2466"/>
              <a:ext cx="440" cy="231"/>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800" b="1" dirty="0">
                  <a:solidFill>
                    <a:schemeClr val="tx1"/>
                  </a:solidFill>
                  <a:sym typeface="Symbol" panose="05050102010706020507" pitchFamily="18" charset="2"/>
                </a:rPr>
                <a:t>运行</a:t>
              </a:r>
            </a:p>
          </p:txBody>
        </p:sp>
        <p:sp>
          <p:nvSpPr>
            <p:cNvPr id="16" name="Text Box 22">
              <a:extLst>
                <a:ext uri="{FF2B5EF4-FFF2-40B4-BE49-F238E27FC236}">
                  <a16:creationId xmlns:a16="http://schemas.microsoft.com/office/drawing/2014/main" id="{444E9040-2A91-3A83-B8A9-824794632D85}"/>
                </a:ext>
              </a:extLst>
            </p:cNvPr>
            <p:cNvSpPr txBox="1">
              <a:spLocks noChangeArrowheads="1"/>
            </p:cNvSpPr>
            <p:nvPr/>
          </p:nvSpPr>
          <p:spPr bwMode="auto">
            <a:xfrm>
              <a:off x="2674" y="2475"/>
              <a:ext cx="440" cy="231"/>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800" b="1" dirty="0">
                  <a:solidFill>
                    <a:schemeClr val="tx1"/>
                  </a:solidFill>
                  <a:sym typeface="Symbol" panose="05050102010706020507" pitchFamily="18" charset="2"/>
                </a:rPr>
                <a:t>等待</a:t>
              </a:r>
            </a:p>
          </p:txBody>
        </p:sp>
      </p:grpSp>
      <p:sp>
        <p:nvSpPr>
          <p:cNvPr id="17" name="Text Box 8">
            <a:extLst>
              <a:ext uri="{FF2B5EF4-FFF2-40B4-BE49-F238E27FC236}">
                <a16:creationId xmlns:a16="http://schemas.microsoft.com/office/drawing/2014/main" id="{332DC676-96B5-3BA6-5845-CC6FC95FF7E4}"/>
              </a:ext>
            </a:extLst>
          </p:cNvPr>
          <p:cNvSpPr txBox="1">
            <a:spLocks noChangeArrowheads="1"/>
          </p:cNvSpPr>
          <p:nvPr/>
        </p:nvSpPr>
        <p:spPr bwMode="auto">
          <a:xfrm>
            <a:off x="4059238" y="4918075"/>
            <a:ext cx="609600" cy="3365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0">
                <a:solidFill>
                  <a:schemeClr val="tx1"/>
                </a:solidFill>
                <a:latin typeface="Times New Roman" panose="02020603050405020304" pitchFamily="18" charset="0"/>
              </a:rPr>
              <a:t>唤醒</a:t>
            </a:r>
          </a:p>
        </p:txBody>
      </p:sp>
      <p:grpSp>
        <p:nvGrpSpPr>
          <p:cNvPr id="18" name="Group 31">
            <a:extLst>
              <a:ext uri="{FF2B5EF4-FFF2-40B4-BE49-F238E27FC236}">
                <a16:creationId xmlns:a16="http://schemas.microsoft.com/office/drawing/2014/main" id="{17CA4D28-1162-2452-320E-7E91F767139D}"/>
              </a:ext>
            </a:extLst>
          </p:cNvPr>
          <p:cNvGrpSpPr>
            <a:grpSpLocks/>
          </p:cNvGrpSpPr>
          <p:nvPr/>
        </p:nvGrpSpPr>
        <p:grpSpPr bwMode="auto">
          <a:xfrm>
            <a:off x="2824163" y="5116513"/>
            <a:ext cx="3003550" cy="368300"/>
            <a:chOff x="1203" y="2933"/>
            <a:chExt cx="1892" cy="232"/>
          </a:xfrm>
        </p:grpSpPr>
        <p:sp>
          <p:nvSpPr>
            <p:cNvPr id="19" name="Line 15">
              <a:extLst>
                <a:ext uri="{FF2B5EF4-FFF2-40B4-BE49-F238E27FC236}">
                  <a16:creationId xmlns:a16="http://schemas.microsoft.com/office/drawing/2014/main" id="{DEF246EB-C435-75FA-D04E-20F1953448B1}"/>
                </a:ext>
              </a:extLst>
            </p:cNvPr>
            <p:cNvSpPr>
              <a:spLocks noChangeShapeType="1"/>
            </p:cNvSpPr>
            <p:nvPr/>
          </p:nvSpPr>
          <p:spPr bwMode="auto">
            <a:xfrm>
              <a:off x="1700" y="3065"/>
              <a:ext cx="907" cy="0"/>
            </a:xfrm>
            <a:prstGeom prst="line">
              <a:avLst/>
            </a:prstGeom>
            <a:noFill/>
            <a:ln w="9525">
              <a:solidFill>
                <a:schemeClr val="tx1"/>
              </a:solidFill>
              <a:round/>
              <a:headEnd type="triangle" w="sm"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0" name="Text Box 17">
              <a:extLst>
                <a:ext uri="{FF2B5EF4-FFF2-40B4-BE49-F238E27FC236}">
                  <a16:creationId xmlns:a16="http://schemas.microsoft.com/office/drawing/2014/main" id="{02F265D7-14A3-38BE-CE9F-92745760AB2F}"/>
                </a:ext>
              </a:extLst>
            </p:cNvPr>
            <p:cNvSpPr txBox="1">
              <a:spLocks noChangeArrowheads="1"/>
            </p:cNvSpPr>
            <p:nvPr/>
          </p:nvSpPr>
          <p:spPr bwMode="auto">
            <a:xfrm>
              <a:off x="1203" y="2934"/>
              <a:ext cx="440" cy="231"/>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800" b="1" dirty="0">
                  <a:solidFill>
                    <a:schemeClr val="tx1"/>
                  </a:solidFill>
                  <a:sym typeface="Symbol" panose="05050102010706020507" pitchFamily="18" charset="2"/>
                </a:rPr>
                <a:t>就绪</a:t>
              </a:r>
            </a:p>
          </p:txBody>
        </p:sp>
        <p:sp>
          <p:nvSpPr>
            <p:cNvPr id="21" name="Text Box 24">
              <a:extLst>
                <a:ext uri="{FF2B5EF4-FFF2-40B4-BE49-F238E27FC236}">
                  <a16:creationId xmlns:a16="http://schemas.microsoft.com/office/drawing/2014/main" id="{7A8B9AFD-BA25-266E-D27B-7A4F892D135B}"/>
                </a:ext>
              </a:extLst>
            </p:cNvPr>
            <p:cNvSpPr txBox="1">
              <a:spLocks noChangeArrowheads="1"/>
            </p:cNvSpPr>
            <p:nvPr/>
          </p:nvSpPr>
          <p:spPr bwMode="auto">
            <a:xfrm>
              <a:off x="2655" y="2933"/>
              <a:ext cx="440" cy="231"/>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800" b="1" dirty="0">
                  <a:solidFill>
                    <a:schemeClr val="tx1"/>
                  </a:solidFill>
                  <a:sym typeface="Symbol" panose="05050102010706020507" pitchFamily="18" charset="2"/>
                </a:rPr>
                <a:t>等待</a:t>
              </a:r>
            </a:p>
          </p:txBody>
        </p:sp>
      </p:grpSp>
      <p:sp>
        <p:nvSpPr>
          <p:cNvPr id="22" name="Rectangle 28">
            <a:extLst>
              <a:ext uri="{FF2B5EF4-FFF2-40B4-BE49-F238E27FC236}">
                <a16:creationId xmlns:a16="http://schemas.microsoft.com/office/drawing/2014/main" id="{6C27B142-37AE-AE1D-5F35-BBD744E7E8C5}"/>
              </a:ext>
            </a:extLst>
          </p:cNvPr>
          <p:cNvSpPr>
            <a:spLocks noChangeArrowheads="1"/>
          </p:cNvSpPr>
          <p:nvPr/>
        </p:nvSpPr>
        <p:spPr bwMode="auto">
          <a:xfrm>
            <a:off x="1086644" y="5417707"/>
            <a:ext cx="6926263" cy="1150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eaLnBrk="1" hangingPunct="1">
              <a:lnSpc>
                <a:spcPct val="130000"/>
              </a:lnSpc>
              <a:buClr>
                <a:schemeClr val="tx2"/>
              </a:buClr>
              <a:buSzPct val="95000"/>
              <a:buFont typeface="Wingdings" panose="05000000000000000000" pitchFamily="2" charset="2"/>
              <a:buNone/>
              <a:defRPr/>
            </a:pPr>
            <a:r>
              <a:rPr lang="en-US" altLang="zh-CN" sz="2400" dirty="0">
                <a:solidFill>
                  <a:srgbClr val="000099"/>
                </a:solidFill>
                <a:effectLst/>
                <a:latin typeface="Times New Roman" panose="02020603050405020304" pitchFamily="18" charset="0"/>
                <a:ea typeface="微软雅黑"/>
              </a:rPr>
              <a:t>② </a:t>
            </a:r>
            <a:r>
              <a:rPr lang="zh-CN" altLang="en-US" sz="2400" dirty="0">
                <a:solidFill>
                  <a:srgbClr val="000099"/>
                </a:solidFill>
                <a:effectLst/>
                <a:latin typeface="Times New Roman" panose="02020603050405020304" pitchFamily="18" charset="0"/>
                <a:ea typeface="微软雅黑"/>
              </a:rPr>
              <a:t>常用的进程控制原语</a:t>
            </a:r>
          </a:p>
          <a:p>
            <a:pPr eaLnBrk="1" hangingPunct="1">
              <a:lnSpc>
                <a:spcPct val="130000"/>
              </a:lnSpc>
              <a:buClr>
                <a:schemeClr val="tx2"/>
              </a:buClr>
              <a:buSzPct val="95000"/>
              <a:buFont typeface="Wingdings" panose="05000000000000000000" pitchFamily="2" charset="2"/>
              <a:buNone/>
              <a:defRPr/>
            </a:pPr>
            <a:r>
              <a:rPr lang="zh-CN" altLang="en-US" sz="2400" b="0" dirty="0">
                <a:solidFill>
                  <a:schemeClr val="tx1"/>
                </a:solidFill>
                <a:latin typeface="Times New Roman" panose="02020603050405020304" pitchFamily="18" charset="0"/>
              </a:rPr>
              <a:t>        </a:t>
            </a:r>
            <a:r>
              <a:rPr lang="zh-CN" altLang="en-US" sz="2400" dirty="0">
                <a:solidFill>
                  <a:schemeClr val="tx1"/>
                </a:solidFill>
                <a:effectLst/>
                <a:latin typeface="Times New Roman" panose="02020603050405020304" pitchFamily="18" charset="0"/>
              </a:rPr>
              <a:t>创建原语、撤消原语、阻塞原语、唤醒原语</a:t>
            </a:r>
          </a:p>
        </p:txBody>
      </p:sp>
    </p:spTree>
    <p:extLst>
      <p:ext uri="{BB962C8B-B14F-4D97-AF65-F5344CB8AC3E}">
        <p14:creationId xmlns:p14="http://schemas.microsoft.com/office/powerpoint/2010/main" val="29468891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149E3E-675C-B1B3-C4EC-34DD654EDDDF}"/>
              </a:ext>
            </a:extLst>
          </p:cNvPr>
          <p:cNvSpPr>
            <a:spLocks noGrp="1"/>
          </p:cNvSpPr>
          <p:nvPr>
            <p:ph type="title"/>
          </p:nvPr>
        </p:nvSpPr>
        <p:spPr/>
        <p:txBody>
          <a:bodyPr/>
          <a:lstStyle/>
          <a:p>
            <a:pPr eaLnBrk="1" hangingPunct="1">
              <a:spcBef>
                <a:spcPct val="0"/>
              </a:spcBef>
            </a:pPr>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进程控制</a:t>
            </a:r>
          </a:p>
        </p:txBody>
      </p:sp>
      <p:sp>
        <p:nvSpPr>
          <p:cNvPr id="4" name="Rectangle 3">
            <a:extLst>
              <a:ext uri="{FF2B5EF4-FFF2-40B4-BE49-F238E27FC236}">
                <a16:creationId xmlns:a16="http://schemas.microsoft.com/office/drawing/2014/main" id="{83F13CD7-872E-58E8-8B33-BC3129F5818C}"/>
              </a:ext>
            </a:extLst>
          </p:cNvPr>
          <p:cNvSpPr>
            <a:spLocks noChangeArrowheads="1"/>
          </p:cNvSpPr>
          <p:nvPr/>
        </p:nvSpPr>
        <p:spPr bwMode="auto">
          <a:xfrm>
            <a:off x="498934" y="830079"/>
            <a:ext cx="8318500" cy="1735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spcBef>
                <a:spcPts val="1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(2)  </a:t>
            </a:r>
            <a:r>
              <a:rPr lang="zh-CN" altLang="en-US" sz="2600" b="1" dirty="0">
                <a:solidFill>
                  <a:prstClr val="black"/>
                </a:solidFill>
                <a:effectLst/>
                <a:latin typeface="微软雅黑" panose="020B0503020204020204" pitchFamily="34" charset="-122"/>
                <a:ea typeface="微软雅黑" panose="020B0503020204020204" pitchFamily="34" charset="-122"/>
              </a:rPr>
              <a:t>进程创建</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400" dirty="0">
                <a:solidFill>
                  <a:srgbClr val="000099"/>
                </a:solidFill>
                <a:effectLst/>
                <a:latin typeface="宋体" panose="02010600030101010101" pitchFamily="2" charset="-122"/>
              </a:rPr>
              <a:t>① </a:t>
            </a:r>
            <a:r>
              <a:rPr lang="zh-CN" altLang="en-US" sz="2400" dirty="0">
                <a:solidFill>
                  <a:srgbClr val="000099"/>
                </a:solidFill>
                <a:effectLst/>
                <a:latin typeface="Times New Roman" panose="02020603050405020304" pitchFamily="18" charset="0"/>
              </a:rPr>
              <a:t>进程创建原语的形式</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000" b="0" dirty="0">
                <a:solidFill>
                  <a:schemeClr val="tx1"/>
                </a:solidFill>
                <a:effectLst/>
                <a:latin typeface="Times New Roman" panose="02020603050405020304" pitchFamily="18" charset="0"/>
              </a:rPr>
              <a:t>       </a:t>
            </a:r>
            <a:r>
              <a:rPr lang="en-US" altLang="zh-CN" sz="2400" b="0" dirty="0">
                <a:solidFill>
                  <a:schemeClr val="tx1"/>
                </a:solidFill>
                <a:effectLst/>
                <a:latin typeface="Times New Roman" panose="02020603050405020304" pitchFamily="18" charset="0"/>
              </a:rPr>
              <a:t>create (name</a:t>
            </a:r>
            <a:r>
              <a:rPr lang="zh-CN" altLang="en-US" sz="2400" b="0" dirty="0">
                <a:solidFill>
                  <a:schemeClr val="tx1"/>
                </a:solidFill>
                <a:effectLst/>
                <a:latin typeface="Times New Roman" panose="02020603050405020304" pitchFamily="18" charset="0"/>
              </a:rPr>
              <a:t>，</a:t>
            </a:r>
            <a:r>
              <a:rPr lang="en-US" altLang="zh-CN" sz="2400" b="0" dirty="0">
                <a:solidFill>
                  <a:schemeClr val="tx1"/>
                </a:solidFill>
                <a:effectLst/>
                <a:latin typeface="Times New Roman" panose="02020603050405020304" pitchFamily="18" charset="0"/>
              </a:rPr>
              <a:t>priority)           </a:t>
            </a:r>
          </a:p>
        </p:txBody>
      </p:sp>
      <p:sp>
        <p:nvSpPr>
          <p:cNvPr id="5" name="Rectangle 7">
            <a:extLst>
              <a:ext uri="{FF2B5EF4-FFF2-40B4-BE49-F238E27FC236}">
                <a16:creationId xmlns:a16="http://schemas.microsoft.com/office/drawing/2014/main" id="{2A25F139-A812-25F6-2E8A-7FB6CB3FD2E4}"/>
              </a:ext>
            </a:extLst>
          </p:cNvPr>
          <p:cNvSpPr>
            <a:spLocks noChangeArrowheads="1"/>
          </p:cNvSpPr>
          <p:nvPr/>
        </p:nvSpPr>
        <p:spPr bwMode="auto">
          <a:xfrm>
            <a:off x="933909" y="2382654"/>
            <a:ext cx="5256213" cy="1264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1143000" lvl="2" indent="-228600" algn="just">
              <a:lnSpc>
                <a:spcPct val="150000"/>
              </a:lnSpc>
              <a:spcBef>
                <a:spcPts val="500"/>
              </a:spcBef>
              <a:buClr>
                <a:srgbClr val="FFC000"/>
              </a:buClr>
              <a:buSzPct val="95000"/>
              <a:buFont typeface="Wingdings" panose="05000000000000000000" pitchFamily="2" charset="2"/>
              <a:buChar char="u"/>
              <a:defRPr/>
            </a:pPr>
            <a:r>
              <a:rPr lang="en-US" altLang="zh-CN" dirty="0">
                <a:solidFill>
                  <a:schemeClr val="tx1"/>
                </a:solidFill>
                <a:effectLst/>
                <a:latin typeface="Times New Roman" panose="02020603050405020304" pitchFamily="18" charset="0"/>
              </a:rPr>
              <a:t>name</a:t>
            </a:r>
            <a:r>
              <a:rPr lang="zh-CN" altLang="en-US" dirty="0">
                <a:solidFill>
                  <a:prstClr val="black"/>
                </a:solidFill>
                <a:effectLst/>
                <a:latin typeface="微软雅黑" panose="020B0503020204020204" pitchFamily="34" charset="-122"/>
                <a:ea typeface="微软雅黑" panose="020B0503020204020204" pitchFamily="34" charset="-122"/>
              </a:rPr>
              <a:t>为被创建进程的标识符</a:t>
            </a:r>
          </a:p>
          <a:p>
            <a:pPr marL="1143000" lvl="2" indent="-228600" algn="just">
              <a:lnSpc>
                <a:spcPct val="150000"/>
              </a:lnSpc>
              <a:spcBef>
                <a:spcPts val="500"/>
              </a:spcBef>
              <a:buClr>
                <a:srgbClr val="FFC000"/>
              </a:buClr>
              <a:buSzPct val="95000"/>
              <a:buFont typeface="Wingdings" panose="05000000000000000000" pitchFamily="2" charset="2"/>
              <a:buChar char="u"/>
              <a:defRPr/>
            </a:pPr>
            <a:r>
              <a:rPr lang="en-US" altLang="zh-CN" dirty="0">
                <a:solidFill>
                  <a:schemeClr val="tx1"/>
                </a:solidFill>
                <a:effectLst/>
                <a:latin typeface="Times New Roman" panose="02020603050405020304" pitchFamily="18" charset="0"/>
              </a:rPr>
              <a:t>priority</a:t>
            </a:r>
            <a:r>
              <a:rPr lang="zh-CN" altLang="en-US" dirty="0">
                <a:solidFill>
                  <a:prstClr val="black"/>
                </a:solidFill>
                <a:effectLst/>
                <a:latin typeface="微软雅黑" panose="020B0503020204020204" pitchFamily="34" charset="-122"/>
                <a:ea typeface="微软雅黑" panose="020B0503020204020204" pitchFamily="34" charset="-122"/>
              </a:rPr>
              <a:t>为进程优先级</a:t>
            </a:r>
          </a:p>
        </p:txBody>
      </p:sp>
      <p:sp>
        <p:nvSpPr>
          <p:cNvPr id="6" name="Rectangle 8">
            <a:extLst>
              <a:ext uri="{FF2B5EF4-FFF2-40B4-BE49-F238E27FC236}">
                <a16:creationId xmlns:a16="http://schemas.microsoft.com/office/drawing/2014/main" id="{3B6CD518-548C-8AF0-6EE5-8986B5640ABC}"/>
              </a:ext>
            </a:extLst>
          </p:cNvPr>
          <p:cNvSpPr>
            <a:spLocks noChangeArrowheads="1"/>
          </p:cNvSpPr>
          <p:nvPr/>
        </p:nvSpPr>
        <p:spPr bwMode="auto">
          <a:xfrm>
            <a:off x="487822" y="3689167"/>
            <a:ext cx="8318500" cy="1150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30000"/>
              </a:lnSpc>
              <a:buFont typeface="Wingdings" panose="05000000000000000000" pitchFamily="2" charset="2"/>
              <a:buNone/>
            </a:pPr>
            <a:r>
              <a:rPr lang="en-US" altLang="zh-CN" sz="2400" dirty="0">
                <a:solidFill>
                  <a:srgbClr val="000099"/>
                </a:solidFill>
                <a:latin typeface="宋体" panose="02010600030101010101" pitchFamily="2" charset="-122"/>
              </a:rPr>
              <a:t>② </a:t>
            </a:r>
            <a:r>
              <a:rPr lang="zh-CN" altLang="en-US" sz="2400" dirty="0">
                <a:solidFill>
                  <a:srgbClr val="000099"/>
                </a:solidFill>
                <a:latin typeface="Times New Roman" panose="02020603050405020304" pitchFamily="18" charset="0"/>
              </a:rPr>
              <a:t>进程创建原语的功能</a:t>
            </a:r>
          </a:p>
          <a:p>
            <a:pPr eaLnBrk="1" hangingPunct="1">
              <a:lnSpc>
                <a:spcPct val="130000"/>
              </a:lnSpc>
              <a:buFont typeface="Wingdings" panose="05000000000000000000" pitchFamily="2" charset="2"/>
              <a:buNone/>
            </a:pPr>
            <a:r>
              <a:rPr lang="zh-CN" altLang="en-US" sz="2400" b="0" dirty="0">
                <a:solidFill>
                  <a:schemeClr val="tx1"/>
                </a:solidFill>
                <a:latin typeface="Times New Roman" panose="02020603050405020304" pitchFamily="18" charset="0"/>
              </a:rPr>
              <a:t>        创建一个具有指定标识符的进程，建立进程的</a:t>
            </a:r>
            <a:r>
              <a:rPr lang="en-US" altLang="zh-CN" sz="2400" b="0" dirty="0">
                <a:solidFill>
                  <a:schemeClr val="tx1"/>
                </a:solidFill>
                <a:latin typeface="Times New Roman" panose="02020603050405020304" pitchFamily="18" charset="0"/>
              </a:rPr>
              <a:t>PCB</a:t>
            </a:r>
            <a:r>
              <a:rPr lang="zh-CN" altLang="en-US" sz="2400" b="0" dirty="0">
                <a:solidFill>
                  <a:schemeClr val="tx1"/>
                </a:solidFill>
                <a:latin typeface="Times New Roman" panose="02020603050405020304" pitchFamily="18" charset="0"/>
              </a:rPr>
              <a:t>结构。</a:t>
            </a:r>
          </a:p>
        </p:txBody>
      </p:sp>
    </p:spTree>
    <p:extLst>
      <p:ext uri="{BB962C8B-B14F-4D97-AF65-F5344CB8AC3E}">
        <p14:creationId xmlns:p14="http://schemas.microsoft.com/office/powerpoint/2010/main" val="35730610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37748-232E-13D8-38B0-439401802923}"/>
              </a:ext>
            </a:extLst>
          </p:cNvPr>
          <p:cNvSpPr>
            <a:spLocks noGrp="1"/>
          </p:cNvSpPr>
          <p:nvPr>
            <p:ph type="title"/>
          </p:nvPr>
        </p:nvSpPr>
        <p:spPr/>
        <p:txBody>
          <a:bodyPr/>
          <a:lstStyle/>
          <a:p>
            <a:pPr eaLnBrk="1" hangingPunct="1">
              <a:spcBef>
                <a:spcPct val="0"/>
              </a:spcBef>
            </a:pPr>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进程控制</a:t>
            </a:r>
          </a:p>
        </p:txBody>
      </p:sp>
      <p:sp>
        <p:nvSpPr>
          <p:cNvPr id="4" name="Rectangle 5">
            <a:extLst>
              <a:ext uri="{FF2B5EF4-FFF2-40B4-BE49-F238E27FC236}">
                <a16:creationId xmlns:a16="http://schemas.microsoft.com/office/drawing/2014/main" id="{1DE7522D-EF89-0122-F25A-B953856C5140}"/>
              </a:ext>
            </a:extLst>
          </p:cNvPr>
          <p:cNvSpPr>
            <a:spLocks noChangeArrowheads="1"/>
          </p:cNvSpPr>
          <p:nvPr/>
        </p:nvSpPr>
        <p:spPr bwMode="auto">
          <a:xfrm>
            <a:off x="1288324" y="1369829"/>
            <a:ext cx="2973389" cy="581057"/>
          </a:xfrm>
          <a:prstGeom prst="rect">
            <a:avLst/>
          </a:prstGeom>
        </p:spPr>
        <p:txBody>
          <a:bodyPr wrap="square">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381000" indent="-228600" algn="just">
              <a:lnSpc>
                <a:spcPct val="150000"/>
              </a:lnSpc>
              <a:spcBef>
                <a:spcPts val="500"/>
              </a:spcBef>
              <a:buClr>
                <a:srgbClr val="FFC000"/>
              </a:buClr>
              <a:buFont typeface="Wingdings" panose="05000000000000000000" pitchFamily="2" charset="2"/>
              <a:buChar char="u"/>
              <a:defRPr/>
            </a:pPr>
            <a:r>
              <a:rPr lang="en-US" altLang="zh-CN" sz="2400" dirty="0">
                <a:solidFill>
                  <a:prstClr val="black"/>
                </a:solidFill>
                <a:latin typeface="微软雅黑" panose="020B0503020204020204" pitchFamily="34" charset="-122"/>
                <a:ea typeface="微软雅黑" panose="020B0503020204020204" pitchFamily="34" charset="-122"/>
              </a:rPr>
              <a:t>PCB</a:t>
            </a:r>
            <a:r>
              <a:rPr lang="zh-CN" altLang="en-US" sz="2400" dirty="0">
                <a:solidFill>
                  <a:prstClr val="black"/>
                </a:solidFill>
                <a:latin typeface="微软雅黑" panose="020B0503020204020204" pitchFamily="34" charset="-122"/>
                <a:ea typeface="微软雅黑" panose="020B0503020204020204" pitchFamily="34" charset="-122"/>
              </a:rPr>
              <a:t>池</a:t>
            </a:r>
          </a:p>
        </p:txBody>
      </p:sp>
      <p:sp>
        <p:nvSpPr>
          <p:cNvPr id="5" name="Rectangle 6">
            <a:extLst>
              <a:ext uri="{FF2B5EF4-FFF2-40B4-BE49-F238E27FC236}">
                <a16:creationId xmlns:a16="http://schemas.microsoft.com/office/drawing/2014/main" id="{9C75BF5B-C5CF-5B9A-FC0D-C100850EE7F4}"/>
              </a:ext>
            </a:extLst>
          </p:cNvPr>
          <p:cNvSpPr>
            <a:spLocks noChangeArrowheads="1"/>
          </p:cNvSpPr>
          <p:nvPr/>
        </p:nvSpPr>
        <p:spPr bwMode="auto">
          <a:xfrm>
            <a:off x="1013686" y="830079"/>
            <a:ext cx="648970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20000"/>
              </a:lnSpc>
              <a:spcBef>
                <a:spcPct val="20000"/>
              </a:spcBef>
              <a:buFont typeface="Wingdings" panose="05000000000000000000" pitchFamily="2" charset="2"/>
              <a:buNone/>
            </a:pPr>
            <a:r>
              <a:rPr lang="en-US" altLang="zh-CN" sz="2400">
                <a:solidFill>
                  <a:srgbClr val="000099"/>
                </a:solidFill>
                <a:latin typeface="宋体" panose="02010600030101010101" pitchFamily="2" charset="-122"/>
              </a:rPr>
              <a:t>③ </a:t>
            </a:r>
            <a:r>
              <a:rPr lang="zh-CN" altLang="en-US" sz="2400">
                <a:solidFill>
                  <a:srgbClr val="000099"/>
                </a:solidFill>
                <a:latin typeface="Times New Roman" panose="02020603050405020304" pitchFamily="18" charset="0"/>
              </a:rPr>
              <a:t>进程创建原语的实现</a:t>
            </a:r>
            <a:r>
              <a:rPr lang="zh-CN" altLang="en-US" sz="2000" b="0">
                <a:solidFill>
                  <a:schemeClr val="tx1"/>
                </a:solidFill>
                <a:latin typeface="Times New Roman" panose="02020603050405020304" pitchFamily="18" charset="0"/>
              </a:rPr>
              <a:t>        </a:t>
            </a:r>
          </a:p>
        </p:txBody>
      </p:sp>
      <p:grpSp>
        <p:nvGrpSpPr>
          <p:cNvPr id="6" name="Group 60">
            <a:extLst>
              <a:ext uri="{FF2B5EF4-FFF2-40B4-BE49-F238E27FC236}">
                <a16:creationId xmlns:a16="http://schemas.microsoft.com/office/drawing/2014/main" id="{0B59AA4D-8E83-872E-1815-9339694112C8}"/>
              </a:ext>
            </a:extLst>
          </p:cNvPr>
          <p:cNvGrpSpPr>
            <a:grpSpLocks/>
          </p:cNvGrpSpPr>
          <p:nvPr/>
        </p:nvGrpSpPr>
        <p:grpSpPr bwMode="auto">
          <a:xfrm>
            <a:off x="1361349" y="2395354"/>
            <a:ext cx="1524000" cy="2898775"/>
            <a:chOff x="633" y="1346"/>
            <a:chExt cx="960" cy="1826"/>
          </a:xfrm>
        </p:grpSpPr>
        <p:sp>
          <p:nvSpPr>
            <p:cNvPr id="7" name="Rectangle 8">
              <a:extLst>
                <a:ext uri="{FF2B5EF4-FFF2-40B4-BE49-F238E27FC236}">
                  <a16:creationId xmlns:a16="http://schemas.microsoft.com/office/drawing/2014/main" id="{4D53BC6E-15D0-8AF6-86BA-D6882D8BFFF2}"/>
                </a:ext>
              </a:extLst>
            </p:cNvPr>
            <p:cNvSpPr>
              <a:spLocks noChangeArrowheads="1"/>
            </p:cNvSpPr>
            <p:nvPr/>
          </p:nvSpPr>
          <p:spPr bwMode="auto">
            <a:xfrm>
              <a:off x="633" y="1410"/>
              <a:ext cx="960" cy="1762"/>
            </a:xfrm>
            <a:prstGeom prst="rect">
              <a:avLst/>
            </a:prstGeom>
            <a:solidFill>
              <a:srgbClr val="CCECFF"/>
            </a:solidFill>
            <a:ln w="25400">
              <a:solidFill>
                <a:srgbClr val="000000"/>
              </a:solidFill>
              <a:miter lim="800000"/>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dirty="0">
                <a:solidFill>
                  <a:srgbClr val="4138FA"/>
                </a:solidFill>
                <a:effectLst>
                  <a:outerShdw blurRad="38100" dist="38100" dir="2700000" algn="tl">
                    <a:srgbClr val="000000"/>
                  </a:outerShdw>
                </a:effectLst>
              </a:endParaRPr>
            </a:p>
          </p:txBody>
        </p:sp>
        <p:sp>
          <p:nvSpPr>
            <p:cNvPr id="8" name="Text Box 9">
              <a:extLst>
                <a:ext uri="{FF2B5EF4-FFF2-40B4-BE49-F238E27FC236}">
                  <a16:creationId xmlns:a16="http://schemas.microsoft.com/office/drawing/2014/main" id="{56EE9FFB-5A65-6A87-CF0C-0CFBEDBC52DE}"/>
                </a:ext>
              </a:extLst>
            </p:cNvPr>
            <p:cNvSpPr txBox="1">
              <a:spLocks noChangeArrowheads="1"/>
            </p:cNvSpPr>
            <p:nvPr/>
          </p:nvSpPr>
          <p:spPr bwMode="auto">
            <a:xfrm>
              <a:off x="986" y="1346"/>
              <a:ext cx="282" cy="288"/>
            </a:xfrm>
            <a:prstGeom prst="rect">
              <a:avLst/>
            </a:prstGeom>
            <a:noFill/>
            <a:ln>
              <a:noFill/>
            </a:ln>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a</a:t>
              </a:r>
            </a:p>
          </p:txBody>
        </p:sp>
        <p:sp>
          <p:nvSpPr>
            <p:cNvPr id="9" name="Text Box 10">
              <a:extLst>
                <a:ext uri="{FF2B5EF4-FFF2-40B4-BE49-F238E27FC236}">
                  <a16:creationId xmlns:a16="http://schemas.microsoft.com/office/drawing/2014/main" id="{2C053551-C905-3EC1-8919-E19C70E90381}"/>
                </a:ext>
              </a:extLst>
            </p:cNvPr>
            <p:cNvSpPr txBox="1">
              <a:spLocks noChangeArrowheads="1"/>
            </p:cNvSpPr>
            <p:nvPr/>
          </p:nvSpPr>
          <p:spPr bwMode="auto">
            <a:xfrm>
              <a:off x="1004" y="1856"/>
              <a:ext cx="232" cy="254"/>
            </a:xfrm>
            <a:prstGeom prst="rect">
              <a:avLst/>
            </a:prstGeom>
            <a:noFill/>
            <a:ln>
              <a:noFill/>
            </a:ln>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b</a:t>
              </a:r>
            </a:p>
          </p:txBody>
        </p:sp>
        <p:sp>
          <p:nvSpPr>
            <p:cNvPr id="10" name="Text Box 11">
              <a:extLst>
                <a:ext uri="{FF2B5EF4-FFF2-40B4-BE49-F238E27FC236}">
                  <a16:creationId xmlns:a16="http://schemas.microsoft.com/office/drawing/2014/main" id="{F6DD0DFF-2FEB-21BC-7E44-B571969AEDCD}"/>
                </a:ext>
              </a:extLst>
            </p:cNvPr>
            <p:cNvSpPr txBox="1">
              <a:spLocks noChangeArrowheads="1"/>
            </p:cNvSpPr>
            <p:nvPr/>
          </p:nvSpPr>
          <p:spPr bwMode="auto">
            <a:xfrm>
              <a:off x="950" y="2264"/>
              <a:ext cx="351" cy="229"/>
            </a:xfrm>
            <a:prstGeom prst="rect">
              <a:avLst/>
            </a:prstGeom>
            <a:noFill/>
            <a:ln>
              <a:noFill/>
            </a:ln>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sym typeface="Symbol" panose="05050102010706020507" pitchFamily="18" charset="2"/>
                </a:rPr>
                <a:t></a:t>
              </a:r>
              <a:r>
                <a:rPr kumimoji="1" lang="en-US" altLang="zh-CN" sz="1600" b="1">
                  <a:solidFill>
                    <a:schemeClr val="tx1"/>
                  </a:solidFill>
                  <a:latin typeface="Times New Roman" panose="02020603050405020304" pitchFamily="18" charset="0"/>
                </a:rPr>
                <a:t>1</a:t>
              </a:r>
            </a:p>
          </p:txBody>
        </p:sp>
        <p:sp>
          <p:nvSpPr>
            <p:cNvPr id="11" name="Line 12">
              <a:extLst>
                <a:ext uri="{FF2B5EF4-FFF2-40B4-BE49-F238E27FC236}">
                  <a16:creationId xmlns:a16="http://schemas.microsoft.com/office/drawing/2014/main" id="{4F12ACC3-FE14-EEC1-1711-C3A805A98661}"/>
                </a:ext>
              </a:extLst>
            </p:cNvPr>
            <p:cNvSpPr>
              <a:spLocks noChangeShapeType="1"/>
            </p:cNvSpPr>
            <p:nvPr/>
          </p:nvSpPr>
          <p:spPr bwMode="auto">
            <a:xfrm>
              <a:off x="633" y="1559"/>
              <a:ext cx="9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2" name="Line 13">
              <a:extLst>
                <a:ext uri="{FF2B5EF4-FFF2-40B4-BE49-F238E27FC236}">
                  <a16:creationId xmlns:a16="http://schemas.microsoft.com/office/drawing/2014/main" id="{A1056022-E510-42A2-42E2-EB5B09ABB5DF}"/>
                </a:ext>
              </a:extLst>
            </p:cNvPr>
            <p:cNvSpPr>
              <a:spLocks noChangeShapeType="1"/>
            </p:cNvSpPr>
            <p:nvPr/>
          </p:nvSpPr>
          <p:spPr bwMode="auto">
            <a:xfrm>
              <a:off x="633" y="1856"/>
              <a:ext cx="96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3" name="Line 14">
              <a:extLst>
                <a:ext uri="{FF2B5EF4-FFF2-40B4-BE49-F238E27FC236}">
                  <a16:creationId xmlns:a16="http://schemas.microsoft.com/office/drawing/2014/main" id="{A21C4BE7-120B-B705-AA25-EC453FF44307}"/>
                </a:ext>
              </a:extLst>
            </p:cNvPr>
            <p:cNvSpPr>
              <a:spLocks noChangeShapeType="1"/>
            </p:cNvSpPr>
            <p:nvPr/>
          </p:nvSpPr>
          <p:spPr bwMode="auto">
            <a:xfrm>
              <a:off x="633" y="2040"/>
              <a:ext cx="9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4" name="Line 15">
              <a:extLst>
                <a:ext uri="{FF2B5EF4-FFF2-40B4-BE49-F238E27FC236}">
                  <a16:creationId xmlns:a16="http://schemas.microsoft.com/office/drawing/2014/main" id="{7AD8E47B-2175-ED68-51E7-36B114762379}"/>
                </a:ext>
              </a:extLst>
            </p:cNvPr>
            <p:cNvSpPr>
              <a:spLocks noChangeShapeType="1"/>
            </p:cNvSpPr>
            <p:nvPr/>
          </p:nvSpPr>
          <p:spPr bwMode="auto">
            <a:xfrm>
              <a:off x="633" y="2489"/>
              <a:ext cx="9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5" name="Line 16">
              <a:extLst>
                <a:ext uri="{FF2B5EF4-FFF2-40B4-BE49-F238E27FC236}">
                  <a16:creationId xmlns:a16="http://schemas.microsoft.com/office/drawing/2014/main" id="{C2DB9FBA-BE5B-9D15-16F8-258300FA5D56}"/>
                </a:ext>
              </a:extLst>
            </p:cNvPr>
            <p:cNvSpPr>
              <a:spLocks noChangeShapeType="1"/>
            </p:cNvSpPr>
            <p:nvPr/>
          </p:nvSpPr>
          <p:spPr bwMode="auto">
            <a:xfrm>
              <a:off x="633" y="2745"/>
              <a:ext cx="96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6" name="Text Box 17">
              <a:extLst>
                <a:ext uri="{FF2B5EF4-FFF2-40B4-BE49-F238E27FC236}">
                  <a16:creationId xmlns:a16="http://schemas.microsoft.com/office/drawing/2014/main" id="{CE966EAB-0529-EBF3-E271-5AE089A7B61E}"/>
                </a:ext>
              </a:extLst>
            </p:cNvPr>
            <p:cNvSpPr txBox="1">
              <a:spLocks noChangeArrowheads="1"/>
            </p:cNvSpPr>
            <p:nvPr/>
          </p:nvSpPr>
          <p:spPr bwMode="auto">
            <a:xfrm>
              <a:off x="1002" y="2820"/>
              <a:ext cx="266" cy="225"/>
            </a:xfrm>
            <a:prstGeom prst="rect">
              <a:avLst/>
            </a:prstGeom>
            <a:noFill/>
            <a:ln>
              <a:noFill/>
            </a:ln>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宋体" panose="02010600030101010101" pitchFamily="2" charset="-122"/>
                  <a:sym typeface="MT Extra" panose="05050102010205020202" pitchFamily="18" charset="2"/>
                </a:rPr>
                <a:t></a:t>
              </a:r>
            </a:p>
          </p:txBody>
        </p:sp>
        <p:sp>
          <p:nvSpPr>
            <p:cNvPr id="17" name="Line 18">
              <a:extLst>
                <a:ext uri="{FF2B5EF4-FFF2-40B4-BE49-F238E27FC236}">
                  <a16:creationId xmlns:a16="http://schemas.microsoft.com/office/drawing/2014/main" id="{FBA54339-A873-5C16-484C-3CE2E38A91DA}"/>
                </a:ext>
              </a:extLst>
            </p:cNvPr>
            <p:cNvSpPr>
              <a:spLocks noChangeShapeType="1"/>
            </p:cNvSpPr>
            <p:nvPr/>
          </p:nvSpPr>
          <p:spPr bwMode="auto">
            <a:xfrm>
              <a:off x="633" y="2280"/>
              <a:ext cx="96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sp>
        <p:nvSpPr>
          <p:cNvPr id="18" name="Rectangle 20">
            <a:extLst>
              <a:ext uri="{FF2B5EF4-FFF2-40B4-BE49-F238E27FC236}">
                <a16:creationId xmlns:a16="http://schemas.microsoft.com/office/drawing/2014/main" id="{7DC8AF63-64E3-FFCE-A73C-E30150CEF03B}"/>
              </a:ext>
            </a:extLst>
          </p:cNvPr>
          <p:cNvSpPr>
            <a:spLocks noChangeArrowheads="1"/>
          </p:cNvSpPr>
          <p:nvPr/>
        </p:nvSpPr>
        <p:spPr bwMode="auto">
          <a:xfrm>
            <a:off x="4822101" y="1313687"/>
            <a:ext cx="4152900" cy="580865"/>
          </a:xfrm>
          <a:prstGeom prst="rect">
            <a:avLst/>
          </a:prstGeom>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381000" indent="-228600" algn="just">
              <a:lnSpc>
                <a:spcPct val="150000"/>
              </a:lnSpc>
              <a:spcBef>
                <a:spcPts val="500"/>
              </a:spcBef>
              <a:buClr>
                <a:srgbClr val="FFC000"/>
              </a:buClr>
              <a:buFont typeface="Wingdings" panose="05000000000000000000" pitchFamily="2" charset="2"/>
              <a:buChar char="u"/>
              <a:defRPr/>
            </a:pPr>
            <a:r>
              <a:rPr lang="zh-CN" altLang="en-US" sz="2400" dirty="0">
                <a:solidFill>
                  <a:prstClr val="black"/>
                </a:solidFill>
                <a:latin typeface="微软雅黑" panose="020B0503020204020204" pitchFamily="34" charset="-122"/>
                <a:ea typeface="微软雅黑" panose="020B0503020204020204" pitchFamily="34" charset="-122"/>
              </a:rPr>
              <a:t>进程创建原语的实现框图</a:t>
            </a:r>
          </a:p>
        </p:txBody>
      </p:sp>
      <p:grpSp>
        <p:nvGrpSpPr>
          <p:cNvPr id="19" name="Group 59">
            <a:extLst>
              <a:ext uri="{FF2B5EF4-FFF2-40B4-BE49-F238E27FC236}">
                <a16:creationId xmlns:a16="http://schemas.microsoft.com/office/drawing/2014/main" id="{2240D7F5-FCFC-CCF8-7C98-8FDF4BDE268D}"/>
              </a:ext>
            </a:extLst>
          </p:cNvPr>
          <p:cNvGrpSpPr>
            <a:grpSpLocks/>
          </p:cNvGrpSpPr>
          <p:nvPr/>
        </p:nvGrpSpPr>
        <p:grpSpPr bwMode="auto">
          <a:xfrm>
            <a:off x="4882426" y="1871223"/>
            <a:ext cx="5970587" cy="4132262"/>
            <a:chOff x="1865" y="1233"/>
            <a:chExt cx="3761" cy="2529"/>
          </a:xfrm>
        </p:grpSpPr>
        <p:sp>
          <p:nvSpPr>
            <p:cNvPr id="20" name="AutoShape 22">
              <a:extLst>
                <a:ext uri="{FF2B5EF4-FFF2-40B4-BE49-F238E27FC236}">
                  <a16:creationId xmlns:a16="http://schemas.microsoft.com/office/drawing/2014/main" id="{AF8F9F3A-20FB-3313-284D-07F8BCECEF3E}"/>
                </a:ext>
              </a:extLst>
            </p:cNvPr>
            <p:cNvSpPr>
              <a:spLocks noChangeArrowheads="1"/>
            </p:cNvSpPr>
            <p:nvPr/>
          </p:nvSpPr>
          <p:spPr bwMode="auto">
            <a:xfrm>
              <a:off x="2972" y="1237"/>
              <a:ext cx="537" cy="225"/>
            </a:xfrm>
            <a:prstGeom prst="roundRect">
              <a:avLst>
                <a:gd name="adj" fmla="val 16667"/>
              </a:avLst>
            </a:prstGeom>
            <a:solidFill>
              <a:srgbClr val="FFCCFF"/>
            </a:solidFill>
            <a:ln w="9525">
              <a:solidFill>
                <a:srgbClr val="000000"/>
              </a:solidFill>
              <a:round/>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000000"/>
                  </a:outerShdw>
                </a:effectLst>
              </a:endParaRPr>
            </a:p>
          </p:txBody>
        </p:sp>
        <p:sp>
          <p:nvSpPr>
            <p:cNvPr id="21" name="Text Box 23">
              <a:extLst>
                <a:ext uri="{FF2B5EF4-FFF2-40B4-BE49-F238E27FC236}">
                  <a16:creationId xmlns:a16="http://schemas.microsoft.com/office/drawing/2014/main" id="{0825F4FD-F104-8275-5AF2-1850D7324D8A}"/>
                </a:ext>
              </a:extLst>
            </p:cNvPr>
            <p:cNvSpPr txBox="1">
              <a:spLocks noChangeArrowheads="1"/>
            </p:cNvSpPr>
            <p:nvPr/>
          </p:nvSpPr>
          <p:spPr bwMode="auto">
            <a:xfrm>
              <a:off x="3075" y="1233"/>
              <a:ext cx="476" cy="179"/>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入口</a:t>
              </a:r>
            </a:p>
          </p:txBody>
        </p:sp>
        <p:sp>
          <p:nvSpPr>
            <p:cNvPr id="22" name="Text Box 24">
              <a:extLst>
                <a:ext uri="{FF2B5EF4-FFF2-40B4-BE49-F238E27FC236}">
                  <a16:creationId xmlns:a16="http://schemas.microsoft.com/office/drawing/2014/main" id="{0E570781-0E31-C76B-0015-DB55EEB3E1C5}"/>
                </a:ext>
              </a:extLst>
            </p:cNvPr>
            <p:cNvSpPr txBox="1">
              <a:spLocks noChangeArrowheads="1"/>
            </p:cNvSpPr>
            <p:nvPr/>
          </p:nvSpPr>
          <p:spPr bwMode="auto">
            <a:xfrm>
              <a:off x="2828" y="1651"/>
              <a:ext cx="885" cy="245"/>
            </a:xfrm>
            <a:prstGeom prst="rect">
              <a:avLst/>
            </a:prstGeom>
            <a:solidFill>
              <a:srgbClr val="FFC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a:t>
              </a:r>
              <a:r>
                <a:rPr kumimoji="1" lang="zh-CN" altLang="en-US" sz="1600" b="1">
                  <a:solidFill>
                    <a:schemeClr val="tx1"/>
                  </a:solidFill>
                  <a:latin typeface="Times New Roman" panose="02020603050405020304" pitchFamily="18" charset="0"/>
                </a:rPr>
                <a:t>查</a:t>
              </a:r>
              <a:r>
                <a:rPr kumimoji="1" lang="en-US" altLang="zh-CN" sz="1600" b="1">
                  <a:solidFill>
                    <a:schemeClr val="tx1"/>
                  </a:solidFill>
                  <a:latin typeface="Times New Roman" panose="02020603050405020304" pitchFamily="18" charset="0"/>
                </a:rPr>
                <a:t>PCB</a:t>
              </a:r>
              <a:r>
                <a:rPr kumimoji="1" lang="zh-CN" altLang="en-US" sz="1600" b="1">
                  <a:solidFill>
                    <a:schemeClr val="tx1"/>
                  </a:solidFill>
                  <a:latin typeface="Times New Roman" panose="02020603050405020304" pitchFamily="18" charset="0"/>
                </a:rPr>
                <a:t>总链</a:t>
              </a:r>
            </a:p>
          </p:txBody>
        </p:sp>
        <p:sp>
          <p:nvSpPr>
            <p:cNvPr id="23" name="AutoShape 25">
              <a:extLst>
                <a:ext uri="{FF2B5EF4-FFF2-40B4-BE49-F238E27FC236}">
                  <a16:creationId xmlns:a16="http://schemas.microsoft.com/office/drawing/2014/main" id="{95EB2629-2435-73ED-C270-9111673C8E09}"/>
                </a:ext>
              </a:extLst>
            </p:cNvPr>
            <p:cNvSpPr>
              <a:spLocks noChangeArrowheads="1"/>
            </p:cNvSpPr>
            <p:nvPr/>
          </p:nvSpPr>
          <p:spPr bwMode="auto">
            <a:xfrm>
              <a:off x="2776" y="2085"/>
              <a:ext cx="935" cy="323"/>
            </a:xfrm>
            <a:prstGeom prst="flowChartDecision">
              <a:avLst/>
            </a:prstGeom>
            <a:solidFill>
              <a:srgbClr val="FFCCFF"/>
            </a:solidFill>
            <a:ln w="9525">
              <a:solidFill>
                <a:srgbClr val="000000"/>
              </a:solidFill>
              <a:miter lim="800000"/>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000000"/>
                  </a:outerShdw>
                </a:effectLst>
              </a:endParaRPr>
            </a:p>
          </p:txBody>
        </p:sp>
        <p:sp>
          <p:nvSpPr>
            <p:cNvPr id="24" name="Text Box 26">
              <a:extLst>
                <a:ext uri="{FF2B5EF4-FFF2-40B4-BE49-F238E27FC236}">
                  <a16:creationId xmlns:a16="http://schemas.microsoft.com/office/drawing/2014/main" id="{35279994-608B-BE18-8A7B-E188AA33E38F}"/>
                </a:ext>
              </a:extLst>
            </p:cNvPr>
            <p:cNvSpPr txBox="1">
              <a:spLocks noChangeArrowheads="1"/>
            </p:cNvSpPr>
            <p:nvPr/>
          </p:nvSpPr>
          <p:spPr bwMode="auto">
            <a:xfrm>
              <a:off x="2996" y="2112"/>
              <a:ext cx="633" cy="199"/>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有同名 </a:t>
              </a:r>
              <a:r>
                <a:rPr kumimoji="1" lang="en-US" altLang="zh-CN" sz="1600" b="1">
                  <a:solidFill>
                    <a:schemeClr val="tx1"/>
                  </a:solidFill>
                  <a:latin typeface="Times New Roman" panose="02020603050405020304" pitchFamily="18" charset="0"/>
                </a:rPr>
                <a:t>?</a:t>
              </a:r>
            </a:p>
          </p:txBody>
        </p:sp>
        <p:sp>
          <p:nvSpPr>
            <p:cNvPr id="25" name="Text Box 27">
              <a:extLst>
                <a:ext uri="{FF2B5EF4-FFF2-40B4-BE49-F238E27FC236}">
                  <a16:creationId xmlns:a16="http://schemas.microsoft.com/office/drawing/2014/main" id="{BD1BF5C3-99AE-746F-6283-F90793362D7E}"/>
                </a:ext>
              </a:extLst>
            </p:cNvPr>
            <p:cNvSpPr txBox="1">
              <a:spLocks noChangeArrowheads="1"/>
            </p:cNvSpPr>
            <p:nvPr/>
          </p:nvSpPr>
          <p:spPr bwMode="auto">
            <a:xfrm>
              <a:off x="2691" y="2601"/>
              <a:ext cx="1104" cy="370"/>
            </a:xfrm>
            <a:prstGeom prst="rect">
              <a:avLst/>
            </a:prstGeom>
            <a:solidFill>
              <a:srgbClr val="FFCCFF"/>
            </a:solidFill>
            <a:ln w="9525">
              <a:solidFill>
                <a:srgbClr val="000000"/>
              </a:solidFill>
              <a:miter lim="800000"/>
              <a:headEnd/>
              <a:tailEnd/>
            </a:ln>
          </p:spPr>
          <p:txBody>
            <a:bodyPr/>
            <a:lstStyle/>
            <a:p>
              <a:pPr algn="just" eaLnBrk="1" hangingPunct="1">
                <a:defRPr/>
              </a:pPr>
              <a:r>
                <a:rPr kumimoji="1" lang="en-US" altLang="zh-CN" sz="1600" b="1">
                  <a:solidFill>
                    <a:schemeClr val="tx1"/>
                  </a:solidFill>
                  <a:latin typeface="Times New Roman" panose="02020603050405020304" pitchFamily="18" charset="0"/>
                </a:rPr>
                <a:t> </a:t>
              </a:r>
              <a:r>
                <a:rPr kumimoji="1" lang="zh-CN" altLang="en-US" sz="1600" b="1">
                  <a:solidFill>
                    <a:schemeClr val="tx1"/>
                  </a:solidFill>
                  <a:latin typeface="Times New Roman" panose="02020603050405020304" pitchFamily="18" charset="0"/>
                </a:rPr>
                <a:t>向系统申请一个空的</a:t>
              </a:r>
              <a:r>
                <a:rPr kumimoji="1" lang="en-US" altLang="zh-CN" sz="1600" b="1">
                  <a:solidFill>
                    <a:schemeClr val="tx1"/>
                  </a:solidFill>
                  <a:latin typeface="Times New Roman" panose="02020603050405020304" pitchFamily="18" charset="0"/>
                </a:rPr>
                <a:t>PCB</a:t>
              </a:r>
              <a:r>
                <a:rPr kumimoji="1" lang="en-US" altLang="zh-CN" sz="1600" b="1">
                  <a:effectLst>
                    <a:outerShdw blurRad="38100" dist="38100" dir="2700000" algn="tl">
                      <a:srgbClr val="000000"/>
                    </a:outerShdw>
                  </a:effectLst>
                  <a:latin typeface="Times New Roman" panose="02020603050405020304" pitchFamily="18" charset="0"/>
                </a:rPr>
                <a:t> </a:t>
              </a:r>
              <a:r>
                <a:rPr kumimoji="1" lang="zh-CN" altLang="en-US" sz="1600" b="1">
                  <a:solidFill>
                    <a:schemeClr val="tx1"/>
                  </a:solidFill>
                  <a:latin typeface="Times New Roman" panose="02020603050405020304" pitchFamily="18" charset="0"/>
                </a:rPr>
                <a:t>结构</a:t>
              </a:r>
            </a:p>
          </p:txBody>
        </p:sp>
        <p:grpSp>
          <p:nvGrpSpPr>
            <p:cNvPr id="26" name="Group 28">
              <a:extLst>
                <a:ext uri="{FF2B5EF4-FFF2-40B4-BE49-F238E27FC236}">
                  <a16:creationId xmlns:a16="http://schemas.microsoft.com/office/drawing/2014/main" id="{C35692C7-2343-A882-C5A1-3363810E32F3}"/>
                </a:ext>
              </a:extLst>
            </p:cNvPr>
            <p:cNvGrpSpPr>
              <a:grpSpLocks/>
            </p:cNvGrpSpPr>
            <p:nvPr/>
          </p:nvGrpSpPr>
          <p:grpSpPr bwMode="auto">
            <a:xfrm>
              <a:off x="2701" y="3155"/>
              <a:ext cx="1088" cy="356"/>
              <a:chOff x="1632" y="2926"/>
              <a:chExt cx="1313" cy="434"/>
            </a:xfrm>
          </p:grpSpPr>
          <p:sp>
            <p:nvSpPr>
              <p:cNvPr id="53" name="AutoShape 29">
                <a:extLst>
                  <a:ext uri="{FF2B5EF4-FFF2-40B4-BE49-F238E27FC236}">
                    <a16:creationId xmlns:a16="http://schemas.microsoft.com/office/drawing/2014/main" id="{F82856DB-8C6C-CBCA-A2D9-65CACC0C2329}"/>
                  </a:ext>
                </a:extLst>
              </p:cNvPr>
              <p:cNvSpPr>
                <a:spLocks noChangeArrowheads="1"/>
              </p:cNvSpPr>
              <p:nvPr/>
            </p:nvSpPr>
            <p:spPr bwMode="auto">
              <a:xfrm>
                <a:off x="1632" y="2926"/>
                <a:ext cx="1313" cy="434"/>
              </a:xfrm>
              <a:prstGeom prst="flowChartDecision">
                <a:avLst/>
              </a:prstGeom>
              <a:solidFill>
                <a:srgbClr val="FFC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Font typeface="Wingdings" panose="05000000000000000000" pitchFamily="2" charset="2"/>
                  <a:buChar char="Ø"/>
                </a:pPr>
                <a:endParaRPr lang="zh-CN" altLang="en-US" sz="1400" b="1">
                  <a:solidFill>
                    <a:srgbClr val="4138FA"/>
                  </a:solidFill>
                </a:endParaRPr>
              </a:p>
            </p:txBody>
          </p:sp>
          <p:sp>
            <p:nvSpPr>
              <p:cNvPr id="54" name="Text Box 30">
                <a:extLst>
                  <a:ext uri="{FF2B5EF4-FFF2-40B4-BE49-F238E27FC236}">
                    <a16:creationId xmlns:a16="http://schemas.microsoft.com/office/drawing/2014/main" id="{DC5F8EE1-1306-B2C0-EE8F-7EAEE15C48FB}"/>
                  </a:ext>
                </a:extLst>
              </p:cNvPr>
              <p:cNvSpPr txBox="1">
                <a:spLocks noChangeArrowheads="1"/>
              </p:cNvSpPr>
              <p:nvPr/>
            </p:nvSpPr>
            <p:spPr bwMode="auto">
              <a:xfrm>
                <a:off x="1924" y="3000"/>
                <a:ext cx="875" cy="289"/>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有空</a:t>
                </a:r>
                <a:r>
                  <a:rPr kumimoji="1" lang="en-US" altLang="zh-CN" sz="1600" b="1">
                    <a:solidFill>
                      <a:schemeClr val="tx1"/>
                    </a:solidFill>
                    <a:latin typeface="Times New Roman" panose="02020603050405020304" pitchFamily="18" charset="0"/>
                  </a:rPr>
                  <a:t>PCB ?</a:t>
                </a:r>
              </a:p>
            </p:txBody>
          </p:sp>
        </p:grpSp>
        <p:sp>
          <p:nvSpPr>
            <p:cNvPr id="27" name="Text Box 31">
              <a:extLst>
                <a:ext uri="{FF2B5EF4-FFF2-40B4-BE49-F238E27FC236}">
                  <a16:creationId xmlns:a16="http://schemas.microsoft.com/office/drawing/2014/main" id="{7DD60632-6110-3AEC-3A84-855E61F1D8A1}"/>
                </a:ext>
              </a:extLst>
            </p:cNvPr>
            <p:cNvSpPr txBox="1">
              <a:spLocks noChangeArrowheads="1"/>
            </p:cNvSpPr>
            <p:nvPr/>
          </p:nvSpPr>
          <p:spPr bwMode="auto">
            <a:xfrm>
              <a:off x="4443" y="1881"/>
              <a:ext cx="1142" cy="369"/>
            </a:xfrm>
            <a:prstGeom prst="rect">
              <a:avLst/>
            </a:prstGeom>
            <a:solidFill>
              <a:srgbClr val="FFC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a:t>
              </a:r>
              <a:r>
                <a:rPr kumimoji="1" lang="zh-CN" altLang="en-US" sz="1600" b="1">
                  <a:solidFill>
                    <a:schemeClr val="tx1"/>
                  </a:solidFill>
                  <a:latin typeface="Times New Roman" panose="02020603050405020304" pitchFamily="18" charset="0"/>
                </a:rPr>
                <a:t>将入口信息填入</a:t>
              </a:r>
            </a:p>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PCB</a:t>
              </a:r>
              <a:r>
                <a:rPr kumimoji="1" lang="zh-CN" altLang="en-US" sz="1600" b="1">
                  <a:solidFill>
                    <a:schemeClr val="tx1"/>
                  </a:solidFill>
                  <a:latin typeface="Times New Roman" panose="02020603050405020304" pitchFamily="18" charset="0"/>
                </a:rPr>
                <a:t>相应项</a:t>
              </a:r>
            </a:p>
          </p:txBody>
        </p:sp>
        <p:sp>
          <p:nvSpPr>
            <p:cNvPr id="28" name="Text Box 32">
              <a:extLst>
                <a:ext uri="{FF2B5EF4-FFF2-40B4-BE49-F238E27FC236}">
                  <a16:creationId xmlns:a16="http://schemas.microsoft.com/office/drawing/2014/main" id="{B979E1DB-5967-7E5A-F4BF-42470B776CB9}"/>
                </a:ext>
              </a:extLst>
            </p:cNvPr>
            <p:cNvSpPr txBox="1">
              <a:spLocks noChangeArrowheads="1"/>
            </p:cNvSpPr>
            <p:nvPr/>
          </p:nvSpPr>
          <p:spPr bwMode="auto">
            <a:xfrm>
              <a:off x="4353" y="2495"/>
              <a:ext cx="1273" cy="414"/>
            </a:xfrm>
            <a:prstGeom prst="rect">
              <a:avLst/>
            </a:prstGeom>
            <a:solidFill>
              <a:srgbClr val="FFC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a:t>
              </a:r>
              <a:r>
                <a:rPr kumimoji="1" lang="zh-CN" altLang="en-US" sz="1600" b="1">
                  <a:solidFill>
                    <a:schemeClr val="tx1"/>
                  </a:solidFill>
                  <a:latin typeface="Times New Roman" panose="02020603050405020304" pitchFamily="18" charset="0"/>
                </a:rPr>
                <a:t>将</a:t>
              </a:r>
              <a:r>
                <a:rPr kumimoji="1" lang="en-US" altLang="zh-CN" sz="1600" b="1">
                  <a:solidFill>
                    <a:schemeClr val="tx1"/>
                  </a:solidFill>
                  <a:latin typeface="Times New Roman" panose="02020603050405020304" pitchFamily="18" charset="0"/>
                </a:rPr>
                <a:t>PCB</a:t>
              </a:r>
              <a:r>
                <a:rPr kumimoji="1" lang="zh-CN" altLang="en-US" sz="1600" b="1">
                  <a:solidFill>
                    <a:schemeClr val="tx1"/>
                  </a:solidFill>
                  <a:latin typeface="Times New Roman" panose="02020603050405020304" pitchFamily="18" charset="0"/>
                </a:rPr>
                <a:t>入就绪队列</a:t>
              </a:r>
            </a:p>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  将</a:t>
              </a:r>
              <a:r>
                <a:rPr kumimoji="1" lang="en-US" altLang="zh-CN" sz="1600" b="1">
                  <a:solidFill>
                    <a:schemeClr val="tx1"/>
                  </a:solidFill>
                  <a:latin typeface="Times New Roman" panose="02020603050405020304" pitchFamily="18" charset="0"/>
                </a:rPr>
                <a:t>PCB</a:t>
              </a:r>
              <a:r>
                <a:rPr kumimoji="1" lang="zh-CN" altLang="en-US" sz="1600" b="1">
                  <a:solidFill>
                    <a:schemeClr val="tx1"/>
                  </a:solidFill>
                  <a:latin typeface="Times New Roman" panose="02020603050405020304" pitchFamily="18" charset="0"/>
                </a:rPr>
                <a:t>入总链队列</a:t>
              </a:r>
            </a:p>
          </p:txBody>
        </p:sp>
        <p:sp>
          <p:nvSpPr>
            <p:cNvPr id="29" name="AutoShape 33">
              <a:extLst>
                <a:ext uri="{FF2B5EF4-FFF2-40B4-BE49-F238E27FC236}">
                  <a16:creationId xmlns:a16="http://schemas.microsoft.com/office/drawing/2014/main" id="{9CD28268-8EC6-833D-D792-36A7AC7841FD}"/>
                </a:ext>
              </a:extLst>
            </p:cNvPr>
            <p:cNvSpPr>
              <a:spLocks noChangeArrowheads="1"/>
            </p:cNvSpPr>
            <p:nvPr/>
          </p:nvSpPr>
          <p:spPr bwMode="auto">
            <a:xfrm>
              <a:off x="4668" y="3152"/>
              <a:ext cx="552" cy="348"/>
            </a:xfrm>
            <a:prstGeom prst="roundRect">
              <a:avLst>
                <a:gd name="adj" fmla="val 16667"/>
              </a:avLst>
            </a:prstGeom>
            <a:solidFill>
              <a:srgbClr val="FFCCFF"/>
            </a:solidFill>
            <a:ln w="9525">
              <a:solidFill>
                <a:srgbClr val="000000"/>
              </a:solidFill>
              <a:round/>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000000"/>
                  </a:outerShdw>
                </a:effectLst>
              </a:endParaRPr>
            </a:p>
          </p:txBody>
        </p:sp>
        <p:sp>
          <p:nvSpPr>
            <p:cNvPr id="30" name="Text Box 34">
              <a:extLst>
                <a:ext uri="{FF2B5EF4-FFF2-40B4-BE49-F238E27FC236}">
                  <a16:creationId xmlns:a16="http://schemas.microsoft.com/office/drawing/2014/main" id="{400FD95C-89A3-1426-29F8-6361226BAC37}"/>
                </a:ext>
              </a:extLst>
            </p:cNvPr>
            <p:cNvSpPr txBox="1">
              <a:spLocks noChangeArrowheads="1"/>
            </p:cNvSpPr>
            <p:nvPr/>
          </p:nvSpPr>
          <p:spPr bwMode="auto">
            <a:xfrm>
              <a:off x="4700" y="3117"/>
              <a:ext cx="597" cy="267"/>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返回进</a:t>
              </a:r>
            </a:p>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程</a:t>
              </a:r>
              <a:r>
                <a:rPr kumimoji="1" lang="en-US" altLang="zh-CN" sz="1600" b="1">
                  <a:solidFill>
                    <a:schemeClr val="tx1"/>
                  </a:solidFill>
                  <a:latin typeface="Times New Roman" panose="02020603050405020304" pitchFamily="18" charset="0"/>
                </a:rPr>
                <a:t>pid</a:t>
              </a:r>
            </a:p>
          </p:txBody>
        </p:sp>
        <p:sp>
          <p:nvSpPr>
            <p:cNvPr id="31" name="Line 35">
              <a:extLst>
                <a:ext uri="{FF2B5EF4-FFF2-40B4-BE49-F238E27FC236}">
                  <a16:creationId xmlns:a16="http://schemas.microsoft.com/office/drawing/2014/main" id="{03C6D563-D8D3-35A9-434E-A33735BD276B}"/>
                </a:ext>
              </a:extLst>
            </p:cNvPr>
            <p:cNvSpPr>
              <a:spLocks noChangeShapeType="1"/>
            </p:cNvSpPr>
            <p:nvPr/>
          </p:nvSpPr>
          <p:spPr bwMode="auto">
            <a:xfrm>
              <a:off x="3253" y="1462"/>
              <a:ext cx="0" cy="187"/>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grpSp>
          <p:nvGrpSpPr>
            <p:cNvPr id="32" name="Group 36">
              <a:extLst>
                <a:ext uri="{FF2B5EF4-FFF2-40B4-BE49-F238E27FC236}">
                  <a16:creationId xmlns:a16="http://schemas.microsoft.com/office/drawing/2014/main" id="{B20D80A1-8FF5-15B3-B38F-8A14A3ABFFE8}"/>
                </a:ext>
              </a:extLst>
            </p:cNvPr>
            <p:cNvGrpSpPr>
              <a:grpSpLocks/>
            </p:cNvGrpSpPr>
            <p:nvPr/>
          </p:nvGrpSpPr>
          <p:grpSpPr bwMode="auto">
            <a:xfrm>
              <a:off x="1865" y="2440"/>
              <a:ext cx="477" cy="244"/>
              <a:chOff x="576" y="2069"/>
              <a:chExt cx="576" cy="296"/>
            </a:xfrm>
          </p:grpSpPr>
          <p:sp>
            <p:nvSpPr>
              <p:cNvPr id="51" name="AutoShape 37">
                <a:extLst>
                  <a:ext uri="{FF2B5EF4-FFF2-40B4-BE49-F238E27FC236}">
                    <a16:creationId xmlns:a16="http://schemas.microsoft.com/office/drawing/2014/main" id="{38D04FC1-4A90-E5E8-0D2F-3C85CACB8DF8}"/>
                  </a:ext>
                </a:extLst>
              </p:cNvPr>
              <p:cNvSpPr>
                <a:spLocks noChangeArrowheads="1"/>
              </p:cNvSpPr>
              <p:nvPr/>
            </p:nvSpPr>
            <p:spPr bwMode="auto">
              <a:xfrm>
                <a:off x="576" y="2091"/>
                <a:ext cx="576" cy="274"/>
              </a:xfrm>
              <a:prstGeom prst="roundRect">
                <a:avLst>
                  <a:gd name="adj" fmla="val 16667"/>
                </a:avLst>
              </a:prstGeom>
              <a:solidFill>
                <a:srgbClr val="FFCCFF"/>
              </a:solidFill>
              <a:ln w="9525">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Font typeface="Wingdings" panose="05000000000000000000" pitchFamily="2" charset="2"/>
                  <a:buChar char="Ø"/>
                </a:pPr>
                <a:endParaRPr lang="zh-CN" altLang="en-US" sz="1400" b="1">
                  <a:solidFill>
                    <a:srgbClr val="4138FA"/>
                  </a:solidFill>
                </a:endParaRPr>
              </a:p>
            </p:txBody>
          </p:sp>
          <p:sp>
            <p:nvSpPr>
              <p:cNvPr id="52" name="Text Box 38">
                <a:extLst>
                  <a:ext uri="{FF2B5EF4-FFF2-40B4-BE49-F238E27FC236}">
                    <a16:creationId xmlns:a16="http://schemas.microsoft.com/office/drawing/2014/main" id="{726BB2BF-8C2D-B8D6-8D40-6C2E05871856}"/>
                  </a:ext>
                </a:extLst>
              </p:cNvPr>
              <p:cNvSpPr txBox="1">
                <a:spLocks noChangeArrowheads="1"/>
              </p:cNvSpPr>
              <p:nvPr/>
            </p:nvSpPr>
            <p:spPr bwMode="auto">
              <a:xfrm>
                <a:off x="612" y="2069"/>
                <a:ext cx="504" cy="274"/>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出错</a:t>
                </a:r>
              </a:p>
            </p:txBody>
          </p:sp>
        </p:grpSp>
        <p:sp>
          <p:nvSpPr>
            <p:cNvPr id="33" name="Line 39">
              <a:extLst>
                <a:ext uri="{FF2B5EF4-FFF2-40B4-BE49-F238E27FC236}">
                  <a16:creationId xmlns:a16="http://schemas.microsoft.com/office/drawing/2014/main" id="{4823CACC-A5E9-D9DE-2FBF-9ED99F8E90AA}"/>
                </a:ext>
              </a:extLst>
            </p:cNvPr>
            <p:cNvSpPr>
              <a:spLocks noChangeShapeType="1"/>
            </p:cNvSpPr>
            <p:nvPr/>
          </p:nvSpPr>
          <p:spPr bwMode="auto">
            <a:xfrm>
              <a:off x="3253" y="1901"/>
              <a:ext cx="0" cy="187"/>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34" name="Line 40">
              <a:extLst>
                <a:ext uri="{FF2B5EF4-FFF2-40B4-BE49-F238E27FC236}">
                  <a16:creationId xmlns:a16="http://schemas.microsoft.com/office/drawing/2014/main" id="{327E87D0-CAAB-AAC3-6030-43392D57BC9E}"/>
                </a:ext>
              </a:extLst>
            </p:cNvPr>
            <p:cNvSpPr>
              <a:spLocks noChangeShapeType="1"/>
            </p:cNvSpPr>
            <p:nvPr/>
          </p:nvSpPr>
          <p:spPr bwMode="auto">
            <a:xfrm>
              <a:off x="3253" y="2408"/>
              <a:ext cx="0" cy="186"/>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35" name="Line 41">
              <a:extLst>
                <a:ext uri="{FF2B5EF4-FFF2-40B4-BE49-F238E27FC236}">
                  <a16:creationId xmlns:a16="http://schemas.microsoft.com/office/drawing/2014/main" id="{E3B33492-6142-F664-E392-A47F7BB6E1D7}"/>
                </a:ext>
              </a:extLst>
            </p:cNvPr>
            <p:cNvSpPr>
              <a:spLocks noChangeShapeType="1"/>
            </p:cNvSpPr>
            <p:nvPr/>
          </p:nvSpPr>
          <p:spPr bwMode="auto">
            <a:xfrm>
              <a:off x="3253" y="2971"/>
              <a:ext cx="0" cy="186"/>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36" name="Line 42">
              <a:extLst>
                <a:ext uri="{FF2B5EF4-FFF2-40B4-BE49-F238E27FC236}">
                  <a16:creationId xmlns:a16="http://schemas.microsoft.com/office/drawing/2014/main" id="{862D2932-30F4-BD9A-0204-900D9B85C7C2}"/>
                </a:ext>
              </a:extLst>
            </p:cNvPr>
            <p:cNvSpPr>
              <a:spLocks noChangeShapeType="1"/>
            </p:cNvSpPr>
            <p:nvPr/>
          </p:nvSpPr>
          <p:spPr bwMode="auto">
            <a:xfrm>
              <a:off x="3253" y="3526"/>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37" name="Line 43">
              <a:extLst>
                <a:ext uri="{FF2B5EF4-FFF2-40B4-BE49-F238E27FC236}">
                  <a16:creationId xmlns:a16="http://schemas.microsoft.com/office/drawing/2014/main" id="{D6B38CF4-1E09-864A-5B24-11E4871A0BBE}"/>
                </a:ext>
              </a:extLst>
            </p:cNvPr>
            <p:cNvSpPr>
              <a:spLocks noChangeShapeType="1"/>
            </p:cNvSpPr>
            <p:nvPr/>
          </p:nvSpPr>
          <p:spPr bwMode="auto">
            <a:xfrm>
              <a:off x="3253" y="3674"/>
              <a:ext cx="8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38" name="Line 44">
              <a:extLst>
                <a:ext uri="{FF2B5EF4-FFF2-40B4-BE49-F238E27FC236}">
                  <a16:creationId xmlns:a16="http://schemas.microsoft.com/office/drawing/2014/main" id="{50631D7E-AF0C-AC28-E2E9-F7C37BB2E7A6}"/>
                </a:ext>
              </a:extLst>
            </p:cNvPr>
            <p:cNvSpPr>
              <a:spLocks noChangeShapeType="1"/>
            </p:cNvSpPr>
            <p:nvPr/>
          </p:nvSpPr>
          <p:spPr bwMode="auto">
            <a:xfrm flipV="1">
              <a:off x="4103" y="1349"/>
              <a:ext cx="0" cy="232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39" name="Line 45">
              <a:extLst>
                <a:ext uri="{FF2B5EF4-FFF2-40B4-BE49-F238E27FC236}">
                  <a16:creationId xmlns:a16="http://schemas.microsoft.com/office/drawing/2014/main" id="{7A845152-A6AF-5D02-BB6D-AA1548E6CEDD}"/>
                </a:ext>
              </a:extLst>
            </p:cNvPr>
            <p:cNvSpPr>
              <a:spLocks noChangeShapeType="1"/>
            </p:cNvSpPr>
            <p:nvPr/>
          </p:nvSpPr>
          <p:spPr bwMode="auto">
            <a:xfrm>
              <a:off x="4103" y="1339"/>
              <a:ext cx="8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40" name="Line 46">
              <a:extLst>
                <a:ext uri="{FF2B5EF4-FFF2-40B4-BE49-F238E27FC236}">
                  <a16:creationId xmlns:a16="http://schemas.microsoft.com/office/drawing/2014/main" id="{75DB87E6-0C5C-620E-0C77-5543F13AF2AC}"/>
                </a:ext>
              </a:extLst>
            </p:cNvPr>
            <p:cNvSpPr>
              <a:spLocks noChangeShapeType="1"/>
            </p:cNvSpPr>
            <p:nvPr/>
          </p:nvSpPr>
          <p:spPr bwMode="auto">
            <a:xfrm>
              <a:off x="2106" y="2246"/>
              <a:ext cx="6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41" name="Line 47">
              <a:extLst>
                <a:ext uri="{FF2B5EF4-FFF2-40B4-BE49-F238E27FC236}">
                  <a16:creationId xmlns:a16="http://schemas.microsoft.com/office/drawing/2014/main" id="{F2353D25-A431-23E6-FEBB-C0A7E355DB1D}"/>
                </a:ext>
              </a:extLst>
            </p:cNvPr>
            <p:cNvSpPr>
              <a:spLocks noChangeShapeType="1"/>
            </p:cNvSpPr>
            <p:nvPr/>
          </p:nvSpPr>
          <p:spPr bwMode="auto">
            <a:xfrm>
              <a:off x="2106" y="2246"/>
              <a:ext cx="0" cy="204"/>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42" name="Line 48">
              <a:extLst>
                <a:ext uri="{FF2B5EF4-FFF2-40B4-BE49-F238E27FC236}">
                  <a16:creationId xmlns:a16="http://schemas.microsoft.com/office/drawing/2014/main" id="{12ACAF94-0199-C3E1-B396-FABA3215313F}"/>
                </a:ext>
              </a:extLst>
            </p:cNvPr>
            <p:cNvSpPr>
              <a:spLocks noChangeShapeType="1"/>
            </p:cNvSpPr>
            <p:nvPr/>
          </p:nvSpPr>
          <p:spPr bwMode="auto">
            <a:xfrm>
              <a:off x="2158" y="3335"/>
              <a:ext cx="56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43" name="Text Box 49">
              <a:extLst>
                <a:ext uri="{FF2B5EF4-FFF2-40B4-BE49-F238E27FC236}">
                  <a16:creationId xmlns:a16="http://schemas.microsoft.com/office/drawing/2014/main" id="{7E0D491A-1A63-D929-FF4D-08B87765F606}"/>
                </a:ext>
              </a:extLst>
            </p:cNvPr>
            <p:cNvSpPr txBox="1">
              <a:spLocks noChangeArrowheads="1"/>
            </p:cNvSpPr>
            <p:nvPr/>
          </p:nvSpPr>
          <p:spPr bwMode="auto">
            <a:xfrm>
              <a:off x="2616" y="2020"/>
              <a:ext cx="255" cy="206"/>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Y</a:t>
              </a:r>
            </a:p>
          </p:txBody>
        </p:sp>
        <p:sp>
          <p:nvSpPr>
            <p:cNvPr id="44" name="Text Box 50">
              <a:extLst>
                <a:ext uri="{FF2B5EF4-FFF2-40B4-BE49-F238E27FC236}">
                  <a16:creationId xmlns:a16="http://schemas.microsoft.com/office/drawing/2014/main" id="{EE21CA23-C3BC-5B1A-7AC2-3D00B16FC949}"/>
                </a:ext>
              </a:extLst>
            </p:cNvPr>
            <p:cNvSpPr txBox="1">
              <a:spLocks noChangeArrowheads="1"/>
            </p:cNvSpPr>
            <p:nvPr/>
          </p:nvSpPr>
          <p:spPr bwMode="auto">
            <a:xfrm>
              <a:off x="2616" y="3033"/>
              <a:ext cx="255" cy="206"/>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N</a:t>
              </a:r>
            </a:p>
          </p:txBody>
        </p:sp>
        <p:sp>
          <p:nvSpPr>
            <p:cNvPr id="45" name="Line 51">
              <a:extLst>
                <a:ext uri="{FF2B5EF4-FFF2-40B4-BE49-F238E27FC236}">
                  <a16:creationId xmlns:a16="http://schemas.microsoft.com/office/drawing/2014/main" id="{36CD33E1-2D22-3B8E-78B6-F35819A1FD68}"/>
                </a:ext>
              </a:extLst>
            </p:cNvPr>
            <p:cNvSpPr>
              <a:spLocks noChangeShapeType="1"/>
            </p:cNvSpPr>
            <p:nvPr/>
          </p:nvSpPr>
          <p:spPr bwMode="auto">
            <a:xfrm>
              <a:off x="2153" y="3334"/>
              <a:ext cx="0" cy="197"/>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46" name="Line 52">
              <a:extLst>
                <a:ext uri="{FF2B5EF4-FFF2-40B4-BE49-F238E27FC236}">
                  <a16:creationId xmlns:a16="http://schemas.microsoft.com/office/drawing/2014/main" id="{18F45739-FA05-9149-90C9-8E3EAC1AC3AA}"/>
                </a:ext>
              </a:extLst>
            </p:cNvPr>
            <p:cNvSpPr>
              <a:spLocks noChangeShapeType="1"/>
            </p:cNvSpPr>
            <p:nvPr/>
          </p:nvSpPr>
          <p:spPr bwMode="auto">
            <a:xfrm>
              <a:off x="4948" y="1332"/>
              <a:ext cx="0" cy="552"/>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47" name="Line 53">
              <a:extLst>
                <a:ext uri="{FF2B5EF4-FFF2-40B4-BE49-F238E27FC236}">
                  <a16:creationId xmlns:a16="http://schemas.microsoft.com/office/drawing/2014/main" id="{2EA67BFE-8160-259C-4AB2-7B86484FDC63}"/>
                </a:ext>
              </a:extLst>
            </p:cNvPr>
            <p:cNvSpPr>
              <a:spLocks noChangeShapeType="1"/>
            </p:cNvSpPr>
            <p:nvPr/>
          </p:nvSpPr>
          <p:spPr bwMode="auto">
            <a:xfrm>
              <a:off x="4948" y="2259"/>
              <a:ext cx="0" cy="236"/>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48" name="Line 54">
              <a:extLst>
                <a:ext uri="{FF2B5EF4-FFF2-40B4-BE49-F238E27FC236}">
                  <a16:creationId xmlns:a16="http://schemas.microsoft.com/office/drawing/2014/main" id="{C5B1AF7A-B87B-85EA-3371-E86779F70907}"/>
                </a:ext>
              </a:extLst>
            </p:cNvPr>
            <p:cNvSpPr>
              <a:spLocks noChangeShapeType="1"/>
            </p:cNvSpPr>
            <p:nvPr/>
          </p:nvSpPr>
          <p:spPr bwMode="auto">
            <a:xfrm>
              <a:off x="4948" y="2910"/>
              <a:ext cx="0" cy="236"/>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49" name="AutoShape 55">
              <a:extLst>
                <a:ext uri="{FF2B5EF4-FFF2-40B4-BE49-F238E27FC236}">
                  <a16:creationId xmlns:a16="http://schemas.microsoft.com/office/drawing/2014/main" id="{67234283-7342-44E2-EEA7-9CE650CDFD14}"/>
                </a:ext>
              </a:extLst>
            </p:cNvPr>
            <p:cNvSpPr>
              <a:spLocks noChangeArrowheads="1"/>
            </p:cNvSpPr>
            <p:nvPr/>
          </p:nvSpPr>
          <p:spPr bwMode="auto">
            <a:xfrm>
              <a:off x="1925" y="3537"/>
              <a:ext cx="477" cy="225"/>
            </a:xfrm>
            <a:prstGeom prst="roundRect">
              <a:avLst>
                <a:gd name="adj" fmla="val 16667"/>
              </a:avLst>
            </a:prstGeom>
            <a:solidFill>
              <a:srgbClr val="FFCCFF"/>
            </a:solidFill>
            <a:ln w="9525">
              <a:solidFill>
                <a:srgbClr val="000000"/>
              </a:solidFill>
              <a:round/>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000000"/>
                  </a:outerShdw>
                </a:effectLst>
              </a:endParaRPr>
            </a:p>
          </p:txBody>
        </p:sp>
        <p:sp>
          <p:nvSpPr>
            <p:cNvPr id="50" name="Text Box 56">
              <a:extLst>
                <a:ext uri="{FF2B5EF4-FFF2-40B4-BE49-F238E27FC236}">
                  <a16:creationId xmlns:a16="http://schemas.microsoft.com/office/drawing/2014/main" id="{0A7C3420-DCB5-1149-F70D-1E4E3E831CC9}"/>
                </a:ext>
              </a:extLst>
            </p:cNvPr>
            <p:cNvSpPr txBox="1">
              <a:spLocks noChangeArrowheads="1"/>
            </p:cNvSpPr>
            <p:nvPr/>
          </p:nvSpPr>
          <p:spPr bwMode="auto">
            <a:xfrm>
              <a:off x="1955" y="3519"/>
              <a:ext cx="417" cy="225"/>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出错</a:t>
              </a:r>
            </a:p>
          </p:txBody>
        </p:sp>
      </p:grpSp>
      <p:sp>
        <p:nvSpPr>
          <p:cNvPr id="55" name="Text Box 61">
            <a:extLst>
              <a:ext uri="{FF2B5EF4-FFF2-40B4-BE49-F238E27FC236}">
                <a16:creationId xmlns:a16="http://schemas.microsoft.com/office/drawing/2014/main" id="{3C0169BF-A6FA-5457-E42E-B4A0B839A3AD}"/>
              </a:ext>
            </a:extLst>
          </p:cNvPr>
          <p:cNvSpPr txBox="1">
            <a:spLocks noChangeArrowheads="1"/>
          </p:cNvSpPr>
          <p:nvPr/>
        </p:nvSpPr>
        <p:spPr bwMode="auto">
          <a:xfrm>
            <a:off x="1329599" y="5583054"/>
            <a:ext cx="1804987" cy="422275"/>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0"/>
              </a:spcBef>
              <a:buFont typeface="Wingdings" panose="05000000000000000000" pitchFamily="2" charset="2"/>
              <a:buNone/>
            </a:pPr>
            <a:r>
              <a:rPr lang="en-US" altLang="zh-CN" sz="1800" b="0">
                <a:solidFill>
                  <a:schemeClr val="tx1"/>
                </a:solidFill>
                <a:latin typeface="Times New Roman" panose="02020603050405020304" pitchFamily="18" charset="0"/>
              </a:rPr>
              <a:t>PCB</a:t>
            </a:r>
            <a:r>
              <a:rPr lang="zh-CN" altLang="en-US" sz="1800" b="0">
                <a:solidFill>
                  <a:schemeClr val="tx1"/>
                </a:solidFill>
                <a:latin typeface="Times New Roman" panose="02020603050405020304" pitchFamily="18" charset="0"/>
              </a:rPr>
              <a:t>池示意图</a:t>
            </a:r>
          </a:p>
        </p:txBody>
      </p:sp>
      <p:sp>
        <p:nvSpPr>
          <p:cNvPr id="56" name="Text Box 62">
            <a:extLst>
              <a:ext uri="{FF2B5EF4-FFF2-40B4-BE49-F238E27FC236}">
                <a16:creationId xmlns:a16="http://schemas.microsoft.com/office/drawing/2014/main" id="{4536EEFA-385B-0DD1-C51C-B7EA5DEA0EC7}"/>
              </a:ext>
            </a:extLst>
          </p:cNvPr>
          <p:cNvSpPr txBox="1">
            <a:spLocks noChangeArrowheads="1"/>
          </p:cNvSpPr>
          <p:nvPr/>
        </p:nvSpPr>
        <p:spPr bwMode="auto">
          <a:xfrm>
            <a:off x="6574701" y="6157473"/>
            <a:ext cx="2092325" cy="38576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0"/>
              </a:spcBef>
              <a:buFont typeface="Wingdings" panose="05000000000000000000" pitchFamily="2" charset="2"/>
              <a:buNone/>
            </a:pPr>
            <a:r>
              <a:rPr lang="zh-CN" altLang="en-US" sz="1600" b="0">
                <a:solidFill>
                  <a:schemeClr val="tx1"/>
                </a:solidFill>
                <a:latin typeface="Times New Roman" panose="02020603050405020304" pitchFamily="18" charset="0"/>
              </a:rPr>
              <a:t>进程创建原语流程图</a:t>
            </a:r>
          </a:p>
        </p:txBody>
      </p:sp>
    </p:spTree>
    <p:extLst>
      <p:ext uri="{BB962C8B-B14F-4D97-AF65-F5344CB8AC3E}">
        <p14:creationId xmlns:p14="http://schemas.microsoft.com/office/powerpoint/2010/main" val="15980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8CFCE6-42AD-0563-9BAC-7276C5BFBA26}"/>
              </a:ext>
            </a:extLst>
          </p:cNvPr>
          <p:cNvSpPr>
            <a:spLocks noGrp="1"/>
          </p:cNvSpPr>
          <p:nvPr>
            <p:ph type="title"/>
          </p:nvPr>
        </p:nvSpPr>
        <p:spPr/>
        <p:txBody>
          <a:bodyPr>
            <a:normAutofit/>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进程控制</a:t>
            </a:r>
            <a:endParaRPr lang="zh-CN" altLang="en-US" dirty="0"/>
          </a:p>
        </p:txBody>
      </p:sp>
      <p:sp>
        <p:nvSpPr>
          <p:cNvPr id="4" name="Rectangle 3">
            <a:extLst>
              <a:ext uri="{FF2B5EF4-FFF2-40B4-BE49-F238E27FC236}">
                <a16:creationId xmlns:a16="http://schemas.microsoft.com/office/drawing/2014/main" id="{F21EA863-F99D-689E-1AC9-7DA2649DE725}"/>
              </a:ext>
            </a:extLst>
          </p:cNvPr>
          <p:cNvSpPr>
            <a:spLocks noChangeArrowheads="1"/>
          </p:cNvSpPr>
          <p:nvPr/>
        </p:nvSpPr>
        <p:spPr bwMode="auto">
          <a:xfrm>
            <a:off x="487822" y="830079"/>
            <a:ext cx="8318500" cy="24644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spcBef>
                <a:spcPts val="1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(3)  </a:t>
            </a:r>
            <a:r>
              <a:rPr lang="zh-CN" altLang="en-US" sz="2600" b="1" dirty="0">
                <a:solidFill>
                  <a:prstClr val="black"/>
                </a:solidFill>
                <a:effectLst/>
                <a:latin typeface="微软雅黑" panose="020B0503020204020204" pitchFamily="34" charset="-122"/>
                <a:ea typeface="微软雅黑" panose="020B0503020204020204" pitchFamily="34" charset="-122"/>
              </a:rPr>
              <a:t>进程撤销</a:t>
            </a:r>
          </a:p>
          <a:p>
            <a:pPr eaLnBrk="1" hangingPunct="1">
              <a:lnSpc>
                <a:spcPct val="130000"/>
              </a:lnSpc>
              <a:buClr>
                <a:schemeClr val="tx2"/>
              </a:buClr>
              <a:buSzPct val="95000"/>
              <a:buFont typeface="Wingdings" panose="05000000000000000000" pitchFamily="2" charset="2"/>
              <a:buNone/>
              <a:defRPr/>
            </a:pPr>
            <a:r>
              <a:rPr lang="zh-CN" altLang="en-US" sz="2400" dirty="0">
                <a:solidFill>
                  <a:srgbClr val="000099"/>
                </a:solidFill>
                <a:effectLst/>
                <a:latin typeface="Times New Roman" panose="02020603050405020304" pitchFamily="18" charset="0"/>
              </a:rPr>
              <a:t>①</a:t>
            </a:r>
            <a:r>
              <a:rPr lang="zh-CN" altLang="en-US" sz="2400" dirty="0">
                <a:solidFill>
                  <a:srgbClr val="000099"/>
                </a:solidFill>
                <a:effectLst/>
                <a:latin typeface="宋体" panose="02010600030101010101" pitchFamily="2" charset="-122"/>
              </a:rPr>
              <a:t> </a:t>
            </a:r>
            <a:r>
              <a:rPr lang="zh-CN" altLang="en-US" sz="2400" dirty="0">
                <a:solidFill>
                  <a:srgbClr val="000099"/>
                </a:solidFill>
                <a:effectLst/>
                <a:latin typeface="Times New Roman" panose="02020603050405020304" pitchFamily="18" charset="0"/>
              </a:rPr>
              <a:t>进程撤销原语的形式</a:t>
            </a:r>
          </a:p>
          <a:p>
            <a:pPr eaLnBrk="1" hangingPunct="1">
              <a:lnSpc>
                <a:spcPct val="130000"/>
              </a:lnSpc>
              <a:buClr>
                <a:schemeClr val="tx2"/>
              </a:buClr>
              <a:buSzPct val="95000"/>
              <a:buFont typeface="Wingdings" panose="05000000000000000000" pitchFamily="2" charset="2"/>
              <a:buNone/>
              <a:defRPr/>
            </a:pPr>
            <a:r>
              <a:rPr lang="zh-CN" altLang="en-US" sz="2000" b="0" dirty="0">
                <a:solidFill>
                  <a:schemeClr val="tx1"/>
                </a:solidFill>
                <a:effectLst/>
                <a:latin typeface="Times New Roman" panose="02020603050405020304" pitchFamily="18" charset="0"/>
              </a:rPr>
              <a:t>       </a:t>
            </a:r>
            <a:r>
              <a:rPr lang="zh-CN" altLang="en-US" sz="2400" b="0" dirty="0">
                <a:solidFill>
                  <a:schemeClr val="tx1"/>
                </a:solidFill>
                <a:effectLst/>
                <a:latin typeface="Times New Roman" panose="02020603050405020304" pitchFamily="18" charset="0"/>
              </a:rPr>
              <a:t>当进程完成任务后希望终止自己时使用进程撤消原语。 </a:t>
            </a:r>
          </a:p>
          <a:p>
            <a:pPr eaLnBrk="1" hangingPunct="1">
              <a:lnSpc>
                <a:spcPct val="130000"/>
              </a:lnSpc>
              <a:buClr>
                <a:schemeClr val="tx2"/>
              </a:buClr>
              <a:buSzPct val="95000"/>
              <a:buFont typeface="Wingdings" panose="05000000000000000000" pitchFamily="2" charset="2"/>
              <a:buNone/>
              <a:defRPr/>
            </a:pPr>
            <a:r>
              <a:rPr lang="zh-CN" altLang="en-US" sz="2400" b="0" dirty="0">
                <a:solidFill>
                  <a:schemeClr val="tx1"/>
                </a:solidFill>
                <a:effectLst/>
                <a:latin typeface="Times New Roman" panose="02020603050405020304" pitchFamily="18" charset="0"/>
              </a:rPr>
              <a:t>       </a:t>
            </a:r>
            <a:r>
              <a:rPr lang="en-US" altLang="zh-CN" sz="2400" b="0" dirty="0">
                <a:solidFill>
                  <a:schemeClr val="tx1"/>
                </a:solidFill>
                <a:effectLst/>
                <a:latin typeface="Times New Roman" panose="02020603050405020304" pitchFamily="18" charset="0"/>
              </a:rPr>
              <a:t>kill (</a:t>
            </a:r>
            <a:r>
              <a:rPr lang="zh-CN" altLang="en-US" sz="2400" b="0" dirty="0">
                <a:solidFill>
                  <a:schemeClr val="tx1"/>
                </a:solidFill>
                <a:effectLst/>
                <a:latin typeface="Times New Roman" panose="02020603050405020304" pitchFamily="18" charset="0"/>
              </a:rPr>
              <a:t>或</a:t>
            </a:r>
            <a:r>
              <a:rPr lang="en-US" altLang="zh-CN" sz="2400" b="0" dirty="0">
                <a:solidFill>
                  <a:schemeClr val="tx1"/>
                </a:solidFill>
                <a:effectLst/>
                <a:latin typeface="Times New Roman" panose="02020603050405020304" pitchFamily="18" charset="0"/>
              </a:rPr>
              <a:t>exit)           </a:t>
            </a:r>
          </a:p>
        </p:txBody>
      </p:sp>
      <p:sp>
        <p:nvSpPr>
          <p:cNvPr id="5" name="Rectangle 6">
            <a:extLst>
              <a:ext uri="{FF2B5EF4-FFF2-40B4-BE49-F238E27FC236}">
                <a16:creationId xmlns:a16="http://schemas.microsoft.com/office/drawing/2014/main" id="{3B5EEC9B-CEA1-B70F-0649-066E24A264EE}"/>
              </a:ext>
            </a:extLst>
          </p:cNvPr>
          <p:cNvSpPr>
            <a:spLocks noChangeArrowheads="1"/>
          </p:cNvSpPr>
          <p:nvPr/>
        </p:nvSpPr>
        <p:spPr bwMode="auto">
          <a:xfrm>
            <a:off x="489410" y="3419292"/>
            <a:ext cx="11007646" cy="1643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30000"/>
              </a:lnSpc>
              <a:buFont typeface="Wingdings" panose="05000000000000000000" pitchFamily="2" charset="2"/>
              <a:buNone/>
            </a:pPr>
            <a:r>
              <a:rPr lang="en-US" altLang="zh-CN" sz="2400" dirty="0">
                <a:solidFill>
                  <a:srgbClr val="000099"/>
                </a:solidFill>
                <a:latin typeface="宋体" panose="02010600030101010101" pitchFamily="2" charset="-122"/>
              </a:rPr>
              <a:t>② </a:t>
            </a:r>
            <a:r>
              <a:rPr lang="zh-CN" altLang="en-US" sz="2400" dirty="0">
                <a:solidFill>
                  <a:srgbClr val="000099"/>
                </a:solidFill>
                <a:latin typeface="Times New Roman" panose="02020603050405020304" pitchFamily="18" charset="0"/>
              </a:rPr>
              <a:t>进程撤销原语的功能</a:t>
            </a:r>
          </a:p>
          <a:p>
            <a:pPr eaLnBrk="1" hangingPunct="1">
              <a:lnSpc>
                <a:spcPct val="130000"/>
              </a:lnSpc>
              <a:buFont typeface="Wingdings" panose="05000000000000000000" pitchFamily="2" charset="2"/>
              <a:buNone/>
            </a:pPr>
            <a:r>
              <a:rPr lang="zh-CN" altLang="en-US" sz="2000" b="0" dirty="0">
                <a:solidFill>
                  <a:schemeClr val="tx1"/>
                </a:solidFill>
                <a:latin typeface="Times New Roman" panose="02020603050405020304" pitchFamily="18" charset="0"/>
              </a:rPr>
              <a:t>       </a:t>
            </a:r>
            <a:r>
              <a:rPr lang="zh-CN" altLang="en-US" sz="2400" b="0" dirty="0">
                <a:solidFill>
                  <a:schemeClr val="tx1"/>
                </a:solidFill>
                <a:latin typeface="Times New Roman" panose="02020603050405020304" pitchFamily="18" charset="0"/>
              </a:rPr>
              <a:t>撤消当前运行的进程。将该进程的</a:t>
            </a:r>
            <a:r>
              <a:rPr lang="en-US" altLang="zh-CN" sz="2400" b="0" dirty="0">
                <a:solidFill>
                  <a:schemeClr val="tx1"/>
                </a:solidFill>
                <a:latin typeface="Times New Roman" panose="02020603050405020304" pitchFamily="18" charset="0"/>
              </a:rPr>
              <a:t>PCB</a:t>
            </a:r>
            <a:r>
              <a:rPr lang="zh-CN" altLang="en-US" sz="2400" b="0" dirty="0">
                <a:solidFill>
                  <a:schemeClr val="tx1"/>
                </a:solidFill>
                <a:latin typeface="Times New Roman" panose="02020603050405020304" pitchFamily="18" charset="0"/>
              </a:rPr>
              <a:t>结构归还到</a:t>
            </a:r>
            <a:r>
              <a:rPr lang="en-US" altLang="zh-CN" sz="2400" b="0" dirty="0">
                <a:solidFill>
                  <a:schemeClr val="tx1"/>
                </a:solidFill>
                <a:latin typeface="Times New Roman" panose="02020603050405020304" pitchFamily="18" charset="0"/>
              </a:rPr>
              <a:t>PCB</a:t>
            </a:r>
            <a:r>
              <a:rPr lang="zh-CN" altLang="en-US" sz="2400" b="0" dirty="0">
                <a:solidFill>
                  <a:schemeClr val="tx1"/>
                </a:solidFill>
                <a:latin typeface="Times New Roman" panose="02020603050405020304" pitchFamily="18" charset="0"/>
              </a:rPr>
              <a:t>资源池，所占用的资源归还给父进程，从总链队列中摘除它，然后转进程调度程序。</a:t>
            </a:r>
          </a:p>
        </p:txBody>
      </p:sp>
    </p:spTree>
    <p:extLst>
      <p:ext uri="{BB962C8B-B14F-4D97-AF65-F5344CB8AC3E}">
        <p14:creationId xmlns:p14="http://schemas.microsoft.com/office/powerpoint/2010/main" val="35843983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0D0160-48C2-322C-DDAE-5F0867AF9804}"/>
              </a:ext>
            </a:extLst>
          </p:cNvPr>
          <p:cNvSpPr>
            <a:spLocks noGrp="1"/>
          </p:cNvSpPr>
          <p:nvPr>
            <p:ph type="title"/>
          </p:nvPr>
        </p:nvSpPr>
        <p:spPr/>
        <p:txBody>
          <a:bodyPr>
            <a:normAutofit/>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进程控制</a:t>
            </a:r>
            <a:endParaRPr lang="zh-CN" altLang="en-US" dirty="0"/>
          </a:p>
        </p:txBody>
      </p:sp>
      <p:sp>
        <p:nvSpPr>
          <p:cNvPr id="4" name="Rectangle 5">
            <a:extLst>
              <a:ext uri="{FF2B5EF4-FFF2-40B4-BE49-F238E27FC236}">
                <a16:creationId xmlns:a16="http://schemas.microsoft.com/office/drawing/2014/main" id="{FCBB98C5-0824-5B32-83B2-E5A8F900EF4C}"/>
              </a:ext>
            </a:extLst>
          </p:cNvPr>
          <p:cNvSpPr>
            <a:spLocks noChangeArrowheads="1"/>
          </p:cNvSpPr>
          <p:nvPr/>
        </p:nvSpPr>
        <p:spPr bwMode="auto">
          <a:xfrm>
            <a:off x="637687" y="907738"/>
            <a:ext cx="3876675"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20000"/>
              </a:lnSpc>
              <a:spcBef>
                <a:spcPct val="20000"/>
              </a:spcBef>
              <a:buFont typeface="Wingdings" panose="05000000000000000000" pitchFamily="2" charset="2"/>
              <a:buNone/>
            </a:pPr>
            <a:r>
              <a:rPr lang="en-US" altLang="zh-CN" sz="2400" dirty="0">
                <a:solidFill>
                  <a:srgbClr val="000099"/>
                </a:solidFill>
                <a:latin typeface="宋体" panose="02010600030101010101" pitchFamily="2" charset="-122"/>
              </a:rPr>
              <a:t>③ </a:t>
            </a:r>
            <a:r>
              <a:rPr lang="zh-CN" altLang="en-US" sz="2400" dirty="0">
                <a:solidFill>
                  <a:srgbClr val="000099"/>
                </a:solidFill>
                <a:latin typeface="Times New Roman" panose="02020603050405020304" pitchFamily="18" charset="0"/>
              </a:rPr>
              <a:t>进程撤销原语的实现</a:t>
            </a:r>
            <a:r>
              <a:rPr lang="zh-CN" altLang="en-US" sz="2000" b="0" dirty="0">
                <a:solidFill>
                  <a:schemeClr val="tx1"/>
                </a:solidFill>
                <a:latin typeface="Times New Roman" panose="02020603050405020304" pitchFamily="18" charset="0"/>
              </a:rPr>
              <a:t>         </a:t>
            </a:r>
          </a:p>
        </p:txBody>
      </p:sp>
      <p:grpSp>
        <p:nvGrpSpPr>
          <p:cNvPr id="5" name="Group 24">
            <a:extLst>
              <a:ext uri="{FF2B5EF4-FFF2-40B4-BE49-F238E27FC236}">
                <a16:creationId xmlns:a16="http://schemas.microsoft.com/office/drawing/2014/main" id="{EF25CA3E-3036-5D71-137D-FE576186B877}"/>
              </a:ext>
            </a:extLst>
          </p:cNvPr>
          <p:cNvGrpSpPr>
            <a:grpSpLocks/>
          </p:cNvGrpSpPr>
          <p:nvPr/>
        </p:nvGrpSpPr>
        <p:grpSpPr bwMode="auto">
          <a:xfrm>
            <a:off x="3967754" y="1591823"/>
            <a:ext cx="3543300" cy="4545012"/>
            <a:chOff x="1166" y="1048"/>
            <a:chExt cx="2232" cy="2863"/>
          </a:xfrm>
        </p:grpSpPr>
        <p:grpSp>
          <p:nvGrpSpPr>
            <p:cNvPr id="6" name="Group 22">
              <a:extLst>
                <a:ext uri="{FF2B5EF4-FFF2-40B4-BE49-F238E27FC236}">
                  <a16:creationId xmlns:a16="http://schemas.microsoft.com/office/drawing/2014/main" id="{FBD2F306-6BB3-E5A5-59BC-1000685BD9FE}"/>
                </a:ext>
              </a:extLst>
            </p:cNvPr>
            <p:cNvGrpSpPr>
              <a:grpSpLocks/>
            </p:cNvGrpSpPr>
            <p:nvPr/>
          </p:nvGrpSpPr>
          <p:grpSpPr bwMode="auto">
            <a:xfrm>
              <a:off x="1971" y="1048"/>
              <a:ext cx="622" cy="282"/>
              <a:chOff x="1744" y="1048"/>
              <a:chExt cx="622" cy="282"/>
            </a:xfrm>
          </p:grpSpPr>
          <p:sp>
            <p:nvSpPr>
              <p:cNvPr id="19" name="AutoShape 7">
                <a:extLst>
                  <a:ext uri="{FF2B5EF4-FFF2-40B4-BE49-F238E27FC236}">
                    <a16:creationId xmlns:a16="http://schemas.microsoft.com/office/drawing/2014/main" id="{B6E3D06E-B2BE-654F-F852-C70C0F5A002D}"/>
                  </a:ext>
                </a:extLst>
              </p:cNvPr>
              <p:cNvSpPr>
                <a:spLocks noChangeArrowheads="1"/>
              </p:cNvSpPr>
              <p:nvPr/>
            </p:nvSpPr>
            <p:spPr bwMode="auto">
              <a:xfrm>
                <a:off x="1744" y="1048"/>
                <a:ext cx="622" cy="282"/>
              </a:xfrm>
              <a:prstGeom prst="roundRect">
                <a:avLst>
                  <a:gd name="adj" fmla="val 16667"/>
                </a:avLst>
              </a:prstGeom>
              <a:solidFill>
                <a:srgbClr val="FFCCFF"/>
              </a:solidFill>
              <a:ln w="9525">
                <a:solidFill>
                  <a:srgbClr val="000000"/>
                </a:solidFill>
                <a:round/>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000000"/>
                    </a:outerShdw>
                  </a:effectLst>
                </a:endParaRPr>
              </a:p>
            </p:txBody>
          </p:sp>
          <p:sp>
            <p:nvSpPr>
              <p:cNvPr id="20" name="Text Box 8">
                <a:extLst>
                  <a:ext uri="{FF2B5EF4-FFF2-40B4-BE49-F238E27FC236}">
                    <a16:creationId xmlns:a16="http://schemas.microsoft.com/office/drawing/2014/main" id="{F58FA3E0-1A41-4DD0-2F7B-6D6CA2B3B733}"/>
                  </a:ext>
                </a:extLst>
              </p:cNvPr>
              <p:cNvSpPr txBox="1">
                <a:spLocks noChangeArrowheads="1"/>
              </p:cNvSpPr>
              <p:nvPr/>
            </p:nvSpPr>
            <p:spPr bwMode="auto">
              <a:xfrm>
                <a:off x="1794" y="1068"/>
                <a:ext cx="567" cy="214"/>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00000"/>
                  </a:lnSpc>
                  <a:spcBef>
                    <a:spcPct val="0"/>
                  </a:spcBef>
                  <a:buClrTx/>
                  <a:buSzTx/>
                  <a:buFontTx/>
                  <a:buNone/>
                </a:pPr>
                <a:r>
                  <a:rPr kumimoji="1" lang="zh-CN" altLang="en-US" sz="1600" b="1" dirty="0">
                    <a:solidFill>
                      <a:schemeClr val="tx1"/>
                    </a:solidFill>
                    <a:latin typeface="Times New Roman" panose="02020603050405020304" pitchFamily="18" charset="0"/>
                  </a:rPr>
                  <a:t>入口</a:t>
                </a:r>
              </a:p>
            </p:txBody>
          </p:sp>
        </p:grpSp>
        <p:sp>
          <p:nvSpPr>
            <p:cNvPr id="7" name="Text Box 9">
              <a:extLst>
                <a:ext uri="{FF2B5EF4-FFF2-40B4-BE49-F238E27FC236}">
                  <a16:creationId xmlns:a16="http://schemas.microsoft.com/office/drawing/2014/main" id="{A039FD0F-F007-6FDA-A37C-4D4F68D3E740}"/>
                </a:ext>
              </a:extLst>
            </p:cNvPr>
            <p:cNvSpPr txBox="1">
              <a:spLocks noChangeArrowheads="1"/>
            </p:cNvSpPr>
            <p:nvPr/>
          </p:nvSpPr>
          <p:spPr bwMode="auto">
            <a:xfrm>
              <a:off x="1341" y="1505"/>
              <a:ext cx="1882" cy="329"/>
            </a:xfrm>
            <a:prstGeom prst="rect">
              <a:avLst/>
            </a:prstGeom>
            <a:solidFill>
              <a:srgbClr val="FFC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buClrTx/>
                <a:buSzTx/>
                <a:buFontTx/>
                <a:buNone/>
              </a:pPr>
              <a:r>
                <a:rPr kumimoji="1" lang="zh-CN" altLang="en-US" sz="1600" b="1">
                  <a:solidFill>
                    <a:schemeClr val="tx1"/>
                  </a:solidFill>
                  <a:latin typeface="Times New Roman" panose="02020603050405020304" pitchFamily="18" charset="0"/>
                </a:rPr>
                <a:t>由运行指针得当前进程的</a:t>
              </a:r>
              <a:r>
                <a:rPr kumimoji="1" lang="en-US" altLang="zh-CN" sz="1600" b="1">
                  <a:solidFill>
                    <a:schemeClr val="tx1"/>
                  </a:solidFill>
                  <a:latin typeface="Times New Roman" panose="02020603050405020304" pitchFamily="18" charset="0"/>
                </a:rPr>
                <a:t>pid</a:t>
              </a:r>
            </a:p>
          </p:txBody>
        </p:sp>
        <p:sp>
          <p:nvSpPr>
            <p:cNvPr id="8" name="Text Box 10">
              <a:extLst>
                <a:ext uri="{FF2B5EF4-FFF2-40B4-BE49-F238E27FC236}">
                  <a16:creationId xmlns:a16="http://schemas.microsoft.com/office/drawing/2014/main" id="{51D87C00-41D5-50F7-61BA-065DE43E9391}"/>
                </a:ext>
              </a:extLst>
            </p:cNvPr>
            <p:cNvSpPr txBox="1">
              <a:spLocks noChangeArrowheads="1"/>
            </p:cNvSpPr>
            <p:nvPr/>
          </p:nvSpPr>
          <p:spPr bwMode="auto">
            <a:xfrm>
              <a:off x="1166" y="2010"/>
              <a:ext cx="2232" cy="373"/>
            </a:xfrm>
            <a:prstGeom prst="rect">
              <a:avLst/>
            </a:prstGeom>
            <a:solidFill>
              <a:srgbClr val="FFC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50000"/>
                </a:spcBef>
                <a:buClrTx/>
                <a:buSzTx/>
                <a:buFontTx/>
                <a:buNone/>
              </a:pPr>
              <a:r>
                <a:rPr kumimoji="1" lang="zh-CN" altLang="en-US" sz="1600" b="1">
                  <a:solidFill>
                    <a:schemeClr val="tx1"/>
                  </a:solidFill>
                  <a:latin typeface="Times New Roman" panose="02020603050405020304" pitchFamily="18" charset="0"/>
                </a:rPr>
                <a:t>释放本进程所占用的资源给父进程</a:t>
              </a:r>
            </a:p>
          </p:txBody>
        </p:sp>
        <p:sp>
          <p:nvSpPr>
            <p:cNvPr id="9" name="Text Box 11">
              <a:extLst>
                <a:ext uri="{FF2B5EF4-FFF2-40B4-BE49-F238E27FC236}">
                  <a16:creationId xmlns:a16="http://schemas.microsoft.com/office/drawing/2014/main" id="{2ECCCC1C-7C2D-3404-F210-EAD8E8A0D618}"/>
                </a:ext>
              </a:extLst>
            </p:cNvPr>
            <p:cNvSpPr txBox="1">
              <a:spLocks noChangeArrowheads="1"/>
            </p:cNvSpPr>
            <p:nvPr/>
          </p:nvSpPr>
          <p:spPr bwMode="auto">
            <a:xfrm>
              <a:off x="1341" y="2562"/>
              <a:ext cx="1882" cy="329"/>
            </a:xfrm>
            <a:prstGeom prst="rect">
              <a:avLst/>
            </a:prstGeom>
            <a:solidFill>
              <a:srgbClr val="FFC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ClrTx/>
                <a:buSzTx/>
                <a:buFontTx/>
                <a:buNone/>
              </a:pPr>
              <a:r>
                <a:rPr kumimoji="1" lang="zh-CN" altLang="en-US" sz="1600" b="1">
                  <a:solidFill>
                    <a:schemeClr val="tx1"/>
                  </a:solidFill>
                  <a:latin typeface="Times New Roman" panose="02020603050405020304" pitchFamily="18" charset="0"/>
                </a:rPr>
                <a:t>该进程从总链队列中摘下</a:t>
              </a:r>
            </a:p>
          </p:txBody>
        </p:sp>
        <p:sp>
          <p:nvSpPr>
            <p:cNvPr id="10" name="Text Box 12">
              <a:extLst>
                <a:ext uri="{FF2B5EF4-FFF2-40B4-BE49-F238E27FC236}">
                  <a16:creationId xmlns:a16="http://schemas.microsoft.com/office/drawing/2014/main" id="{EDADE67A-CD89-AEA1-971F-E16D0A4EFD8A}"/>
                </a:ext>
              </a:extLst>
            </p:cNvPr>
            <p:cNvSpPr txBox="1">
              <a:spLocks noChangeArrowheads="1"/>
            </p:cNvSpPr>
            <p:nvPr/>
          </p:nvSpPr>
          <p:spPr bwMode="auto">
            <a:xfrm>
              <a:off x="1341" y="3071"/>
              <a:ext cx="1882" cy="287"/>
            </a:xfrm>
            <a:prstGeom prst="rect">
              <a:avLst/>
            </a:prstGeom>
            <a:solidFill>
              <a:srgbClr val="FFC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ClrTx/>
                <a:buSzTx/>
                <a:buFontTx/>
                <a:buNone/>
              </a:pPr>
              <a:r>
                <a:rPr kumimoji="1" lang="zh-CN" altLang="en-US" sz="1600" b="1">
                  <a:solidFill>
                    <a:schemeClr val="tx1"/>
                  </a:solidFill>
                  <a:latin typeface="Times New Roman" panose="02020603050405020304" pitchFamily="18" charset="0"/>
                </a:rPr>
                <a:t>释放</a:t>
              </a:r>
              <a:r>
                <a:rPr kumimoji="1" lang="en-US" altLang="zh-CN" sz="1600" b="1">
                  <a:solidFill>
                    <a:schemeClr val="tx1"/>
                  </a:solidFill>
                  <a:latin typeface="Times New Roman" panose="02020603050405020304" pitchFamily="18" charset="0"/>
                </a:rPr>
                <a:t>PCB</a:t>
              </a:r>
              <a:r>
                <a:rPr kumimoji="1" lang="zh-CN" altLang="en-US" sz="1600" b="1">
                  <a:solidFill>
                    <a:schemeClr val="tx1"/>
                  </a:solidFill>
                  <a:latin typeface="Times New Roman" panose="02020603050405020304" pitchFamily="18" charset="0"/>
                </a:rPr>
                <a:t>结构</a:t>
              </a:r>
            </a:p>
          </p:txBody>
        </p:sp>
        <p:grpSp>
          <p:nvGrpSpPr>
            <p:cNvPr id="11" name="Group 13">
              <a:extLst>
                <a:ext uri="{FF2B5EF4-FFF2-40B4-BE49-F238E27FC236}">
                  <a16:creationId xmlns:a16="http://schemas.microsoft.com/office/drawing/2014/main" id="{2E6C9B05-711F-D79C-A50D-A09D190852A2}"/>
                </a:ext>
              </a:extLst>
            </p:cNvPr>
            <p:cNvGrpSpPr>
              <a:grpSpLocks/>
            </p:cNvGrpSpPr>
            <p:nvPr/>
          </p:nvGrpSpPr>
          <p:grpSpPr bwMode="auto">
            <a:xfrm>
              <a:off x="1762" y="3528"/>
              <a:ext cx="1041" cy="383"/>
              <a:chOff x="7683" y="6138"/>
              <a:chExt cx="1008" cy="696"/>
            </a:xfrm>
          </p:grpSpPr>
          <p:sp>
            <p:nvSpPr>
              <p:cNvPr id="17" name="AutoShape 14">
                <a:extLst>
                  <a:ext uri="{FF2B5EF4-FFF2-40B4-BE49-F238E27FC236}">
                    <a16:creationId xmlns:a16="http://schemas.microsoft.com/office/drawing/2014/main" id="{83ECCF7A-7B4B-3051-EA1F-810E21ABDC5B}"/>
                  </a:ext>
                </a:extLst>
              </p:cNvPr>
              <p:cNvSpPr>
                <a:spLocks noChangeArrowheads="1"/>
              </p:cNvSpPr>
              <p:nvPr/>
            </p:nvSpPr>
            <p:spPr bwMode="auto">
              <a:xfrm>
                <a:off x="7683" y="6138"/>
                <a:ext cx="1008" cy="546"/>
              </a:xfrm>
              <a:prstGeom prst="roundRect">
                <a:avLst>
                  <a:gd name="adj" fmla="val 16667"/>
                </a:avLst>
              </a:prstGeom>
              <a:solidFill>
                <a:srgbClr val="FFCCFF"/>
              </a:solidFill>
              <a:ln w="9525">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Font typeface="Wingdings" panose="05000000000000000000" pitchFamily="2" charset="2"/>
                  <a:buChar char="Ø"/>
                </a:pPr>
                <a:endParaRPr lang="zh-CN" altLang="en-US" sz="1400" b="1">
                  <a:solidFill>
                    <a:srgbClr val="4138FA"/>
                  </a:solidFill>
                </a:endParaRPr>
              </a:p>
            </p:txBody>
          </p:sp>
          <p:sp>
            <p:nvSpPr>
              <p:cNvPr id="18" name="Text Box 15">
                <a:extLst>
                  <a:ext uri="{FF2B5EF4-FFF2-40B4-BE49-F238E27FC236}">
                    <a16:creationId xmlns:a16="http://schemas.microsoft.com/office/drawing/2014/main" id="{F3E44A35-CB60-56C8-2C4D-F20647EF82BF}"/>
                  </a:ext>
                </a:extLst>
              </p:cNvPr>
              <p:cNvSpPr txBox="1">
                <a:spLocks noChangeArrowheads="1"/>
              </p:cNvSpPr>
              <p:nvPr/>
            </p:nvSpPr>
            <p:spPr bwMode="auto">
              <a:xfrm>
                <a:off x="7683" y="6138"/>
                <a:ext cx="981" cy="696"/>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20000"/>
                  </a:spcBef>
                  <a:buClrTx/>
                  <a:buSzTx/>
                  <a:buFontTx/>
                  <a:buNone/>
                </a:pPr>
                <a:r>
                  <a:rPr kumimoji="1" lang="zh-CN" altLang="en-US" sz="1600" b="1">
                    <a:solidFill>
                      <a:schemeClr val="tx1"/>
                    </a:solidFill>
                    <a:latin typeface="Times New Roman" panose="02020603050405020304" pitchFamily="18" charset="0"/>
                  </a:rPr>
                  <a:t>转进程调度</a:t>
                </a:r>
              </a:p>
            </p:txBody>
          </p:sp>
        </p:grpSp>
        <p:sp>
          <p:nvSpPr>
            <p:cNvPr id="12" name="Line 16">
              <a:extLst>
                <a:ext uri="{FF2B5EF4-FFF2-40B4-BE49-F238E27FC236}">
                  <a16:creationId xmlns:a16="http://schemas.microsoft.com/office/drawing/2014/main" id="{532EDC12-8A62-787C-E7A5-E7F65612A3A0}"/>
                </a:ext>
              </a:extLst>
            </p:cNvPr>
            <p:cNvSpPr>
              <a:spLocks noChangeShapeType="1"/>
            </p:cNvSpPr>
            <p:nvPr/>
          </p:nvSpPr>
          <p:spPr bwMode="auto">
            <a:xfrm>
              <a:off x="2282" y="1328"/>
              <a:ext cx="0" cy="172"/>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13" name="Line 17">
              <a:extLst>
                <a:ext uri="{FF2B5EF4-FFF2-40B4-BE49-F238E27FC236}">
                  <a16:creationId xmlns:a16="http://schemas.microsoft.com/office/drawing/2014/main" id="{C921CB2F-FA11-260B-EA71-87B09D7C445D}"/>
                </a:ext>
              </a:extLst>
            </p:cNvPr>
            <p:cNvSpPr>
              <a:spLocks noChangeShapeType="1"/>
            </p:cNvSpPr>
            <p:nvPr/>
          </p:nvSpPr>
          <p:spPr bwMode="auto">
            <a:xfrm>
              <a:off x="2282" y="1834"/>
              <a:ext cx="0" cy="172"/>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p>
          </p:txBody>
        </p:sp>
        <p:sp>
          <p:nvSpPr>
            <p:cNvPr id="14" name="Line 18">
              <a:extLst>
                <a:ext uri="{FF2B5EF4-FFF2-40B4-BE49-F238E27FC236}">
                  <a16:creationId xmlns:a16="http://schemas.microsoft.com/office/drawing/2014/main" id="{C17ED1B9-BE5E-8239-BA82-9A923EFB8D0E}"/>
                </a:ext>
              </a:extLst>
            </p:cNvPr>
            <p:cNvSpPr>
              <a:spLocks noChangeShapeType="1"/>
            </p:cNvSpPr>
            <p:nvPr/>
          </p:nvSpPr>
          <p:spPr bwMode="auto">
            <a:xfrm>
              <a:off x="2282" y="2392"/>
              <a:ext cx="0" cy="172"/>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p>
          </p:txBody>
        </p:sp>
        <p:sp>
          <p:nvSpPr>
            <p:cNvPr id="15" name="Line 19">
              <a:extLst>
                <a:ext uri="{FF2B5EF4-FFF2-40B4-BE49-F238E27FC236}">
                  <a16:creationId xmlns:a16="http://schemas.microsoft.com/office/drawing/2014/main" id="{47C425C0-11EF-233A-F05D-F1404AEFD235}"/>
                </a:ext>
              </a:extLst>
            </p:cNvPr>
            <p:cNvSpPr>
              <a:spLocks noChangeShapeType="1"/>
            </p:cNvSpPr>
            <p:nvPr/>
          </p:nvSpPr>
          <p:spPr bwMode="auto">
            <a:xfrm>
              <a:off x="2282" y="2899"/>
              <a:ext cx="0" cy="172"/>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p>
          </p:txBody>
        </p:sp>
        <p:sp>
          <p:nvSpPr>
            <p:cNvPr id="16" name="Line 20">
              <a:extLst>
                <a:ext uri="{FF2B5EF4-FFF2-40B4-BE49-F238E27FC236}">
                  <a16:creationId xmlns:a16="http://schemas.microsoft.com/office/drawing/2014/main" id="{8971F683-027A-D0B8-B1CA-922D75E3D7F5}"/>
                </a:ext>
              </a:extLst>
            </p:cNvPr>
            <p:cNvSpPr>
              <a:spLocks noChangeShapeType="1"/>
            </p:cNvSpPr>
            <p:nvPr/>
          </p:nvSpPr>
          <p:spPr bwMode="auto">
            <a:xfrm>
              <a:off x="2282" y="3362"/>
              <a:ext cx="0" cy="172"/>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p>
          </p:txBody>
        </p:sp>
      </p:grpSp>
      <p:sp>
        <p:nvSpPr>
          <p:cNvPr id="21" name="Text Box 25">
            <a:extLst>
              <a:ext uri="{FF2B5EF4-FFF2-40B4-BE49-F238E27FC236}">
                <a16:creationId xmlns:a16="http://schemas.microsoft.com/office/drawing/2014/main" id="{6E365E4F-69DC-2D20-3504-E59CE7058C9F}"/>
              </a:ext>
            </a:extLst>
          </p:cNvPr>
          <p:cNvSpPr txBox="1">
            <a:spLocks noChangeArrowheads="1"/>
          </p:cNvSpPr>
          <p:nvPr/>
        </p:nvSpPr>
        <p:spPr bwMode="auto">
          <a:xfrm>
            <a:off x="4731341" y="6157473"/>
            <a:ext cx="2106613" cy="38576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0"/>
              </a:spcBef>
              <a:buFont typeface="Wingdings" panose="05000000000000000000" pitchFamily="2" charset="2"/>
              <a:buNone/>
            </a:pPr>
            <a:r>
              <a:rPr lang="zh-CN" altLang="en-US" sz="1600" b="0">
                <a:solidFill>
                  <a:schemeClr val="tx1"/>
                </a:solidFill>
                <a:latin typeface="Times New Roman" panose="02020603050405020304" pitchFamily="18" charset="0"/>
              </a:rPr>
              <a:t>进程撤销原语流程图</a:t>
            </a:r>
          </a:p>
        </p:txBody>
      </p:sp>
    </p:spTree>
    <p:extLst>
      <p:ext uri="{BB962C8B-B14F-4D97-AF65-F5344CB8AC3E}">
        <p14:creationId xmlns:p14="http://schemas.microsoft.com/office/powerpoint/2010/main" val="18432842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45E7D3-88D5-1FF1-F0BF-E212FB21F3C7}"/>
              </a:ext>
            </a:extLst>
          </p:cNvPr>
          <p:cNvSpPr>
            <a:spLocks noGrp="1"/>
          </p:cNvSpPr>
          <p:nvPr>
            <p:ph type="title"/>
          </p:nvPr>
        </p:nvSpPr>
        <p:spPr/>
        <p:txBody>
          <a:bodyPr/>
          <a:lstStyle/>
          <a:p>
            <a:pPr eaLnBrk="1" hangingPunct="1">
              <a:spcBef>
                <a:spcPct val="0"/>
              </a:spcBef>
            </a:pPr>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进程控制</a:t>
            </a:r>
          </a:p>
        </p:txBody>
      </p:sp>
      <p:sp>
        <p:nvSpPr>
          <p:cNvPr id="4" name="Rectangle 3">
            <a:extLst>
              <a:ext uri="{FF2B5EF4-FFF2-40B4-BE49-F238E27FC236}">
                <a16:creationId xmlns:a16="http://schemas.microsoft.com/office/drawing/2014/main" id="{E4905CB1-7A93-C0B3-6AF9-1950CEDDE423}"/>
              </a:ext>
            </a:extLst>
          </p:cNvPr>
          <p:cNvSpPr>
            <a:spLocks noChangeArrowheads="1"/>
          </p:cNvSpPr>
          <p:nvPr/>
        </p:nvSpPr>
        <p:spPr bwMode="auto">
          <a:xfrm>
            <a:off x="764126" y="830079"/>
            <a:ext cx="9795924" cy="3009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spcBef>
                <a:spcPts val="1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(4)  </a:t>
            </a:r>
            <a:r>
              <a:rPr lang="zh-CN" altLang="en-US" sz="2600" b="1" dirty="0">
                <a:solidFill>
                  <a:prstClr val="black"/>
                </a:solidFill>
                <a:effectLst/>
                <a:latin typeface="微软雅黑" panose="020B0503020204020204" pitchFamily="34" charset="-122"/>
                <a:ea typeface="微软雅黑" panose="020B0503020204020204" pitchFamily="34" charset="-122"/>
              </a:rPr>
              <a:t>进程等待</a:t>
            </a:r>
          </a:p>
          <a:p>
            <a:pPr eaLnBrk="1" hangingPunct="1">
              <a:lnSpc>
                <a:spcPct val="130000"/>
              </a:lnSpc>
              <a:buClr>
                <a:schemeClr val="tx2"/>
              </a:buClr>
              <a:buSzPct val="95000"/>
              <a:buFont typeface="Wingdings" panose="05000000000000000000" pitchFamily="2" charset="2"/>
              <a:buNone/>
              <a:defRPr/>
            </a:pPr>
            <a:r>
              <a:rPr lang="zh-CN" altLang="en-US" sz="2400" dirty="0">
                <a:solidFill>
                  <a:srgbClr val="000099"/>
                </a:solidFill>
                <a:effectLst/>
                <a:latin typeface="宋体" panose="02010600030101010101" pitchFamily="2" charset="-122"/>
              </a:rPr>
              <a:t>① </a:t>
            </a:r>
            <a:r>
              <a:rPr lang="zh-CN" altLang="en-US" sz="2400" dirty="0">
                <a:solidFill>
                  <a:srgbClr val="000099"/>
                </a:solidFill>
                <a:effectLst/>
                <a:latin typeface="Times New Roman" panose="02020603050405020304" pitchFamily="18" charset="0"/>
              </a:rPr>
              <a:t>进程等待原语的形式</a:t>
            </a:r>
          </a:p>
          <a:p>
            <a:pPr eaLnBrk="1" hangingPunct="1">
              <a:lnSpc>
                <a:spcPct val="130000"/>
              </a:lnSpc>
              <a:buClr>
                <a:schemeClr val="tx2"/>
              </a:buClr>
              <a:buSzPct val="95000"/>
              <a:buFont typeface="Wingdings" panose="05000000000000000000" pitchFamily="2" charset="2"/>
              <a:buNone/>
              <a:defRPr/>
            </a:pPr>
            <a:r>
              <a:rPr lang="zh-CN" altLang="en-US" sz="2000" b="0" dirty="0">
                <a:solidFill>
                  <a:schemeClr val="tx1"/>
                </a:solidFill>
                <a:effectLst/>
                <a:latin typeface="Times New Roman" panose="02020603050405020304" pitchFamily="18" charset="0"/>
              </a:rPr>
              <a:t>        </a:t>
            </a:r>
            <a:r>
              <a:rPr lang="zh-CN" altLang="en-US" sz="2400" b="0" dirty="0">
                <a:solidFill>
                  <a:schemeClr val="tx1"/>
                </a:solidFill>
                <a:effectLst/>
                <a:latin typeface="Times New Roman" panose="02020603050405020304" pitchFamily="18" charset="0"/>
              </a:rPr>
              <a:t>当进程需要等待某一事件完成时，它可以调用等待原语挂起自己。</a:t>
            </a:r>
          </a:p>
          <a:p>
            <a:pPr eaLnBrk="1" hangingPunct="1">
              <a:lnSpc>
                <a:spcPct val="130000"/>
              </a:lnSpc>
              <a:buClr>
                <a:schemeClr val="tx2"/>
              </a:buClr>
              <a:buSzPct val="95000"/>
              <a:buFont typeface="Wingdings" panose="05000000000000000000" pitchFamily="2" charset="2"/>
              <a:buNone/>
              <a:defRPr/>
            </a:pPr>
            <a:r>
              <a:rPr lang="zh-CN" altLang="en-US" sz="2400" b="0" dirty="0">
                <a:solidFill>
                  <a:schemeClr val="tx1"/>
                </a:solidFill>
                <a:effectLst/>
                <a:latin typeface="Times New Roman" panose="02020603050405020304" pitchFamily="18" charset="0"/>
              </a:rPr>
              <a:t>        </a:t>
            </a:r>
            <a:r>
              <a:rPr lang="en-US" altLang="zh-CN" sz="2400" b="0" dirty="0">
                <a:solidFill>
                  <a:schemeClr val="tx1"/>
                </a:solidFill>
                <a:effectLst/>
                <a:latin typeface="Times New Roman" panose="02020603050405020304" pitchFamily="18" charset="0"/>
              </a:rPr>
              <a:t>susp(</a:t>
            </a:r>
            <a:r>
              <a:rPr lang="en-US" altLang="zh-CN" sz="2400" b="0" dirty="0" err="1">
                <a:solidFill>
                  <a:schemeClr val="tx1"/>
                </a:solidFill>
                <a:effectLst/>
                <a:latin typeface="Times New Roman" panose="02020603050405020304" pitchFamily="18" charset="0"/>
              </a:rPr>
              <a:t>chan</a:t>
            </a:r>
            <a:r>
              <a:rPr lang="en-US" altLang="zh-CN" sz="2400" b="0" dirty="0">
                <a:solidFill>
                  <a:schemeClr val="tx1"/>
                </a:solidFill>
                <a:effectLst/>
                <a:latin typeface="Times New Roman" panose="02020603050405020304" pitchFamily="18" charset="0"/>
              </a:rPr>
              <a:t>)</a:t>
            </a:r>
          </a:p>
          <a:p>
            <a:pPr eaLnBrk="1" hangingPunct="1">
              <a:lnSpc>
                <a:spcPct val="130000"/>
              </a:lnSpc>
              <a:buClr>
                <a:schemeClr val="tx2"/>
              </a:buClr>
              <a:buSzPct val="95000"/>
              <a:buFont typeface="Wingdings" panose="05000000000000000000" pitchFamily="2" charset="2"/>
              <a:buNone/>
              <a:defRPr/>
            </a:pPr>
            <a:r>
              <a:rPr lang="en-US" altLang="zh-CN" sz="2400" b="0" dirty="0">
                <a:solidFill>
                  <a:schemeClr val="tx1"/>
                </a:solidFill>
                <a:effectLst/>
                <a:latin typeface="Times New Roman" panose="02020603050405020304" pitchFamily="18" charset="0"/>
              </a:rPr>
              <a:t>        </a:t>
            </a:r>
            <a:r>
              <a:rPr lang="zh-CN" altLang="en-US" sz="2400" b="0" dirty="0">
                <a:solidFill>
                  <a:schemeClr val="tx1"/>
                </a:solidFill>
                <a:effectLst/>
                <a:latin typeface="Times New Roman" panose="02020603050405020304" pitchFamily="18" charset="0"/>
              </a:rPr>
              <a:t>入口参数</a:t>
            </a:r>
            <a:r>
              <a:rPr lang="en-US" altLang="zh-CN" sz="2400" b="0" dirty="0" err="1">
                <a:solidFill>
                  <a:schemeClr val="tx1"/>
                </a:solidFill>
                <a:effectLst/>
                <a:latin typeface="Times New Roman" panose="02020603050405020304" pitchFamily="18" charset="0"/>
              </a:rPr>
              <a:t>chan</a:t>
            </a:r>
            <a:r>
              <a:rPr lang="zh-CN" altLang="en-US" sz="2400" b="0" dirty="0">
                <a:solidFill>
                  <a:schemeClr val="tx1"/>
                </a:solidFill>
                <a:effectLst/>
                <a:latin typeface="Times New Roman" panose="02020603050405020304" pitchFamily="18" charset="0"/>
              </a:rPr>
              <a:t>：进程等待的原因</a:t>
            </a:r>
          </a:p>
        </p:txBody>
      </p:sp>
      <p:sp>
        <p:nvSpPr>
          <p:cNvPr id="5" name="Rectangle 5">
            <a:extLst>
              <a:ext uri="{FF2B5EF4-FFF2-40B4-BE49-F238E27FC236}">
                <a16:creationId xmlns:a16="http://schemas.microsoft.com/office/drawing/2014/main" id="{3B2A6A1C-2C50-8B57-F540-81DFCB3ECC3A}"/>
              </a:ext>
            </a:extLst>
          </p:cNvPr>
          <p:cNvSpPr>
            <a:spLocks noChangeArrowheads="1"/>
          </p:cNvSpPr>
          <p:nvPr/>
        </p:nvSpPr>
        <p:spPr bwMode="auto">
          <a:xfrm>
            <a:off x="765712" y="4082867"/>
            <a:ext cx="9133937" cy="173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30000"/>
              </a:lnSpc>
              <a:buFont typeface="Wingdings" panose="05000000000000000000" pitchFamily="2" charset="2"/>
              <a:buNone/>
            </a:pPr>
            <a:r>
              <a:rPr lang="en-US" altLang="zh-CN" sz="2400" dirty="0">
                <a:solidFill>
                  <a:srgbClr val="000099"/>
                </a:solidFill>
                <a:latin typeface="宋体" panose="02010600030101010101" pitchFamily="2" charset="-122"/>
              </a:rPr>
              <a:t>② </a:t>
            </a:r>
            <a:r>
              <a:rPr lang="zh-CN" altLang="en-US" sz="2400" dirty="0">
                <a:solidFill>
                  <a:srgbClr val="000099"/>
                </a:solidFill>
                <a:latin typeface="Times New Roman" panose="02020603050405020304" pitchFamily="18" charset="0"/>
              </a:rPr>
              <a:t>进程等待原语的功能</a:t>
            </a:r>
          </a:p>
          <a:p>
            <a:pPr eaLnBrk="1" hangingPunct="1">
              <a:lnSpc>
                <a:spcPct val="130000"/>
              </a:lnSpc>
              <a:buFont typeface="Wingdings" panose="05000000000000000000" pitchFamily="2" charset="2"/>
              <a:buNone/>
            </a:pPr>
            <a:r>
              <a:rPr lang="zh-CN" altLang="en-US" sz="2000" b="0" dirty="0">
                <a:solidFill>
                  <a:schemeClr val="tx1"/>
                </a:solidFill>
                <a:latin typeface="Times New Roman" panose="02020603050405020304" pitchFamily="18" charset="0"/>
              </a:rPr>
              <a:t>        </a:t>
            </a:r>
            <a:r>
              <a:rPr lang="zh-CN" altLang="en-US" sz="2400" b="0" dirty="0">
                <a:solidFill>
                  <a:schemeClr val="tx1"/>
                </a:solidFill>
                <a:latin typeface="Times New Roman" panose="02020603050405020304" pitchFamily="18" charset="0"/>
              </a:rPr>
              <a:t>中止调用进程的执行，并加入到等待</a:t>
            </a:r>
            <a:r>
              <a:rPr lang="en-US" altLang="zh-CN" sz="2400" b="0" dirty="0" err="1">
                <a:solidFill>
                  <a:schemeClr val="tx1"/>
                </a:solidFill>
                <a:latin typeface="Times New Roman" panose="02020603050405020304" pitchFamily="18" charset="0"/>
              </a:rPr>
              <a:t>chan</a:t>
            </a:r>
            <a:r>
              <a:rPr lang="zh-CN" altLang="en-US" sz="2400" b="0" dirty="0">
                <a:solidFill>
                  <a:schemeClr val="tx1"/>
                </a:solidFill>
                <a:latin typeface="Times New Roman" panose="02020603050405020304" pitchFamily="18" charset="0"/>
              </a:rPr>
              <a:t>的等待队列中；</a:t>
            </a:r>
          </a:p>
          <a:p>
            <a:pPr eaLnBrk="1" hangingPunct="1">
              <a:lnSpc>
                <a:spcPct val="130000"/>
              </a:lnSpc>
              <a:buFont typeface="Wingdings" panose="05000000000000000000" pitchFamily="2" charset="2"/>
              <a:buNone/>
            </a:pPr>
            <a:r>
              <a:rPr lang="zh-CN" altLang="en-US" sz="2400" b="0" dirty="0">
                <a:solidFill>
                  <a:schemeClr val="tx1"/>
                </a:solidFill>
                <a:latin typeface="Times New Roman" panose="02020603050405020304" pitchFamily="18" charset="0"/>
              </a:rPr>
              <a:t>       最后使控制转向进程调度。</a:t>
            </a:r>
          </a:p>
        </p:txBody>
      </p:sp>
    </p:spTree>
    <p:extLst>
      <p:ext uri="{BB962C8B-B14F-4D97-AF65-F5344CB8AC3E}">
        <p14:creationId xmlns:p14="http://schemas.microsoft.com/office/powerpoint/2010/main" val="13802013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45E7D3-88D5-1FF1-F0BF-E212FB21F3C7}"/>
              </a:ext>
            </a:extLst>
          </p:cNvPr>
          <p:cNvSpPr>
            <a:spLocks noGrp="1"/>
          </p:cNvSpPr>
          <p:nvPr>
            <p:ph type="title"/>
          </p:nvPr>
        </p:nvSpPr>
        <p:spPr/>
        <p:txBody>
          <a:bodyPr/>
          <a:lstStyle/>
          <a:p>
            <a:pPr eaLnBrk="1" hangingPunct="1">
              <a:spcBef>
                <a:spcPct val="0"/>
              </a:spcBef>
            </a:pPr>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进程控制</a:t>
            </a:r>
          </a:p>
        </p:txBody>
      </p:sp>
      <p:sp>
        <p:nvSpPr>
          <p:cNvPr id="3" name="Rectangle 3">
            <a:extLst>
              <a:ext uri="{FF2B5EF4-FFF2-40B4-BE49-F238E27FC236}">
                <a16:creationId xmlns:a16="http://schemas.microsoft.com/office/drawing/2014/main" id="{27E8077B-516B-FE0F-0CBD-2BDA571FF0DF}"/>
              </a:ext>
            </a:extLst>
          </p:cNvPr>
          <p:cNvSpPr>
            <a:spLocks noChangeArrowheads="1"/>
          </p:cNvSpPr>
          <p:nvPr/>
        </p:nvSpPr>
        <p:spPr bwMode="auto">
          <a:xfrm>
            <a:off x="673100" y="878078"/>
            <a:ext cx="3876675"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20000"/>
              </a:lnSpc>
              <a:spcBef>
                <a:spcPct val="20000"/>
              </a:spcBef>
              <a:buFont typeface="Wingdings" panose="05000000000000000000" pitchFamily="2" charset="2"/>
              <a:buNone/>
            </a:pPr>
            <a:r>
              <a:rPr lang="en-US" altLang="zh-CN" sz="2400" dirty="0">
                <a:solidFill>
                  <a:srgbClr val="000099"/>
                </a:solidFill>
                <a:latin typeface="宋体" panose="02010600030101010101" pitchFamily="2" charset="-122"/>
              </a:rPr>
              <a:t>③ </a:t>
            </a:r>
            <a:r>
              <a:rPr lang="zh-CN" altLang="en-US" sz="2400" dirty="0">
                <a:solidFill>
                  <a:srgbClr val="000099"/>
                </a:solidFill>
                <a:latin typeface="Times New Roman" panose="02020603050405020304" pitchFamily="18" charset="0"/>
              </a:rPr>
              <a:t>进程等待原语的实现</a:t>
            </a:r>
            <a:r>
              <a:rPr lang="zh-CN" altLang="en-US" sz="2000" b="0" dirty="0">
                <a:solidFill>
                  <a:schemeClr val="tx1"/>
                </a:solidFill>
                <a:latin typeface="Times New Roman" panose="02020603050405020304" pitchFamily="18" charset="0"/>
              </a:rPr>
              <a:t>         </a:t>
            </a:r>
          </a:p>
        </p:txBody>
      </p:sp>
      <p:grpSp>
        <p:nvGrpSpPr>
          <p:cNvPr id="4" name="Group 22">
            <a:extLst>
              <a:ext uri="{FF2B5EF4-FFF2-40B4-BE49-F238E27FC236}">
                <a16:creationId xmlns:a16="http://schemas.microsoft.com/office/drawing/2014/main" id="{449E62F9-B7B9-CD00-1F66-BB1452D6B985}"/>
              </a:ext>
            </a:extLst>
          </p:cNvPr>
          <p:cNvGrpSpPr>
            <a:grpSpLocks/>
          </p:cNvGrpSpPr>
          <p:nvPr/>
        </p:nvGrpSpPr>
        <p:grpSpPr bwMode="auto">
          <a:xfrm>
            <a:off x="3848100" y="1576578"/>
            <a:ext cx="3778250" cy="4064000"/>
            <a:chOff x="1272" y="1048"/>
            <a:chExt cx="2234" cy="2414"/>
          </a:xfrm>
        </p:grpSpPr>
        <p:grpSp>
          <p:nvGrpSpPr>
            <p:cNvPr id="5" name="Group 21">
              <a:extLst>
                <a:ext uri="{FF2B5EF4-FFF2-40B4-BE49-F238E27FC236}">
                  <a16:creationId xmlns:a16="http://schemas.microsoft.com/office/drawing/2014/main" id="{199E69AA-37AB-B6C3-4062-59692763067C}"/>
                </a:ext>
              </a:extLst>
            </p:cNvPr>
            <p:cNvGrpSpPr>
              <a:grpSpLocks/>
            </p:cNvGrpSpPr>
            <p:nvPr/>
          </p:nvGrpSpPr>
          <p:grpSpPr bwMode="auto">
            <a:xfrm>
              <a:off x="2041" y="1048"/>
              <a:ext cx="696" cy="290"/>
              <a:chOff x="1803" y="1048"/>
              <a:chExt cx="696" cy="290"/>
            </a:xfrm>
          </p:grpSpPr>
          <p:sp>
            <p:nvSpPr>
              <p:cNvPr id="16" name="AutoShape 5">
                <a:extLst>
                  <a:ext uri="{FF2B5EF4-FFF2-40B4-BE49-F238E27FC236}">
                    <a16:creationId xmlns:a16="http://schemas.microsoft.com/office/drawing/2014/main" id="{0DAA6281-3694-1093-AE30-766539B17048}"/>
                  </a:ext>
                </a:extLst>
              </p:cNvPr>
              <p:cNvSpPr>
                <a:spLocks noChangeArrowheads="1"/>
              </p:cNvSpPr>
              <p:nvPr/>
            </p:nvSpPr>
            <p:spPr bwMode="auto">
              <a:xfrm>
                <a:off x="1803" y="1048"/>
                <a:ext cx="696" cy="290"/>
              </a:xfrm>
              <a:prstGeom prst="roundRect">
                <a:avLst>
                  <a:gd name="adj" fmla="val 16667"/>
                </a:avLst>
              </a:prstGeom>
              <a:solidFill>
                <a:srgbClr val="FFCCFF"/>
              </a:solidFill>
              <a:ln w="9525">
                <a:solidFill>
                  <a:srgbClr val="000000"/>
                </a:solidFill>
                <a:round/>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000000"/>
                    </a:outerShdw>
                  </a:effectLst>
                </a:endParaRPr>
              </a:p>
            </p:txBody>
          </p:sp>
          <p:sp>
            <p:nvSpPr>
              <p:cNvPr id="17" name="Text Box 6">
                <a:extLst>
                  <a:ext uri="{FF2B5EF4-FFF2-40B4-BE49-F238E27FC236}">
                    <a16:creationId xmlns:a16="http://schemas.microsoft.com/office/drawing/2014/main" id="{CF35B166-CE4B-5562-8410-C1565E5B11E5}"/>
                  </a:ext>
                </a:extLst>
              </p:cNvPr>
              <p:cNvSpPr txBox="1">
                <a:spLocks noChangeArrowheads="1"/>
              </p:cNvSpPr>
              <p:nvPr/>
            </p:nvSpPr>
            <p:spPr bwMode="auto">
              <a:xfrm>
                <a:off x="1857" y="1070"/>
                <a:ext cx="623" cy="19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入口</a:t>
                </a:r>
              </a:p>
            </p:txBody>
          </p:sp>
        </p:grpSp>
        <p:sp>
          <p:nvSpPr>
            <p:cNvPr id="6" name="Text Box 7">
              <a:extLst>
                <a:ext uri="{FF2B5EF4-FFF2-40B4-BE49-F238E27FC236}">
                  <a16:creationId xmlns:a16="http://schemas.microsoft.com/office/drawing/2014/main" id="{5312AFF4-12F7-12FF-2223-B142E217667A}"/>
                </a:ext>
              </a:extLst>
            </p:cNvPr>
            <p:cNvSpPr txBox="1">
              <a:spLocks noChangeArrowheads="1"/>
            </p:cNvSpPr>
            <p:nvPr/>
          </p:nvSpPr>
          <p:spPr bwMode="auto">
            <a:xfrm>
              <a:off x="1272" y="1519"/>
              <a:ext cx="2234" cy="339"/>
            </a:xfrm>
            <a:prstGeom prst="rect">
              <a:avLst/>
            </a:prstGeom>
            <a:solidFill>
              <a:srgbClr val="FFC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30000"/>
                </a:lnSpc>
                <a:buClrTx/>
                <a:buSzTx/>
                <a:buFontTx/>
                <a:buNone/>
              </a:pPr>
              <a:r>
                <a:rPr kumimoji="1" lang="zh-CN" altLang="en-US" sz="1600" b="1">
                  <a:solidFill>
                    <a:schemeClr val="tx1"/>
                  </a:solidFill>
                  <a:latin typeface="Times New Roman" panose="02020603050405020304" pitchFamily="18" charset="0"/>
                </a:rPr>
                <a:t>保护进程的</a:t>
              </a:r>
              <a:r>
                <a:rPr kumimoji="1" lang="en-US" altLang="zh-CN" sz="1600" b="1">
                  <a:solidFill>
                    <a:schemeClr val="tx1"/>
                  </a:solidFill>
                  <a:latin typeface="Times New Roman" panose="02020603050405020304" pitchFamily="18" charset="0"/>
                </a:rPr>
                <a:t>CPU</a:t>
              </a:r>
              <a:r>
                <a:rPr kumimoji="1" lang="zh-CN" altLang="en-US" sz="1600" b="1">
                  <a:solidFill>
                    <a:schemeClr val="tx1"/>
                  </a:solidFill>
                  <a:latin typeface="Times New Roman" panose="02020603050405020304" pitchFamily="18" charset="0"/>
                </a:rPr>
                <a:t>现场到</a:t>
              </a:r>
              <a:r>
                <a:rPr kumimoji="1" lang="en-US" altLang="zh-CN" sz="1600" b="1">
                  <a:solidFill>
                    <a:schemeClr val="tx1"/>
                  </a:solidFill>
                  <a:latin typeface="Times New Roman" panose="02020603050405020304" pitchFamily="18" charset="0"/>
                </a:rPr>
                <a:t>PCB</a:t>
              </a:r>
              <a:r>
                <a:rPr kumimoji="1" lang="zh-CN" altLang="en-US" sz="1600" b="1">
                  <a:solidFill>
                    <a:schemeClr val="tx1"/>
                  </a:solidFill>
                </a:rPr>
                <a:t>结构中</a:t>
              </a:r>
            </a:p>
          </p:txBody>
        </p:sp>
        <p:sp>
          <p:nvSpPr>
            <p:cNvPr id="7" name="Text Box 8">
              <a:extLst>
                <a:ext uri="{FF2B5EF4-FFF2-40B4-BE49-F238E27FC236}">
                  <a16:creationId xmlns:a16="http://schemas.microsoft.com/office/drawing/2014/main" id="{9599020B-A9E6-D3E3-6C27-0E2822D4F7BF}"/>
                </a:ext>
              </a:extLst>
            </p:cNvPr>
            <p:cNvSpPr txBox="1">
              <a:spLocks noChangeArrowheads="1"/>
            </p:cNvSpPr>
            <p:nvPr/>
          </p:nvSpPr>
          <p:spPr bwMode="auto">
            <a:xfrm>
              <a:off x="1272" y="2038"/>
              <a:ext cx="2233" cy="340"/>
            </a:xfrm>
            <a:prstGeom prst="rect">
              <a:avLst/>
            </a:prstGeom>
            <a:solidFill>
              <a:srgbClr val="FFC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30000"/>
                </a:lnSpc>
                <a:buClrTx/>
                <a:buSzTx/>
                <a:buFontTx/>
                <a:buNone/>
              </a:pPr>
              <a:r>
                <a:rPr kumimoji="1" lang="zh-CN" altLang="en-US" sz="1600" b="1">
                  <a:solidFill>
                    <a:schemeClr val="tx1"/>
                  </a:solidFill>
                  <a:latin typeface="Times New Roman" panose="02020603050405020304" pitchFamily="18" charset="0"/>
                </a:rPr>
                <a:t>置该进程为”等待”状态</a:t>
              </a:r>
            </a:p>
          </p:txBody>
        </p:sp>
        <p:sp>
          <p:nvSpPr>
            <p:cNvPr id="8" name="Text Box 9">
              <a:extLst>
                <a:ext uri="{FF2B5EF4-FFF2-40B4-BE49-F238E27FC236}">
                  <a16:creationId xmlns:a16="http://schemas.microsoft.com/office/drawing/2014/main" id="{59AE9E17-E1DE-D6D4-5AF9-FDF93C77B245}"/>
                </a:ext>
              </a:extLst>
            </p:cNvPr>
            <p:cNvSpPr txBox="1">
              <a:spLocks noChangeArrowheads="1"/>
            </p:cNvSpPr>
            <p:nvPr/>
          </p:nvSpPr>
          <p:spPr bwMode="auto">
            <a:xfrm>
              <a:off x="1273" y="2555"/>
              <a:ext cx="2233" cy="339"/>
            </a:xfrm>
            <a:prstGeom prst="rect">
              <a:avLst/>
            </a:prstGeom>
            <a:solidFill>
              <a:srgbClr val="FFC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ClrTx/>
                <a:buSzTx/>
                <a:buFontTx/>
                <a:buNone/>
              </a:pPr>
              <a:r>
                <a:rPr kumimoji="1" lang="zh-CN" altLang="en-US" sz="1600" b="1">
                  <a:solidFill>
                    <a:schemeClr val="tx1"/>
                  </a:solidFill>
                  <a:latin typeface="Times New Roman" panose="02020603050405020304" pitchFamily="18" charset="0"/>
                </a:rPr>
                <a:t>将该进程</a:t>
              </a:r>
              <a:r>
                <a:rPr kumimoji="1" lang="en-US" altLang="zh-CN" sz="1600" b="1">
                  <a:solidFill>
                    <a:schemeClr val="tx1"/>
                  </a:solidFill>
                  <a:latin typeface="Times New Roman" panose="02020603050405020304" pitchFamily="18" charset="0"/>
                </a:rPr>
                <a:t>PCB</a:t>
              </a:r>
              <a:r>
                <a:rPr kumimoji="1" lang="zh-CN" altLang="en-US" sz="1600" b="1">
                  <a:solidFill>
                    <a:schemeClr val="tx1"/>
                  </a:solidFill>
                </a:rPr>
                <a:t>结构插入到等待</a:t>
              </a:r>
              <a:r>
                <a:rPr kumimoji="1" lang="zh-CN" altLang="en-US" sz="1600" b="1">
                  <a:solidFill>
                    <a:schemeClr val="tx1"/>
                  </a:solidFill>
                  <a:latin typeface="Times New Roman" panose="02020603050405020304" pitchFamily="18" charset="0"/>
                </a:rPr>
                <a:t>队列中</a:t>
              </a:r>
            </a:p>
          </p:txBody>
        </p:sp>
        <p:grpSp>
          <p:nvGrpSpPr>
            <p:cNvPr id="9" name="Group 11">
              <a:extLst>
                <a:ext uri="{FF2B5EF4-FFF2-40B4-BE49-F238E27FC236}">
                  <a16:creationId xmlns:a16="http://schemas.microsoft.com/office/drawing/2014/main" id="{E5A59234-A63E-DE39-BCAC-278051ECD292}"/>
                </a:ext>
              </a:extLst>
            </p:cNvPr>
            <p:cNvGrpSpPr>
              <a:grpSpLocks/>
            </p:cNvGrpSpPr>
            <p:nvPr/>
          </p:nvGrpSpPr>
          <p:grpSpPr bwMode="auto">
            <a:xfrm>
              <a:off x="1746" y="3067"/>
              <a:ext cx="1286" cy="395"/>
              <a:chOff x="7683" y="6138"/>
              <a:chExt cx="1008" cy="696"/>
            </a:xfrm>
          </p:grpSpPr>
          <p:sp>
            <p:nvSpPr>
              <p:cNvPr id="14" name="AutoShape 12">
                <a:extLst>
                  <a:ext uri="{FF2B5EF4-FFF2-40B4-BE49-F238E27FC236}">
                    <a16:creationId xmlns:a16="http://schemas.microsoft.com/office/drawing/2014/main" id="{CF47FD36-70E4-4690-7981-1ED28810647D}"/>
                  </a:ext>
                </a:extLst>
              </p:cNvPr>
              <p:cNvSpPr>
                <a:spLocks noChangeArrowheads="1"/>
              </p:cNvSpPr>
              <p:nvPr/>
            </p:nvSpPr>
            <p:spPr bwMode="auto">
              <a:xfrm>
                <a:off x="7683" y="6138"/>
                <a:ext cx="1008" cy="546"/>
              </a:xfrm>
              <a:prstGeom prst="roundRect">
                <a:avLst>
                  <a:gd name="adj" fmla="val 16667"/>
                </a:avLst>
              </a:prstGeom>
              <a:solidFill>
                <a:srgbClr val="FFCCFF"/>
              </a:solidFill>
              <a:ln w="9525">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Font typeface="Wingdings" panose="05000000000000000000" pitchFamily="2" charset="2"/>
                  <a:buChar char="Ø"/>
                </a:pPr>
                <a:endParaRPr lang="zh-CN" altLang="en-US" sz="1400" b="1">
                  <a:solidFill>
                    <a:srgbClr val="4138FA"/>
                  </a:solidFill>
                </a:endParaRPr>
              </a:p>
            </p:txBody>
          </p:sp>
          <p:sp>
            <p:nvSpPr>
              <p:cNvPr id="15" name="Text Box 13">
                <a:extLst>
                  <a:ext uri="{FF2B5EF4-FFF2-40B4-BE49-F238E27FC236}">
                    <a16:creationId xmlns:a16="http://schemas.microsoft.com/office/drawing/2014/main" id="{A2B4D92C-3CBD-7E02-2609-9D0BBBA42D5E}"/>
                  </a:ext>
                </a:extLst>
              </p:cNvPr>
              <p:cNvSpPr txBox="1">
                <a:spLocks noChangeArrowheads="1"/>
              </p:cNvSpPr>
              <p:nvPr/>
            </p:nvSpPr>
            <p:spPr bwMode="auto">
              <a:xfrm>
                <a:off x="7683" y="6138"/>
                <a:ext cx="981" cy="696"/>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20000"/>
                  </a:spcBef>
                  <a:buClrTx/>
                  <a:buSzTx/>
                  <a:buFontTx/>
                  <a:buNone/>
                </a:pPr>
                <a:r>
                  <a:rPr kumimoji="1" lang="zh-CN" altLang="en-US" sz="1600" b="1">
                    <a:solidFill>
                      <a:schemeClr val="tx1"/>
                    </a:solidFill>
                    <a:latin typeface="Times New Roman" panose="02020603050405020304" pitchFamily="18" charset="0"/>
                  </a:rPr>
                  <a:t>转进程调度</a:t>
                </a:r>
              </a:p>
            </p:txBody>
          </p:sp>
        </p:grpSp>
        <p:sp>
          <p:nvSpPr>
            <p:cNvPr id="10" name="Line 14">
              <a:extLst>
                <a:ext uri="{FF2B5EF4-FFF2-40B4-BE49-F238E27FC236}">
                  <a16:creationId xmlns:a16="http://schemas.microsoft.com/office/drawing/2014/main" id="{C958E626-0FBE-A7D0-1A46-2428390D9D5D}"/>
                </a:ext>
              </a:extLst>
            </p:cNvPr>
            <p:cNvSpPr>
              <a:spLocks noChangeShapeType="1"/>
            </p:cNvSpPr>
            <p:nvPr/>
          </p:nvSpPr>
          <p:spPr bwMode="auto">
            <a:xfrm>
              <a:off x="2389" y="1336"/>
              <a:ext cx="0" cy="178"/>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11" name="Line 15">
              <a:extLst>
                <a:ext uri="{FF2B5EF4-FFF2-40B4-BE49-F238E27FC236}">
                  <a16:creationId xmlns:a16="http://schemas.microsoft.com/office/drawing/2014/main" id="{404E8BBD-7DFB-0AA2-19E7-79B9760CB7B7}"/>
                </a:ext>
              </a:extLst>
            </p:cNvPr>
            <p:cNvSpPr>
              <a:spLocks noChangeShapeType="1"/>
            </p:cNvSpPr>
            <p:nvPr/>
          </p:nvSpPr>
          <p:spPr bwMode="auto">
            <a:xfrm>
              <a:off x="2389" y="1858"/>
              <a:ext cx="0" cy="177"/>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p>
          </p:txBody>
        </p:sp>
        <p:sp>
          <p:nvSpPr>
            <p:cNvPr id="12" name="Line 16">
              <a:extLst>
                <a:ext uri="{FF2B5EF4-FFF2-40B4-BE49-F238E27FC236}">
                  <a16:creationId xmlns:a16="http://schemas.microsoft.com/office/drawing/2014/main" id="{1E2B1A81-E6E6-F133-F52F-EA22DB295C30}"/>
                </a:ext>
              </a:extLst>
            </p:cNvPr>
            <p:cNvSpPr>
              <a:spLocks noChangeShapeType="1"/>
            </p:cNvSpPr>
            <p:nvPr/>
          </p:nvSpPr>
          <p:spPr bwMode="auto">
            <a:xfrm>
              <a:off x="2389" y="2379"/>
              <a:ext cx="0" cy="177"/>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p>
          </p:txBody>
        </p:sp>
        <p:sp>
          <p:nvSpPr>
            <p:cNvPr id="13" name="Line 17">
              <a:extLst>
                <a:ext uri="{FF2B5EF4-FFF2-40B4-BE49-F238E27FC236}">
                  <a16:creationId xmlns:a16="http://schemas.microsoft.com/office/drawing/2014/main" id="{4291897F-D5C3-C298-9268-1DA568642987}"/>
                </a:ext>
              </a:extLst>
            </p:cNvPr>
            <p:cNvSpPr>
              <a:spLocks noChangeShapeType="1"/>
            </p:cNvSpPr>
            <p:nvPr/>
          </p:nvSpPr>
          <p:spPr bwMode="auto">
            <a:xfrm>
              <a:off x="2389" y="2893"/>
              <a:ext cx="0" cy="177"/>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p>
          </p:txBody>
        </p:sp>
      </p:grpSp>
      <p:sp>
        <p:nvSpPr>
          <p:cNvPr id="18" name="Text Box 23">
            <a:extLst>
              <a:ext uri="{FF2B5EF4-FFF2-40B4-BE49-F238E27FC236}">
                <a16:creationId xmlns:a16="http://schemas.microsoft.com/office/drawing/2014/main" id="{47DEF2AE-9349-735F-397D-0905FCA5CEA5}"/>
              </a:ext>
            </a:extLst>
          </p:cNvPr>
          <p:cNvSpPr txBox="1">
            <a:spLocks noChangeArrowheads="1"/>
          </p:cNvSpPr>
          <p:nvPr/>
        </p:nvSpPr>
        <p:spPr bwMode="auto">
          <a:xfrm>
            <a:off x="4738688" y="5813616"/>
            <a:ext cx="2151062" cy="38576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0"/>
              </a:spcBef>
              <a:buFont typeface="Wingdings" panose="05000000000000000000" pitchFamily="2" charset="2"/>
              <a:buNone/>
            </a:pPr>
            <a:r>
              <a:rPr lang="zh-CN" altLang="en-US" sz="1600" b="0">
                <a:solidFill>
                  <a:schemeClr val="tx1"/>
                </a:solidFill>
                <a:latin typeface="Times New Roman" panose="02020603050405020304" pitchFamily="18" charset="0"/>
              </a:rPr>
              <a:t>进程等待原语流程图</a:t>
            </a:r>
          </a:p>
        </p:txBody>
      </p:sp>
    </p:spTree>
    <p:extLst>
      <p:ext uri="{BB962C8B-B14F-4D97-AF65-F5344CB8AC3E}">
        <p14:creationId xmlns:p14="http://schemas.microsoft.com/office/powerpoint/2010/main" val="38171059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45E7D3-88D5-1FF1-F0BF-E212FB21F3C7}"/>
              </a:ext>
            </a:extLst>
          </p:cNvPr>
          <p:cNvSpPr>
            <a:spLocks noGrp="1"/>
          </p:cNvSpPr>
          <p:nvPr>
            <p:ph type="title"/>
          </p:nvPr>
        </p:nvSpPr>
        <p:spPr/>
        <p:txBody>
          <a:bodyPr/>
          <a:lstStyle/>
          <a:p>
            <a:pPr eaLnBrk="1" hangingPunct="1">
              <a:spcBef>
                <a:spcPct val="0"/>
              </a:spcBef>
            </a:pPr>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进程控制</a:t>
            </a:r>
          </a:p>
        </p:txBody>
      </p:sp>
      <p:sp>
        <p:nvSpPr>
          <p:cNvPr id="3" name="Rectangle 3">
            <a:extLst>
              <a:ext uri="{FF2B5EF4-FFF2-40B4-BE49-F238E27FC236}">
                <a16:creationId xmlns:a16="http://schemas.microsoft.com/office/drawing/2014/main" id="{C76E7347-42EF-0BE9-1EB4-73B1FC9E8EEE}"/>
              </a:ext>
            </a:extLst>
          </p:cNvPr>
          <p:cNvSpPr>
            <a:spLocks noChangeArrowheads="1"/>
          </p:cNvSpPr>
          <p:nvPr/>
        </p:nvSpPr>
        <p:spPr bwMode="auto">
          <a:xfrm>
            <a:off x="669924" y="673100"/>
            <a:ext cx="10205339" cy="3646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spcBef>
                <a:spcPts val="1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(5)  </a:t>
            </a:r>
            <a:r>
              <a:rPr lang="zh-CN" altLang="en-US" sz="2600" b="1" dirty="0">
                <a:solidFill>
                  <a:prstClr val="black"/>
                </a:solidFill>
                <a:effectLst/>
                <a:latin typeface="微软雅黑" panose="020B0503020204020204" pitchFamily="34" charset="-122"/>
                <a:ea typeface="微软雅黑" panose="020B0503020204020204" pitchFamily="34" charset="-122"/>
              </a:rPr>
              <a:t>进程唤醒</a:t>
            </a:r>
          </a:p>
          <a:p>
            <a:pPr eaLnBrk="1" hangingPunct="1">
              <a:lnSpc>
                <a:spcPct val="130000"/>
              </a:lnSpc>
              <a:buClr>
                <a:schemeClr val="tx2"/>
              </a:buClr>
              <a:buSzPct val="95000"/>
              <a:buFont typeface="Wingdings" panose="05000000000000000000" pitchFamily="2" charset="2"/>
              <a:buNone/>
              <a:defRPr/>
            </a:pPr>
            <a:r>
              <a:rPr lang="zh-CN" altLang="en-US" sz="2400" dirty="0">
                <a:solidFill>
                  <a:srgbClr val="000099"/>
                </a:solidFill>
                <a:effectLst/>
                <a:latin typeface="宋体" panose="02010600030101010101" pitchFamily="2" charset="-122"/>
              </a:rPr>
              <a:t>① </a:t>
            </a:r>
            <a:r>
              <a:rPr lang="zh-CN" altLang="en-US" sz="2400" dirty="0">
                <a:solidFill>
                  <a:srgbClr val="000099"/>
                </a:solidFill>
                <a:effectLst/>
                <a:latin typeface="Times New Roman" panose="02020603050405020304" pitchFamily="18" charset="0"/>
              </a:rPr>
              <a:t>进程唤醒原语的形式</a:t>
            </a:r>
          </a:p>
          <a:p>
            <a:pPr eaLnBrk="1" hangingPunct="1">
              <a:lnSpc>
                <a:spcPct val="130000"/>
              </a:lnSpc>
              <a:buClr>
                <a:schemeClr val="tx2"/>
              </a:buClr>
              <a:buSzPct val="95000"/>
              <a:buFont typeface="Wingdings" panose="05000000000000000000" pitchFamily="2" charset="2"/>
              <a:buNone/>
              <a:defRPr/>
            </a:pPr>
            <a:r>
              <a:rPr lang="zh-CN" altLang="en-US" sz="2000" b="0" dirty="0">
                <a:solidFill>
                  <a:schemeClr val="tx1"/>
                </a:solidFill>
                <a:effectLst/>
                <a:latin typeface="Times New Roman" panose="02020603050405020304" pitchFamily="18" charset="0"/>
              </a:rPr>
              <a:t>       </a:t>
            </a:r>
            <a:r>
              <a:rPr lang="zh-CN" altLang="en-US" sz="2400" b="0" dirty="0">
                <a:solidFill>
                  <a:schemeClr val="tx1"/>
                </a:solidFill>
                <a:effectLst/>
                <a:latin typeface="Times New Roman" panose="02020603050405020304" pitchFamily="18" charset="0"/>
              </a:rPr>
              <a:t>当处于等待状态的进程所期待的事件来到时，由发现者进程使用唤醒原语叫唤醒它。</a:t>
            </a:r>
          </a:p>
          <a:p>
            <a:pPr eaLnBrk="1" hangingPunct="1">
              <a:lnSpc>
                <a:spcPct val="130000"/>
              </a:lnSpc>
              <a:buClr>
                <a:schemeClr val="tx2"/>
              </a:buClr>
              <a:buSzPct val="95000"/>
              <a:buFont typeface="Wingdings" panose="05000000000000000000" pitchFamily="2" charset="2"/>
              <a:buNone/>
              <a:defRPr/>
            </a:pPr>
            <a:r>
              <a:rPr lang="zh-CN" altLang="en-US" sz="2400" b="0" dirty="0">
                <a:solidFill>
                  <a:schemeClr val="tx1"/>
                </a:solidFill>
                <a:effectLst/>
                <a:latin typeface="Times New Roman" panose="02020603050405020304" pitchFamily="18" charset="0"/>
              </a:rPr>
              <a:t>       </a:t>
            </a:r>
            <a:r>
              <a:rPr lang="en-US" altLang="zh-CN" sz="2400" b="0" dirty="0">
                <a:solidFill>
                  <a:schemeClr val="tx1"/>
                </a:solidFill>
                <a:effectLst/>
                <a:latin typeface="Times New Roman" panose="02020603050405020304" pitchFamily="18" charset="0"/>
              </a:rPr>
              <a:t>wakeup(</a:t>
            </a:r>
            <a:r>
              <a:rPr lang="en-US" altLang="zh-CN" sz="2400" b="0" dirty="0" err="1">
                <a:solidFill>
                  <a:schemeClr val="tx1"/>
                </a:solidFill>
                <a:effectLst/>
                <a:latin typeface="Times New Roman" panose="02020603050405020304" pitchFamily="18" charset="0"/>
              </a:rPr>
              <a:t>chan</a:t>
            </a:r>
            <a:r>
              <a:rPr lang="en-US" altLang="zh-CN" sz="2400" b="0" dirty="0">
                <a:solidFill>
                  <a:schemeClr val="tx1"/>
                </a:solidFill>
                <a:effectLst/>
                <a:latin typeface="Times New Roman" panose="02020603050405020304" pitchFamily="18" charset="0"/>
              </a:rPr>
              <a:t>)</a:t>
            </a:r>
          </a:p>
          <a:p>
            <a:pPr>
              <a:lnSpc>
                <a:spcPct val="130000"/>
              </a:lnSpc>
              <a:buClr>
                <a:schemeClr val="tx2"/>
              </a:buClr>
              <a:buSzPct val="95000"/>
              <a:buNone/>
              <a:defRPr/>
            </a:pPr>
            <a:r>
              <a:rPr lang="zh-CN" altLang="en-US" sz="2400" b="0" dirty="0">
                <a:solidFill>
                  <a:schemeClr val="tx1"/>
                </a:solidFill>
                <a:effectLst/>
                <a:latin typeface="Times New Roman" panose="02020603050405020304" pitchFamily="18" charset="0"/>
              </a:rPr>
              <a:t>       </a:t>
            </a:r>
            <a:r>
              <a:rPr lang="en-US" altLang="zh-CN" sz="2400" dirty="0" err="1">
                <a:solidFill>
                  <a:schemeClr val="tx1"/>
                </a:solidFill>
                <a:effectLst/>
                <a:latin typeface="Times New Roman" panose="02020603050405020304" pitchFamily="18" charset="0"/>
              </a:rPr>
              <a:t>chan</a:t>
            </a:r>
            <a:r>
              <a:rPr lang="zh-CN" altLang="en-US" sz="2400" dirty="0">
                <a:solidFill>
                  <a:schemeClr val="tx1"/>
                </a:solidFill>
                <a:effectLst/>
                <a:latin typeface="Times New Roman" panose="02020603050405020304" pitchFamily="18" charset="0"/>
              </a:rPr>
              <a:t>：入口参数，进程等待的原因</a:t>
            </a:r>
            <a:r>
              <a:rPr lang="zh-CN" altLang="en-US" sz="2400" b="0" dirty="0">
                <a:solidFill>
                  <a:schemeClr val="tx1"/>
                </a:solidFill>
                <a:effectLst/>
                <a:latin typeface="Times New Roman" panose="02020603050405020304" pitchFamily="18" charset="0"/>
              </a:rPr>
              <a:t>。</a:t>
            </a:r>
          </a:p>
        </p:txBody>
      </p:sp>
      <p:sp>
        <p:nvSpPr>
          <p:cNvPr id="4" name="Rectangle 5">
            <a:extLst>
              <a:ext uri="{FF2B5EF4-FFF2-40B4-BE49-F238E27FC236}">
                <a16:creationId xmlns:a16="http://schemas.microsoft.com/office/drawing/2014/main" id="{5005A90D-2B1A-1E86-3ABC-646853925FA8}"/>
              </a:ext>
            </a:extLst>
          </p:cNvPr>
          <p:cNvSpPr>
            <a:spLocks noChangeArrowheads="1"/>
          </p:cNvSpPr>
          <p:nvPr/>
        </p:nvSpPr>
        <p:spPr bwMode="auto">
          <a:xfrm>
            <a:off x="657225" y="4225925"/>
            <a:ext cx="8216900" cy="1150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30000"/>
              </a:lnSpc>
              <a:buFont typeface="Wingdings" panose="05000000000000000000" pitchFamily="2" charset="2"/>
              <a:buNone/>
            </a:pPr>
            <a:r>
              <a:rPr lang="en-US" altLang="zh-CN" sz="2400">
                <a:solidFill>
                  <a:srgbClr val="000099"/>
                </a:solidFill>
                <a:latin typeface="Times New Roman" panose="02020603050405020304" pitchFamily="18" charset="0"/>
              </a:rPr>
              <a:t>②</a:t>
            </a:r>
            <a:r>
              <a:rPr lang="en-US" altLang="zh-CN" sz="2400">
                <a:solidFill>
                  <a:srgbClr val="000099"/>
                </a:solidFill>
                <a:latin typeface="宋体" panose="02010600030101010101" pitchFamily="2" charset="-122"/>
              </a:rPr>
              <a:t> </a:t>
            </a:r>
            <a:r>
              <a:rPr lang="zh-CN" altLang="en-US" sz="2400">
                <a:solidFill>
                  <a:srgbClr val="000099"/>
                </a:solidFill>
                <a:latin typeface="Times New Roman" panose="02020603050405020304" pitchFamily="18" charset="0"/>
              </a:rPr>
              <a:t>进程唤醒原语的功能</a:t>
            </a:r>
          </a:p>
          <a:p>
            <a:pPr eaLnBrk="1" hangingPunct="1">
              <a:lnSpc>
                <a:spcPct val="130000"/>
              </a:lnSpc>
              <a:buFont typeface="Wingdings" panose="05000000000000000000" pitchFamily="2" charset="2"/>
              <a:buNone/>
            </a:pPr>
            <a:r>
              <a:rPr lang="zh-CN" altLang="en-US" sz="2400" b="0">
                <a:solidFill>
                  <a:schemeClr val="tx1"/>
                </a:solidFill>
                <a:latin typeface="Times New Roman" panose="02020603050405020304" pitchFamily="18" charset="0"/>
              </a:rPr>
              <a:t>      当进程等待的事件发生时，唤醒等待该事件的进程。</a:t>
            </a:r>
          </a:p>
        </p:txBody>
      </p:sp>
    </p:spTree>
    <p:extLst>
      <p:ext uri="{BB962C8B-B14F-4D97-AF65-F5344CB8AC3E}">
        <p14:creationId xmlns:p14="http://schemas.microsoft.com/office/powerpoint/2010/main" val="950295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45E7D3-88D5-1FF1-F0BF-E212FB21F3C7}"/>
              </a:ext>
            </a:extLst>
          </p:cNvPr>
          <p:cNvSpPr>
            <a:spLocks noGrp="1"/>
          </p:cNvSpPr>
          <p:nvPr>
            <p:ph type="title"/>
          </p:nvPr>
        </p:nvSpPr>
        <p:spPr/>
        <p:txBody>
          <a:bodyPr/>
          <a:lstStyle/>
          <a:p>
            <a:pPr eaLnBrk="1" hangingPunct="1">
              <a:spcBef>
                <a:spcPct val="0"/>
              </a:spcBef>
            </a:pPr>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进程控制</a:t>
            </a:r>
          </a:p>
        </p:txBody>
      </p:sp>
      <p:sp>
        <p:nvSpPr>
          <p:cNvPr id="3" name="Rectangle 3">
            <a:extLst>
              <a:ext uri="{FF2B5EF4-FFF2-40B4-BE49-F238E27FC236}">
                <a16:creationId xmlns:a16="http://schemas.microsoft.com/office/drawing/2014/main" id="{FA9DBE31-8B9A-8931-6377-9EB0D3720913}"/>
              </a:ext>
            </a:extLst>
          </p:cNvPr>
          <p:cNvSpPr>
            <a:spLocks noChangeArrowheads="1"/>
          </p:cNvSpPr>
          <p:nvPr/>
        </p:nvSpPr>
        <p:spPr bwMode="auto">
          <a:xfrm>
            <a:off x="1030773" y="1004831"/>
            <a:ext cx="3876675"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20000"/>
              </a:lnSpc>
              <a:spcBef>
                <a:spcPct val="20000"/>
              </a:spcBef>
              <a:buFont typeface="Wingdings" panose="05000000000000000000" pitchFamily="2" charset="2"/>
              <a:buNone/>
            </a:pPr>
            <a:r>
              <a:rPr lang="en-US" altLang="zh-CN" sz="2400" dirty="0">
                <a:solidFill>
                  <a:srgbClr val="000099"/>
                </a:solidFill>
                <a:latin typeface="宋体" panose="02010600030101010101" pitchFamily="2" charset="-122"/>
              </a:rPr>
              <a:t>③ </a:t>
            </a:r>
            <a:r>
              <a:rPr lang="zh-CN" altLang="en-US" sz="2400" dirty="0">
                <a:solidFill>
                  <a:srgbClr val="000099"/>
                </a:solidFill>
                <a:latin typeface="Times New Roman" panose="02020603050405020304" pitchFamily="18" charset="0"/>
              </a:rPr>
              <a:t>进程唤醒原语的实现</a:t>
            </a:r>
            <a:r>
              <a:rPr lang="zh-CN" altLang="en-US" sz="2000" b="0" dirty="0">
                <a:solidFill>
                  <a:schemeClr val="tx1"/>
                </a:solidFill>
                <a:latin typeface="Times New Roman" panose="02020603050405020304" pitchFamily="18" charset="0"/>
              </a:rPr>
              <a:t>         </a:t>
            </a:r>
          </a:p>
        </p:txBody>
      </p:sp>
      <p:grpSp>
        <p:nvGrpSpPr>
          <p:cNvPr id="4" name="Group 28">
            <a:extLst>
              <a:ext uri="{FF2B5EF4-FFF2-40B4-BE49-F238E27FC236}">
                <a16:creationId xmlns:a16="http://schemas.microsoft.com/office/drawing/2014/main" id="{703A6D83-5340-1207-7BD7-C06553C22444}"/>
              </a:ext>
            </a:extLst>
          </p:cNvPr>
          <p:cNvGrpSpPr>
            <a:grpSpLocks/>
          </p:cNvGrpSpPr>
          <p:nvPr/>
        </p:nvGrpSpPr>
        <p:grpSpPr bwMode="auto">
          <a:xfrm>
            <a:off x="4105275" y="1488408"/>
            <a:ext cx="3981450" cy="4230687"/>
            <a:chOff x="1524" y="1048"/>
            <a:chExt cx="2307" cy="2510"/>
          </a:xfrm>
        </p:grpSpPr>
        <p:grpSp>
          <p:nvGrpSpPr>
            <p:cNvPr id="5" name="Group 24">
              <a:extLst>
                <a:ext uri="{FF2B5EF4-FFF2-40B4-BE49-F238E27FC236}">
                  <a16:creationId xmlns:a16="http://schemas.microsoft.com/office/drawing/2014/main" id="{356397CE-E6D4-430E-4554-CE13E1502B8D}"/>
                </a:ext>
              </a:extLst>
            </p:cNvPr>
            <p:cNvGrpSpPr>
              <a:grpSpLocks/>
            </p:cNvGrpSpPr>
            <p:nvPr/>
          </p:nvGrpSpPr>
          <p:grpSpPr bwMode="auto">
            <a:xfrm>
              <a:off x="2355" y="1048"/>
              <a:ext cx="644" cy="288"/>
              <a:chOff x="2150" y="1048"/>
              <a:chExt cx="644" cy="288"/>
            </a:xfrm>
          </p:grpSpPr>
          <p:sp>
            <p:nvSpPr>
              <p:cNvPr id="16" name="AutoShape 5">
                <a:extLst>
                  <a:ext uri="{FF2B5EF4-FFF2-40B4-BE49-F238E27FC236}">
                    <a16:creationId xmlns:a16="http://schemas.microsoft.com/office/drawing/2014/main" id="{85D8279C-EFF6-941E-C701-1C38D50F040B}"/>
                  </a:ext>
                </a:extLst>
              </p:cNvPr>
              <p:cNvSpPr>
                <a:spLocks noChangeArrowheads="1"/>
              </p:cNvSpPr>
              <p:nvPr/>
            </p:nvSpPr>
            <p:spPr bwMode="auto">
              <a:xfrm>
                <a:off x="2150" y="1048"/>
                <a:ext cx="647" cy="288"/>
              </a:xfrm>
              <a:prstGeom prst="roundRect">
                <a:avLst>
                  <a:gd name="adj" fmla="val 16667"/>
                </a:avLst>
              </a:prstGeom>
              <a:solidFill>
                <a:srgbClr val="FFCCFF"/>
              </a:solidFill>
              <a:ln w="9525">
                <a:solidFill>
                  <a:srgbClr val="000000"/>
                </a:solidFill>
                <a:round/>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000000"/>
                    </a:outerShdw>
                  </a:effectLst>
                </a:endParaRPr>
              </a:p>
            </p:txBody>
          </p:sp>
          <p:sp>
            <p:nvSpPr>
              <p:cNvPr id="17" name="Text Box 6">
                <a:extLst>
                  <a:ext uri="{FF2B5EF4-FFF2-40B4-BE49-F238E27FC236}">
                    <a16:creationId xmlns:a16="http://schemas.microsoft.com/office/drawing/2014/main" id="{BB24521C-DFAC-330B-2CBF-128DB58A8942}"/>
                  </a:ext>
                </a:extLst>
              </p:cNvPr>
              <p:cNvSpPr txBox="1">
                <a:spLocks noChangeArrowheads="1"/>
              </p:cNvSpPr>
              <p:nvPr/>
            </p:nvSpPr>
            <p:spPr bwMode="auto">
              <a:xfrm>
                <a:off x="2168" y="1070"/>
                <a:ext cx="587" cy="21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入口</a:t>
                </a:r>
              </a:p>
            </p:txBody>
          </p:sp>
        </p:grpSp>
        <p:sp>
          <p:nvSpPr>
            <p:cNvPr id="6" name="Text Box 7">
              <a:extLst>
                <a:ext uri="{FF2B5EF4-FFF2-40B4-BE49-F238E27FC236}">
                  <a16:creationId xmlns:a16="http://schemas.microsoft.com/office/drawing/2014/main" id="{FD48DDD7-5798-C5D6-0F85-6A85C4AC5A94}"/>
                </a:ext>
              </a:extLst>
            </p:cNvPr>
            <p:cNvSpPr txBox="1">
              <a:spLocks noChangeArrowheads="1"/>
            </p:cNvSpPr>
            <p:nvPr/>
          </p:nvSpPr>
          <p:spPr bwMode="auto">
            <a:xfrm>
              <a:off x="1904" y="1514"/>
              <a:ext cx="1547" cy="337"/>
            </a:xfrm>
            <a:prstGeom prst="rect">
              <a:avLst/>
            </a:prstGeom>
            <a:solidFill>
              <a:srgbClr val="FFC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buClrTx/>
                <a:buSzTx/>
                <a:buFontTx/>
                <a:buNone/>
              </a:pPr>
              <a:r>
                <a:rPr kumimoji="1" lang="zh-CN" altLang="en-US" sz="1600" b="1">
                  <a:solidFill>
                    <a:schemeClr val="tx1"/>
                  </a:solidFill>
                  <a:latin typeface="Times New Roman" panose="02020603050405020304" pitchFamily="18" charset="0"/>
                </a:rPr>
                <a:t>找到该等待队列</a:t>
              </a:r>
              <a:endParaRPr kumimoji="1" lang="zh-CN" altLang="en-US" sz="1600" b="1">
                <a:solidFill>
                  <a:schemeClr val="tx1"/>
                </a:solidFill>
              </a:endParaRPr>
            </a:p>
          </p:txBody>
        </p:sp>
        <p:sp>
          <p:nvSpPr>
            <p:cNvPr id="7" name="Text Box 8">
              <a:extLst>
                <a:ext uri="{FF2B5EF4-FFF2-40B4-BE49-F238E27FC236}">
                  <a16:creationId xmlns:a16="http://schemas.microsoft.com/office/drawing/2014/main" id="{F5ADE2C8-C076-E1E8-838D-2EE2F8BDAA0E}"/>
                </a:ext>
              </a:extLst>
            </p:cNvPr>
            <p:cNvSpPr txBox="1">
              <a:spLocks noChangeArrowheads="1"/>
            </p:cNvSpPr>
            <p:nvPr/>
          </p:nvSpPr>
          <p:spPr bwMode="auto">
            <a:xfrm>
              <a:off x="1525" y="2029"/>
              <a:ext cx="2306" cy="383"/>
            </a:xfrm>
            <a:prstGeom prst="rect">
              <a:avLst/>
            </a:prstGeom>
            <a:solidFill>
              <a:srgbClr val="FFC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50000"/>
                </a:spcBef>
                <a:buClrTx/>
                <a:buSzTx/>
                <a:buFontTx/>
                <a:buNone/>
              </a:pPr>
              <a:r>
                <a:rPr kumimoji="1" lang="zh-CN" altLang="en-US" sz="1600" b="1">
                  <a:solidFill>
                    <a:schemeClr val="tx1"/>
                  </a:solidFill>
                  <a:latin typeface="Times New Roman" panose="02020603050405020304" pitchFamily="18" charset="0"/>
                </a:rPr>
                <a:t>将队列首进程移出此等待队列</a:t>
              </a:r>
            </a:p>
          </p:txBody>
        </p:sp>
        <p:sp>
          <p:nvSpPr>
            <p:cNvPr id="8" name="Text Box 9">
              <a:extLst>
                <a:ext uri="{FF2B5EF4-FFF2-40B4-BE49-F238E27FC236}">
                  <a16:creationId xmlns:a16="http://schemas.microsoft.com/office/drawing/2014/main" id="{42995FE2-CC2D-E376-C6B1-30A31FD2E977}"/>
                </a:ext>
              </a:extLst>
            </p:cNvPr>
            <p:cNvSpPr txBox="1">
              <a:spLocks noChangeArrowheads="1"/>
            </p:cNvSpPr>
            <p:nvPr/>
          </p:nvSpPr>
          <p:spPr bwMode="auto">
            <a:xfrm>
              <a:off x="1524" y="2594"/>
              <a:ext cx="2306" cy="514"/>
            </a:xfrm>
            <a:prstGeom prst="rect">
              <a:avLst/>
            </a:prstGeom>
            <a:solidFill>
              <a:srgbClr val="FFC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10000"/>
                </a:spcBef>
                <a:buClrTx/>
                <a:buSzTx/>
                <a:buFontTx/>
                <a:buNone/>
              </a:pPr>
              <a:r>
                <a:rPr kumimoji="1" lang="zh-CN" altLang="en-US" sz="1600" b="1">
                  <a:solidFill>
                    <a:schemeClr val="tx1"/>
                  </a:solidFill>
                  <a:latin typeface="Times New Roman" panose="02020603050405020304" pitchFamily="18" charset="0"/>
                </a:rPr>
                <a:t>将该进程置</a:t>
              </a:r>
              <a:r>
                <a:rPr kumimoji="1" lang="zh-CN" altLang="en-US" sz="1600" b="1">
                  <a:solidFill>
                    <a:schemeClr val="tx1"/>
                  </a:solidFill>
                </a:rPr>
                <a:t>为”就绪”状态，</a:t>
              </a:r>
            </a:p>
            <a:p>
              <a:pPr algn="ctr" eaLnBrk="1" hangingPunct="1">
                <a:lnSpc>
                  <a:spcPct val="120000"/>
                </a:lnSpc>
                <a:spcBef>
                  <a:spcPct val="10000"/>
                </a:spcBef>
                <a:buClrTx/>
                <a:buSzTx/>
                <a:buFontTx/>
                <a:buNone/>
              </a:pPr>
              <a:r>
                <a:rPr kumimoji="1" lang="zh-CN" altLang="en-US" sz="1600" b="1">
                  <a:solidFill>
                    <a:schemeClr val="tx1"/>
                  </a:solidFill>
                </a:rPr>
                <a:t>并将</a:t>
              </a:r>
              <a:r>
                <a:rPr kumimoji="1" lang="en-US" altLang="zh-CN" sz="1600" b="1">
                  <a:solidFill>
                    <a:schemeClr val="tx1"/>
                  </a:solidFill>
                  <a:latin typeface="Times New Roman" panose="02020603050405020304" pitchFamily="18" charset="0"/>
                </a:rPr>
                <a:t>PCB</a:t>
              </a:r>
              <a:r>
                <a:rPr kumimoji="1" lang="zh-CN" altLang="en-US" sz="1600" b="1">
                  <a:solidFill>
                    <a:schemeClr val="tx1"/>
                  </a:solidFill>
                </a:rPr>
                <a:t>结构插入到就绪</a:t>
              </a:r>
              <a:r>
                <a:rPr kumimoji="1" lang="zh-CN" altLang="en-US" sz="1600" b="1">
                  <a:solidFill>
                    <a:schemeClr val="tx1"/>
                  </a:solidFill>
                  <a:latin typeface="Times New Roman" panose="02020603050405020304" pitchFamily="18" charset="0"/>
                </a:rPr>
                <a:t>队列中</a:t>
              </a:r>
            </a:p>
          </p:txBody>
        </p:sp>
        <p:sp>
          <p:nvSpPr>
            <p:cNvPr id="9" name="Line 13">
              <a:extLst>
                <a:ext uri="{FF2B5EF4-FFF2-40B4-BE49-F238E27FC236}">
                  <a16:creationId xmlns:a16="http://schemas.microsoft.com/office/drawing/2014/main" id="{F067F177-0B50-8A61-5969-4D3B0A770CCD}"/>
                </a:ext>
              </a:extLst>
            </p:cNvPr>
            <p:cNvSpPr>
              <a:spLocks noChangeShapeType="1"/>
            </p:cNvSpPr>
            <p:nvPr/>
          </p:nvSpPr>
          <p:spPr bwMode="auto">
            <a:xfrm>
              <a:off x="2678" y="1334"/>
              <a:ext cx="0" cy="176"/>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10" name="Line 14">
              <a:extLst>
                <a:ext uri="{FF2B5EF4-FFF2-40B4-BE49-F238E27FC236}">
                  <a16:creationId xmlns:a16="http://schemas.microsoft.com/office/drawing/2014/main" id="{326FBEF9-F749-3C1B-1D92-64432617E872}"/>
                </a:ext>
              </a:extLst>
            </p:cNvPr>
            <p:cNvSpPr>
              <a:spLocks noChangeShapeType="1"/>
            </p:cNvSpPr>
            <p:nvPr/>
          </p:nvSpPr>
          <p:spPr bwMode="auto">
            <a:xfrm>
              <a:off x="2678" y="1851"/>
              <a:ext cx="0" cy="175"/>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p>
          </p:txBody>
        </p:sp>
        <p:sp>
          <p:nvSpPr>
            <p:cNvPr id="11" name="Line 15">
              <a:extLst>
                <a:ext uri="{FF2B5EF4-FFF2-40B4-BE49-F238E27FC236}">
                  <a16:creationId xmlns:a16="http://schemas.microsoft.com/office/drawing/2014/main" id="{03853D3D-4EB9-E25B-06FF-428AD0F93DDF}"/>
                </a:ext>
              </a:extLst>
            </p:cNvPr>
            <p:cNvSpPr>
              <a:spLocks noChangeShapeType="1"/>
            </p:cNvSpPr>
            <p:nvPr/>
          </p:nvSpPr>
          <p:spPr bwMode="auto">
            <a:xfrm>
              <a:off x="2678" y="2412"/>
              <a:ext cx="0" cy="175"/>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p>
          </p:txBody>
        </p:sp>
        <p:sp>
          <p:nvSpPr>
            <p:cNvPr id="12" name="Line 16">
              <a:extLst>
                <a:ext uri="{FF2B5EF4-FFF2-40B4-BE49-F238E27FC236}">
                  <a16:creationId xmlns:a16="http://schemas.microsoft.com/office/drawing/2014/main" id="{5DDF861A-B82E-5AC0-1461-A3F3B866F304}"/>
                </a:ext>
              </a:extLst>
            </p:cNvPr>
            <p:cNvSpPr>
              <a:spLocks noChangeShapeType="1"/>
            </p:cNvSpPr>
            <p:nvPr/>
          </p:nvSpPr>
          <p:spPr bwMode="auto">
            <a:xfrm>
              <a:off x="2678" y="3104"/>
              <a:ext cx="0" cy="177"/>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p>
          </p:txBody>
        </p:sp>
        <p:grpSp>
          <p:nvGrpSpPr>
            <p:cNvPr id="13" name="Group 25">
              <a:extLst>
                <a:ext uri="{FF2B5EF4-FFF2-40B4-BE49-F238E27FC236}">
                  <a16:creationId xmlns:a16="http://schemas.microsoft.com/office/drawing/2014/main" id="{1BB1E935-EDF0-F520-6A3E-B2D820530FEB}"/>
                </a:ext>
              </a:extLst>
            </p:cNvPr>
            <p:cNvGrpSpPr>
              <a:grpSpLocks/>
            </p:cNvGrpSpPr>
            <p:nvPr/>
          </p:nvGrpSpPr>
          <p:grpSpPr bwMode="auto">
            <a:xfrm>
              <a:off x="2356" y="3270"/>
              <a:ext cx="644" cy="288"/>
              <a:chOff x="2150" y="1048"/>
              <a:chExt cx="644" cy="288"/>
            </a:xfrm>
          </p:grpSpPr>
          <p:sp>
            <p:nvSpPr>
              <p:cNvPr id="14" name="AutoShape 26">
                <a:extLst>
                  <a:ext uri="{FF2B5EF4-FFF2-40B4-BE49-F238E27FC236}">
                    <a16:creationId xmlns:a16="http://schemas.microsoft.com/office/drawing/2014/main" id="{4D8BFEE4-E0CA-B403-FA0F-57916A28A6A9}"/>
                  </a:ext>
                </a:extLst>
              </p:cNvPr>
              <p:cNvSpPr>
                <a:spLocks noChangeArrowheads="1"/>
              </p:cNvSpPr>
              <p:nvPr/>
            </p:nvSpPr>
            <p:spPr bwMode="auto">
              <a:xfrm>
                <a:off x="2150" y="1048"/>
                <a:ext cx="647" cy="288"/>
              </a:xfrm>
              <a:prstGeom prst="roundRect">
                <a:avLst>
                  <a:gd name="adj" fmla="val 16667"/>
                </a:avLst>
              </a:prstGeom>
              <a:solidFill>
                <a:srgbClr val="FFCCFF"/>
              </a:solidFill>
              <a:ln w="9525">
                <a:solidFill>
                  <a:srgbClr val="000000"/>
                </a:solidFill>
                <a:round/>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000000"/>
                    </a:outerShdw>
                  </a:effectLst>
                </a:endParaRPr>
              </a:p>
            </p:txBody>
          </p:sp>
          <p:sp>
            <p:nvSpPr>
              <p:cNvPr id="15" name="Text Box 27">
                <a:extLst>
                  <a:ext uri="{FF2B5EF4-FFF2-40B4-BE49-F238E27FC236}">
                    <a16:creationId xmlns:a16="http://schemas.microsoft.com/office/drawing/2014/main" id="{0DE908AD-3A7E-C121-D3DC-AAF50F862EA2}"/>
                  </a:ext>
                </a:extLst>
              </p:cNvPr>
              <p:cNvSpPr txBox="1">
                <a:spLocks noChangeArrowheads="1"/>
              </p:cNvSpPr>
              <p:nvPr/>
            </p:nvSpPr>
            <p:spPr bwMode="auto">
              <a:xfrm>
                <a:off x="2168" y="1070"/>
                <a:ext cx="587" cy="21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返回</a:t>
                </a:r>
              </a:p>
            </p:txBody>
          </p:sp>
        </p:grpSp>
      </p:grpSp>
      <p:sp>
        <p:nvSpPr>
          <p:cNvPr id="18" name="Text Box 29">
            <a:extLst>
              <a:ext uri="{FF2B5EF4-FFF2-40B4-BE49-F238E27FC236}">
                <a16:creationId xmlns:a16="http://schemas.microsoft.com/office/drawing/2014/main" id="{4FE9F43C-6DC0-EEC9-DE82-70692C94D0BF}"/>
              </a:ext>
            </a:extLst>
          </p:cNvPr>
          <p:cNvSpPr txBox="1">
            <a:spLocks noChangeArrowheads="1"/>
          </p:cNvSpPr>
          <p:nvPr/>
        </p:nvSpPr>
        <p:spPr bwMode="auto">
          <a:xfrm>
            <a:off x="5167312" y="5882608"/>
            <a:ext cx="2063750" cy="38576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0"/>
              </a:spcBef>
              <a:buFont typeface="Wingdings" panose="05000000000000000000" pitchFamily="2" charset="2"/>
              <a:buNone/>
            </a:pPr>
            <a:r>
              <a:rPr lang="zh-CN" altLang="en-US" sz="1600" b="0">
                <a:solidFill>
                  <a:schemeClr val="tx1"/>
                </a:solidFill>
                <a:latin typeface="Times New Roman" panose="02020603050405020304" pitchFamily="18" charset="0"/>
              </a:rPr>
              <a:t>进程唤醒原语流程图</a:t>
            </a:r>
          </a:p>
        </p:txBody>
      </p:sp>
    </p:spTree>
    <p:extLst>
      <p:ext uri="{BB962C8B-B14F-4D97-AF65-F5344CB8AC3E}">
        <p14:creationId xmlns:p14="http://schemas.microsoft.com/office/powerpoint/2010/main" val="25729415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normAutofit/>
          </a:bodyPr>
          <a:lstStyle/>
          <a:p>
            <a:r>
              <a:rPr lang="zh-CN" altLang="en-US" dirty="0"/>
              <a:t>提纲</a:t>
            </a:r>
          </a:p>
        </p:txBody>
      </p:sp>
      <p:sp>
        <p:nvSpPr>
          <p:cNvPr id="3" name="内容占位符 2">
            <a:extLst>
              <a:ext uri="{FF2B5EF4-FFF2-40B4-BE49-F238E27FC236}">
                <a16:creationId xmlns:a16="http://schemas.microsoft.com/office/drawing/2014/main" id="{E1D53BB8-3151-4F39-93BC-2773EDE912B2}"/>
              </a:ext>
            </a:extLst>
          </p:cNvPr>
          <p:cNvSpPr>
            <a:spLocks noGrp="1"/>
          </p:cNvSpPr>
          <p:nvPr>
            <p:ph idx="1"/>
          </p:nvPr>
        </p:nvSpPr>
        <p:spPr/>
        <p:txBody>
          <a:bodyPr/>
          <a:lstStyle/>
          <a:p>
            <a:r>
              <a:rPr lang="zh-CN" altLang="en-US" dirty="0"/>
              <a:t>进程的引入</a:t>
            </a:r>
          </a:p>
          <a:p>
            <a:r>
              <a:rPr lang="zh-CN" altLang="en-US" dirty="0"/>
              <a:t>进程概念</a:t>
            </a:r>
          </a:p>
          <a:p>
            <a:r>
              <a:rPr lang="zh-CN" altLang="en-US" dirty="0"/>
              <a:t>进程控制</a:t>
            </a:r>
          </a:p>
          <a:p>
            <a:r>
              <a:rPr lang="zh-CN" altLang="en-US" dirty="0">
                <a:solidFill>
                  <a:srgbClr val="FF0000"/>
                </a:solidFill>
              </a:rPr>
              <a:t>进程的相互制约关系</a:t>
            </a:r>
          </a:p>
          <a:p>
            <a:r>
              <a:rPr lang="zh-CN" altLang="en-US" dirty="0"/>
              <a:t>进程同步机构</a:t>
            </a:r>
          </a:p>
          <a:p>
            <a:r>
              <a:rPr lang="zh-CN" altLang="en-US" dirty="0"/>
              <a:t>进程互斥与同步的实现</a:t>
            </a:r>
            <a:endParaRPr lang="en-US" altLang="zh-CN" dirty="0"/>
          </a:p>
          <a:p>
            <a:r>
              <a:rPr lang="zh-CN" altLang="en-US" dirty="0"/>
              <a:t>线程</a:t>
            </a:r>
            <a:endParaRPr lang="en-US" altLang="zh-CN" dirty="0"/>
          </a:p>
          <a:p>
            <a:r>
              <a:rPr lang="zh-CN" altLang="en-US" dirty="0"/>
              <a:t>进程调度</a:t>
            </a:r>
          </a:p>
        </p:txBody>
      </p:sp>
    </p:spTree>
    <p:extLst>
      <p:ext uri="{BB962C8B-B14F-4D97-AF65-F5344CB8AC3E}">
        <p14:creationId xmlns:p14="http://schemas.microsoft.com/office/powerpoint/2010/main" val="10305604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45E7D3-88D5-1FF1-F0BF-E212FB21F3C7}"/>
              </a:ext>
            </a:extLst>
          </p:cNvPr>
          <p:cNvSpPr>
            <a:spLocks noGrp="1"/>
          </p:cNvSpPr>
          <p:nvPr>
            <p:ph type="title"/>
          </p:nvPr>
        </p:nvSpPr>
        <p:spPr/>
        <p:txBody>
          <a:bodyPr/>
          <a:lstStyle/>
          <a:p>
            <a:pPr eaLnBrk="1" hangingPunct="1">
              <a:spcBef>
                <a:spcPct val="0"/>
              </a:spcBef>
            </a:pPr>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进程之间的相互制约关系</a:t>
            </a:r>
          </a:p>
        </p:txBody>
      </p:sp>
      <p:sp>
        <p:nvSpPr>
          <p:cNvPr id="3" name="Rectangle 3">
            <a:extLst>
              <a:ext uri="{FF2B5EF4-FFF2-40B4-BE49-F238E27FC236}">
                <a16:creationId xmlns:a16="http://schemas.microsoft.com/office/drawing/2014/main" id="{0A2699CF-B8F5-7ADA-927F-E8760D8B90F2}"/>
              </a:ext>
            </a:extLst>
          </p:cNvPr>
          <p:cNvSpPr>
            <a:spLocks noChangeArrowheads="1"/>
          </p:cNvSpPr>
          <p:nvPr/>
        </p:nvSpPr>
        <p:spPr bwMode="auto">
          <a:xfrm>
            <a:off x="171450" y="1144651"/>
            <a:ext cx="8318500" cy="1307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a:lnSpc>
                <a:spcPct val="120000"/>
              </a:lnSpc>
              <a:buClr>
                <a:schemeClr val="tx2"/>
              </a:buClr>
              <a:buSzPct val="95000"/>
              <a:buFont typeface="Wingdings" panose="05000000000000000000" pitchFamily="2" charset="2"/>
              <a:buNone/>
              <a:defRPr/>
            </a:pPr>
            <a:r>
              <a:rPr lang="en-US" altLang="zh-CN" sz="2800" b="1" dirty="0">
                <a:solidFill>
                  <a:srgbClr val="335F90"/>
                </a:solidFill>
                <a:latin typeface="Times New Roman" panose="02020603050405020304" pitchFamily="18" charset="0"/>
              </a:rPr>
              <a:t>1.  </a:t>
            </a:r>
            <a:r>
              <a:rPr lang="zh-CN" altLang="en-US" sz="2800" b="1" dirty="0">
                <a:solidFill>
                  <a:srgbClr val="335F90"/>
                </a:solidFill>
                <a:latin typeface="Times New Roman" panose="02020603050405020304" pitchFamily="18" charset="0"/>
              </a:rPr>
              <a:t>进程互斥的概念</a:t>
            </a:r>
          </a:p>
          <a:p>
            <a:pPr marL="0" indent="0" algn="just">
              <a:lnSpc>
                <a:spcPct val="150000"/>
              </a:lnSpc>
              <a:spcBef>
                <a:spcPts val="1000"/>
              </a:spcBef>
              <a:buClr>
                <a:srgbClr val="FFC000"/>
              </a:buClr>
              <a:buNone/>
              <a:defRPr/>
            </a:pPr>
            <a:r>
              <a:rPr lang="zh-CN" altLang="en-US" sz="2600" b="1" dirty="0">
                <a:solidFill>
                  <a:prstClr val="black"/>
                </a:solidFill>
                <a:effectLst/>
                <a:latin typeface="微软雅黑" panose="020B0503020204020204" pitchFamily="34" charset="-122"/>
                <a:ea typeface="微软雅黑" panose="020B0503020204020204" pitchFamily="34" charset="-122"/>
              </a:rPr>
              <a:t>      </a:t>
            </a:r>
            <a:r>
              <a:rPr lang="en-US" altLang="zh-CN" sz="2600" b="1" dirty="0">
                <a:solidFill>
                  <a:prstClr val="black"/>
                </a:solidFill>
                <a:effectLst/>
                <a:latin typeface="微软雅黑" panose="020B0503020204020204" pitchFamily="34" charset="-122"/>
                <a:ea typeface="微软雅黑" panose="020B0503020204020204" pitchFamily="34" charset="-122"/>
              </a:rPr>
              <a:t>(1) </a:t>
            </a:r>
            <a:r>
              <a:rPr lang="zh-CN" altLang="en-US" sz="2600" b="1" dirty="0">
                <a:solidFill>
                  <a:prstClr val="black"/>
                </a:solidFill>
                <a:effectLst/>
                <a:latin typeface="微软雅黑" panose="020B0503020204020204" pitchFamily="34" charset="-122"/>
                <a:ea typeface="微软雅黑" panose="020B0503020204020204" pitchFamily="34" charset="-122"/>
              </a:rPr>
              <a:t>临界资源        </a:t>
            </a:r>
          </a:p>
        </p:txBody>
      </p:sp>
      <p:sp>
        <p:nvSpPr>
          <p:cNvPr id="4" name="Rectangle 8">
            <a:extLst>
              <a:ext uri="{FF2B5EF4-FFF2-40B4-BE49-F238E27FC236}">
                <a16:creationId xmlns:a16="http://schemas.microsoft.com/office/drawing/2014/main" id="{1E5EAB21-72F0-00EE-2CE6-6F415C1B7A5A}"/>
              </a:ext>
            </a:extLst>
          </p:cNvPr>
          <p:cNvSpPr>
            <a:spLocks noChangeArrowheads="1"/>
          </p:cNvSpPr>
          <p:nvPr/>
        </p:nvSpPr>
        <p:spPr bwMode="auto">
          <a:xfrm>
            <a:off x="677863" y="2700338"/>
            <a:ext cx="10199687" cy="17179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30000"/>
              </a:lnSpc>
              <a:buFont typeface="Wingdings" panose="05000000000000000000" pitchFamily="2" charset="2"/>
              <a:buNone/>
            </a:pPr>
            <a:r>
              <a:rPr lang="en-US" altLang="zh-CN" sz="2400" dirty="0">
                <a:solidFill>
                  <a:srgbClr val="000099"/>
                </a:solidFill>
                <a:latin typeface="宋体" panose="02010600030101010101" pitchFamily="2" charset="-122"/>
              </a:rPr>
              <a:t>	</a:t>
            </a:r>
            <a:r>
              <a:rPr lang="en-US" altLang="zh-CN" sz="2800" dirty="0">
                <a:solidFill>
                  <a:srgbClr val="000099"/>
                </a:solidFill>
                <a:latin typeface="宋体" panose="02010600030101010101" pitchFamily="2" charset="-122"/>
              </a:rPr>
              <a:t>① </a:t>
            </a:r>
            <a:r>
              <a:rPr lang="zh-CN" altLang="en-US" sz="2800" dirty="0">
                <a:solidFill>
                  <a:srgbClr val="000099"/>
                </a:solidFill>
                <a:latin typeface="Times New Roman" panose="02020603050405020304" pitchFamily="18" charset="0"/>
              </a:rPr>
              <a:t>例子</a:t>
            </a:r>
            <a:r>
              <a:rPr lang="zh-CN" altLang="en-US" sz="2800" dirty="0">
                <a:solidFill>
                  <a:schemeClr val="tx1"/>
                </a:solidFill>
                <a:latin typeface="Times New Roman" panose="02020603050405020304" pitchFamily="18" charset="0"/>
              </a:rPr>
              <a:t>：</a:t>
            </a:r>
            <a:r>
              <a:rPr lang="en-US" altLang="zh-CN" sz="2800" dirty="0">
                <a:solidFill>
                  <a:srgbClr val="000099"/>
                </a:solidFill>
                <a:latin typeface="Times New Roman" panose="02020603050405020304" pitchFamily="18" charset="0"/>
              </a:rPr>
              <a:t>x</a:t>
            </a:r>
            <a:r>
              <a:rPr lang="zh-CN" altLang="en-US" sz="2800" dirty="0">
                <a:solidFill>
                  <a:srgbClr val="000099"/>
                </a:solidFill>
                <a:latin typeface="Times New Roman" panose="02020603050405020304" pitchFamily="18" charset="0"/>
              </a:rPr>
              <a:t>代表某航班机座号，</a:t>
            </a:r>
            <a:r>
              <a:rPr lang="en-US" altLang="zh-CN" sz="2800" dirty="0">
                <a:solidFill>
                  <a:srgbClr val="000099"/>
                </a:solidFill>
                <a:latin typeface="Times New Roman" panose="02020603050405020304" pitchFamily="18" charset="0"/>
              </a:rPr>
              <a:t>p1</a:t>
            </a:r>
            <a:r>
              <a:rPr lang="zh-CN" altLang="en-US" sz="2800" dirty="0">
                <a:solidFill>
                  <a:srgbClr val="000099"/>
                </a:solidFill>
                <a:latin typeface="Times New Roman" panose="02020603050405020304" pitchFamily="18" charset="0"/>
              </a:rPr>
              <a:t>和</a:t>
            </a:r>
            <a:r>
              <a:rPr lang="en-US" altLang="zh-CN" sz="2800" dirty="0">
                <a:solidFill>
                  <a:srgbClr val="000099"/>
                </a:solidFill>
                <a:latin typeface="Times New Roman" panose="02020603050405020304" pitchFamily="18" charset="0"/>
              </a:rPr>
              <a:t>p2</a:t>
            </a:r>
            <a:r>
              <a:rPr lang="zh-CN" altLang="en-US" sz="2800" dirty="0">
                <a:solidFill>
                  <a:srgbClr val="000099"/>
                </a:solidFill>
                <a:latin typeface="Times New Roman" panose="02020603050405020304" pitchFamily="18" charset="0"/>
              </a:rPr>
              <a:t>两个售票进程，售票工作是对变量</a:t>
            </a:r>
            <a:r>
              <a:rPr lang="en-US" altLang="zh-CN" sz="2800" dirty="0">
                <a:solidFill>
                  <a:srgbClr val="000099"/>
                </a:solidFill>
                <a:latin typeface="Times New Roman" panose="02020603050405020304" pitchFamily="18" charset="0"/>
              </a:rPr>
              <a:t>x</a:t>
            </a:r>
            <a:r>
              <a:rPr lang="zh-CN" altLang="en-US" sz="2800" dirty="0">
                <a:solidFill>
                  <a:srgbClr val="000099"/>
                </a:solidFill>
                <a:latin typeface="Times New Roman" panose="02020603050405020304" pitchFamily="18" charset="0"/>
              </a:rPr>
              <a:t>加</a:t>
            </a:r>
            <a:r>
              <a:rPr lang="en-US" altLang="zh-CN" sz="2800" dirty="0">
                <a:solidFill>
                  <a:srgbClr val="000099"/>
                </a:solidFill>
                <a:latin typeface="Times New Roman" panose="02020603050405020304" pitchFamily="18" charset="0"/>
              </a:rPr>
              <a:t>1</a:t>
            </a:r>
            <a:r>
              <a:rPr lang="zh-CN" altLang="en-US" sz="2800" dirty="0">
                <a:solidFill>
                  <a:srgbClr val="000099"/>
                </a:solidFill>
                <a:latin typeface="Times New Roman" panose="02020603050405020304" pitchFamily="18" charset="0"/>
              </a:rPr>
              <a:t>。这两个进程在一个处理机</a:t>
            </a:r>
            <a:r>
              <a:rPr lang="en-US" altLang="zh-CN" sz="2800" dirty="0">
                <a:solidFill>
                  <a:srgbClr val="000099"/>
                </a:solidFill>
                <a:latin typeface="Times New Roman" panose="02020603050405020304" pitchFamily="18" charset="0"/>
              </a:rPr>
              <a:t>C</a:t>
            </a:r>
            <a:r>
              <a:rPr lang="zh-CN" altLang="en-US" sz="2800" dirty="0">
                <a:solidFill>
                  <a:srgbClr val="000099"/>
                </a:solidFill>
                <a:latin typeface="Times New Roman" panose="02020603050405020304" pitchFamily="18" charset="0"/>
              </a:rPr>
              <a:t>上并发执行，分别具有内部寄存器</a:t>
            </a:r>
            <a:r>
              <a:rPr lang="en-US" altLang="zh-CN" sz="2800" dirty="0">
                <a:solidFill>
                  <a:srgbClr val="000099"/>
                </a:solidFill>
                <a:latin typeface="Times New Roman" panose="02020603050405020304" pitchFamily="18" charset="0"/>
              </a:rPr>
              <a:t>r1</a:t>
            </a:r>
            <a:r>
              <a:rPr lang="zh-CN" altLang="en-US" sz="2800" dirty="0">
                <a:solidFill>
                  <a:srgbClr val="000099"/>
                </a:solidFill>
                <a:latin typeface="Times New Roman" panose="02020603050405020304" pitchFamily="18" charset="0"/>
              </a:rPr>
              <a:t>和</a:t>
            </a:r>
            <a:r>
              <a:rPr lang="en-US" altLang="zh-CN" sz="2800" dirty="0">
                <a:solidFill>
                  <a:srgbClr val="000099"/>
                </a:solidFill>
                <a:latin typeface="Times New Roman" panose="02020603050405020304" pitchFamily="18" charset="0"/>
              </a:rPr>
              <a:t>r2</a:t>
            </a:r>
            <a:r>
              <a:rPr lang="zh-CN" altLang="en-US" sz="2800" dirty="0">
                <a:solidFill>
                  <a:srgbClr val="000099"/>
                </a:solidFill>
                <a:latin typeface="Times New Roman" panose="02020603050405020304" pitchFamily="18" charset="0"/>
              </a:rPr>
              <a:t>。</a:t>
            </a:r>
          </a:p>
        </p:txBody>
      </p:sp>
    </p:spTree>
    <p:extLst>
      <p:ext uri="{BB962C8B-B14F-4D97-AF65-F5344CB8AC3E}">
        <p14:creationId xmlns:p14="http://schemas.microsoft.com/office/powerpoint/2010/main" val="15659320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45E7D3-88D5-1FF1-F0BF-E212FB21F3C7}"/>
              </a:ext>
            </a:extLst>
          </p:cNvPr>
          <p:cNvSpPr>
            <a:spLocks noGrp="1"/>
          </p:cNvSpPr>
          <p:nvPr>
            <p:ph type="title"/>
          </p:nvPr>
        </p:nvSpPr>
        <p:spPr/>
        <p:txBody>
          <a:bodyPr/>
          <a:lstStyle/>
          <a:p>
            <a:pPr eaLnBrk="1" hangingPunct="1">
              <a:spcBef>
                <a:spcPct val="0"/>
              </a:spcBef>
            </a:pPr>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进程之间的相互制约关系</a:t>
            </a:r>
          </a:p>
        </p:txBody>
      </p:sp>
      <p:sp>
        <p:nvSpPr>
          <p:cNvPr id="3" name="Rectangle 5">
            <a:extLst>
              <a:ext uri="{FF2B5EF4-FFF2-40B4-BE49-F238E27FC236}">
                <a16:creationId xmlns:a16="http://schemas.microsoft.com/office/drawing/2014/main" id="{8CE10477-9D44-4862-A015-14596CBF33F9}"/>
              </a:ext>
            </a:extLst>
          </p:cNvPr>
          <p:cNvSpPr>
            <a:spLocks noChangeArrowheads="1"/>
          </p:cNvSpPr>
          <p:nvPr/>
        </p:nvSpPr>
        <p:spPr bwMode="auto">
          <a:xfrm>
            <a:off x="836140" y="1260863"/>
            <a:ext cx="8010525" cy="1775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indent="0" algn="just">
              <a:lnSpc>
                <a:spcPct val="100000"/>
              </a:lnSpc>
              <a:spcBef>
                <a:spcPts val="1000"/>
              </a:spcBef>
              <a:buClr>
                <a:srgbClr val="FFC000"/>
              </a:buClr>
              <a:buSzTx/>
              <a:buNone/>
              <a:defRPr/>
            </a:pPr>
            <a:r>
              <a:rPr lang="zh-CN" altLang="en-US" sz="2400" dirty="0">
                <a:solidFill>
                  <a:schemeClr val="tx1"/>
                </a:solidFill>
                <a:latin typeface="Times New Roman" panose="02020603050405020304" pitchFamily="18" charset="0"/>
              </a:rPr>
              <a:t>     两个进程共享一个变量</a:t>
            </a:r>
            <a:r>
              <a:rPr lang="en-US" altLang="zh-CN" sz="2400" dirty="0">
                <a:solidFill>
                  <a:schemeClr val="tx1"/>
                </a:solidFill>
                <a:latin typeface="Times New Roman" panose="02020603050405020304" pitchFamily="18" charset="0"/>
              </a:rPr>
              <a:t>x</a:t>
            </a:r>
            <a:r>
              <a:rPr lang="zh-CN" altLang="zh-CN" sz="2400" dirty="0">
                <a:solidFill>
                  <a:schemeClr val="tx1"/>
                </a:solidFill>
                <a:latin typeface="Times New Roman" panose="02020603050405020304" pitchFamily="18" charset="0"/>
              </a:rPr>
              <a:t>时，</a:t>
            </a:r>
            <a:r>
              <a:rPr lang="zh-CN" altLang="en-US" sz="2400" dirty="0">
                <a:solidFill>
                  <a:schemeClr val="tx1"/>
                </a:solidFill>
                <a:latin typeface="Times New Roman" panose="02020603050405020304" pitchFamily="18" charset="0"/>
              </a:rPr>
              <a:t>两种可能的执行次序：</a:t>
            </a:r>
          </a:p>
          <a:p>
            <a:pPr marL="381000" lvl="2" indent="-228600" algn="just">
              <a:lnSpc>
                <a:spcPct val="100000"/>
              </a:lnSpc>
              <a:spcBef>
                <a:spcPts val="500"/>
              </a:spcBef>
              <a:buClr>
                <a:srgbClr val="FFC000"/>
              </a:buClr>
              <a:buFont typeface="Wingdings" panose="05000000000000000000" pitchFamily="2" charset="2"/>
              <a:buChar char="u"/>
              <a:defRPr/>
            </a:pPr>
            <a:r>
              <a:rPr lang="en-US" altLang="zh-CN" dirty="0">
                <a:solidFill>
                  <a:prstClr val="black"/>
                </a:solidFill>
                <a:latin typeface="微软雅黑" panose="020B0503020204020204" pitchFamily="34" charset="-122"/>
                <a:ea typeface="微软雅黑" panose="020B0503020204020204" pitchFamily="34" charset="-122"/>
              </a:rPr>
              <a:t>A</a:t>
            </a:r>
            <a:r>
              <a:rPr lang="zh-CN" altLang="en-US" dirty="0">
                <a:solidFill>
                  <a:prstClr val="black"/>
                </a:solidFill>
                <a:latin typeface="微软雅黑" panose="020B0503020204020204" pitchFamily="34" charset="-122"/>
                <a:ea typeface="微软雅黑" panose="020B0503020204020204" pitchFamily="34" charset="-122"/>
              </a:rPr>
              <a:t>：</a:t>
            </a:r>
          </a:p>
          <a:p>
            <a:pPr eaLnBrk="1" hangingPunct="1">
              <a:lnSpc>
                <a:spcPct val="100000"/>
              </a:lnSpc>
              <a:buFont typeface="Wingdings" panose="05000000000000000000" pitchFamily="2" charset="2"/>
              <a:buNone/>
            </a:pPr>
            <a:r>
              <a:rPr lang="zh-CN" altLang="en-US" sz="2400" b="0" dirty="0">
                <a:solidFill>
                  <a:schemeClr val="tx1"/>
                </a:solidFill>
                <a:latin typeface="Times New Roman" panose="02020603050405020304" pitchFamily="18" charset="0"/>
              </a:rPr>
              <a:t>             </a:t>
            </a:r>
            <a:r>
              <a:rPr lang="en-US" altLang="zh-CN" sz="2000" b="0" dirty="0">
                <a:solidFill>
                  <a:schemeClr val="tx1"/>
                </a:solidFill>
                <a:latin typeface="Times New Roman" panose="02020603050405020304" pitchFamily="18" charset="0"/>
              </a:rPr>
              <a:t>p</a:t>
            </a:r>
            <a:r>
              <a:rPr lang="en-US" altLang="zh-CN" sz="2000" b="0" baseline="-25000" dirty="0">
                <a:solidFill>
                  <a:schemeClr val="tx1"/>
                </a:solidFill>
                <a:latin typeface="Times New Roman" panose="02020603050405020304" pitchFamily="18" charset="0"/>
              </a:rPr>
              <a:t>1</a:t>
            </a:r>
            <a:r>
              <a:rPr lang="zh-CN" altLang="en-US" sz="2000" b="0" dirty="0">
                <a:solidFill>
                  <a:schemeClr val="tx1"/>
                </a:solidFill>
                <a:latin typeface="Times New Roman" panose="02020603050405020304" pitchFamily="18" charset="0"/>
              </a:rPr>
              <a:t>： </a:t>
            </a:r>
            <a:r>
              <a:rPr lang="en-US" altLang="zh-CN" sz="2000" b="0" dirty="0">
                <a:solidFill>
                  <a:schemeClr val="tx1"/>
                </a:solidFill>
                <a:latin typeface="Times New Roman" panose="02020603050405020304" pitchFamily="18" charset="0"/>
              </a:rPr>
              <a:t>r</a:t>
            </a:r>
            <a:r>
              <a:rPr lang="en-US" altLang="zh-CN" sz="2000" b="0" baseline="-25000" dirty="0">
                <a:solidFill>
                  <a:schemeClr val="tx1"/>
                </a:solidFill>
                <a:latin typeface="Times New Roman" panose="02020603050405020304" pitchFamily="18" charset="0"/>
              </a:rPr>
              <a:t>1</a:t>
            </a:r>
            <a:r>
              <a:rPr lang="en-US" altLang="zh-CN" sz="2000" b="0" dirty="0">
                <a:solidFill>
                  <a:schemeClr val="tx1"/>
                </a:solidFill>
                <a:latin typeface="Times New Roman" panose="02020603050405020304" pitchFamily="18" charset="0"/>
              </a:rPr>
              <a:t> := x</a:t>
            </a:r>
            <a:r>
              <a:rPr lang="zh-CN" altLang="en-US" sz="2000" b="0" dirty="0">
                <a:solidFill>
                  <a:schemeClr val="tx1"/>
                </a:solidFill>
                <a:latin typeface="Times New Roman" panose="02020603050405020304" pitchFamily="18" charset="0"/>
              </a:rPr>
              <a:t>；</a:t>
            </a:r>
            <a:r>
              <a:rPr lang="en-US" altLang="zh-CN" sz="2000" b="0" dirty="0">
                <a:solidFill>
                  <a:schemeClr val="tx1"/>
                </a:solidFill>
                <a:latin typeface="Times New Roman" panose="02020603050405020304" pitchFamily="18" charset="0"/>
              </a:rPr>
              <a:t>r</a:t>
            </a:r>
            <a:r>
              <a:rPr lang="en-US" altLang="zh-CN" sz="2000" b="0" baseline="-25000" dirty="0">
                <a:solidFill>
                  <a:schemeClr val="tx1"/>
                </a:solidFill>
                <a:latin typeface="Times New Roman" panose="02020603050405020304" pitchFamily="18" charset="0"/>
              </a:rPr>
              <a:t>1</a:t>
            </a:r>
            <a:r>
              <a:rPr lang="en-US" altLang="zh-CN" sz="2000" b="0" dirty="0">
                <a:solidFill>
                  <a:schemeClr val="tx1"/>
                </a:solidFill>
                <a:latin typeface="Times New Roman" panose="02020603050405020304" pitchFamily="18" charset="0"/>
              </a:rPr>
              <a:t>:= r</a:t>
            </a:r>
            <a:r>
              <a:rPr lang="en-US" altLang="zh-CN" sz="2000" b="0" baseline="-25000" dirty="0">
                <a:solidFill>
                  <a:schemeClr val="tx1"/>
                </a:solidFill>
                <a:latin typeface="Times New Roman" panose="02020603050405020304" pitchFamily="18" charset="0"/>
              </a:rPr>
              <a:t>1</a:t>
            </a:r>
            <a:r>
              <a:rPr lang="en-US" altLang="zh-CN" sz="2000" b="0" dirty="0">
                <a:solidFill>
                  <a:schemeClr val="tx1"/>
                </a:solidFill>
                <a:latin typeface="Times New Roman" panose="02020603050405020304" pitchFamily="18" charset="0"/>
              </a:rPr>
              <a:t>+1</a:t>
            </a:r>
            <a:r>
              <a:rPr lang="zh-CN" altLang="en-US" sz="2000" b="0" dirty="0">
                <a:solidFill>
                  <a:schemeClr val="tx1"/>
                </a:solidFill>
                <a:latin typeface="Times New Roman" panose="02020603050405020304" pitchFamily="18" charset="0"/>
              </a:rPr>
              <a:t>； </a:t>
            </a:r>
            <a:r>
              <a:rPr lang="en-US" altLang="zh-CN" sz="2000" b="0" dirty="0">
                <a:solidFill>
                  <a:schemeClr val="tx1"/>
                </a:solidFill>
                <a:latin typeface="Times New Roman" panose="02020603050405020304" pitchFamily="18" charset="0"/>
              </a:rPr>
              <a:t>x := r</a:t>
            </a:r>
            <a:r>
              <a:rPr lang="en-US" altLang="zh-CN" sz="2000" b="0" baseline="-25000" dirty="0">
                <a:solidFill>
                  <a:schemeClr val="tx1"/>
                </a:solidFill>
                <a:latin typeface="Times New Roman" panose="02020603050405020304" pitchFamily="18" charset="0"/>
              </a:rPr>
              <a:t>1</a:t>
            </a:r>
            <a:r>
              <a:rPr lang="en-US" altLang="zh-CN" sz="2000" b="0" dirty="0">
                <a:solidFill>
                  <a:schemeClr val="tx1"/>
                </a:solidFill>
                <a:latin typeface="Times New Roman" panose="02020603050405020304" pitchFamily="18" charset="0"/>
              </a:rPr>
              <a:t> </a:t>
            </a:r>
            <a:r>
              <a:rPr lang="zh-CN" altLang="en-US" sz="2000" b="0" dirty="0">
                <a:solidFill>
                  <a:schemeClr val="tx1"/>
                </a:solidFill>
                <a:latin typeface="Times New Roman" panose="02020603050405020304" pitchFamily="18" charset="0"/>
              </a:rPr>
              <a:t>；</a:t>
            </a:r>
          </a:p>
          <a:p>
            <a:pPr eaLnBrk="1" hangingPunct="1">
              <a:lnSpc>
                <a:spcPct val="100000"/>
              </a:lnSpc>
              <a:buFont typeface="Wingdings" panose="05000000000000000000" pitchFamily="2" charset="2"/>
              <a:buNone/>
            </a:pPr>
            <a:r>
              <a:rPr lang="zh-CN" altLang="en-US" sz="2000" b="0" dirty="0">
                <a:solidFill>
                  <a:schemeClr val="tx1"/>
                </a:solidFill>
                <a:latin typeface="Times New Roman" panose="02020603050405020304" pitchFamily="18" charset="0"/>
              </a:rPr>
              <a:t>               </a:t>
            </a:r>
            <a:r>
              <a:rPr lang="en-US" altLang="zh-CN" sz="2000" b="0" dirty="0">
                <a:solidFill>
                  <a:schemeClr val="tx1"/>
                </a:solidFill>
                <a:latin typeface="Times New Roman" panose="02020603050405020304" pitchFamily="18" charset="0"/>
              </a:rPr>
              <a:t>p</a:t>
            </a:r>
            <a:r>
              <a:rPr lang="en-US" altLang="zh-CN" sz="2000" b="0" baseline="-25000" dirty="0">
                <a:solidFill>
                  <a:schemeClr val="tx1"/>
                </a:solidFill>
                <a:latin typeface="Times New Roman" panose="02020603050405020304" pitchFamily="18" charset="0"/>
              </a:rPr>
              <a:t>2</a:t>
            </a:r>
            <a:r>
              <a:rPr lang="zh-CN" altLang="en-US" sz="2000" b="0" dirty="0">
                <a:solidFill>
                  <a:schemeClr val="tx1"/>
                </a:solidFill>
                <a:latin typeface="Times New Roman" panose="02020603050405020304" pitchFamily="18" charset="0"/>
              </a:rPr>
              <a:t>：                                                    </a:t>
            </a:r>
            <a:r>
              <a:rPr lang="en-US" altLang="zh-CN" sz="2000" b="0" dirty="0">
                <a:solidFill>
                  <a:schemeClr val="tx1"/>
                </a:solidFill>
                <a:latin typeface="Times New Roman" panose="02020603050405020304" pitchFamily="18" charset="0"/>
              </a:rPr>
              <a:t>r</a:t>
            </a:r>
            <a:r>
              <a:rPr lang="en-US" altLang="zh-CN" sz="2000" b="0" baseline="-25000" dirty="0">
                <a:solidFill>
                  <a:schemeClr val="tx1"/>
                </a:solidFill>
                <a:latin typeface="Times New Roman" panose="02020603050405020304" pitchFamily="18" charset="0"/>
              </a:rPr>
              <a:t>2</a:t>
            </a:r>
            <a:r>
              <a:rPr lang="en-US" altLang="zh-CN" sz="2000" b="0" dirty="0">
                <a:solidFill>
                  <a:schemeClr val="tx1"/>
                </a:solidFill>
                <a:latin typeface="Times New Roman" panose="02020603050405020304" pitchFamily="18" charset="0"/>
              </a:rPr>
              <a:t>:= x</a:t>
            </a:r>
            <a:r>
              <a:rPr lang="zh-CN" altLang="en-US" sz="2000" b="0" dirty="0">
                <a:solidFill>
                  <a:schemeClr val="tx1"/>
                </a:solidFill>
                <a:latin typeface="Times New Roman" panose="02020603050405020304" pitchFamily="18" charset="0"/>
              </a:rPr>
              <a:t>；</a:t>
            </a:r>
            <a:r>
              <a:rPr lang="en-US" altLang="zh-CN" sz="2000" b="0" dirty="0">
                <a:solidFill>
                  <a:schemeClr val="tx1"/>
                </a:solidFill>
                <a:latin typeface="Times New Roman" panose="02020603050405020304" pitchFamily="18" charset="0"/>
              </a:rPr>
              <a:t>r</a:t>
            </a:r>
            <a:r>
              <a:rPr lang="en-US" altLang="zh-CN" sz="2000" b="0" baseline="-25000" dirty="0">
                <a:solidFill>
                  <a:schemeClr val="tx1"/>
                </a:solidFill>
                <a:latin typeface="Times New Roman" panose="02020603050405020304" pitchFamily="18" charset="0"/>
              </a:rPr>
              <a:t>2</a:t>
            </a:r>
            <a:r>
              <a:rPr lang="en-US" altLang="zh-CN" sz="2000" b="0" dirty="0">
                <a:solidFill>
                  <a:schemeClr val="tx1"/>
                </a:solidFill>
                <a:latin typeface="Times New Roman" panose="02020603050405020304" pitchFamily="18" charset="0"/>
              </a:rPr>
              <a:t> := r</a:t>
            </a:r>
            <a:r>
              <a:rPr lang="en-US" altLang="zh-CN" sz="2000" b="0" baseline="-25000" dirty="0">
                <a:solidFill>
                  <a:schemeClr val="tx1"/>
                </a:solidFill>
                <a:latin typeface="Times New Roman" panose="02020603050405020304" pitchFamily="18" charset="0"/>
              </a:rPr>
              <a:t>2</a:t>
            </a:r>
            <a:r>
              <a:rPr lang="en-US" altLang="zh-CN" sz="2000" b="0" dirty="0">
                <a:solidFill>
                  <a:schemeClr val="tx1"/>
                </a:solidFill>
                <a:latin typeface="Times New Roman" panose="02020603050405020304" pitchFamily="18" charset="0"/>
              </a:rPr>
              <a:t>+1</a:t>
            </a:r>
            <a:r>
              <a:rPr lang="zh-CN" altLang="en-US" sz="2000" b="0" dirty="0">
                <a:solidFill>
                  <a:schemeClr val="tx1"/>
                </a:solidFill>
                <a:latin typeface="Times New Roman" panose="02020603050405020304" pitchFamily="18" charset="0"/>
              </a:rPr>
              <a:t>； </a:t>
            </a:r>
            <a:r>
              <a:rPr lang="en-US" altLang="zh-CN" sz="2000" b="0" dirty="0">
                <a:solidFill>
                  <a:schemeClr val="tx1"/>
                </a:solidFill>
                <a:latin typeface="Times New Roman" panose="02020603050405020304" pitchFamily="18" charset="0"/>
              </a:rPr>
              <a:t>x := r</a:t>
            </a:r>
            <a:r>
              <a:rPr lang="en-US" altLang="zh-CN" sz="2000" b="0" baseline="-25000" dirty="0">
                <a:solidFill>
                  <a:schemeClr val="tx1"/>
                </a:solidFill>
                <a:latin typeface="Times New Roman" panose="02020603050405020304" pitchFamily="18" charset="0"/>
              </a:rPr>
              <a:t>2</a:t>
            </a:r>
            <a:r>
              <a:rPr lang="en-US" altLang="zh-CN" sz="2000" b="0" dirty="0">
                <a:solidFill>
                  <a:schemeClr val="tx1"/>
                </a:solidFill>
                <a:latin typeface="Times New Roman" panose="02020603050405020304" pitchFamily="18" charset="0"/>
              </a:rPr>
              <a:t> </a:t>
            </a:r>
            <a:r>
              <a:rPr lang="zh-CN" altLang="en-US" sz="2000" b="0" dirty="0">
                <a:solidFill>
                  <a:schemeClr val="tx1"/>
                </a:solidFill>
                <a:latin typeface="Times New Roman" panose="02020603050405020304" pitchFamily="18" charset="0"/>
              </a:rPr>
              <a:t>；</a:t>
            </a:r>
          </a:p>
        </p:txBody>
      </p:sp>
      <p:sp>
        <p:nvSpPr>
          <p:cNvPr id="4" name="Rectangle 7">
            <a:extLst>
              <a:ext uri="{FF2B5EF4-FFF2-40B4-BE49-F238E27FC236}">
                <a16:creationId xmlns:a16="http://schemas.microsoft.com/office/drawing/2014/main" id="{CB0558BD-FA4F-85F9-2E91-C31D1D080193}"/>
              </a:ext>
            </a:extLst>
          </p:cNvPr>
          <p:cNvSpPr>
            <a:spLocks noChangeArrowheads="1"/>
          </p:cNvSpPr>
          <p:nvPr/>
        </p:nvSpPr>
        <p:spPr bwMode="auto">
          <a:xfrm>
            <a:off x="798298" y="4878839"/>
            <a:ext cx="7883525" cy="1348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381000" lvl="2" indent="-228600" algn="just">
              <a:lnSpc>
                <a:spcPct val="100000"/>
              </a:lnSpc>
              <a:spcBef>
                <a:spcPts val="500"/>
              </a:spcBef>
              <a:buClr>
                <a:srgbClr val="FFC000"/>
              </a:buClr>
              <a:buFont typeface="Wingdings" panose="05000000000000000000" pitchFamily="2" charset="2"/>
              <a:buChar char="u"/>
              <a:defRPr/>
            </a:pPr>
            <a:r>
              <a:rPr lang="zh-CN" altLang="en-US" dirty="0">
                <a:solidFill>
                  <a:prstClr val="black"/>
                </a:solidFill>
                <a:latin typeface="微软雅黑" panose="020B0503020204020204" pitchFamily="34" charset="-122"/>
                <a:ea typeface="微软雅黑" panose="020B0503020204020204" pitchFamily="34" charset="-122"/>
              </a:rPr>
              <a:t> 设</a:t>
            </a:r>
            <a:r>
              <a:rPr lang="en-US" altLang="zh-CN" dirty="0">
                <a:solidFill>
                  <a:prstClr val="black"/>
                </a:solidFill>
                <a:latin typeface="微软雅黑" panose="020B0503020204020204" pitchFamily="34" charset="-122"/>
                <a:ea typeface="微软雅黑" panose="020B0503020204020204" pitchFamily="34" charset="-122"/>
              </a:rPr>
              <a:t>x</a:t>
            </a:r>
            <a:r>
              <a:rPr lang="zh-CN" altLang="en-US" dirty="0">
                <a:solidFill>
                  <a:prstClr val="black"/>
                </a:solidFill>
                <a:latin typeface="微软雅黑" panose="020B0503020204020204" pitchFamily="34" charset="-122"/>
                <a:ea typeface="微软雅黑" panose="020B0503020204020204" pitchFamily="34" charset="-122"/>
              </a:rPr>
              <a:t>的初值为</a:t>
            </a:r>
            <a:r>
              <a:rPr lang="en-US" altLang="zh-CN" dirty="0">
                <a:solidFill>
                  <a:prstClr val="black"/>
                </a:solidFill>
                <a:latin typeface="微软雅黑" panose="020B0503020204020204" pitchFamily="34" charset="-122"/>
                <a:ea typeface="微软雅黑" panose="020B0503020204020204" pitchFamily="34" charset="-122"/>
              </a:rPr>
              <a:t>10</a:t>
            </a:r>
            <a:r>
              <a:rPr lang="zh-CN" altLang="en-US" dirty="0">
                <a:solidFill>
                  <a:prstClr val="black"/>
                </a:solidFill>
                <a:latin typeface="微软雅黑" panose="020B0503020204020204" pitchFamily="34" charset="-122"/>
                <a:ea typeface="微软雅黑" panose="020B0503020204020204" pitchFamily="34" charset="-122"/>
              </a:rPr>
              <a:t>，两种情况下的执行结果： </a:t>
            </a:r>
          </a:p>
          <a:p>
            <a:pPr eaLnBrk="1" hangingPunct="1">
              <a:lnSpc>
                <a:spcPct val="100000"/>
              </a:lnSpc>
              <a:spcBef>
                <a:spcPct val="20000"/>
              </a:spcBef>
              <a:buFont typeface="Wingdings" panose="05000000000000000000" pitchFamily="2" charset="2"/>
              <a:buNone/>
            </a:pPr>
            <a:r>
              <a:rPr lang="zh-CN" altLang="en-US" sz="2400" b="0" dirty="0">
                <a:solidFill>
                  <a:schemeClr val="tx1"/>
                </a:solidFill>
                <a:latin typeface="Times New Roman" panose="02020603050405020304" pitchFamily="18" charset="0"/>
              </a:rPr>
              <a:t>             </a:t>
            </a:r>
            <a:r>
              <a:rPr lang="zh-CN" altLang="en-US" sz="2000" dirty="0">
                <a:solidFill>
                  <a:schemeClr val="tx1"/>
                </a:solidFill>
                <a:latin typeface="Times New Roman" panose="02020603050405020304" pitchFamily="18" charset="0"/>
              </a:rPr>
              <a:t>情况</a:t>
            </a:r>
            <a:r>
              <a:rPr lang="en-US" altLang="zh-CN" sz="2000" dirty="0">
                <a:solidFill>
                  <a:schemeClr val="tx1"/>
                </a:solidFill>
                <a:latin typeface="Times New Roman" panose="02020603050405020304" pitchFamily="18" charset="0"/>
              </a:rPr>
              <a:t>A</a:t>
            </a:r>
            <a:r>
              <a:rPr lang="zh-CN" altLang="en-US" sz="2000" dirty="0">
                <a:solidFill>
                  <a:schemeClr val="tx1"/>
                </a:solidFill>
                <a:latin typeface="Times New Roman" panose="02020603050405020304" pitchFamily="18" charset="0"/>
              </a:rPr>
              <a:t>：</a:t>
            </a:r>
            <a:r>
              <a:rPr lang="en-US" altLang="en-US" sz="2000" b="0" dirty="0">
                <a:solidFill>
                  <a:schemeClr val="tx1"/>
                </a:solidFill>
                <a:latin typeface="Times New Roman" panose="02020603050405020304" pitchFamily="18" charset="0"/>
              </a:rPr>
              <a:t>    </a:t>
            </a:r>
            <a:r>
              <a:rPr lang="en-US" altLang="zh-CN" sz="2000" b="0" dirty="0">
                <a:solidFill>
                  <a:schemeClr val="tx1"/>
                </a:solidFill>
                <a:latin typeface="Times New Roman" panose="02020603050405020304" pitchFamily="18" charset="0"/>
              </a:rPr>
              <a:t>x = 10+2    </a:t>
            </a:r>
          </a:p>
          <a:p>
            <a:pPr eaLnBrk="1" hangingPunct="1">
              <a:lnSpc>
                <a:spcPct val="100000"/>
              </a:lnSpc>
              <a:spcBef>
                <a:spcPct val="20000"/>
              </a:spcBef>
              <a:buFont typeface="Wingdings" panose="05000000000000000000" pitchFamily="2" charset="2"/>
              <a:buNone/>
            </a:pPr>
            <a:r>
              <a:rPr lang="en-US" altLang="zh-CN" sz="2000" b="0" dirty="0">
                <a:solidFill>
                  <a:schemeClr val="tx1"/>
                </a:solidFill>
                <a:latin typeface="Times New Roman" panose="02020603050405020304" pitchFamily="18" charset="0"/>
              </a:rPr>
              <a:t>               </a:t>
            </a:r>
            <a:r>
              <a:rPr lang="zh-CN" altLang="en-US" sz="2000" dirty="0">
                <a:solidFill>
                  <a:schemeClr val="tx1"/>
                </a:solidFill>
                <a:latin typeface="Times New Roman" panose="02020603050405020304" pitchFamily="18" charset="0"/>
              </a:rPr>
              <a:t>情况</a:t>
            </a:r>
            <a:r>
              <a:rPr lang="en-US" altLang="zh-CN" sz="2000" dirty="0">
                <a:solidFill>
                  <a:schemeClr val="tx1"/>
                </a:solidFill>
                <a:latin typeface="Times New Roman" panose="02020603050405020304" pitchFamily="18" charset="0"/>
              </a:rPr>
              <a:t>B</a:t>
            </a:r>
            <a:r>
              <a:rPr lang="zh-CN" altLang="en-US" sz="2000" dirty="0">
                <a:solidFill>
                  <a:schemeClr val="tx1"/>
                </a:solidFill>
                <a:latin typeface="Times New Roman" panose="02020603050405020304" pitchFamily="18" charset="0"/>
              </a:rPr>
              <a:t>：</a:t>
            </a:r>
            <a:r>
              <a:rPr lang="zh-CN" altLang="en-US" sz="2000" b="0" dirty="0">
                <a:solidFill>
                  <a:schemeClr val="tx1"/>
                </a:solidFill>
                <a:latin typeface="Times New Roman" panose="02020603050405020304" pitchFamily="18" charset="0"/>
              </a:rPr>
              <a:t>     </a:t>
            </a:r>
            <a:r>
              <a:rPr lang="en-US" altLang="zh-CN" sz="2000" b="0" dirty="0">
                <a:solidFill>
                  <a:schemeClr val="tx1"/>
                </a:solidFill>
                <a:latin typeface="Times New Roman" panose="02020603050405020304" pitchFamily="18" charset="0"/>
              </a:rPr>
              <a:t>x = 10+1</a:t>
            </a:r>
            <a:r>
              <a:rPr lang="en-US" altLang="zh-CN" sz="2400" b="0" dirty="0">
                <a:solidFill>
                  <a:schemeClr val="tx1"/>
                </a:solidFill>
                <a:latin typeface="Times New Roman" panose="02020603050405020304" pitchFamily="18" charset="0"/>
              </a:rPr>
              <a:t>         </a:t>
            </a:r>
          </a:p>
        </p:txBody>
      </p:sp>
      <p:sp>
        <p:nvSpPr>
          <p:cNvPr id="5" name="Rectangle 10">
            <a:extLst>
              <a:ext uri="{FF2B5EF4-FFF2-40B4-BE49-F238E27FC236}">
                <a16:creationId xmlns:a16="http://schemas.microsoft.com/office/drawing/2014/main" id="{551A2616-7A60-64DA-DAA7-0C0AE449EE40}"/>
              </a:ext>
            </a:extLst>
          </p:cNvPr>
          <p:cNvSpPr>
            <a:spLocks noChangeArrowheads="1"/>
          </p:cNvSpPr>
          <p:nvPr/>
        </p:nvSpPr>
        <p:spPr bwMode="auto">
          <a:xfrm>
            <a:off x="809410" y="3286577"/>
            <a:ext cx="7883525" cy="1341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381000" lvl="2" indent="-228600" algn="just">
              <a:lnSpc>
                <a:spcPct val="100000"/>
              </a:lnSpc>
              <a:spcBef>
                <a:spcPts val="500"/>
              </a:spcBef>
              <a:buClr>
                <a:srgbClr val="FFC000"/>
              </a:buClr>
              <a:buFont typeface="Wingdings" panose="05000000000000000000" pitchFamily="2" charset="2"/>
              <a:buChar char="u"/>
              <a:defRPr/>
            </a:pPr>
            <a:r>
              <a:rPr lang="en-US" altLang="zh-CN" dirty="0">
                <a:solidFill>
                  <a:prstClr val="black"/>
                </a:solidFill>
                <a:latin typeface="微软雅黑" panose="020B0503020204020204" pitchFamily="34" charset="-122"/>
                <a:ea typeface="微软雅黑" panose="020B0503020204020204" pitchFamily="34" charset="-122"/>
              </a:rPr>
              <a:t>B</a:t>
            </a:r>
            <a:r>
              <a:rPr lang="zh-CN" altLang="en-US" dirty="0">
                <a:solidFill>
                  <a:prstClr val="black"/>
                </a:solidFill>
                <a:latin typeface="微软雅黑" panose="020B0503020204020204" pitchFamily="34" charset="-122"/>
                <a:ea typeface="微软雅黑" panose="020B0503020204020204" pitchFamily="34" charset="-122"/>
              </a:rPr>
              <a:t>：</a:t>
            </a:r>
          </a:p>
          <a:p>
            <a:pPr eaLnBrk="1" hangingPunct="1">
              <a:lnSpc>
                <a:spcPct val="100000"/>
              </a:lnSpc>
              <a:buFont typeface="Wingdings" panose="05000000000000000000" pitchFamily="2" charset="2"/>
              <a:buNone/>
            </a:pPr>
            <a:r>
              <a:rPr lang="zh-CN" altLang="en-US" sz="2400" b="0" dirty="0">
                <a:solidFill>
                  <a:schemeClr val="tx1"/>
                </a:solidFill>
                <a:latin typeface="Times New Roman" panose="02020603050405020304" pitchFamily="18" charset="0"/>
              </a:rPr>
              <a:t>            </a:t>
            </a:r>
            <a:r>
              <a:rPr lang="en-US" altLang="zh-CN" sz="2000" b="0" dirty="0">
                <a:solidFill>
                  <a:schemeClr val="tx1"/>
                </a:solidFill>
                <a:latin typeface="Times New Roman" panose="02020603050405020304" pitchFamily="18" charset="0"/>
              </a:rPr>
              <a:t>p</a:t>
            </a:r>
            <a:r>
              <a:rPr lang="en-US" altLang="zh-CN" sz="2000" b="0" baseline="-25000" dirty="0">
                <a:solidFill>
                  <a:schemeClr val="tx1"/>
                </a:solidFill>
                <a:latin typeface="Times New Roman" panose="02020603050405020304" pitchFamily="18" charset="0"/>
              </a:rPr>
              <a:t>1</a:t>
            </a:r>
            <a:r>
              <a:rPr lang="zh-CN" altLang="en-US" sz="2000" b="0" dirty="0">
                <a:solidFill>
                  <a:schemeClr val="tx1"/>
                </a:solidFill>
                <a:latin typeface="Times New Roman" panose="02020603050405020304" pitchFamily="18" charset="0"/>
              </a:rPr>
              <a:t>： </a:t>
            </a:r>
            <a:r>
              <a:rPr lang="en-US" altLang="zh-CN" sz="2000" b="0" dirty="0">
                <a:solidFill>
                  <a:schemeClr val="tx1"/>
                </a:solidFill>
                <a:latin typeface="Times New Roman" panose="02020603050405020304" pitchFamily="18" charset="0"/>
              </a:rPr>
              <a:t>r</a:t>
            </a:r>
            <a:r>
              <a:rPr lang="en-US" altLang="zh-CN" sz="2000" b="0" baseline="-25000" dirty="0">
                <a:solidFill>
                  <a:schemeClr val="tx1"/>
                </a:solidFill>
                <a:latin typeface="Times New Roman" panose="02020603050405020304" pitchFamily="18" charset="0"/>
              </a:rPr>
              <a:t>1</a:t>
            </a:r>
            <a:r>
              <a:rPr lang="en-US" altLang="zh-CN" sz="2000" b="0" dirty="0">
                <a:solidFill>
                  <a:schemeClr val="tx1"/>
                </a:solidFill>
                <a:latin typeface="Times New Roman" panose="02020603050405020304" pitchFamily="18" charset="0"/>
              </a:rPr>
              <a:t> := x</a:t>
            </a:r>
            <a:r>
              <a:rPr lang="zh-CN" altLang="en-US" sz="2000" b="0" dirty="0">
                <a:solidFill>
                  <a:schemeClr val="tx1"/>
                </a:solidFill>
                <a:latin typeface="Times New Roman" panose="02020603050405020304" pitchFamily="18" charset="0"/>
              </a:rPr>
              <a:t>；                                                </a:t>
            </a:r>
            <a:r>
              <a:rPr lang="en-US" altLang="zh-CN" sz="2000" b="0" dirty="0">
                <a:solidFill>
                  <a:schemeClr val="tx1"/>
                </a:solidFill>
                <a:latin typeface="Times New Roman" panose="02020603050405020304" pitchFamily="18" charset="0"/>
              </a:rPr>
              <a:t>r</a:t>
            </a:r>
            <a:r>
              <a:rPr lang="en-US" altLang="zh-CN" sz="2000" b="0" baseline="-25000" dirty="0">
                <a:solidFill>
                  <a:schemeClr val="tx1"/>
                </a:solidFill>
                <a:latin typeface="Times New Roman" panose="02020603050405020304" pitchFamily="18" charset="0"/>
              </a:rPr>
              <a:t>1</a:t>
            </a:r>
            <a:r>
              <a:rPr lang="en-US" altLang="zh-CN" sz="2000" b="0" dirty="0">
                <a:solidFill>
                  <a:schemeClr val="tx1"/>
                </a:solidFill>
                <a:latin typeface="Times New Roman" panose="02020603050405020304" pitchFamily="18" charset="0"/>
              </a:rPr>
              <a:t>:= r</a:t>
            </a:r>
            <a:r>
              <a:rPr lang="en-US" altLang="zh-CN" sz="2000" b="0" baseline="-25000" dirty="0">
                <a:solidFill>
                  <a:schemeClr val="tx1"/>
                </a:solidFill>
                <a:latin typeface="Times New Roman" panose="02020603050405020304" pitchFamily="18" charset="0"/>
              </a:rPr>
              <a:t>1</a:t>
            </a:r>
            <a:r>
              <a:rPr lang="en-US" altLang="zh-CN" sz="2000" b="0" dirty="0">
                <a:solidFill>
                  <a:schemeClr val="tx1"/>
                </a:solidFill>
                <a:latin typeface="Times New Roman" panose="02020603050405020304" pitchFamily="18" charset="0"/>
              </a:rPr>
              <a:t>+1</a:t>
            </a:r>
            <a:r>
              <a:rPr lang="zh-CN" altLang="en-US" sz="2000" b="0" dirty="0">
                <a:solidFill>
                  <a:schemeClr val="tx1"/>
                </a:solidFill>
                <a:latin typeface="Times New Roman" panose="02020603050405020304" pitchFamily="18" charset="0"/>
              </a:rPr>
              <a:t>； </a:t>
            </a:r>
            <a:r>
              <a:rPr lang="en-US" altLang="zh-CN" sz="2000" b="0" dirty="0">
                <a:solidFill>
                  <a:schemeClr val="tx1"/>
                </a:solidFill>
                <a:latin typeface="Times New Roman" panose="02020603050405020304" pitchFamily="18" charset="0"/>
              </a:rPr>
              <a:t>x := r</a:t>
            </a:r>
            <a:r>
              <a:rPr lang="en-US" altLang="zh-CN" sz="2000" b="0" baseline="-25000" dirty="0">
                <a:solidFill>
                  <a:schemeClr val="tx1"/>
                </a:solidFill>
                <a:latin typeface="Times New Roman" panose="02020603050405020304" pitchFamily="18" charset="0"/>
              </a:rPr>
              <a:t>1</a:t>
            </a:r>
            <a:r>
              <a:rPr lang="en-US" altLang="zh-CN" sz="2000" b="0" dirty="0">
                <a:solidFill>
                  <a:schemeClr val="tx1"/>
                </a:solidFill>
                <a:latin typeface="Times New Roman" panose="02020603050405020304" pitchFamily="18" charset="0"/>
              </a:rPr>
              <a:t> </a:t>
            </a:r>
            <a:r>
              <a:rPr lang="zh-CN" altLang="en-US" sz="2000" b="0" dirty="0">
                <a:solidFill>
                  <a:schemeClr val="tx1"/>
                </a:solidFill>
                <a:latin typeface="Times New Roman" panose="02020603050405020304" pitchFamily="18" charset="0"/>
              </a:rPr>
              <a:t>；</a:t>
            </a:r>
          </a:p>
          <a:p>
            <a:pPr eaLnBrk="1" hangingPunct="1">
              <a:lnSpc>
                <a:spcPct val="100000"/>
              </a:lnSpc>
              <a:buFont typeface="Wingdings" panose="05000000000000000000" pitchFamily="2" charset="2"/>
              <a:buNone/>
            </a:pPr>
            <a:r>
              <a:rPr lang="zh-CN" altLang="en-US" sz="2000" b="0" dirty="0">
                <a:solidFill>
                  <a:schemeClr val="tx1"/>
                </a:solidFill>
                <a:latin typeface="Times New Roman" panose="02020603050405020304" pitchFamily="18" charset="0"/>
              </a:rPr>
              <a:t>              </a:t>
            </a:r>
            <a:r>
              <a:rPr lang="en-US" altLang="zh-CN" sz="2000" b="0" dirty="0">
                <a:solidFill>
                  <a:schemeClr val="tx1"/>
                </a:solidFill>
                <a:latin typeface="Times New Roman" panose="02020603050405020304" pitchFamily="18" charset="0"/>
              </a:rPr>
              <a:t>p</a:t>
            </a:r>
            <a:r>
              <a:rPr lang="en-US" altLang="zh-CN" sz="2000" b="0" baseline="-25000" dirty="0">
                <a:solidFill>
                  <a:schemeClr val="tx1"/>
                </a:solidFill>
                <a:latin typeface="Times New Roman" panose="02020603050405020304" pitchFamily="18" charset="0"/>
              </a:rPr>
              <a:t>2</a:t>
            </a:r>
            <a:r>
              <a:rPr lang="zh-CN" altLang="en-US" sz="2000" b="0" dirty="0">
                <a:solidFill>
                  <a:schemeClr val="tx1"/>
                </a:solidFill>
                <a:latin typeface="Times New Roman" panose="02020603050405020304" pitchFamily="18" charset="0"/>
              </a:rPr>
              <a:t>：               </a:t>
            </a:r>
            <a:r>
              <a:rPr lang="en-US" altLang="zh-CN" sz="2000" b="0" dirty="0">
                <a:solidFill>
                  <a:schemeClr val="tx1"/>
                </a:solidFill>
                <a:latin typeface="Times New Roman" panose="02020603050405020304" pitchFamily="18" charset="0"/>
              </a:rPr>
              <a:t>r</a:t>
            </a:r>
            <a:r>
              <a:rPr lang="en-US" altLang="zh-CN" sz="2000" b="0" baseline="-25000" dirty="0">
                <a:solidFill>
                  <a:schemeClr val="tx1"/>
                </a:solidFill>
                <a:latin typeface="Times New Roman" panose="02020603050405020304" pitchFamily="18" charset="0"/>
              </a:rPr>
              <a:t>2</a:t>
            </a:r>
            <a:r>
              <a:rPr lang="en-US" altLang="zh-CN" sz="2000" b="0" dirty="0">
                <a:solidFill>
                  <a:schemeClr val="tx1"/>
                </a:solidFill>
                <a:latin typeface="Times New Roman" panose="02020603050405020304" pitchFamily="18" charset="0"/>
              </a:rPr>
              <a:t>:= x</a:t>
            </a:r>
            <a:r>
              <a:rPr lang="zh-CN" altLang="en-US" sz="2000" b="0" dirty="0">
                <a:solidFill>
                  <a:schemeClr val="tx1"/>
                </a:solidFill>
                <a:latin typeface="Times New Roman" panose="02020603050405020304" pitchFamily="18" charset="0"/>
              </a:rPr>
              <a:t>；</a:t>
            </a:r>
            <a:r>
              <a:rPr lang="en-US" altLang="zh-CN" sz="2000" b="0" dirty="0">
                <a:solidFill>
                  <a:schemeClr val="tx1"/>
                </a:solidFill>
                <a:latin typeface="Times New Roman" panose="02020603050405020304" pitchFamily="18" charset="0"/>
              </a:rPr>
              <a:t>r</a:t>
            </a:r>
            <a:r>
              <a:rPr lang="en-US" altLang="zh-CN" sz="2000" b="0" baseline="-25000" dirty="0">
                <a:solidFill>
                  <a:schemeClr val="tx1"/>
                </a:solidFill>
                <a:latin typeface="Times New Roman" panose="02020603050405020304" pitchFamily="18" charset="0"/>
              </a:rPr>
              <a:t>2</a:t>
            </a:r>
            <a:r>
              <a:rPr lang="en-US" altLang="zh-CN" sz="2000" b="0" dirty="0">
                <a:solidFill>
                  <a:schemeClr val="tx1"/>
                </a:solidFill>
                <a:latin typeface="Times New Roman" panose="02020603050405020304" pitchFamily="18" charset="0"/>
              </a:rPr>
              <a:t> := r</a:t>
            </a:r>
            <a:r>
              <a:rPr lang="en-US" altLang="zh-CN" sz="2000" b="0" baseline="-25000" dirty="0">
                <a:solidFill>
                  <a:schemeClr val="tx1"/>
                </a:solidFill>
                <a:latin typeface="Times New Roman" panose="02020603050405020304" pitchFamily="18" charset="0"/>
              </a:rPr>
              <a:t>2</a:t>
            </a:r>
            <a:r>
              <a:rPr lang="en-US" altLang="zh-CN" sz="2000" b="0" dirty="0">
                <a:solidFill>
                  <a:schemeClr val="tx1"/>
                </a:solidFill>
                <a:latin typeface="Times New Roman" panose="02020603050405020304" pitchFamily="18" charset="0"/>
              </a:rPr>
              <a:t>+1</a:t>
            </a:r>
            <a:r>
              <a:rPr lang="zh-CN" altLang="en-US" sz="2000" b="0" dirty="0">
                <a:solidFill>
                  <a:schemeClr val="tx1"/>
                </a:solidFill>
                <a:latin typeface="Times New Roman" panose="02020603050405020304" pitchFamily="18" charset="0"/>
              </a:rPr>
              <a:t>； </a:t>
            </a:r>
            <a:r>
              <a:rPr lang="en-US" altLang="zh-CN" sz="2000" b="0" dirty="0">
                <a:solidFill>
                  <a:schemeClr val="tx1"/>
                </a:solidFill>
                <a:latin typeface="Times New Roman" panose="02020603050405020304" pitchFamily="18" charset="0"/>
              </a:rPr>
              <a:t>x := r</a:t>
            </a:r>
            <a:r>
              <a:rPr lang="en-US" altLang="zh-CN" sz="2000" b="0" baseline="-25000" dirty="0">
                <a:solidFill>
                  <a:schemeClr val="tx1"/>
                </a:solidFill>
                <a:latin typeface="Times New Roman" panose="02020603050405020304" pitchFamily="18" charset="0"/>
              </a:rPr>
              <a:t>2</a:t>
            </a:r>
            <a:r>
              <a:rPr lang="en-US" altLang="zh-CN" sz="2000" b="0" dirty="0">
                <a:solidFill>
                  <a:schemeClr val="tx1"/>
                </a:solidFill>
                <a:latin typeface="Times New Roman" panose="02020603050405020304" pitchFamily="18" charset="0"/>
              </a:rPr>
              <a:t> </a:t>
            </a:r>
            <a:r>
              <a:rPr lang="zh-CN" altLang="en-US" sz="2000" b="0" dirty="0">
                <a:solidFill>
                  <a:schemeClr val="tx1"/>
                </a:solidFill>
                <a:latin typeface="Times New Roman" panose="02020603050405020304" pitchFamily="18" charset="0"/>
              </a:rPr>
              <a:t>；</a:t>
            </a:r>
          </a:p>
        </p:txBody>
      </p:sp>
      <p:sp>
        <p:nvSpPr>
          <p:cNvPr id="6" name="Line 9">
            <a:extLst>
              <a:ext uri="{FF2B5EF4-FFF2-40B4-BE49-F238E27FC236}">
                <a16:creationId xmlns:a16="http://schemas.microsoft.com/office/drawing/2014/main" id="{DAA815EC-4902-4B37-A04D-063AC7B153BB}"/>
              </a:ext>
            </a:extLst>
          </p:cNvPr>
          <p:cNvSpPr>
            <a:spLocks noChangeShapeType="1"/>
          </p:cNvSpPr>
          <p:nvPr/>
        </p:nvSpPr>
        <p:spPr bwMode="auto">
          <a:xfrm>
            <a:off x="1082025" y="3207829"/>
            <a:ext cx="8489950" cy="3016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dirty="0"/>
          </a:p>
        </p:txBody>
      </p:sp>
    </p:spTree>
    <p:extLst>
      <p:ext uri="{BB962C8B-B14F-4D97-AF65-F5344CB8AC3E}">
        <p14:creationId xmlns:p14="http://schemas.microsoft.com/office/powerpoint/2010/main" val="39285586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45E7D3-88D5-1FF1-F0BF-E212FB21F3C7}"/>
              </a:ext>
            </a:extLst>
          </p:cNvPr>
          <p:cNvSpPr>
            <a:spLocks noGrp="1"/>
          </p:cNvSpPr>
          <p:nvPr>
            <p:ph type="title"/>
          </p:nvPr>
        </p:nvSpPr>
        <p:spPr/>
        <p:txBody>
          <a:bodyPr/>
          <a:lstStyle/>
          <a:p>
            <a:pPr eaLnBrk="1" hangingPunct="1">
              <a:spcBef>
                <a:spcPct val="0"/>
              </a:spcBef>
            </a:pPr>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进程之间的相互制约关系</a:t>
            </a:r>
          </a:p>
        </p:txBody>
      </p:sp>
      <p:sp>
        <p:nvSpPr>
          <p:cNvPr id="3" name="Rectangle 5">
            <a:extLst>
              <a:ext uri="{FF2B5EF4-FFF2-40B4-BE49-F238E27FC236}">
                <a16:creationId xmlns:a16="http://schemas.microsoft.com/office/drawing/2014/main" id="{EB6C8986-B6FC-30CE-AD6D-B92E68AAFDDD}"/>
              </a:ext>
            </a:extLst>
          </p:cNvPr>
          <p:cNvSpPr>
            <a:spLocks noChangeArrowheads="1"/>
          </p:cNvSpPr>
          <p:nvPr/>
        </p:nvSpPr>
        <p:spPr bwMode="auto">
          <a:xfrm>
            <a:off x="1006476" y="3237167"/>
            <a:ext cx="9950068" cy="101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20000"/>
              </a:lnSpc>
              <a:spcBef>
                <a:spcPct val="20000"/>
              </a:spcBef>
              <a:buFont typeface="Wingdings" panose="05000000000000000000" pitchFamily="2" charset="2"/>
              <a:buNone/>
            </a:pPr>
            <a:r>
              <a:rPr lang="zh-CN" altLang="en-US" sz="2400" b="0" dirty="0">
                <a:solidFill>
                  <a:schemeClr val="tx1"/>
                </a:solidFill>
                <a:latin typeface="Times New Roman" panose="02020603050405020304" pitchFamily="18" charset="0"/>
              </a:rPr>
              <a:t>    临界区是进程中对公共变量 </a:t>
            </a:r>
            <a:r>
              <a:rPr lang="en-US" altLang="zh-CN" sz="2400" b="0" dirty="0">
                <a:solidFill>
                  <a:schemeClr val="tx1"/>
                </a:solidFill>
                <a:latin typeface="Times New Roman" panose="02020603050405020304" pitchFamily="18" charset="0"/>
              </a:rPr>
              <a:t>(</a:t>
            </a:r>
            <a:r>
              <a:rPr lang="zh-CN" altLang="en-US" sz="2400" b="0" dirty="0">
                <a:solidFill>
                  <a:schemeClr val="tx1"/>
                </a:solidFill>
                <a:latin typeface="Times New Roman" panose="02020603050405020304" pitchFamily="18" charset="0"/>
              </a:rPr>
              <a:t>或存储区</a:t>
            </a:r>
            <a:r>
              <a:rPr lang="en-US" altLang="zh-CN" sz="2400" b="0" dirty="0">
                <a:solidFill>
                  <a:schemeClr val="tx1"/>
                </a:solidFill>
                <a:latin typeface="Times New Roman" panose="02020603050405020304" pitchFamily="18" charset="0"/>
              </a:rPr>
              <a:t>)</a:t>
            </a:r>
            <a:r>
              <a:rPr lang="zh-CN" altLang="en-US" sz="2400" b="0" dirty="0">
                <a:solidFill>
                  <a:schemeClr val="tx1"/>
                </a:solidFill>
                <a:latin typeface="Times New Roman" panose="02020603050405020304" pitchFamily="18" charset="0"/>
              </a:rPr>
              <a:t>进行审查与修改的</a:t>
            </a:r>
            <a:r>
              <a:rPr lang="zh-CN" altLang="en-US" sz="2400" b="1" dirty="0">
                <a:solidFill>
                  <a:schemeClr val="tx1"/>
                </a:solidFill>
                <a:latin typeface="Times New Roman" panose="02020603050405020304" pitchFamily="18" charset="0"/>
              </a:rPr>
              <a:t>程序段，</a:t>
            </a:r>
            <a:r>
              <a:rPr lang="zh-CN" altLang="en-US" sz="2400" b="0" dirty="0">
                <a:solidFill>
                  <a:schemeClr val="tx1"/>
                </a:solidFill>
                <a:latin typeface="Times New Roman" panose="02020603050405020304" pitchFamily="18" charset="0"/>
              </a:rPr>
              <a:t>称为</a:t>
            </a:r>
            <a:endParaRPr lang="en-US" altLang="zh-CN" sz="2400" b="0" dirty="0">
              <a:solidFill>
                <a:schemeClr val="tx1"/>
              </a:solidFill>
              <a:latin typeface="Times New Roman" panose="02020603050405020304" pitchFamily="18" charset="0"/>
            </a:endParaRPr>
          </a:p>
          <a:p>
            <a:pPr eaLnBrk="1" hangingPunct="1">
              <a:lnSpc>
                <a:spcPct val="120000"/>
              </a:lnSpc>
              <a:spcBef>
                <a:spcPct val="20000"/>
              </a:spcBef>
              <a:buFont typeface="Wingdings" panose="05000000000000000000" pitchFamily="2" charset="2"/>
              <a:buNone/>
            </a:pPr>
            <a:r>
              <a:rPr lang="zh-CN" altLang="en-US" sz="2400" b="0" dirty="0">
                <a:solidFill>
                  <a:schemeClr val="tx1"/>
                </a:solidFill>
                <a:latin typeface="Times New Roman" panose="02020603050405020304" pitchFamily="18" charset="0"/>
              </a:rPr>
              <a:t>相对于该公共变量的临界区。  </a:t>
            </a:r>
          </a:p>
        </p:txBody>
      </p:sp>
      <p:sp>
        <p:nvSpPr>
          <p:cNvPr id="4" name="Rectangle 17">
            <a:extLst>
              <a:ext uri="{FF2B5EF4-FFF2-40B4-BE49-F238E27FC236}">
                <a16:creationId xmlns:a16="http://schemas.microsoft.com/office/drawing/2014/main" id="{182520C6-60B4-73F8-24C6-FC1FD65F3F60}"/>
              </a:ext>
            </a:extLst>
          </p:cNvPr>
          <p:cNvSpPr>
            <a:spLocks noChangeArrowheads="1"/>
          </p:cNvSpPr>
          <p:nvPr/>
        </p:nvSpPr>
        <p:spPr bwMode="auto">
          <a:xfrm>
            <a:off x="658813" y="895271"/>
            <a:ext cx="7883525" cy="1791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buFont typeface="Wingdings" panose="05000000000000000000" pitchFamily="2" charset="2"/>
              <a:buNone/>
            </a:pPr>
            <a:r>
              <a:rPr lang="en-US" altLang="zh-CN" sz="2400" dirty="0">
                <a:solidFill>
                  <a:srgbClr val="000099"/>
                </a:solidFill>
                <a:latin typeface="宋体" panose="02010600030101010101" pitchFamily="2" charset="-122"/>
              </a:rPr>
              <a:t>③ </a:t>
            </a:r>
            <a:r>
              <a:rPr lang="zh-CN" altLang="en-US" sz="2400" dirty="0">
                <a:solidFill>
                  <a:srgbClr val="000099"/>
                </a:solidFill>
                <a:latin typeface="Times New Roman" panose="02020603050405020304" pitchFamily="18" charset="0"/>
              </a:rPr>
              <a:t>临界资源的定义</a:t>
            </a:r>
            <a:endParaRPr lang="zh-CN" altLang="en-US" sz="2400" dirty="0">
              <a:solidFill>
                <a:schemeClr val="tx1"/>
              </a:solidFill>
              <a:latin typeface="Times New Roman" panose="02020603050405020304" pitchFamily="18" charset="0"/>
            </a:endParaRPr>
          </a:p>
          <a:p>
            <a:pPr eaLnBrk="1" hangingPunct="1">
              <a:lnSpc>
                <a:spcPct val="100000"/>
              </a:lnSpc>
              <a:spcBef>
                <a:spcPct val="20000"/>
              </a:spcBef>
              <a:buFont typeface="Wingdings" panose="05000000000000000000" pitchFamily="2" charset="2"/>
              <a:buNone/>
            </a:pPr>
            <a:r>
              <a:rPr lang="zh-CN" altLang="en-US" sz="2400" b="0" dirty="0">
                <a:solidFill>
                  <a:schemeClr val="tx1"/>
                </a:solidFill>
                <a:latin typeface="Times New Roman" panose="02020603050405020304" pitchFamily="18" charset="0"/>
              </a:rPr>
              <a:t>      一次仅允许一个进程使用的资源称为</a:t>
            </a:r>
            <a:r>
              <a:rPr lang="zh-CN" altLang="en-US" sz="2400" b="1" dirty="0">
                <a:solidFill>
                  <a:schemeClr val="tx1"/>
                </a:solidFill>
                <a:latin typeface="Times New Roman" panose="02020603050405020304" pitchFamily="18" charset="0"/>
              </a:rPr>
              <a:t>临界资源</a:t>
            </a:r>
            <a:r>
              <a:rPr lang="zh-CN" altLang="en-US" sz="2400" b="0" dirty="0">
                <a:solidFill>
                  <a:schemeClr val="tx1"/>
                </a:solidFill>
                <a:latin typeface="Times New Roman" panose="02020603050405020304" pitchFamily="18" charset="0"/>
              </a:rPr>
              <a:t>。</a:t>
            </a:r>
          </a:p>
          <a:p>
            <a:pPr eaLnBrk="1" hangingPunct="1">
              <a:lnSpc>
                <a:spcPct val="100000"/>
              </a:lnSpc>
              <a:spcBef>
                <a:spcPct val="20000"/>
              </a:spcBef>
              <a:buFont typeface="Wingdings" panose="05000000000000000000" pitchFamily="2" charset="2"/>
              <a:buNone/>
            </a:pPr>
            <a:r>
              <a:rPr lang="zh-CN" altLang="en-US" sz="2000" b="0" dirty="0">
                <a:solidFill>
                  <a:schemeClr val="tx1"/>
                </a:solidFill>
                <a:latin typeface="Times New Roman" panose="02020603050405020304" pitchFamily="18" charset="0"/>
              </a:rPr>
              <a:t>         </a:t>
            </a:r>
            <a:r>
              <a:rPr lang="zh-CN" altLang="en-US" sz="2400" b="0" dirty="0">
                <a:solidFill>
                  <a:schemeClr val="tx1"/>
                </a:solidFill>
                <a:latin typeface="Times New Roman" panose="02020603050405020304" pitchFamily="18" charset="0"/>
              </a:rPr>
              <a:t>硬件：如输入机、打印机、磁带机等</a:t>
            </a:r>
          </a:p>
          <a:p>
            <a:pPr eaLnBrk="1" hangingPunct="1">
              <a:lnSpc>
                <a:spcPct val="100000"/>
              </a:lnSpc>
              <a:spcBef>
                <a:spcPct val="20000"/>
              </a:spcBef>
              <a:buFont typeface="Wingdings" panose="05000000000000000000" pitchFamily="2" charset="2"/>
              <a:buNone/>
            </a:pPr>
            <a:r>
              <a:rPr lang="zh-CN" altLang="en-US" sz="2400" b="0" dirty="0">
                <a:solidFill>
                  <a:schemeClr val="tx1"/>
                </a:solidFill>
                <a:latin typeface="Times New Roman" panose="02020603050405020304" pitchFamily="18" charset="0"/>
              </a:rPr>
              <a:t>        软件：如公用变量、数据、表格、队列等</a:t>
            </a:r>
          </a:p>
        </p:txBody>
      </p:sp>
      <p:sp>
        <p:nvSpPr>
          <p:cNvPr id="5" name="Rectangle 18">
            <a:extLst>
              <a:ext uri="{FF2B5EF4-FFF2-40B4-BE49-F238E27FC236}">
                <a16:creationId xmlns:a16="http://schemas.microsoft.com/office/drawing/2014/main" id="{8E6B8378-0439-B460-F3EC-F6A3F9FC13AC}"/>
              </a:ext>
            </a:extLst>
          </p:cNvPr>
          <p:cNvSpPr>
            <a:spLocks noChangeArrowheads="1"/>
          </p:cNvSpPr>
          <p:nvPr/>
        </p:nvSpPr>
        <p:spPr bwMode="auto">
          <a:xfrm>
            <a:off x="658813" y="2619629"/>
            <a:ext cx="3992562" cy="621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spcBef>
                <a:spcPts val="1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(2) </a:t>
            </a:r>
            <a:r>
              <a:rPr lang="zh-CN" altLang="en-US" sz="2600" b="1" dirty="0">
                <a:solidFill>
                  <a:prstClr val="black"/>
                </a:solidFill>
                <a:effectLst/>
                <a:latin typeface="微软雅黑" panose="020B0503020204020204" pitchFamily="34" charset="-122"/>
                <a:ea typeface="微软雅黑" panose="020B0503020204020204" pitchFamily="34" charset="-122"/>
              </a:rPr>
              <a:t>临界区        </a:t>
            </a:r>
          </a:p>
        </p:txBody>
      </p:sp>
      <p:grpSp>
        <p:nvGrpSpPr>
          <p:cNvPr id="6" name="Group 33">
            <a:extLst>
              <a:ext uri="{FF2B5EF4-FFF2-40B4-BE49-F238E27FC236}">
                <a16:creationId xmlns:a16="http://schemas.microsoft.com/office/drawing/2014/main" id="{08755F42-707A-4678-8D4D-280B95780806}"/>
              </a:ext>
            </a:extLst>
          </p:cNvPr>
          <p:cNvGrpSpPr>
            <a:grpSpLocks/>
          </p:cNvGrpSpPr>
          <p:nvPr/>
        </p:nvGrpSpPr>
        <p:grpSpPr bwMode="auto">
          <a:xfrm>
            <a:off x="3744913" y="4178130"/>
            <a:ext cx="3503612" cy="1892300"/>
            <a:chOff x="3102" y="2712"/>
            <a:chExt cx="2207" cy="1044"/>
          </a:xfrm>
        </p:grpSpPr>
        <p:grpSp>
          <p:nvGrpSpPr>
            <p:cNvPr id="7" name="Group 31">
              <a:extLst>
                <a:ext uri="{FF2B5EF4-FFF2-40B4-BE49-F238E27FC236}">
                  <a16:creationId xmlns:a16="http://schemas.microsoft.com/office/drawing/2014/main" id="{1877678C-583F-4DA9-FFEE-FAFC94BD473B}"/>
                </a:ext>
              </a:extLst>
            </p:cNvPr>
            <p:cNvGrpSpPr>
              <a:grpSpLocks/>
            </p:cNvGrpSpPr>
            <p:nvPr/>
          </p:nvGrpSpPr>
          <p:grpSpPr bwMode="auto">
            <a:xfrm>
              <a:off x="3102" y="2718"/>
              <a:ext cx="1052" cy="1034"/>
              <a:chOff x="3102" y="2727"/>
              <a:chExt cx="1052" cy="1034"/>
            </a:xfrm>
          </p:grpSpPr>
          <p:sp>
            <p:nvSpPr>
              <p:cNvPr id="12" name="Text Box 21">
                <a:extLst>
                  <a:ext uri="{FF2B5EF4-FFF2-40B4-BE49-F238E27FC236}">
                    <a16:creationId xmlns:a16="http://schemas.microsoft.com/office/drawing/2014/main" id="{F09D349B-7507-287D-B4AD-4A34CED573E8}"/>
                  </a:ext>
                </a:extLst>
              </p:cNvPr>
              <p:cNvSpPr txBox="1">
                <a:spLocks noChangeArrowheads="1"/>
              </p:cNvSpPr>
              <p:nvPr/>
            </p:nvSpPr>
            <p:spPr bwMode="auto">
              <a:xfrm>
                <a:off x="3447" y="2963"/>
                <a:ext cx="707" cy="79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dirty="0">
                    <a:solidFill>
                      <a:schemeClr val="tx1"/>
                    </a:solidFill>
                    <a:latin typeface="Times New Roman" panose="02020603050405020304" pitchFamily="18" charset="0"/>
                    <a:sym typeface="MT Extra" panose="05050102010205020202" pitchFamily="18" charset="2"/>
                  </a:rPr>
                  <a:t>        </a:t>
                </a:r>
                <a:endParaRPr kumimoji="1" lang="en-US" altLang="zh-CN" sz="1600" b="1" dirty="0">
                  <a:solidFill>
                    <a:schemeClr val="tx1"/>
                  </a:solidFill>
                  <a:latin typeface="Times New Roman" panose="02020603050405020304" pitchFamily="18" charset="0"/>
                </a:endParaRPr>
              </a:p>
              <a:p>
                <a:pPr eaLnBrk="1" hangingPunct="1">
                  <a:lnSpc>
                    <a:spcPct val="100000"/>
                  </a:lnSpc>
                  <a:spcBef>
                    <a:spcPct val="50000"/>
                  </a:spcBef>
                  <a:buClrTx/>
                  <a:buSzTx/>
                  <a:buFontTx/>
                  <a:buNone/>
                </a:pPr>
                <a:r>
                  <a:rPr kumimoji="1" lang="en-US" altLang="zh-CN" sz="1600" b="1" dirty="0">
                    <a:solidFill>
                      <a:schemeClr val="tx1"/>
                    </a:solidFill>
                    <a:latin typeface="Times New Roman" panose="02020603050405020304" pitchFamily="18" charset="0"/>
                  </a:rPr>
                  <a:t>  x</a:t>
                </a:r>
                <a:r>
                  <a:rPr kumimoji="1" lang="en-US" altLang="zh-CN" sz="1600" b="1" baseline="-25000" dirty="0">
                    <a:solidFill>
                      <a:schemeClr val="tx1"/>
                    </a:solidFill>
                    <a:latin typeface="Times New Roman" panose="02020603050405020304" pitchFamily="18" charset="0"/>
                  </a:rPr>
                  <a:t> </a:t>
                </a:r>
                <a:r>
                  <a:rPr kumimoji="1" lang="en-US" altLang="zh-CN" sz="1600" b="1" dirty="0">
                    <a:solidFill>
                      <a:schemeClr val="tx1"/>
                    </a:solidFill>
                    <a:latin typeface="Times New Roman" panose="02020603050405020304" pitchFamily="18" charset="0"/>
                  </a:rPr>
                  <a:t>:=  x+1;</a:t>
                </a:r>
              </a:p>
              <a:p>
                <a:pPr eaLnBrk="1" hangingPunct="1">
                  <a:lnSpc>
                    <a:spcPct val="100000"/>
                  </a:lnSpc>
                  <a:spcBef>
                    <a:spcPct val="50000"/>
                  </a:spcBef>
                  <a:buClrTx/>
                  <a:buSzTx/>
                  <a:buFontTx/>
                  <a:buNone/>
                </a:pPr>
                <a:r>
                  <a:rPr kumimoji="1" lang="en-US" altLang="zh-CN" sz="1600" b="1" dirty="0">
                    <a:solidFill>
                      <a:schemeClr val="tx1"/>
                    </a:solidFill>
                    <a:latin typeface="Times New Roman" panose="02020603050405020304" pitchFamily="18" charset="0"/>
                    <a:sym typeface="MT Extra" panose="05050102010205020202" pitchFamily="18" charset="2"/>
                  </a:rPr>
                  <a:t>        </a:t>
                </a:r>
              </a:p>
              <a:p>
                <a:pPr eaLnBrk="1" hangingPunct="1">
                  <a:lnSpc>
                    <a:spcPct val="100000"/>
                  </a:lnSpc>
                  <a:spcBef>
                    <a:spcPct val="50000"/>
                  </a:spcBef>
                  <a:buClrTx/>
                  <a:buSzTx/>
                  <a:buFontTx/>
                  <a:buNone/>
                </a:pPr>
                <a:endParaRPr kumimoji="1" lang="en-US" altLang="zh-CN" sz="1600" b="1" dirty="0">
                  <a:solidFill>
                    <a:schemeClr val="tx1"/>
                  </a:solidFill>
                  <a:latin typeface="Times New Roman" panose="02020603050405020304" pitchFamily="18" charset="0"/>
                  <a:sym typeface="MT Extra" panose="05050102010205020202" pitchFamily="18" charset="2"/>
                </a:endParaRPr>
              </a:p>
            </p:txBody>
          </p:sp>
          <p:sp>
            <p:nvSpPr>
              <p:cNvPr id="13" name="Text Box 22">
                <a:extLst>
                  <a:ext uri="{FF2B5EF4-FFF2-40B4-BE49-F238E27FC236}">
                    <a16:creationId xmlns:a16="http://schemas.microsoft.com/office/drawing/2014/main" id="{05956F7D-C091-3AD5-E98D-BBC596240D72}"/>
                  </a:ext>
                </a:extLst>
              </p:cNvPr>
              <p:cNvSpPr txBox="1">
                <a:spLocks noChangeArrowheads="1"/>
              </p:cNvSpPr>
              <p:nvPr/>
            </p:nvSpPr>
            <p:spPr bwMode="auto">
              <a:xfrm>
                <a:off x="3102" y="3159"/>
                <a:ext cx="501" cy="21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30000"/>
                  </a:lnSpc>
                  <a:buClrTx/>
                  <a:buSzTx/>
                  <a:buFontTx/>
                  <a:buNone/>
                </a:pPr>
                <a:r>
                  <a:rPr kumimoji="1" lang="en-US" altLang="zh-CN" sz="1600" b="1">
                    <a:solidFill>
                      <a:schemeClr val="tx1"/>
                    </a:solidFill>
                    <a:latin typeface="Times New Roman" panose="02020603050405020304" pitchFamily="18" charset="0"/>
                  </a:rPr>
                  <a:t>cs</a:t>
                </a:r>
                <a:r>
                  <a:rPr kumimoji="1" lang="en-US" altLang="zh-CN" sz="1600" b="1" baseline="-25000">
                    <a:solidFill>
                      <a:schemeClr val="tx1"/>
                    </a:solidFill>
                    <a:latin typeface="Times New Roman" panose="02020603050405020304" pitchFamily="18" charset="0"/>
                  </a:rPr>
                  <a:t>a </a:t>
                </a:r>
                <a:r>
                  <a:rPr kumimoji="1" lang="en-US" altLang="zh-CN" sz="1600" b="1">
                    <a:solidFill>
                      <a:schemeClr val="tx1"/>
                    </a:solidFill>
                    <a:latin typeface="Times New Roman" panose="02020603050405020304" pitchFamily="18" charset="0"/>
                  </a:rPr>
                  <a:t>{</a:t>
                </a:r>
              </a:p>
            </p:txBody>
          </p:sp>
          <p:sp>
            <p:nvSpPr>
              <p:cNvPr id="14" name="Text Box 23">
                <a:extLst>
                  <a:ext uri="{FF2B5EF4-FFF2-40B4-BE49-F238E27FC236}">
                    <a16:creationId xmlns:a16="http://schemas.microsoft.com/office/drawing/2014/main" id="{D0844603-AC7E-FEBF-3D75-B9A70393664E}"/>
                  </a:ext>
                </a:extLst>
              </p:cNvPr>
              <p:cNvSpPr txBox="1">
                <a:spLocks noChangeArrowheads="1"/>
              </p:cNvSpPr>
              <p:nvPr/>
            </p:nvSpPr>
            <p:spPr bwMode="auto">
              <a:xfrm>
                <a:off x="3514" y="2727"/>
                <a:ext cx="484" cy="2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1028700" indent="-4556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428750" indent="-39846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52600" indent="-3222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92325" indent="-338138">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495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067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639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9211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20000"/>
                  </a:lnSpc>
                  <a:spcBef>
                    <a:spcPct val="50000"/>
                  </a:spcBef>
                  <a:buFont typeface="Wingdings" panose="05000000000000000000" pitchFamily="2" charset="2"/>
                  <a:buNone/>
                </a:pPr>
                <a:r>
                  <a:rPr kumimoji="1" lang="zh-CN" altLang="zh-CN" sz="1600" b="1" dirty="0">
                    <a:solidFill>
                      <a:schemeClr val="tx1"/>
                    </a:solidFill>
                    <a:latin typeface="Times New Roman" panose="02020603050405020304" pitchFamily="18" charset="0"/>
                  </a:rPr>
                  <a:t>进程</a:t>
                </a:r>
                <a:r>
                  <a:rPr kumimoji="1" lang="en-US" altLang="zh-CN" sz="1600" b="1" dirty="0">
                    <a:solidFill>
                      <a:schemeClr val="tx1"/>
                    </a:solidFill>
                    <a:latin typeface="Times New Roman" panose="02020603050405020304" pitchFamily="18" charset="0"/>
                  </a:rPr>
                  <a:t>A</a:t>
                </a:r>
              </a:p>
            </p:txBody>
          </p:sp>
        </p:grpSp>
        <p:grpSp>
          <p:nvGrpSpPr>
            <p:cNvPr id="8" name="Group 32">
              <a:extLst>
                <a:ext uri="{FF2B5EF4-FFF2-40B4-BE49-F238E27FC236}">
                  <a16:creationId xmlns:a16="http://schemas.microsoft.com/office/drawing/2014/main" id="{B730C68E-0FAF-08DA-2CA9-1E9FC8637799}"/>
                </a:ext>
              </a:extLst>
            </p:cNvPr>
            <p:cNvGrpSpPr>
              <a:grpSpLocks/>
            </p:cNvGrpSpPr>
            <p:nvPr/>
          </p:nvGrpSpPr>
          <p:grpSpPr bwMode="auto">
            <a:xfrm>
              <a:off x="4266" y="2712"/>
              <a:ext cx="1043" cy="1044"/>
              <a:chOff x="4410" y="2744"/>
              <a:chExt cx="1043" cy="1044"/>
            </a:xfrm>
          </p:grpSpPr>
          <p:sp>
            <p:nvSpPr>
              <p:cNvPr id="9" name="Text Box 27">
                <a:extLst>
                  <a:ext uri="{FF2B5EF4-FFF2-40B4-BE49-F238E27FC236}">
                    <a16:creationId xmlns:a16="http://schemas.microsoft.com/office/drawing/2014/main" id="{F6FCDA7F-5E36-4142-E744-7748488D1F27}"/>
                  </a:ext>
                </a:extLst>
              </p:cNvPr>
              <p:cNvSpPr txBox="1">
                <a:spLocks noChangeArrowheads="1"/>
              </p:cNvSpPr>
              <p:nvPr/>
            </p:nvSpPr>
            <p:spPr bwMode="auto">
              <a:xfrm>
                <a:off x="4838" y="2744"/>
                <a:ext cx="484" cy="2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1028700" indent="-4556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428750" indent="-39846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52600" indent="-3222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92325" indent="-338138">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495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067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639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9211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20000"/>
                  </a:lnSpc>
                  <a:spcBef>
                    <a:spcPct val="50000"/>
                  </a:spcBef>
                  <a:buFont typeface="Wingdings" panose="05000000000000000000" pitchFamily="2" charset="2"/>
                  <a:buNone/>
                </a:pPr>
                <a:r>
                  <a:rPr kumimoji="1" lang="zh-CN" altLang="zh-CN" sz="1600" b="1">
                    <a:solidFill>
                      <a:schemeClr val="tx1"/>
                    </a:solidFill>
                    <a:latin typeface="Times New Roman" panose="02020603050405020304" pitchFamily="18" charset="0"/>
                  </a:rPr>
                  <a:t>进程</a:t>
                </a:r>
                <a:r>
                  <a:rPr kumimoji="1" lang="en-US" altLang="zh-CN" sz="1600" b="1">
                    <a:solidFill>
                      <a:schemeClr val="tx1"/>
                    </a:solidFill>
                    <a:latin typeface="Times New Roman" panose="02020603050405020304" pitchFamily="18" charset="0"/>
                  </a:rPr>
                  <a:t>B</a:t>
                </a:r>
              </a:p>
            </p:txBody>
          </p:sp>
          <p:sp>
            <p:nvSpPr>
              <p:cNvPr id="10" name="Text Box 29">
                <a:extLst>
                  <a:ext uri="{FF2B5EF4-FFF2-40B4-BE49-F238E27FC236}">
                    <a16:creationId xmlns:a16="http://schemas.microsoft.com/office/drawing/2014/main" id="{0ACCADF8-FF13-1070-BAC9-E3710BCDBB2F}"/>
                  </a:ext>
                </a:extLst>
              </p:cNvPr>
              <p:cNvSpPr txBox="1">
                <a:spLocks noChangeArrowheads="1"/>
              </p:cNvSpPr>
              <p:nvPr/>
            </p:nvSpPr>
            <p:spPr bwMode="auto">
              <a:xfrm>
                <a:off x="4746" y="2991"/>
                <a:ext cx="707" cy="79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dirty="0">
                    <a:solidFill>
                      <a:schemeClr val="tx1"/>
                    </a:solidFill>
                    <a:latin typeface="Times New Roman" panose="02020603050405020304" pitchFamily="18" charset="0"/>
                    <a:sym typeface="MT Extra" panose="05050102010205020202" pitchFamily="18" charset="2"/>
                  </a:rPr>
                  <a:t>        </a:t>
                </a:r>
                <a:endParaRPr kumimoji="1" lang="en-US" altLang="zh-CN" sz="1600" b="1" dirty="0">
                  <a:solidFill>
                    <a:schemeClr val="tx1"/>
                  </a:solidFill>
                  <a:latin typeface="Times New Roman" panose="02020603050405020304" pitchFamily="18" charset="0"/>
                </a:endParaRPr>
              </a:p>
              <a:p>
                <a:pPr eaLnBrk="1" hangingPunct="1">
                  <a:lnSpc>
                    <a:spcPct val="100000"/>
                  </a:lnSpc>
                  <a:spcBef>
                    <a:spcPct val="50000"/>
                  </a:spcBef>
                  <a:buClrTx/>
                  <a:buSzTx/>
                  <a:buFontTx/>
                  <a:buNone/>
                </a:pPr>
                <a:r>
                  <a:rPr kumimoji="1" lang="en-US" altLang="zh-CN" sz="1600" b="1" dirty="0">
                    <a:solidFill>
                      <a:schemeClr val="tx1"/>
                    </a:solidFill>
                    <a:latin typeface="Times New Roman" panose="02020603050405020304" pitchFamily="18" charset="0"/>
                  </a:rPr>
                  <a:t>  x</a:t>
                </a:r>
                <a:r>
                  <a:rPr kumimoji="1" lang="en-US" altLang="zh-CN" sz="1600" b="1" baseline="-25000" dirty="0">
                    <a:solidFill>
                      <a:schemeClr val="tx1"/>
                    </a:solidFill>
                    <a:latin typeface="Times New Roman" panose="02020603050405020304" pitchFamily="18" charset="0"/>
                  </a:rPr>
                  <a:t> </a:t>
                </a:r>
                <a:r>
                  <a:rPr kumimoji="1" lang="en-US" altLang="zh-CN" sz="1600" b="1" dirty="0">
                    <a:solidFill>
                      <a:schemeClr val="tx1"/>
                    </a:solidFill>
                    <a:latin typeface="Times New Roman" panose="02020603050405020304" pitchFamily="18" charset="0"/>
                  </a:rPr>
                  <a:t>:=  x+1;</a:t>
                </a:r>
              </a:p>
              <a:p>
                <a:pPr eaLnBrk="1" hangingPunct="1">
                  <a:lnSpc>
                    <a:spcPct val="100000"/>
                  </a:lnSpc>
                  <a:spcBef>
                    <a:spcPct val="50000"/>
                  </a:spcBef>
                  <a:buClrTx/>
                  <a:buSzTx/>
                  <a:buFontTx/>
                  <a:buNone/>
                </a:pPr>
                <a:r>
                  <a:rPr kumimoji="1" lang="en-US" altLang="zh-CN" sz="1600" b="1" dirty="0">
                    <a:solidFill>
                      <a:schemeClr val="tx1"/>
                    </a:solidFill>
                    <a:latin typeface="Times New Roman" panose="02020603050405020304" pitchFamily="18" charset="0"/>
                    <a:sym typeface="MT Extra" panose="05050102010205020202" pitchFamily="18" charset="2"/>
                  </a:rPr>
                  <a:t>        </a:t>
                </a:r>
              </a:p>
              <a:p>
                <a:pPr eaLnBrk="1" hangingPunct="1">
                  <a:lnSpc>
                    <a:spcPct val="100000"/>
                  </a:lnSpc>
                  <a:spcBef>
                    <a:spcPct val="50000"/>
                  </a:spcBef>
                  <a:buClrTx/>
                  <a:buSzTx/>
                  <a:buFontTx/>
                  <a:buNone/>
                </a:pPr>
                <a:endParaRPr kumimoji="1" lang="en-US" altLang="zh-CN" sz="1600" b="1" dirty="0">
                  <a:solidFill>
                    <a:schemeClr val="tx1"/>
                  </a:solidFill>
                  <a:latin typeface="Times New Roman" panose="02020603050405020304" pitchFamily="18" charset="0"/>
                  <a:sym typeface="MT Extra" panose="05050102010205020202" pitchFamily="18" charset="2"/>
                </a:endParaRPr>
              </a:p>
            </p:txBody>
          </p:sp>
          <p:sp>
            <p:nvSpPr>
              <p:cNvPr id="11" name="Text Box 30">
                <a:extLst>
                  <a:ext uri="{FF2B5EF4-FFF2-40B4-BE49-F238E27FC236}">
                    <a16:creationId xmlns:a16="http://schemas.microsoft.com/office/drawing/2014/main" id="{8B265219-8D85-0E18-C64F-B00E61C9222C}"/>
                  </a:ext>
                </a:extLst>
              </p:cNvPr>
              <p:cNvSpPr txBox="1">
                <a:spLocks noChangeArrowheads="1"/>
              </p:cNvSpPr>
              <p:nvPr/>
            </p:nvSpPr>
            <p:spPr bwMode="auto">
              <a:xfrm>
                <a:off x="4410" y="3178"/>
                <a:ext cx="501" cy="21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30000"/>
                  </a:lnSpc>
                  <a:buClrTx/>
                  <a:buSzTx/>
                  <a:buFontTx/>
                  <a:buNone/>
                </a:pPr>
                <a:r>
                  <a:rPr kumimoji="1" lang="en-US" altLang="zh-CN" sz="1600" b="1">
                    <a:solidFill>
                      <a:schemeClr val="tx1"/>
                    </a:solidFill>
                    <a:latin typeface="Times New Roman" panose="02020603050405020304" pitchFamily="18" charset="0"/>
                  </a:rPr>
                  <a:t>cs</a:t>
                </a:r>
                <a:r>
                  <a:rPr kumimoji="1" lang="en-US" altLang="zh-CN" sz="1600" b="1" baseline="-25000">
                    <a:solidFill>
                      <a:schemeClr val="tx1"/>
                    </a:solidFill>
                    <a:latin typeface="Times New Roman" panose="02020603050405020304" pitchFamily="18" charset="0"/>
                  </a:rPr>
                  <a:t>b </a:t>
                </a:r>
                <a:r>
                  <a:rPr kumimoji="1" lang="en-US" altLang="zh-CN" sz="1600" b="1">
                    <a:solidFill>
                      <a:schemeClr val="tx1"/>
                    </a:solidFill>
                    <a:latin typeface="Times New Roman" panose="02020603050405020304" pitchFamily="18" charset="0"/>
                  </a:rPr>
                  <a:t>{</a:t>
                </a:r>
              </a:p>
            </p:txBody>
          </p:sp>
        </p:grpSp>
      </p:grpSp>
      <p:sp>
        <p:nvSpPr>
          <p:cNvPr id="15" name="Text Box 34">
            <a:extLst>
              <a:ext uri="{FF2B5EF4-FFF2-40B4-BE49-F238E27FC236}">
                <a16:creationId xmlns:a16="http://schemas.microsoft.com/office/drawing/2014/main" id="{240517A7-A125-1553-C287-E5F0FB762151}"/>
              </a:ext>
            </a:extLst>
          </p:cNvPr>
          <p:cNvSpPr txBox="1">
            <a:spLocks noChangeArrowheads="1"/>
          </p:cNvSpPr>
          <p:nvPr/>
        </p:nvSpPr>
        <p:spPr bwMode="auto">
          <a:xfrm>
            <a:off x="4873625" y="6102180"/>
            <a:ext cx="1946275" cy="385763"/>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0"/>
              </a:spcBef>
              <a:buFont typeface="Wingdings" panose="05000000000000000000" pitchFamily="2" charset="2"/>
              <a:buNone/>
            </a:pPr>
            <a:r>
              <a:rPr lang="zh-CN" altLang="en-US" sz="1600" b="0">
                <a:solidFill>
                  <a:schemeClr val="tx1"/>
                </a:solidFill>
                <a:latin typeface="Times New Roman" panose="02020603050405020304" pitchFamily="18" charset="0"/>
              </a:rPr>
              <a:t>进程临界区示意图</a:t>
            </a:r>
          </a:p>
        </p:txBody>
      </p:sp>
    </p:spTree>
    <p:extLst>
      <p:ext uri="{BB962C8B-B14F-4D97-AF65-F5344CB8AC3E}">
        <p14:creationId xmlns:p14="http://schemas.microsoft.com/office/powerpoint/2010/main" val="13037330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45E7D3-88D5-1FF1-F0BF-E212FB21F3C7}"/>
              </a:ext>
            </a:extLst>
          </p:cNvPr>
          <p:cNvSpPr>
            <a:spLocks noGrp="1"/>
          </p:cNvSpPr>
          <p:nvPr>
            <p:ph type="title"/>
          </p:nvPr>
        </p:nvSpPr>
        <p:spPr/>
        <p:txBody>
          <a:bodyPr/>
          <a:lstStyle/>
          <a:p>
            <a:pPr eaLnBrk="1" hangingPunct="1">
              <a:spcBef>
                <a:spcPct val="0"/>
              </a:spcBef>
            </a:pPr>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进程之间的相互制约关系</a:t>
            </a:r>
          </a:p>
        </p:txBody>
      </p:sp>
      <p:sp>
        <p:nvSpPr>
          <p:cNvPr id="3" name="Rectangle 3">
            <a:extLst>
              <a:ext uri="{FF2B5EF4-FFF2-40B4-BE49-F238E27FC236}">
                <a16:creationId xmlns:a16="http://schemas.microsoft.com/office/drawing/2014/main" id="{E8951C80-9F1A-3613-13E1-4F4B9D0AE7DA}"/>
              </a:ext>
            </a:extLst>
          </p:cNvPr>
          <p:cNvSpPr>
            <a:spLocks noChangeArrowheads="1"/>
          </p:cNvSpPr>
          <p:nvPr/>
        </p:nvSpPr>
        <p:spPr bwMode="auto">
          <a:xfrm>
            <a:off x="671513" y="1009206"/>
            <a:ext cx="5632450" cy="621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spcBef>
                <a:spcPts val="1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(3) </a:t>
            </a:r>
            <a:r>
              <a:rPr lang="zh-CN" altLang="en-US" sz="2600" b="1" dirty="0">
                <a:solidFill>
                  <a:prstClr val="black"/>
                </a:solidFill>
                <a:effectLst/>
                <a:latin typeface="微软雅黑" panose="020B0503020204020204" pitchFamily="34" charset="-122"/>
                <a:ea typeface="微软雅黑" panose="020B0503020204020204" pitchFamily="34" charset="-122"/>
              </a:rPr>
              <a:t>互斥        </a:t>
            </a:r>
          </a:p>
        </p:txBody>
      </p:sp>
      <p:sp>
        <p:nvSpPr>
          <p:cNvPr id="4" name="Rectangle 14">
            <a:extLst>
              <a:ext uri="{FF2B5EF4-FFF2-40B4-BE49-F238E27FC236}">
                <a16:creationId xmlns:a16="http://schemas.microsoft.com/office/drawing/2014/main" id="{7B356B26-E16C-0050-09E4-E5D38B546522}"/>
              </a:ext>
            </a:extLst>
          </p:cNvPr>
          <p:cNvSpPr>
            <a:spLocks noChangeArrowheads="1"/>
          </p:cNvSpPr>
          <p:nvPr/>
        </p:nvSpPr>
        <p:spPr bwMode="auto">
          <a:xfrm>
            <a:off x="845312" y="1601343"/>
            <a:ext cx="10395712" cy="1421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20000"/>
              </a:lnSpc>
              <a:spcBef>
                <a:spcPct val="20000"/>
              </a:spcBef>
              <a:buFont typeface="Wingdings" panose="05000000000000000000" pitchFamily="2" charset="2"/>
              <a:buNone/>
            </a:pPr>
            <a:r>
              <a:rPr lang="en-US" altLang="zh-CN" sz="2400" b="0" dirty="0">
                <a:solidFill>
                  <a:schemeClr val="tx1"/>
                </a:solidFill>
                <a:latin typeface="Times New Roman" panose="02020603050405020304" pitchFamily="18" charset="0"/>
              </a:rPr>
              <a:t>       </a:t>
            </a:r>
            <a:r>
              <a:rPr lang="zh-CN" altLang="en-US" sz="2400" b="0" dirty="0">
                <a:solidFill>
                  <a:schemeClr val="tx1"/>
                </a:solidFill>
                <a:latin typeface="Times New Roman" panose="02020603050405020304" pitchFamily="18" charset="0"/>
              </a:rPr>
              <a:t>在操作系统中，当某一进程正在访问某一存储区域时，就不允许其他进程来读出或者修改存储区的内容，否则，就会发生后果无法估计的错误。进程间的这种</a:t>
            </a:r>
            <a:r>
              <a:rPr lang="zh-CN" altLang="en-US" sz="2400" b="1" dirty="0">
                <a:solidFill>
                  <a:schemeClr val="tx1"/>
                </a:solidFill>
                <a:latin typeface="Times New Roman" panose="02020603050405020304" pitchFamily="18" charset="0"/>
              </a:rPr>
              <a:t>相互制约关系</a:t>
            </a:r>
            <a:r>
              <a:rPr lang="zh-CN" altLang="en-US" sz="2400" b="0" dirty="0">
                <a:solidFill>
                  <a:schemeClr val="tx1"/>
                </a:solidFill>
                <a:latin typeface="Times New Roman" panose="02020603050405020304" pitchFamily="18" charset="0"/>
              </a:rPr>
              <a:t>称为</a:t>
            </a:r>
            <a:r>
              <a:rPr lang="zh-CN" altLang="en-US" sz="2400" b="1" dirty="0">
                <a:solidFill>
                  <a:schemeClr val="tx1"/>
                </a:solidFill>
                <a:latin typeface="Times New Roman" panose="02020603050405020304" pitchFamily="18" charset="0"/>
              </a:rPr>
              <a:t>互斥</a:t>
            </a:r>
            <a:r>
              <a:rPr lang="zh-CN" altLang="en-US" sz="2400" b="0" dirty="0">
                <a:solidFill>
                  <a:schemeClr val="tx1"/>
                </a:solidFill>
                <a:latin typeface="Times New Roman" panose="02020603050405020304" pitchFamily="18" charset="0"/>
              </a:rPr>
              <a:t>。</a:t>
            </a:r>
            <a:endParaRPr lang="zh-CN" altLang="en-US" sz="2000" b="0" dirty="0">
              <a:solidFill>
                <a:schemeClr val="tx1"/>
              </a:solidFill>
              <a:latin typeface="Times New Roman" panose="02020603050405020304" pitchFamily="18" charset="0"/>
            </a:endParaRPr>
          </a:p>
        </p:txBody>
      </p:sp>
      <p:grpSp>
        <p:nvGrpSpPr>
          <p:cNvPr id="5" name="Group 30">
            <a:extLst>
              <a:ext uri="{FF2B5EF4-FFF2-40B4-BE49-F238E27FC236}">
                <a16:creationId xmlns:a16="http://schemas.microsoft.com/office/drawing/2014/main" id="{B37431FF-E603-6D7E-CBBC-7B1C61C0030D}"/>
              </a:ext>
            </a:extLst>
          </p:cNvPr>
          <p:cNvGrpSpPr>
            <a:grpSpLocks/>
          </p:cNvGrpSpPr>
          <p:nvPr/>
        </p:nvGrpSpPr>
        <p:grpSpPr bwMode="auto">
          <a:xfrm>
            <a:off x="3725863" y="3643313"/>
            <a:ext cx="3503612" cy="1892300"/>
            <a:chOff x="3102" y="2712"/>
            <a:chExt cx="2207" cy="1044"/>
          </a:xfrm>
        </p:grpSpPr>
        <p:grpSp>
          <p:nvGrpSpPr>
            <p:cNvPr id="6" name="Group 31">
              <a:extLst>
                <a:ext uri="{FF2B5EF4-FFF2-40B4-BE49-F238E27FC236}">
                  <a16:creationId xmlns:a16="http://schemas.microsoft.com/office/drawing/2014/main" id="{8E71162C-DFD9-6F17-A9B4-0960FE49DB71}"/>
                </a:ext>
              </a:extLst>
            </p:cNvPr>
            <p:cNvGrpSpPr>
              <a:grpSpLocks/>
            </p:cNvGrpSpPr>
            <p:nvPr/>
          </p:nvGrpSpPr>
          <p:grpSpPr bwMode="auto">
            <a:xfrm>
              <a:off x="3102" y="2718"/>
              <a:ext cx="1052" cy="1034"/>
              <a:chOff x="3102" y="2727"/>
              <a:chExt cx="1052" cy="1034"/>
            </a:xfrm>
          </p:grpSpPr>
          <p:sp>
            <p:nvSpPr>
              <p:cNvPr id="11" name="Text Box 32">
                <a:extLst>
                  <a:ext uri="{FF2B5EF4-FFF2-40B4-BE49-F238E27FC236}">
                    <a16:creationId xmlns:a16="http://schemas.microsoft.com/office/drawing/2014/main" id="{9DB6F852-8E03-37BE-E953-189C3991AC89}"/>
                  </a:ext>
                </a:extLst>
              </p:cNvPr>
              <p:cNvSpPr txBox="1">
                <a:spLocks noChangeArrowheads="1"/>
              </p:cNvSpPr>
              <p:nvPr/>
            </p:nvSpPr>
            <p:spPr bwMode="auto">
              <a:xfrm>
                <a:off x="3447" y="2963"/>
                <a:ext cx="707" cy="79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dirty="0">
                    <a:solidFill>
                      <a:schemeClr val="tx1"/>
                    </a:solidFill>
                    <a:latin typeface="Times New Roman" panose="02020603050405020304" pitchFamily="18" charset="0"/>
                    <a:sym typeface="MT Extra" panose="05050102010205020202" pitchFamily="18" charset="2"/>
                  </a:rPr>
                  <a:t>        </a:t>
                </a:r>
                <a:endParaRPr kumimoji="1" lang="en-US" altLang="zh-CN" sz="1600" b="1" dirty="0">
                  <a:solidFill>
                    <a:schemeClr val="tx1"/>
                  </a:solidFill>
                  <a:latin typeface="Times New Roman" panose="02020603050405020304" pitchFamily="18" charset="0"/>
                </a:endParaRPr>
              </a:p>
              <a:p>
                <a:pPr eaLnBrk="1" hangingPunct="1">
                  <a:lnSpc>
                    <a:spcPct val="100000"/>
                  </a:lnSpc>
                  <a:spcBef>
                    <a:spcPct val="50000"/>
                  </a:spcBef>
                  <a:buClrTx/>
                  <a:buSzTx/>
                  <a:buFontTx/>
                  <a:buNone/>
                </a:pPr>
                <a:r>
                  <a:rPr kumimoji="1" lang="en-US" altLang="zh-CN" sz="1600" b="1" dirty="0">
                    <a:solidFill>
                      <a:schemeClr val="tx1"/>
                    </a:solidFill>
                    <a:latin typeface="Times New Roman" panose="02020603050405020304" pitchFamily="18" charset="0"/>
                  </a:rPr>
                  <a:t>  x</a:t>
                </a:r>
                <a:r>
                  <a:rPr kumimoji="1" lang="en-US" altLang="zh-CN" sz="1600" b="1" baseline="-25000" dirty="0">
                    <a:solidFill>
                      <a:schemeClr val="tx1"/>
                    </a:solidFill>
                    <a:latin typeface="Times New Roman" panose="02020603050405020304" pitchFamily="18" charset="0"/>
                  </a:rPr>
                  <a:t> </a:t>
                </a:r>
                <a:r>
                  <a:rPr kumimoji="1" lang="en-US" altLang="zh-CN" sz="1600" b="1" dirty="0">
                    <a:solidFill>
                      <a:schemeClr val="tx1"/>
                    </a:solidFill>
                    <a:latin typeface="Times New Roman" panose="02020603050405020304" pitchFamily="18" charset="0"/>
                  </a:rPr>
                  <a:t>:=  x+1;</a:t>
                </a:r>
              </a:p>
              <a:p>
                <a:pPr eaLnBrk="1" hangingPunct="1">
                  <a:lnSpc>
                    <a:spcPct val="100000"/>
                  </a:lnSpc>
                  <a:spcBef>
                    <a:spcPct val="50000"/>
                  </a:spcBef>
                  <a:buClrTx/>
                  <a:buSzTx/>
                  <a:buFontTx/>
                  <a:buNone/>
                </a:pPr>
                <a:r>
                  <a:rPr kumimoji="1" lang="en-US" altLang="zh-CN" sz="1600" b="1" dirty="0">
                    <a:solidFill>
                      <a:schemeClr val="tx1"/>
                    </a:solidFill>
                    <a:latin typeface="Times New Roman" panose="02020603050405020304" pitchFamily="18" charset="0"/>
                    <a:sym typeface="MT Extra" panose="05050102010205020202" pitchFamily="18" charset="2"/>
                  </a:rPr>
                  <a:t>        </a:t>
                </a:r>
              </a:p>
              <a:p>
                <a:pPr eaLnBrk="1" hangingPunct="1">
                  <a:lnSpc>
                    <a:spcPct val="100000"/>
                  </a:lnSpc>
                  <a:spcBef>
                    <a:spcPct val="50000"/>
                  </a:spcBef>
                  <a:buClrTx/>
                  <a:buSzTx/>
                  <a:buFontTx/>
                  <a:buNone/>
                </a:pPr>
                <a:endParaRPr kumimoji="1" lang="en-US" altLang="zh-CN" sz="1600" b="1" dirty="0">
                  <a:solidFill>
                    <a:schemeClr val="tx1"/>
                  </a:solidFill>
                  <a:latin typeface="Times New Roman" panose="02020603050405020304" pitchFamily="18" charset="0"/>
                  <a:sym typeface="MT Extra" panose="05050102010205020202" pitchFamily="18" charset="2"/>
                </a:endParaRPr>
              </a:p>
            </p:txBody>
          </p:sp>
          <p:sp>
            <p:nvSpPr>
              <p:cNvPr id="12" name="Text Box 33">
                <a:extLst>
                  <a:ext uri="{FF2B5EF4-FFF2-40B4-BE49-F238E27FC236}">
                    <a16:creationId xmlns:a16="http://schemas.microsoft.com/office/drawing/2014/main" id="{05C1857E-8E34-BB19-2684-E7C657020654}"/>
                  </a:ext>
                </a:extLst>
              </p:cNvPr>
              <p:cNvSpPr txBox="1">
                <a:spLocks noChangeArrowheads="1"/>
              </p:cNvSpPr>
              <p:nvPr/>
            </p:nvSpPr>
            <p:spPr bwMode="auto">
              <a:xfrm>
                <a:off x="3102" y="3159"/>
                <a:ext cx="501" cy="21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30000"/>
                  </a:lnSpc>
                  <a:buClrTx/>
                  <a:buSzTx/>
                  <a:buFontTx/>
                  <a:buNone/>
                </a:pPr>
                <a:r>
                  <a:rPr kumimoji="1" lang="en-US" altLang="zh-CN" sz="1600" b="1">
                    <a:solidFill>
                      <a:schemeClr val="tx1"/>
                    </a:solidFill>
                    <a:latin typeface="Times New Roman" panose="02020603050405020304" pitchFamily="18" charset="0"/>
                  </a:rPr>
                  <a:t>cs</a:t>
                </a:r>
                <a:r>
                  <a:rPr kumimoji="1" lang="en-US" altLang="zh-CN" sz="1600" b="1" baseline="-25000">
                    <a:solidFill>
                      <a:schemeClr val="tx1"/>
                    </a:solidFill>
                    <a:latin typeface="Times New Roman" panose="02020603050405020304" pitchFamily="18" charset="0"/>
                  </a:rPr>
                  <a:t>a </a:t>
                </a:r>
                <a:r>
                  <a:rPr kumimoji="1" lang="en-US" altLang="zh-CN" sz="1600" b="1">
                    <a:solidFill>
                      <a:schemeClr val="tx1"/>
                    </a:solidFill>
                    <a:latin typeface="Times New Roman" panose="02020603050405020304" pitchFamily="18" charset="0"/>
                  </a:rPr>
                  <a:t>{</a:t>
                </a:r>
              </a:p>
            </p:txBody>
          </p:sp>
          <p:sp>
            <p:nvSpPr>
              <p:cNvPr id="13" name="Text Box 34">
                <a:extLst>
                  <a:ext uri="{FF2B5EF4-FFF2-40B4-BE49-F238E27FC236}">
                    <a16:creationId xmlns:a16="http://schemas.microsoft.com/office/drawing/2014/main" id="{6635CD3E-A6DE-7455-636C-F9F97A335826}"/>
                  </a:ext>
                </a:extLst>
              </p:cNvPr>
              <p:cNvSpPr txBox="1">
                <a:spLocks noChangeArrowheads="1"/>
              </p:cNvSpPr>
              <p:nvPr/>
            </p:nvSpPr>
            <p:spPr bwMode="auto">
              <a:xfrm>
                <a:off x="3514" y="2727"/>
                <a:ext cx="484" cy="2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1028700" indent="-4556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428750" indent="-39846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52600" indent="-3222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92325" indent="-338138">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495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067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639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9211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20000"/>
                  </a:lnSpc>
                  <a:spcBef>
                    <a:spcPct val="50000"/>
                  </a:spcBef>
                  <a:buFont typeface="Wingdings" panose="05000000000000000000" pitchFamily="2" charset="2"/>
                  <a:buNone/>
                </a:pPr>
                <a:r>
                  <a:rPr kumimoji="1" lang="zh-CN" altLang="zh-CN" sz="1600" b="1">
                    <a:solidFill>
                      <a:schemeClr val="tx1"/>
                    </a:solidFill>
                    <a:latin typeface="Times New Roman" panose="02020603050405020304" pitchFamily="18" charset="0"/>
                  </a:rPr>
                  <a:t>进程</a:t>
                </a:r>
                <a:r>
                  <a:rPr kumimoji="1" lang="en-US" altLang="zh-CN" sz="1600" b="1">
                    <a:solidFill>
                      <a:schemeClr val="tx1"/>
                    </a:solidFill>
                    <a:latin typeface="Times New Roman" panose="02020603050405020304" pitchFamily="18" charset="0"/>
                  </a:rPr>
                  <a:t>A</a:t>
                </a:r>
              </a:p>
            </p:txBody>
          </p:sp>
        </p:grpSp>
        <p:grpSp>
          <p:nvGrpSpPr>
            <p:cNvPr id="7" name="Group 35">
              <a:extLst>
                <a:ext uri="{FF2B5EF4-FFF2-40B4-BE49-F238E27FC236}">
                  <a16:creationId xmlns:a16="http://schemas.microsoft.com/office/drawing/2014/main" id="{912C8753-7D07-2E0C-603E-42C46EB4DED1}"/>
                </a:ext>
              </a:extLst>
            </p:cNvPr>
            <p:cNvGrpSpPr>
              <a:grpSpLocks/>
            </p:cNvGrpSpPr>
            <p:nvPr/>
          </p:nvGrpSpPr>
          <p:grpSpPr bwMode="auto">
            <a:xfrm>
              <a:off x="4266" y="2712"/>
              <a:ext cx="1043" cy="1044"/>
              <a:chOff x="4410" y="2744"/>
              <a:chExt cx="1043" cy="1044"/>
            </a:xfrm>
          </p:grpSpPr>
          <p:sp>
            <p:nvSpPr>
              <p:cNvPr id="8" name="Text Box 36">
                <a:extLst>
                  <a:ext uri="{FF2B5EF4-FFF2-40B4-BE49-F238E27FC236}">
                    <a16:creationId xmlns:a16="http://schemas.microsoft.com/office/drawing/2014/main" id="{87FD141A-035D-648A-36E5-EFC687B819FA}"/>
                  </a:ext>
                </a:extLst>
              </p:cNvPr>
              <p:cNvSpPr txBox="1">
                <a:spLocks noChangeArrowheads="1"/>
              </p:cNvSpPr>
              <p:nvPr/>
            </p:nvSpPr>
            <p:spPr bwMode="auto">
              <a:xfrm>
                <a:off x="4838" y="2744"/>
                <a:ext cx="484" cy="2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1028700" indent="-4556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428750" indent="-39846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52600" indent="-3222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92325" indent="-338138">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495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067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639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9211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20000"/>
                  </a:lnSpc>
                  <a:spcBef>
                    <a:spcPct val="50000"/>
                  </a:spcBef>
                  <a:buFont typeface="Wingdings" panose="05000000000000000000" pitchFamily="2" charset="2"/>
                  <a:buNone/>
                </a:pPr>
                <a:r>
                  <a:rPr kumimoji="1" lang="zh-CN" altLang="zh-CN" sz="1600" b="1">
                    <a:solidFill>
                      <a:schemeClr val="tx1"/>
                    </a:solidFill>
                    <a:latin typeface="Times New Roman" panose="02020603050405020304" pitchFamily="18" charset="0"/>
                  </a:rPr>
                  <a:t>进程</a:t>
                </a:r>
                <a:r>
                  <a:rPr kumimoji="1" lang="en-US" altLang="zh-CN" sz="1600" b="1">
                    <a:solidFill>
                      <a:schemeClr val="tx1"/>
                    </a:solidFill>
                    <a:latin typeface="Times New Roman" panose="02020603050405020304" pitchFamily="18" charset="0"/>
                  </a:rPr>
                  <a:t>B</a:t>
                </a:r>
              </a:p>
            </p:txBody>
          </p:sp>
          <p:sp>
            <p:nvSpPr>
              <p:cNvPr id="9" name="Text Box 37">
                <a:extLst>
                  <a:ext uri="{FF2B5EF4-FFF2-40B4-BE49-F238E27FC236}">
                    <a16:creationId xmlns:a16="http://schemas.microsoft.com/office/drawing/2014/main" id="{64682F56-AA24-B976-491B-B4286BA4F6C0}"/>
                  </a:ext>
                </a:extLst>
              </p:cNvPr>
              <p:cNvSpPr txBox="1">
                <a:spLocks noChangeArrowheads="1"/>
              </p:cNvSpPr>
              <p:nvPr/>
            </p:nvSpPr>
            <p:spPr bwMode="auto">
              <a:xfrm>
                <a:off x="4746" y="2991"/>
                <a:ext cx="707" cy="79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dirty="0">
                    <a:solidFill>
                      <a:schemeClr val="tx1"/>
                    </a:solidFill>
                    <a:latin typeface="Times New Roman" panose="02020603050405020304" pitchFamily="18" charset="0"/>
                    <a:sym typeface="MT Extra" panose="05050102010205020202" pitchFamily="18" charset="2"/>
                  </a:rPr>
                  <a:t>        </a:t>
                </a:r>
                <a:endParaRPr kumimoji="1" lang="en-US" altLang="zh-CN" sz="1600" b="1" dirty="0">
                  <a:solidFill>
                    <a:schemeClr val="tx1"/>
                  </a:solidFill>
                  <a:latin typeface="Times New Roman" panose="02020603050405020304" pitchFamily="18" charset="0"/>
                </a:endParaRPr>
              </a:p>
              <a:p>
                <a:pPr eaLnBrk="1" hangingPunct="1">
                  <a:lnSpc>
                    <a:spcPct val="100000"/>
                  </a:lnSpc>
                  <a:spcBef>
                    <a:spcPct val="50000"/>
                  </a:spcBef>
                  <a:buClrTx/>
                  <a:buSzTx/>
                  <a:buFontTx/>
                  <a:buNone/>
                </a:pPr>
                <a:r>
                  <a:rPr kumimoji="1" lang="en-US" altLang="zh-CN" sz="1600" b="1" dirty="0">
                    <a:solidFill>
                      <a:schemeClr val="tx1"/>
                    </a:solidFill>
                    <a:latin typeface="Times New Roman" panose="02020603050405020304" pitchFamily="18" charset="0"/>
                  </a:rPr>
                  <a:t>  x</a:t>
                </a:r>
                <a:r>
                  <a:rPr kumimoji="1" lang="en-US" altLang="zh-CN" sz="1600" b="1" baseline="-25000" dirty="0">
                    <a:solidFill>
                      <a:schemeClr val="tx1"/>
                    </a:solidFill>
                    <a:latin typeface="Times New Roman" panose="02020603050405020304" pitchFamily="18" charset="0"/>
                  </a:rPr>
                  <a:t> </a:t>
                </a:r>
                <a:r>
                  <a:rPr kumimoji="1" lang="en-US" altLang="zh-CN" sz="1600" b="1" dirty="0">
                    <a:solidFill>
                      <a:schemeClr val="tx1"/>
                    </a:solidFill>
                    <a:latin typeface="Times New Roman" panose="02020603050405020304" pitchFamily="18" charset="0"/>
                  </a:rPr>
                  <a:t>:=  x+1;</a:t>
                </a:r>
              </a:p>
              <a:p>
                <a:pPr eaLnBrk="1" hangingPunct="1">
                  <a:lnSpc>
                    <a:spcPct val="100000"/>
                  </a:lnSpc>
                  <a:spcBef>
                    <a:spcPct val="50000"/>
                  </a:spcBef>
                  <a:buClrTx/>
                  <a:buSzTx/>
                  <a:buFontTx/>
                  <a:buNone/>
                </a:pPr>
                <a:r>
                  <a:rPr kumimoji="1" lang="en-US" altLang="zh-CN" sz="1600" b="1" dirty="0">
                    <a:solidFill>
                      <a:schemeClr val="tx1"/>
                    </a:solidFill>
                    <a:latin typeface="Times New Roman" panose="02020603050405020304" pitchFamily="18" charset="0"/>
                    <a:sym typeface="MT Extra" panose="05050102010205020202" pitchFamily="18" charset="2"/>
                  </a:rPr>
                  <a:t>        </a:t>
                </a:r>
              </a:p>
              <a:p>
                <a:pPr eaLnBrk="1" hangingPunct="1">
                  <a:lnSpc>
                    <a:spcPct val="100000"/>
                  </a:lnSpc>
                  <a:spcBef>
                    <a:spcPct val="50000"/>
                  </a:spcBef>
                  <a:buClrTx/>
                  <a:buSzTx/>
                  <a:buFontTx/>
                  <a:buNone/>
                </a:pPr>
                <a:endParaRPr kumimoji="1" lang="en-US" altLang="zh-CN" sz="1600" b="1" dirty="0">
                  <a:solidFill>
                    <a:schemeClr val="tx1"/>
                  </a:solidFill>
                  <a:latin typeface="Times New Roman" panose="02020603050405020304" pitchFamily="18" charset="0"/>
                  <a:sym typeface="MT Extra" panose="05050102010205020202" pitchFamily="18" charset="2"/>
                </a:endParaRPr>
              </a:p>
            </p:txBody>
          </p:sp>
          <p:sp>
            <p:nvSpPr>
              <p:cNvPr id="10" name="Text Box 38">
                <a:extLst>
                  <a:ext uri="{FF2B5EF4-FFF2-40B4-BE49-F238E27FC236}">
                    <a16:creationId xmlns:a16="http://schemas.microsoft.com/office/drawing/2014/main" id="{698B4303-39F9-6439-867A-F3E911BB0454}"/>
                  </a:ext>
                </a:extLst>
              </p:cNvPr>
              <p:cNvSpPr txBox="1">
                <a:spLocks noChangeArrowheads="1"/>
              </p:cNvSpPr>
              <p:nvPr/>
            </p:nvSpPr>
            <p:spPr bwMode="auto">
              <a:xfrm>
                <a:off x="4410" y="3178"/>
                <a:ext cx="501" cy="21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30000"/>
                  </a:lnSpc>
                  <a:buClrTx/>
                  <a:buSzTx/>
                  <a:buFontTx/>
                  <a:buNone/>
                </a:pPr>
                <a:r>
                  <a:rPr kumimoji="1" lang="en-US" altLang="zh-CN" sz="1600" b="1">
                    <a:solidFill>
                      <a:schemeClr val="tx1"/>
                    </a:solidFill>
                    <a:latin typeface="Times New Roman" panose="02020603050405020304" pitchFamily="18" charset="0"/>
                  </a:rPr>
                  <a:t>cs</a:t>
                </a:r>
                <a:r>
                  <a:rPr kumimoji="1" lang="en-US" altLang="zh-CN" sz="1600" b="1" baseline="-25000">
                    <a:solidFill>
                      <a:schemeClr val="tx1"/>
                    </a:solidFill>
                    <a:latin typeface="Times New Roman" panose="02020603050405020304" pitchFamily="18" charset="0"/>
                  </a:rPr>
                  <a:t>b </a:t>
                </a:r>
                <a:r>
                  <a:rPr kumimoji="1" lang="en-US" altLang="zh-CN" sz="1600" b="1">
                    <a:solidFill>
                      <a:schemeClr val="tx1"/>
                    </a:solidFill>
                    <a:latin typeface="Times New Roman" panose="02020603050405020304" pitchFamily="18" charset="0"/>
                  </a:rPr>
                  <a:t>{</a:t>
                </a:r>
              </a:p>
            </p:txBody>
          </p:sp>
        </p:grpSp>
      </p:grpSp>
      <p:sp>
        <p:nvSpPr>
          <p:cNvPr id="14" name="Text Box 39">
            <a:extLst>
              <a:ext uri="{FF2B5EF4-FFF2-40B4-BE49-F238E27FC236}">
                <a16:creationId xmlns:a16="http://schemas.microsoft.com/office/drawing/2014/main" id="{DAC27374-3E39-52CE-F022-100C84203103}"/>
              </a:ext>
            </a:extLst>
          </p:cNvPr>
          <p:cNvSpPr txBox="1">
            <a:spLocks noChangeArrowheads="1"/>
          </p:cNvSpPr>
          <p:nvPr/>
        </p:nvSpPr>
        <p:spPr bwMode="auto">
          <a:xfrm>
            <a:off x="4797425" y="5867400"/>
            <a:ext cx="1860550" cy="385763"/>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0"/>
              </a:spcBef>
              <a:buFont typeface="Wingdings" panose="05000000000000000000" pitchFamily="2" charset="2"/>
              <a:buNone/>
            </a:pPr>
            <a:r>
              <a:rPr lang="zh-CN" altLang="en-US" sz="1600" b="0">
                <a:solidFill>
                  <a:schemeClr val="tx1"/>
                </a:solidFill>
                <a:latin typeface="Times New Roman" panose="02020603050405020304" pitchFamily="18" charset="0"/>
              </a:rPr>
              <a:t>进程临界区示意图</a:t>
            </a:r>
          </a:p>
        </p:txBody>
      </p:sp>
    </p:spTree>
    <p:extLst>
      <p:ext uri="{BB962C8B-B14F-4D97-AF65-F5344CB8AC3E}">
        <p14:creationId xmlns:p14="http://schemas.microsoft.com/office/powerpoint/2010/main" val="31680811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B56D90-A71F-FF7A-FADE-4C25762256FC}"/>
              </a:ext>
            </a:extLst>
          </p:cNvPr>
          <p:cNvSpPr>
            <a:spLocks noGrp="1"/>
          </p:cNvSpPr>
          <p:nvPr>
            <p:ph type="title"/>
          </p:nvPr>
        </p:nvSpPr>
        <p:spPr/>
        <p:txBody>
          <a:bodyPr>
            <a:normAutofit/>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进程之间的相互制约关系</a:t>
            </a:r>
            <a:endParaRPr lang="zh-CN" altLang="en-US" dirty="0"/>
          </a:p>
        </p:txBody>
      </p:sp>
      <p:sp>
        <p:nvSpPr>
          <p:cNvPr id="11" name="Rectangle 3">
            <a:extLst>
              <a:ext uri="{FF2B5EF4-FFF2-40B4-BE49-F238E27FC236}">
                <a16:creationId xmlns:a16="http://schemas.microsoft.com/office/drawing/2014/main" id="{E9955710-ECE7-C6A4-03B2-A0B2E98493B4}"/>
              </a:ext>
            </a:extLst>
          </p:cNvPr>
          <p:cNvSpPr>
            <a:spLocks noChangeArrowheads="1"/>
          </p:cNvSpPr>
          <p:nvPr/>
        </p:nvSpPr>
        <p:spPr bwMode="auto">
          <a:xfrm>
            <a:off x="487822" y="849129"/>
            <a:ext cx="9932274" cy="2307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a:lnSpc>
                <a:spcPct val="120000"/>
              </a:lnSpc>
              <a:buClr>
                <a:schemeClr val="tx2"/>
              </a:buClr>
              <a:buSzPct val="95000"/>
              <a:buFont typeface="Wingdings" panose="05000000000000000000" pitchFamily="2" charset="2"/>
              <a:buNone/>
              <a:defRPr/>
            </a:pPr>
            <a:r>
              <a:rPr lang="en-US" altLang="zh-CN" sz="2800" b="1" dirty="0">
                <a:solidFill>
                  <a:srgbClr val="335F90"/>
                </a:solidFill>
                <a:latin typeface="Times New Roman" panose="02020603050405020304" pitchFamily="18" charset="0"/>
              </a:rPr>
              <a:t>2.  </a:t>
            </a:r>
            <a:r>
              <a:rPr lang="zh-CN" altLang="en-US" sz="2800" b="1" dirty="0">
                <a:solidFill>
                  <a:srgbClr val="335F90"/>
                </a:solidFill>
                <a:latin typeface="Times New Roman" panose="02020603050405020304" pitchFamily="18" charset="0"/>
              </a:rPr>
              <a:t>进程同步的概念</a:t>
            </a:r>
          </a:p>
          <a:p>
            <a:pPr marL="0" indent="0" algn="just">
              <a:lnSpc>
                <a:spcPct val="150000"/>
              </a:lnSpc>
              <a:spcBef>
                <a:spcPts val="1000"/>
              </a:spcBef>
              <a:buClr>
                <a:srgbClr val="FFC000"/>
              </a:buClr>
              <a:buNone/>
              <a:defRPr/>
            </a:pPr>
            <a:r>
              <a:rPr lang="zh-CN" altLang="en-US" sz="2600" b="1" dirty="0">
                <a:solidFill>
                  <a:prstClr val="black"/>
                </a:solidFill>
                <a:effectLst/>
                <a:latin typeface="微软雅黑" panose="020B0503020204020204" pitchFamily="34" charset="-122"/>
                <a:ea typeface="微软雅黑" panose="020B0503020204020204" pitchFamily="34" charset="-122"/>
              </a:rPr>
              <a:t>     </a:t>
            </a:r>
            <a:r>
              <a:rPr lang="en-US" altLang="zh-CN" sz="2600" b="1" dirty="0">
                <a:solidFill>
                  <a:prstClr val="black"/>
                </a:solidFill>
                <a:effectLst/>
                <a:latin typeface="微软雅黑" panose="020B0503020204020204" pitchFamily="34" charset="-122"/>
                <a:ea typeface="微软雅黑" panose="020B0503020204020204" pitchFamily="34" charset="-122"/>
              </a:rPr>
              <a:t>(1) </a:t>
            </a:r>
            <a:r>
              <a:rPr lang="zh-CN" altLang="en-US" sz="2600" b="1" dirty="0">
                <a:solidFill>
                  <a:prstClr val="black"/>
                </a:solidFill>
                <a:effectLst/>
                <a:latin typeface="微软雅黑" panose="020B0503020204020204" pitchFamily="34" charset="-122"/>
                <a:ea typeface="微软雅黑" panose="020B0503020204020204" pitchFamily="34" charset="-122"/>
              </a:rPr>
              <a:t>什么是进程同步</a:t>
            </a:r>
          </a:p>
          <a:p>
            <a:pPr eaLnBrk="1" hangingPunct="1">
              <a:lnSpc>
                <a:spcPct val="100000"/>
              </a:lnSpc>
              <a:spcBef>
                <a:spcPct val="25000"/>
              </a:spcBef>
              <a:buClr>
                <a:schemeClr val="tx2"/>
              </a:buClr>
              <a:buSzPct val="95000"/>
              <a:buFont typeface="Wingdings" panose="05000000000000000000" pitchFamily="2" charset="2"/>
              <a:buNone/>
              <a:defRPr/>
            </a:pPr>
            <a:r>
              <a:rPr lang="zh-CN" altLang="en-US" sz="2400" b="0" dirty="0">
                <a:solidFill>
                  <a:schemeClr val="tx1"/>
                </a:solidFill>
                <a:effectLst/>
                <a:latin typeface="Times New Roman" panose="02020603050405020304" pitchFamily="18" charset="0"/>
              </a:rPr>
              <a:t>             并发进程在一些</a:t>
            </a:r>
            <a:r>
              <a:rPr lang="zh-CN" altLang="en-US" sz="2400" b="1" dirty="0">
                <a:solidFill>
                  <a:schemeClr val="tx1"/>
                </a:solidFill>
                <a:effectLst/>
                <a:latin typeface="Times New Roman" panose="02020603050405020304" pitchFamily="18" charset="0"/>
              </a:rPr>
              <a:t>关键点</a:t>
            </a:r>
            <a:r>
              <a:rPr lang="zh-CN" altLang="en-US" sz="2400" b="0" dirty="0">
                <a:solidFill>
                  <a:schemeClr val="tx1"/>
                </a:solidFill>
                <a:effectLst/>
                <a:latin typeface="Times New Roman" panose="02020603050405020304" pitchFamily="18" charset="0"/>
              </a:rPr>
              <a:t>上可能需要</a:t>
            </a:r>
            <a:r>
              <a:rPr lang="zh-CN" altLang="en-US" sz="2400" b="1" dirty="0">
                <a:solidFill>
                  <a:schemeClr val="tx1"/>
                </a:solidFill>
                <a:effectLst/>
                <a:latin typeface="Times New Roman" panose="02020603050405020304" pitchFamily="18" charset="0"/>
              </a:rPr>
              <a:t>互相等待</a:t>
            </a:r>
            <a:r>
              <a:rPr lang="zh-CN" altLang="en-US" sz="2400" b="0" dirty="0">
                <a:solidFill>
                  <a:schemeClr val="tx1"/>
                </a:solidFill>
                <a:effectLst/>
                <a:latin typeface="Times New Roman" panose="02020603050405020304" pitchFamily="18" charset="0"/>
              </a:rPr>
              <a:t>与</a:t>
            </a:r>
            <a:r>
              <a:rPr lang="zh-CN" altLang="en-US" sz="2400" b="1" dirty="0">
                <a:solidFill>
                  <a:schemeClr val="tx1"/>
                </a:solidFill>
                <a:effectLst/>
                <a:latin typeface="Times New Roman" panose="02020603050405020304" pitchFamily="18" charset="0"/>
              </a:rPr>
              <a:t>互通消息</a:t>
            </a:r>
            <a:r>
              <a:rPr lang="zh-CN" altLang="en-US" sz="2400" b="0" dirty="0">
                <a:solidFill>
                  <a:schemeClr val="tx1"/>
                </a:solidFill>
                <a:effectLst/>
                <a:latin typeface="Times New Roman" panose="02020603050405020304" pitchFamily="18" charset="0"/>
              </a:rPr>
              <a:t>， </a:t>
            </a:r>
          </a:p>
          <a:p>
            <a:pPr eaLnBrk="1" hangingPunct="1">
              <a:lnSpc>
                <a:spcPct val="100000"/>
              </a:lnSpc>
              <a:spcBef>
                <a:spcPct val="25000"/>
              </a:spcBef>
              <a:buClr>
                <a:schemeClr val="tx2"/>
              </a:buClr>
              <a:buSzPct val="95000"/>
              <a:buFont typeface="Wingdings" panose="05000000000000000000" pitchFamily="2" charset="2"/>
              <a:buNone/>
              <a:defRPr/>
            </a:pPr>
            <a:r>
              <a:rPr lang="zh-CN" altLang="en-US" sz="2400" b="0" dirty="0">
                <a:solidFill>
                  <a:schemeClr val="tx1"/>
                </a:solidFill>
                <a:effectLst/>
                <a:latin typeface="Times New Roman" panose="02020603050405020304" pitchFamily="18" charset="0"/>
              </a:rPr>
              <a:t>             这种相互制约的等待与互通消息称为</a:t>
            </a:r>
            <a:r>
              <a:rPr lang="zh-CN" altLang="en-US" sz="2400" b="1" dirty="0">
                <a:solidFill>
                  <a:schemeClr val="tx1"/>
                </a:solidFill>
                <a:effectLst/>
                <a:latin typeface="Times New Roman" panose="02020603050405020304" pitchFamily="18" charset="0"/>
              </a:rPr>
              <a:t>进程同步</a:t>
            </a:r>
            <a:r>
              <a:rPr lang="zh-CN" altLang="en-US" sz="2400" b="0" dirty="0">
                <a:solidFill>
                  <a:schemeClr val="tx1"/>
                </a:solidFill>
                <a:effectLst/>
                <a:latin typeface="Times New Roman" panose="02020603050405020304" pitchFamily="18" charset="0"/>
              </a:rPr>
              <a:t>。</a:t>
            </a:r>
            <a:endParaRPr lang="zh-CN" altLang="en-US" sz="2400" b="0" dirty="0">
              <a:solidFill>
                <a:schemeClr val="tx1"/>
              </a:solidFill>
              <a:latin typeface="Times New Roman" panose="02020603050405020304" pitchFamily="18" charset="0"/>
            </a:endParaRPr>
          </a:p>
        </p:txBody>
      </p:sp>
      <p:sp>
        <p:nvSpPr>
          <p:cNvPr id="12" name="Rectangle 5">
            <a:extLst>
              <a:ext uri="{FF2B5EF4-FFF2-40B4-BE49-F238E27FC236}">
                <a16:creationId xmlns:a16="http://schemas.microsoft.com/office/drawing/2014/main" id="{43EE52CB-C373-3E96-B670-1E72714727DF}"/>
              </a:ext>
            </a:extLst>
          </p:cNvPr>
          <p:cNvSpPr>
            <a:spLocks noChangeArrowheads="1"/>
          </p:cNvSpPr>
          <p:nvPr/>
        </p:nvSpPr>
        <p:spPr bwMode="auto">
          <a:xfrm>
            <a:off x="946609" y="3189104"/>
            <a:ext cx="2978150" cy="621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spcBef>
                <a:spcPts val="1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(2) </a:t>
            </a:r>
            <a:r>
              <a:rPr lang="zh-CN" altLang="en-US" sz="2600" b="1" dirty="0">
                <a:solidFill>
                  <a:prstClr val="black"/>
                </a:solidFill>
                <a:effectLst/>
                <a:latin typeface="微软雅黑" panose="020B0503020204020204" pitchFamily="34" charset="-122"/>
                <a:ea typeface="微软雅黑" panose="020B0503020204020204" pitchFamily="34" charset="-122"/>
              </a:rPr>
              <a:t>进程同步例子        </a:t>
            </a:r>
          </a:p>
        </p:txBody>
      </p:sp>
      <p:sp>
        <p:nvSpPr>
          <p:cNvPr id="13" name="Rectangle 6">
            <a:extLst>
              <a:ext uri="{FF2B5EF4-FFF2-40B4-BE49-F238E27FC236}">
                <a16:creationId xmlns:a16="http://schemas.microsoft.com/office/drawing/2014/main" id="{4909FB3D-2BB3-6861-F37E-3BC65079932B}"/>
              </a:ext>
            </a:extLst>
          </p:cNvPr>
          <p:cNvSpPr>
            <a:spLocks noChangeArrowheads="1"/>
          </p:cNvSpPr>
          <p:nvPr/>
        </p:nvSpPr>
        <p:spPr bwMode="auto">
          <a:xfrm>
            <a:off x="981534" y="3779654"/>
            <a:ext cx="236855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20000"/>
              </a:lnSpc>
              <a:spcBef>
                <a:spcPct val="20000"/>
              </a:spcBef>
              <a:buFont typeface="Wingdings" panose="05000000000000000000" pitchFamily="2" charset="2"/>
              <a:buNone/>
            </a:pPr>
            <a:r>
              <a:rPr lang="en-US" altLang="zh-CN" sz="2400">
                <a:solidFill>
                  <a:srgbClr val="000099"/>
                </a:solidFill>
                <a:latin typeface="Times New Roman" panose="02020603050405020304" pitchFamily="18" charset="0"/>
              </a:rPr>
              <a:t>①</a:t>
            </a:r>
            <a:r>
              <a:rPr lang="en-US" altLang="zh-CN" sz="2400">
                <a:solidFill>
                  <a:srgbClr val="000099"/>
                </a:solidFill>
                <a:latin typeface="宋体" panose="02010600030101010101" pitchFamily="2" charset="-122"/>
              </a:rPr>
              <a:t> </a:t>
            </a:r>
            <a:r>
              <a:rPr lang="zh-CN" altLang="en-US" sz="2400">
                <a:solidFill>
                  <a:srgbClr val="000099"/>
                </a:solidFill>
                <a:latin typeface="Times New Roman" panose="02020603050405020304" pitchFamily="18" charset="0"/>
              </a:rPr>
              <a:t>病员就诊</a:t>
            </a:r>
            <a:r>
              <a:rPr lang="zh-CN" altLang="en-US" sz="2000" b="0">
                <a:latin typeface="Times New Roman" panose="02020603050405020304" pitchFamily="18" charset="0"/>
              </a:rPr>
              <a:t>        </a:t>
            </a:r>
          </a:p>
        </p:txBody>
      </p:sp>
      <p:grpSp>
        <p:nvGrpSpPr>
          <p:cNvPr id="14" name="Group 11">
            <a:extLst>
              <a:ext uri="{FF2B5EF4-FFF2-40B4-BE49-F238E27FC236}">
                <a16:creationId xmlns:a16="http://schemas.microsoft.com/office/drawing/2014/main" id="{2A2575F7-5CAD-1A11-3DC8-AB962AD51C5E}"/>
              </a:ext>
            </a:extLst>
          </p:cNvPr>
          <p:cNvGrpSpPr>
            <a:grpSpLocks/>
          </p:cNvGrpSpPr>
          <p:nvPr/>
        </p:nvGrpSpPr>
        <p:grpSpPr bwMode="auto">
          <a:xfrm>
            <a:off x="4023184" y="3351029"/>
            <a:ext cx="4314825" cy="2901950"/>
            <a:chOff x="2497" y="2213"/>
            <a:chExt cx="2718" cy="1636"/>
          </a:xfrm>
        </p:grpSpPr>
        <p:sp>
          <p:nvSpPr>
            <p:cNvPr id="15" name="Text Box 8">
              <a:extLst>
                <a:ext uri="{FF2B5EF4-FFF2-40B4-BE49-F238E27FC236}">
                  <a16:creationId xmlns:a16="http://schemas.microsoft.com/office/drawing/2014/main" id="{79D92735-FFAA-70B1-EBEA-B8A86A16450B}"/>
                </a:ext>
              </a:extLst>
            </p:cNvPr>
            <p:cNvSpPr txBox="1">
              <a:spLocks noChangeArrowheads="1"/>
            </p:cNvSpPr>
            <p:nvPr/>
          </p:nvSpPr>
          <p:spPr bwMode="auto">
            <a:xfrm>
              <a:off x="2497" y="2214"/>
              <a:ext cx="1221" cy="163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dirty="0">
                  <a:solidFill>
                    <a:schemeClr val="tx1"/>
                  </a:solidFill>
                  <a:latin typeface="Times New Roman" panose="02020603050405020304" pitchFamily="18" charset="0"/>
                </a:rPr>
                <a:t>看病活动：</a:t>
              </a:r>
            </a:p>
            <a:p>
              <a:pPr eaLnBrk="1" hangingPunct="1">
                <a:lnSpc>
                  <a:spcPct val="100000"/>
                </a:lnSpc>
                <a:spcBef>
                  <a:spcPct val="50000"/>
                </a:spcBef>
                <a:buClrTx/>
                <a:buSzTx/>
                <a:buFontTx/>
                <a:buNone/>
              </a:pPr>
              <a:r>
                <a:rPr kumimoji="1" lang="zh-CN" altLang="en-US" sz="1600" b="1" dirty="0">
                  <a:solidFill>
                    <a:schemeClr val="tx1"/>
                  </a:solidFill>
                  <a:latin typeface="Times New Roman" panose="02020603050405020304" pitchFamily="18" charset="0"/>
                </a:rPr>
                <a:t>              </a:t>
              </a:r>
              <a:r>
                <a:rPr kumimoji="1" lang="zh-CN" altLang="en-US" sz="1600" b="1" dirty="0">
                  <a:solidFill>
                    <a:schemeClr val="tx1"/>
                  </a:solidFill>
                  <a:latin typeface="Times New Roman" panose="02020603050405020304" pitchFamily="18" charset="0"/>
                  <a:sym typeface="MT Extra" panose="05050102010205020202" pitchFamily="18" charset="2"/>
                </a:rPr>
                <a:t> </a:t>
              </a:r>
            </a:p>
            <a:p>
              <a:pPr eaLnBrk="1" hangingPunct="1">
                <a:lnSpc>
                  <a:spcPct val="100000"/>
                </a:lnSpc>
                <a:spcBef>
                  <a:spcPct val="50000"/>
                </a:spcBef>
                <a:buClrTx/>
                <a:buSzTx/>
                <a:buFontTx/>
                <a:buNone/>
              </a:pPr>
              <a:r>
                <a:rPr kumimoji="1" lang="zh-CN" altLang="en-US" sz="1600" b="1" dirty="0">
                  <a:solidFill>
                    <a:schemeClr val="tx1"/>
                  </a:solidFill>
                  <a:latin typeface="宋体" panose="02010600030101010101" pitchFamily="2" charset="-122"/>
                  <a:sym typeface="MT Extra" panose="05050102010205020202" pitchFamily="18" charset="2"/>
                </a:rPr>
                <a:t>  </a:t>
              </a:r>
              <a:r>
                <a:rPr kumimoji="1" lang="zh-CN" altLang="en-US" sz="1600" b="1" dirty="0">
                  <a:solidFill>
                    <a:schemeClr val="tx1"/>
                  </a:solidFill>
                  <a:latin typeface="Times New Roman" panose="02020603050405020304" pitchFamily="18" charset="0"/>
                  <a:sym typeface="MT Extra" panose="05050102010205020202" pitchFamily="18" charset="2"/>
                </a:rPr>
                <a:t>要病人去</a:t>
              </a:r>
              <a:r>
                <a:rPr kumimoji="1" lang="zh-CN" altLang="en-US" sz="1600" b="1" dirty="0">
                  <a:solidFill>
                    <a:schemeClr val="tx1"/>
                  </a:solidFill>
                  <a:latin typeface="Times New Roman" panose="02020603050405020304" pitchFamily="18" charset="0"/>
                </a:rPr>
                <a:t>化验；</a:t>
              </a:r>
            </a:p>
            <a:p>
              <a:pPr eaLnBrk="1" hangingPunct="1">
                <a:lnSpc>
                  <a:spcPct val="100000"/>
                </a:lnSpc>
                <a:spcBef>
                  <a:spcPct val="50000"/>
                </a:spcBef>
                <a:buClrTx/>
                <a:buSzTx/>
                <a:buFontTx/>
                <a:buNone/>
              </a:pPr>
              <a:r>
                <a:rPr kumimoji="1" lang="zh-CN" altLang="en-US" sz="1600" b="1" dirty="0">
                  <a:solidFill>
                    <a:schemeClr val="tx1"/>
                  </a:solidFill>
                  <a:latin typeface="宋体" panose="02010600030101010101" pitchFamily="2" charset="-122"/>
                  <a:sym typeface="MT Extra" panose="05050102010205020202" pitchFamily="18" charset="2"/>
                </a:rPr>
                <a:t>       </a:t>
              </a:r>
              <a:r>
                <a:rPr kumimoji="1" lang="zh-CN" altLang="en-US" sz="1600" b="1" dirty="0">
                  <a:solidFill>
                    <a:schemeClr val="tx1"/>
                  </a:solidFill>
                  <a:latin typeface="Times New Roman" panose="02020603050405020304" pitchFamily="18" charset="0"/>
                  <a:sym typeface="MT Extra" panose="05050102010205020202" pitchFamily="18" charset="2"/>
                </a:rPr>
                <a:t> </a:t>
              </a:r>
            </a:p>
            <a:p>
              <a:pPr eaLnBrk="1" hangingPunct="1">
                <a:lnSpc>
                  <a:spcPct val="100000"/>
                </a:lnSpc>
                <a:spcBef>
                  <a:spcPct val="50000"/>
                </a:spcBef>
                <a:buClrTx/>
                <a:buSzTx/>
                <a:buFontTx/>
                <a:buNone/>
              </a:pPr>
              <a:r>
                <a:rPr kumimoji="1" lang="zh-CN" altLang="en-US" sz="1600" b="1" dirty="0">
                  <a:solidFill>
                    <a:schemeClr val="tx1"/>
                  </a:solidFill>
                  <a:latin typeface="宋体" panose="02010600030101010101" pitchFamily="2" charset="-122"/>
                  <a:sym typeface="MT Extra" panose="05050102010205020202" pitchFamily="18" charset="2"/>
                </a:rPr>
                <a:t>  等</a:t>
              </a:r>
              <a:r>
                <a:rPr kumimoji="1" lang="zh-CN" altLang="en-US" sz="1600" b="1" dirty="0">
                  <a:solidFill>
                    <a:schemeClr val="tx1"/>
                  </a:solidFill>
                  <a:latin typeface="Times New Roman" panose="02020603050405020304" pitchFamily="18" charset="0"/>
                </a:rPr>
                <a:t>化验结果；</a:t>
              </a:r>
            </a:p>
            <a:p>
              <a:pPr eaLnBrk="1" hangingPunct="1">
                <a:lnSpc>
                  <a:spcPct val="100000"/>
                </a:lnSpc>
                <a:spcBef>
                  <a:spcPct val="50000"/>
                </a:spcBef>
                <a:buClrTx/>
                <a:buSzTx/>
                <a:buFontTx/>
                <a:buNone/>
              </a:pPr>
              <a:r>
                <a:rPr kumimoji="1" lang="zh-CN" altLang="en-US" sz="1600" b="1" dirty="0">
                  <a:solidFill>
                    <a:schemeClr val="tx1"/>
                  </a:solidFill>
                  <a:latin typeface="宋体" panose="02010600030101010101" pitchFamily="2" charset="-122"/>
                  <a:sym typeface="MT Extra" panose="05050102010205020202" pitchFamily="18" charset="2"/>
                </a:rPr>
                <a:t>       </a:t>
              </a:r>
              <a:r>
                <a:rPr kumimoji="1" lang="zh-CN" altLang="en-US" sz="1600" b="1" dirty="0">
                  <a:solidFill>
                    <a:schemeClr val="tx1"/>
                  </a:solidFill>
                  <a:latin typeface="Times New Roman" panose="02020603050405020304" pitchFamily="18" charset="0"/>
                  <a:sym typeface="MT Extra" panose="05050102010205020202" pitchFamily="18" charset="2"/>
                </a:rPr>
                <a:t> </a:t>
              </a:r>
              <a:endParaRPr kumimoji="1" lang="zh-CN" altLang="en-US" sz="1600" b="1" dirty="0">
                <a:solidFill>
                  <a:schemeClr val="tx1"/>
                </a:solidFill>
                <a:latin typeface="宋体" panose="02010600030101010101" pitchFamily="2" charset="-122"/>
                <a:sym typeface="MT Extra" panose="05050102010205020202" pitchFamily="18" charset="2"/>
              </a:endParaRPr>
            </a:p>
            <a:p>
              <a:pPr eaLnBrk="1" hangingPunct="1">
                <a:lnSpc>
                  <a:spcPct val="100000"/>
                </a:lnSpc>
                <a:spcBef>
                  <a:spcPct val="50000"/>
                </a:spcBef>
                <a:buClrTx/>
                <a:buSzTx/>
                <a:buFontTx/>
                <a:buNone/>
              </a:pPr>
              <a:r>
                <a:rPr kumimoji="1" lang="zh-CN" altLang="en-US" sz="1600" b="1" dirty="0">
                  <a:solidFill>
                    <a:schemeClr val="tx1"/>
                  </a:solidFill>
                  <a:latin typeface="Times New Roman" panose="02020603050405020304" pitchFamily="18" charset="0"/>
                </a:rPr>
                <a:t>    诊断；</a:t>
              </a:r>
            </a:p>
          </p:txBody>
        </p:sp>
        <p:sp>
          <p:nvSpPr>
            <p:cNvPr id="16" name="Text Box 9">
              <a:extLst>
                <a:ext uri="{FF2B5EF4-FFF2-40B4-BE49-F238E27FC236}">
                  <a16:creationId xmlns:a16="http://schemas.microsoft.com/office/drawing/2014/main" id="{8F7AD954-B7FF-F244-95C2-2E46FE4EDA79}"/>
                </a:ext>
              </a:extLst>
            </p:cNvPr>
            <p:cNvSpPr txBox="1">
              <a:spLocks noChangeArrowheads="1"/>
            </p:cNvSpPr>
            <p:nvPr/>
          </p:nvSpPr>
          <p:spPr bwMode="auto">
            <a:xfrm>
              <a:off x="3993" y="2213"/>
              <a:ext cx="1222" cy="163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dirty="0">
                  <a:solidFill>
                    <a:schemeClr val="tx1"/>
                  </a:solidFill>
                  <a:latin typeface="Times New Roman" panose="02020603050405020304" pitchFamily="18" charset="0"/>
                </a:rPr>
                <a:t>化验活动：</a:t>
              </a:r>
            </a:p>
            <a:p>
              <a:pPr eaLnBrk="1" hangingPunct="1">
                <a:lnSpc>
                  <a:spcPct val="100000"/>
                </a:lnSpc>
                <a:spcBef>
                  <a:spcPct val="50000"/>
                </a:spcBef>
                <a:buClrTx/>
                <a:buSzTx/>
                <a:buFontTx/>
                <a:buNone/>
              </a:pPr>
              <a:r>
                <a:rPr kumimoji="1" lang="zh-CN" altLang="en-US" sz="1600" b="1" dirty="0">
                  <a:solidFill>
                    <a:schemeClr val="tx1"/>
                  </a:solidFill>
                  <a:latin typeface="Times New Roman" panose="02020603050405020304" pitchFamily="18" charset="0"/>
                </a:rPr>
                <a:t>            </a:t>
              </a:r>
              <a:r>
                <a:rPr kumimoji="1" lang="zh-CN" altLang="en-US" sz="1600" b="1" dirty="0">
                  <a:solidFill>
                    <a:schemeClr val="tx1"/>
                  </a:solidFill>
                  <a:latin typeface="Times New Roman" panose="02020603050405020304" pitchFamily="18" charset="0"/>
                  <a:sym typeface="MT Extra" panose="05050102010205020202" pitchFamily="18" charset="2"/>
                </a:rPr>
                <a:t> </a:t>
              </a:r>
            </a:p>
            <a:p>
              <a:pPr eaLnBrk="1" hangingPunct="1">
                <a:lnSpc>
                  <a:spcPct val="100000"/>
                </a:lnSpc>
                <a:spcBef>
                  <a:spcPct val="50000"/>
                </a:spcBef>
                <a:buClrTx/>
                <a:buSzTx/>
                <a:buFontTx/>
                <a:buNone/>
              </a:pPr>
              <a:r>
                <a:rPr kumimoji="1" lang="zh-CN" altLang="en-US" sz="1600" b="1" dirty="0">
                  <a:solidFill>
                    <a:schemeClr val="tx1"/>
                  </a:solidFill>
                  <a:latin typeface="Times New Roman" panose="02020603050405020304" pitchFamily="18" charset="0"/>
                </a:rPr>
                <a:t>    需要进行化验 </a:t>
              </a:r>
              <a:r>
                <a:rPr kumimoji="1" lang="en-US" altLang="zh-CN" sz="1600" b="1" dirty="0">
                  <a:solidFill>
                    <a:schemeClr val="tx1"/>
                  </a:solidFill>
                  <a:latin typeface="Times New Roman" panose="02020603050405020304" pitchFamily="18" charset="0"/>
                </a:rPr>
                <a:t>?</a:t>
              </a:r>
            </a:p>
            <a:p>
              <a:pPr eaLnBrk="1" hangingPunct="1">
                <a:lnSpc>
                  <a:spcPct val="100000"/>
                </a:lnSpc>
                <a:spcBef>
                  <a:spcPct val="50000"/>
                </a:spcBef>
                <a:buClrTx/>
                <a:buSzTx/>
                <a:buFontTx/>
                <a:buNone/>
              </a:pPr>
              <a:r>
                <a:rPr kumimoji="1" lang="en-US" altLang="zh-CN" sz="1600" b="1" dirty="0">
                  <a:solidFill>
                    <a:schemeClr val="tx1"/>
                  </a:solidFill>
                  <a:latin typeface="宋体" panose="02010600030101010101" pitchFamily="2" charset="-122"/>
                  <a:sym typeface="MT Extra" panose="05050102010205020202" pitchFamily="18" charset="2"/>
                </a:rPr>
                <a:t>      </a:t>
              </a:r>
              <a:r>
                <a:rPr kumimoji="1" lang="en-US" altLang="zh-CN" sz="1600" b="1" dirty="0">
                  <a:solidFill>
                    <a:schemeClr val="tx1"/>
                  </a:solidFill>
                  <a:latin typeface="Times New Roman" panose="02020603050405020304" pitchFamily="18" charset="0"/>
                  <a:sym typeface="MT Extra" panose="05050102010205020202" pitchFamily="18" charset="2"/>
                </a:rPr>
                <a:t> </a:t>
              </a:r>
            </a:p>
            <a:p>
              <a:pPr eaLnBrk="1" hangingPunct="1">
                <a:lnSpc>
                  <a:spcPct val="100000"/>
                </a:lnSpc>
                <a:spcBef>
                  <a:spcPct val="50000"/>
                </a:spcBef>
                <a:buClrTx/>
                <a:buSzTx/>
                <a:buFontTx/>
                <a:buNone/>
              </a:pPr>
              <a:r>
                <a:rPr kumimoji="1" lang="zh-CN" altLang="en-US" sz="1600" b="1" dirty="0">
                  <a:solidFill>
                    <a:schemeClr val="tx1"/>
                  </a:solidFill>
                  <a:latin typeface="宋体" panose="02010600030101010101" pitchFamily="2" charset="-122"/>
                  <a:sym typeface="MT Extra" panose="05050102010205020202" pitchFamily="18" charset="2"/>
                </a:rPr>
                <a:t>  进行</a:t>
              </a:r>
              <a:r>
                <a:rPr kumimoji="1" lang="zh-CN" altLang="en-US" sz="1600" b="1" dirty="0">
                  <a:solidFill>
                    <a:schemeClr val="tx1"/>
                  </a:solidFill>
                  <a:latin typeface="Times New Roman" panose="02020603050405020304" pitchFamily="18" charset="0"/>
                </a:rPr>
                <a:t>化验；</a:t>
              </a:r>
            </a:p>
            <a:p>
              <a:pPr eaLnBrk="1" hangingPunct="1">
                <a:lnSpc>
                  <a:spcPct val="100000"/>
                </a:lnSpc>
                <a:spcBef>
                  <a:spcPct val="50000"/>
                </a:spcBef>
                <a:buClrTx/>
                <a:buSzTx/>
                <a:buFontTx/>
                <a:buNone/>
              </a:pPr>
              <a:r>
                <a:rPr kumimoji="1" lang="zh-CN" altLang="en-US" sz="1600" b="1" dirty="0">
                  <a:solidFill>
                    <a:schemeClr val="tx1"/>
                  </a:solidFill>
                  <a:latin typeface="Times New Roman" panose="02020603050405020304" pitchFamily="18" charset="0"/>
                </a:rPr>
                <a:t>    开出化验结果；</a:t>
              </a:r>
            </a:p>
            <a:p>
              <a:pPr eaLnBrk="1" hangingPunct="1">
                <a:lnSpc>
                  <a:spcPct val="100000"/>
                </a:lnSpc>
                <a:spcBef>
                  <a:spcPct val="50000"/>
                </a:spcBef>
                <a:buClrTx/>
                <a:buSzTx/>
                <a:buFontTx/>
                <a:buNone/>
              </a:pPr>
              <a:r>
                <a:rPr kumimoji="1" lang="zh-CN" altLang="en-US" sz="1600" b="1" dirty="0">
                  <a:solidFill>
                    <a:schemeClr val="tx1"/>
                  </a:solidFill>
                  <a:latin typeface="Times New Roman" panose="02020603050405020304" pitchFamily="18" charset="0"/>
                  <a:sym typeface="MT Extra" panose="05050102010205020202" pitchFamily="18" charset="2"/>
                </a:rPr>
                <a:t>            </a:t>
              </a:r>
            </a:p>
          </p:txBody>
        </p:sp>
      </p:grpSp>
      <p:sp>
        <p:nvSpPr>
          <p:cNvPr id="17" name="Text Box 12">
            <a:extLst>
              <a:ext uri="{FF2B5EF4-FFF2-40B4-BE49-F238E27FC236}">
                <a16:creationId xmlns:a16="http://schemas.microsoft.com/office/drawing/2014/main" id="{6A58E112-E772-271F-EF9A-C2EF6269BD33}"/>
              </a:ext>
            </a:extLst>
          </p:cNvPr>
          <p:cNvSpPr txBox="1">
            <a:spLocks noChangeArrowheads="1"/>
          </p:cNvSpPr>
          <p:nvPr/>
        </p:nvSpPr>
        <p:spPr bwMode="auto">
          <a:xfrm>
            <a:off x="5012197" y="6343466"/>
            <a:ext cx="2108200" cy="385763"/>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0"/>
              </a:spcBef>
              <a:buFont typeface="Wingdings" panose="05000000000000000000" pitchFamily="2" charset="2"/>
              <a:buNone/>
            </a:pPr>
            <a:r>
              <a:rPr lang="zh-CN" altLang="en-US" sz="1600" b="0">
                <a:solidFill>
                  <a:schemeClr val="tx1"/>
                </a:solidFill>
                <a:latin typeface="Times New Roman" panose="02020603050405020304" pitchFamily="18" charset="0"/>
              </a:rPr>
              <a:t>进程同步活动示意图</a:t>
            </a:r>
          </a:p>
        </p:txBody>
      </p:sp>
    </p:spTree>
    <p:extLst>
      <p:ext uri="{BB962C8B-B14F-4D97-AF65-F5344CB8AC3E}">
        <p14:creationId xmlns:p14="http://schemas.microsoft.com/office/powerpoint/2010/main" val="3378700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B56D90-A71F-FF7A-FADE-4C25762256FC}"/>
              </a:ext>
            </a:extLst>
          </p:cNvPr>
          <p:cNvSpPr>
            <a:spLocks noGrp="1"/>
          </p:cNvSpPr>
          <p:nvPr>
            <p:ph type="title"/>
          </p:nvPr>
        </p:nvSpPr>
        <p:spPr/>
        <p:txBody>
          <a:bodyPr>
            <a:normAutofit/>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进程之间的相互制约关系</a:t>
            </a:r>
            <a:endParaRPr lang="zh-CN" altLang="en-US" dirty="0"/>
          </a:p>
        </p:txBody>
      </p:sp>
      <p:sp>
        <p:nvSpPr>
          <p:cNvPr id="3" name="Rectangle 4">
            <a:extLst>
              <a:ext uri="{FF2B5EF4-FFF2-40B4-BE49-F238E27FC236}">
                <a16:creationId xmlns:a16="http://schemas.microsoft.com/office/drawing/2014/main" id="{A9448A51-BDE1-CCCA-CDA7-EE933E89B0DC}"/>
              </a:ext>
            </a:extLst>
          </p:cNvPr>
          <p:cNvSpPr>
            <a:spLocks noChangeArrowheads="1"/>
          </p:cNvSpPr>
          <p:nvPr/>
        </p:nvSpPr>
        <p:spPr bwMode="auto">
          <a:xfrm>
            <a:off x="812584" y="1139636"/>
            <a:ext cx="7172325" cy="1150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30000"/>
              </a:lnSpc>
              <a:buFont typeface="Wingdings" panose="05000000000000000000" pitchFamily="2" charset="2"/>
              <a:buNone/>
            </a:pPr>
            <a:r>
              <a:rPr lang="en-US" altLang="zh-CN" sz="2400" dirty="0">
                <a:solidFill>
                  <a:srgbClr val="000099"/>
                </a:solidFill>
                <a:latin typeface="Times New Roman" panose="02020603050405020304" pitchFamily="18" charset="0"/>
              </a:rPr>
              <a:t>②</a:t>
            </a:r>
            <a:r>
              <a:rPr lang="en-US" altLang="zh-CN" sz="2400" dirty="0">
                <a:solidFill>
                  <a:srgbClr val="000099"/>
                </a:solidFill>
                <a:latin typeface="宋体" panose="02010600030101010101" pitchFamily="2" charset="-122"/>
              </a:rPr>
              <a:t> </a:t>
            </a:r>
            <a:r>
              <a:rPr lang="zh-CN" altLang="en-US" sz="2400" dirty="0">
                <a:solidFill>
                  <a:srgbClr val="000099"/>
                </a:solidFill>
                <a:latin typeface="Times New Roman" panose="02020603050405020304" pitchFamily="18" charset="0"/>
              </a:rPr>
              <a:t>共享缓冲区的计算进程与打印进程的同步</a:t>
            </a:r>
          </a:p>
          <a:p>
            <a:pPr eaLnBrk="1" hangingPunct="1">
              <a:lnSpc>
                <a:spcPct val="130000"/>
              </a:lnSpc>
              <a:buFont typeface="Wingdings" panose="05000000000000000000" pitchFamily="2" charset="2"/>
              <a:buNone/>
            </a:pPr>
            <a:r>
              <a:rPr lang="zh-CN" altLang="en-US" sz="2400" b="0" dirty="0">
                <a:solidFill>
                  <a:schemeClr val="tx1"/>
                </a:solidFill>
                <a:latin typeface="Times New Roman" panose="02020603050405020304" pitchFamily="18" charset="0"/>
              </a:rPr>
              <a:t>       计算进程 </a:t>
            </a:r>
            <a:r>
              <a:rPr lang="en-US" altLang="zh-CN" sz="2400" b="0" dirty="0">
                <a:solidFill>
                  <a:schemeClr val="tx1"/>
                </a:solidFill>
                <a:latin typeface="Times New Roman" panose="02020603050405020304" pitchFamily="18" charset="0"/>
              </a:rPr>
              <a:t>cp</a:t>
            </a:r>
            <a:r>
              <a:rPr lang="zh-CN" altLang="en-US" sz="2400" b="0" dirty="0">
                <a:solidFill>
                  <a:schemeClr val="tx1"/>
                </a:solidFill>
                <a:latin typeface="Times New Roman" panose="02020603050405020304" pitchFamily="18" charset="0"/>
              </a:rPr>
              <a:t>和打印进程 </a:t>
            </a:r>
            <a:r>
              <a:rPr lang="en-US" altLang="zh-CN" sz="2400" b="0" dirty="0" err="1">
                <a:solidFill>
                  <a:schemeClr val="tx1"/>
                </a:solidFill>
                <a:latin typeface="Times New Roman" panose="02020603050405020304" pitchFamily="18" charset="0"/>
              </a:rPr>
              <a:t>iop</a:t>
            </a:r>
            <a:r>
              <a:rPr lang="zh-CN" altLang="en-US" sz="2400" b="0" dirty="0">
                <a:solidFill>
                  <a:schemeClr val="tx1"/>
                </a:solidFill>
                <a:latin typeface="Times New Roman" panose="02020603050405020304" pitchFamily="18" charset="0"/>
              </a:rPr>
              <a:t>公用一个单缓冲</a:t>
            </a:r>
          </a:p>
        </p:txBody>
      </p:sp>
      <p:grpSp>
        <p:nvGrpSpPr>
          <p:cNvPr id="4" name="Group 5">
            <a:extLst>
              <a:ext uri="{FF2B5EF4-FFF2-40B4-BE49-F238E27FC236}">
                <a16:creationId xmlns:a16="http://schemas.microsoft.com/office/drawing/2014/main" id="{1D590B5C-BB40-D740-56C1-F8ADBF98255F}"/>
              </a:ext>
            </a:extLst>
          </p:cNvPr>
          <p:cNvGrpSpPr>
            <a:grpSpLocks/>
          </p:cNvGrpSpPr>
          <p:nvPr/>
        </p:nvGrpSpPr>
        <p:grpSpPr bwMode="auto">
          <a:xfrm>
            <a:off x="3866934" y="3065273"/>
            <a:ext cx="2801938" cy="1606550"/>
            <a:chOff x="1488" y="1128"/>
            <a:chExt cx="1765" cy="1012"/>
          </a:xfrm>
        </p:grpSpPr>
        <p:sp>
          <p:nvSpPr>
            <p:cNvPr id="5" name="Text Box 6">
              <a:extLst>
                <a:ext uri="{FF2B5EF4-FFF2-40B4-BE49-F238E27FC236}">
                  <a16:creationId xmlns:a16="http://schemas.microsoft.com/office/drawing/2014/main" id="{204C39D1-11CB-5926-32A0-45F19E72E1C9}"/>
                </a:ext>
              </a:extLst>
            </p:cNvPr>
            <p:cNvSpPr txBox="1">
              <a:spLocks noChangeArrowheads="1"/>
            </p:cNvSpPr>
            <p:nvPr/>
          </p:nvSpPr>
          <p:spPr bwMode="auto">
            <a:xfrm>
              <a:off x="1924" y="1838"/>
              <a:ext cx="906" cy="302"/>
            </a:xfrm>
            <a:prstGeom prst="rect">
              <a:avLst/>
            </a:prstGeom>
            <a:solidFill>
              <a:srgbClr val="CCE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50000"/>
                </a:lnSpc>
                <a:spcBef>
                  <a:spcPct val="50000"/>
                </a:spcBef>
                <a:buClrTx/>
                <a:buSzTx/>
                <a:buFontTx/>
                <a:buNone/>
              </a:pPr>
              <a:r>
                <a:rPr kumimoji="1" lang="en-US" altLang="zh-CN" sz="1600" b="0">
                  <a:solidFill>
                    <a:schemeClr val="tx1"/>
                  </a:solidFill>
                  <a:latin typeface="Times New Roman" panose="02020603050405020304" pitchFamily="18" charset="0"/>
                </a:rPr>
                <a:t>   </a:t>
              </a:r>
              <a:r>
                <a:rPr kumimoji="1" lang="zh-CN" altLang="en-US" sz="1600">
                  <a:solidFill>
                    <a:schemeClr val="tx1"/>
                  </a:solidFill>
                  <a:latin typeface="Times New Roman" panose="02020603050405020304" pitchFamily="18" charset="0"/>
                </a:rPr>
                <a:t>缓冲区</a:t>
              </a:r>
              <a:r>
                <a:rPr kumimoji="1" lang="en-US" altLang="zh-CN" sz="1600">
                  <a:solidFill>
                    <a:schemeClr val="tx1"/>
                  </a:solidFill>
                  <a:latin typeface="Times New Roman" panose="02020603050405020304" pitchFamily="18" charset="0"/>
                </a:rPr>
                <a:t>buf</a:t>
              </a:r>
            </a:p>
          </p:txBody>
        </p:sp>
        <p:sp>
          <p:nvSpPr>
            <p:cNvPr id="6" name="Oval 7">
              <a:extLst>
                <a:ext uri="{FF2B5EF4-FFF2-40B4-BE49-F238E27FC236}">
                  <a16:creationId xmlns:a16="http://schemas.microsoft.com/office/drawing/2014/main" id="{48E74ED4-EE14-29CA-DE57-856D299A4B73}"/>
                </a:ext>
              </a:extLst>
            </p:cNvPr>
            <p:cNvSpPr>
              <a:spLocks noChangeArrowheads="1"/>
            </p:cNvSpPr>
            <p:nvPr/>
          </p:nvSpPr>
          <p:spPr bwMode="auto">
            <a:xfrm>
              <a:off x="2845" y="1128"/>
              <a:ext cx="408" cy="408"/>
            </a:xfrm>
            <a:prstGeom prst="ellipse">
              <a:avLst/>
            </a:prstGeom>
            <a:solidFill>
              <a:srgbClr val="CCECFF"/>
            </a:solidFill>
            <a:ln w="9525">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chemeClr val="tx1"/>
                  </a:solidFill>
                  <a:latin typeface="Times New Roman" panose="02020603050405020304" pitchFamily="18" charset="0"/>
                </a:rPr>
                <a:t>iop</a:t>
              </a:r>
              <a:endParaRPr kumimoji="1" lang="en-US" altLang="zh-CN" sz="1600" b="0">
                <a:solidFill>
                  <a:schemeClr val="tx1"/>
                </a:solidFill>
                <a:latin typeface="Times New Roman" panose="02020603050405020304" pitchFamily="18" charset="0"/>
              </a:endParaRPr>
            </a:p>
          </p:txBody>
        </p:sp>
        <p:sp>
          <p:nvSpPr>
            <p:cNvPr id="7" name="Oval 8">
              <a:extLst>
                <a:ext uri="{FF2B5EF4-FFF2-40B4-BE49-F238E27FC236}">
                  <a16:creationId xmlns:a16="http://schemas.microsoft.com/office/drawing/2014/main" id="{427102F9-76F2-75FA-07AD-9CB7B0E4A33E}"/>
                </a:ext>
              </a:extLst>
            </p:cNvPr>
            <p:cNvSpPr>
              <a:spLocks noChangeArrowheads="1"/>
            </p:cNvSpPr>
            <p:nvPr/>
          </p:nvSpPr>
          <p:spPr bwMode="auto">
            <a:xfrm>
              <a:off x="1488" y="1137"/>
              <a:ext cx="408" cy="408"/>
            </a:xfrm>
            <a:prstGeom prst="ellipse">
              <a:avLst/>
            </a:prstGeom>
            <a:solidFill>
              <a:srgbClr val="CCECFF"/>
            </a:solidFill>
            <a:ln w="9525">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chemeClr val="tx1"/>
                  </a:solidFill>
                  <a:latin typeface="Times New Roman" panose="02020603050405020304" pitchFamily="18" charset="0"/>
                </a:rPr>
                <a:t> cp</a:t>
              </a:r>
              <a:endParaRPr kumimoji="1" lang="en-US" altLang="zh-CN" sz="1600" b="0">
                <a:solidFill>
                  <a:schemeClr val="tx1"/>
                </a:solidFill>
                <a:latin typeface="Times New Roman" panose="02020603050405020304" pitchFamily="18" charset="0"/>
              </a:endParaRPr>
            </a:p>
          </p:txBody>
        </p:sp>
        <p:sp>
          <p:nvSpPr>
            <p:cNvPr id="8" name="Line 9">
              <a:extLst>
                <a:ext uri="{FF2B5EF4-FFF2-40B4-BE49-F238E27FC236}">
                  <a16:creationId xmlns:a16="http://schemas.microsoft.com/office/drawing/2014/main" id="{464696CE-A88A-06F2-2091-D952DAA5E267}"/>
                </a:ext>
              </a:extLst>
            </p:cNvPr>
            <p:cNvSpPr>
              <a:spLocks noChangeShapeType="1"/>
            </p:cNvSpPr>
            <p:nvPr/>
          </p:nvSpPr>
          <p:spPr bwMode="auto">
            <a:xfrm>
              <a:off x="1877" y="1446"/>
              <a:ext cx="384" cy="381"/>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9" name="Line 10">
              <a:extLst>
                <a:ext uri="{FF2B5EF4-FFF2-40B4-BE49-F238E27FC236}">
                  <a16:creationId xmlns:a16="http://schemas.microsoft.com/office/drawing/2014/main" id="{786B1933-BF2C-7CBB-DB3D-43F549267867}"/>
                </a:ext>
              </a:extLst>
            </p:cNvPr>
            <p:cNvSpPr>
              <a:spLocks noChangeShapeType="1"/>
            </p:cNvSpPr>
            <p:nvPr/>
          </p:nvSpPr>
          <p:spPr bwMode="auto">
            <a:xfrm flipV="1">
              <a:off x="2464" y="1444"/>
              <a:ext cx="411" cy="383"/>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10" name="Text Box 11">
            <a:extLst>
              <a:ext uri="{FF2B5EF4-FFF2-40B4-BE49-F238E27FC236}">
                <a16:creationId xmlns:a16="http://schemas.microsoft.com/office/drawing/2014/main" id="{DDDCC1BE-C9DE-CCD7-C3C2-9442D16EBD13}"/>
              </a:ext>
            </a:extLst>
          </p:cNvPr>
          <p:cNvSpPr txBox="1">
            <a:spLocks noChangeArrowheads="1"/>
          </p:cNvSpPr>
          <p:nvPr/>
        </p:nvSpPr>
        <p:spPr bwMode="auto">
          <a:xfrm>
            <a:off x="2301551" y="3205558"/>
            <a:ext cx="1327366" cy="338554"/>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dirty="0">
                <a:solidFill>
                  <a:schemeClr val="tx1"/>
                </a:solidFill>
                <a:latin typeface="Times New Roman" panose="02020603050405020304" pitchFamily="18" charset="0"/>
              </a:rPr>
              <a:t>D   C   B    A</a:t>
            </a:r>
          </a:p>
        </p:txBody>
      </p:sp>
      <p:sp>
        <p:nvSpPr>
          <p:cNvPr id="18" name="Text Box 20">
            <a:extLst>
              <a:ext uri="{FF2B5EF4-FFF2-40B4-BE49-F238E27FC236}">
                <a16:creationId xmlns:a16="http://schemas.microsoft.com/office/drawing/2014/main" id="{538C667C-6085-5CE6-1347-300CECE273E8}"/>
              </a:ext>
            </a:extLst>
          </p:cNvPr>
          <p:cNvSpPr txBox="1">
            <a:spLocks noChangeArrowheads="1"/>
          </p:cNvSpPr>
          <p:nvPr/>
        </p:nvSpPr>
        <p:spPr bwMode="auto">
          <a:xfrm>
            <a:off x="3938372" y="5773548"/>
            <a:ext cx="3078162" cy="385763"/>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0"/>
              </a:spcBef>
              <a:buFont typeface="Wingdings" panose="05000000000000000000" pitchFamily="2" charset="2"/>
              <a:buNone/>
            </a:pPr>
            <a:r>
              <a:rPr lang="zh-CN" altLang="en-US" sz="1600" b="0">
                <a:solidFill>
                  <a:schemeClr val="tx1"/>
                </a:solidFill>
                <a:latin typeface="Times New Roman" panose="02020603050405020304" pitchFamily="18" charset="0"/>
              </a:rPr>
              <a:t>两个进程共享一个缓冲区示意图</a:t>
            </a:r>
          </a:p>
        </p:txBody>
      </p:sp>
      <p:sp>
        <p:nvSpPr>
          <p:cNvPr id="21" name="Text Box 11">
            <a:extLst>
              <a:ext uri="{FF2B5EF4-FFF2-40B4-BE49-F238E27FC236}">
                <a16:creationId xmlns:a16="http://schemas.microsoft.com/office/drawing/2014/main" id="{AFD2BEFE-2DCB-4138-9241-C0F9F209B83E}"/>
              </a:ext>
            </a:extLst>
          </p:cNvPr>
          <p:cNvSpPr txBox="1">
            <a:spLocks noChangeArrowheads="1"/>
          </p:cNvSpPr>
          <p:nvPr/>
        </p:nvSpPr>
        <p:spPr bwMode="auto">
          <a:xfrm>
            <a:off x="7016534" y="3174790"/>
            <a:ext cx="1327366" cy="338554"/>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dirty="0">
                <a:solidFill>
                  <a:schemeClr val="tx1"/>
                </a:solidFill>
                <a:latin typeface="Times New Roman" panose="02020603050405020304" pitchFamily="18" charset="0"/>
              </a:rPr>
              <a:t>D   C   B    A</a:t>
            </a:r>
          </a:p>
        </p:txBody>
      </p:sp>
      <p:cxnSp>
        <p:nvCxnSpPr>
          <p:cNvPr id="23" name="直接箭头连接符 22">
            <a:extLst>
              <a:ext uri="{FF2B5EF4-FFF2-40B4-BE49-F238E27FC236}">
                <a16:creationId xmlns:a16="http://schemas.microsoft.com/office/drawing/2014/main" id="{869BC4A9-6CF6-4BD0-938C-55FC091856BB}"/>
              </a:ext>
            </a:extLst>
          </p:cNvPr>
          <p:cNvCxnSpPr/>
          <p:nvPr/>
        </p:nvCxnSpPr>
        <p:spPr>
          <a:xfrm>
            <a:off x="2393950" y="3649473"/>
            <a:ext cx="10985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 Box 11">
            <a:extLst>
              <a:ext uri="{FF2B5EF4-FFF2-40B4-BE49-F238E27FC236}">
                <a16:creationId xmlns:a16="http://schemas.microsoft.com/office/drawing/2014/main" id="{FC0ED9AE-5ED5-4BD0-9863-E5B93DB7AEA6}"/>
              </a:ext>
            </a:extLst>
          </p:cNvPr>
          <p:cNvSpPr txBox="1">
            <a:spLocks noChangeArrowheads="1"/>
          </p:cNvSpPr>
          <p:nvPr/>
        </p:nvSpPr>
        <p:spPr bwMode="auto">
          <a:xfrm>
            <a:off x="2385797" y="3749467"/>
            <a:ext cx="1098550" cy="338554"/>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dirty="0">
                <a:solidFill>
                  <a:schemeClr val="tx1"/>
                </a:solidFill>
                <a:latin typeface="Times New Roman" panose="02020603050405020304" pitchFamily="18" charset="0"/>
              </a:rPr>
              <a:t>输入序列</a:t>
            </a:r>
            <a:endParaRPr kumimoji="1" lang="en-US" altLang="zh-CN" sz="1600" dirty="0">
              <a:solidFill>
                <a:schemeClr val="tx1"/>
              </a:solidFill>
              <a:latin typeface="Times New Roman" panose="02020603050405020304" pitchFamily="18" charset="0"/>
            </a:endParaRPr>
          </a:p>
        </p:txBody>
      </p:sp>
      <p:cxnSp>
        <p:nvCxnSpPr>
          <p:cNvPr id="25" name="直接箭头连接符 24">
            <a:extLst>
              <a:ext uri="{FF2B5EF4-FFF2-40B4-BE49-F238E27FC236}">
                <a16:creationId xmlns:a16="http://schemas.microsoft.com/office/drawing/2014/main" id="{4AE20CEF-BB81-4E85-942C-B6379A1BE279}"/>
              </a:ext>
            </a:extLst>
          </p:cNvPr>
          <p:cNvCxnSpPr/>
          <p:nvPr/>
        </p:nvCxnSpPr>
        <p:spPr>
          <a:xfrm>
            <a:off x="7112000" y="3629252"/>
            <a:ext cx="10985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 Box 11">
            <a:extLst>
              <a:ext uri="{FF2B5EF4-FFF2-40B4-BE49-F238E27FC236}">
                <a16:creationId xmlns:a16="http://schemas.microsoft.com/office/drawing/2014/main" id="{629F91E8-622C-4A84-9C02-64685BB430BA}"/>
              </a:ext>
            </a:extLst>
          </p:cNvPr>
          <p:cNvSpPr txBox="1">
            <a:spLocks noChangeArrowheads="1"/>
          </p:cNvSpPr>
          <p:nvPr/>
        </p:nvSpPr>
        <p:spPr bwMode="auto">
          <a:xfrm>
            <a:off x="7103847" y="3729246"/>
            <a:ext cx="1098550" cy="338554"/>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dirty="0">
                <a:solidFill>
                  <a:schemeClr val="tx1"/>
                </a:solidFill>
                <a:latin typeface="Times New Roman" panose="02020603050405020304" pitchFamily="18" charset="0"/>
              </a:rPr>
              <a:t>输出序列</a:t>
            </a:r>
            <a:endParaRPr kumimoji="1" lang="en-US" altLang="zh-CN" sz="1600" dirty="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3810934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anim calcmode="lin" valueType="num">
                                      <p:cBhvr additive="base">
                                        <p:cTn id="13" dur="500" fill="hold"/>
                                        <p:tgtEl>
                                          <p:spTgt spid="21"/>
                                        </p:tgtEl>
                                        <p:attrNameLst>
                                          <p:attrName>ppt_x</p:attrName>
                                        </p:attrNameLst>
                                      </p:cBhvr>
                                      <p:tavLst>
                                        <p:tav tm="0">
                                          <p:val>
                                            <p:strVal val="#ppt_x"/>
                                          </p:val>
                                        </p:tav>
                                        <p:tav tm="100000">
                                          <p:val>
                                            <p:strVal val="#ppt_x"/>
                                          </p:val>
                                        </p:tav>
                                      </p:tavLst>
                                    </p:anim>
                                    <p:anim calcmode="lin" valueType="num">
                                      <p:cBhvr additive="base">
                                        <p:cTn id="14"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anim calcmode="lin" valueType="num">
                                      <p:cBhvr additive="base">
                                        <p:cTn id="19" dur="500" fill="hold"/>
                                        <p:tgtEl>
                                          <p:spTgt spid="24"/>
                                        </p:tgtEl>
                                        <p:attrNameLst>
                                          <p:attrName>ppt_x</p:attrName>
                                        </p:attrNameLst>
                                      </p:cBhvr>
                                      <p:tavLst>
                                        <p:tav tm="0">
                                          <p:val>
                                            <p:strVal val="#ppt_x"/>
                                          </p:val>
                                        </p:tav>
                                        <p:tav tm="100000">
                                          <p:val>
                                            <p:strVal val="#ppt_x"/>
                                          </p:val>
                                        </p:tav>
                                      </p:tavLst>
                                    </p:anim>
                                    <p:anim calcmode="lin" valueType="num">
                                      <p:cBhvr additive="base">
                                        <p:cTn id="20"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anim calcmode="lin" valueType="num">
                                      <p:cBhvr additive="base">
                                        <p:cTn id="25" dur="500" fill="hold"/>
                                        <p:tgtEl>
                                          <p:spTgt spid="26"/>
                                        </p:tgtEl>
                                        <p:attrNameLst>
                                          <p:attrName>ppt_x</p:attrName>
                                        </p:attrNameLst>
                                      </p:cBhvr>
                                      <p:tavLst>
                                        <p:tav tm="0">
                                          <p:val>
                                            <p:strVal val="#ppt_x"/>
                                          </p:val>
                                        </p:tav>
                                        <p:tav tm="100000">
                                          <p:val>
                                            <p:strVal val="#ppt_x"/>
                                          </p:val>
                                        </p:tav>
                                      </p:tavLst>
                                    </p:anim>
                                    <p:anim calcmode="lin" valueType="num">
                                      <p:cBhvr additive="base">
                                        <p:cTn id="26"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1" grpId="0"/>
      <p:bldP spid="24" grpId="0"/>
      <p:bldP spid="2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normAutofit/>
          </a:bodyPr>
          <a:lstStyle/>
          <a:p>
            <a:r>
              <a:rPr lang="zh-CN" altLang="en-US" dirty="0"/>
              <a:t>提纲</a:t>
            </a:r>
          </a:p>
        </p:txBody>
      </p:sp>
      <p:sp>
        <p:nvSpPr>
          <p:cNvPr id="3" name="内容占位符 2">
            <a:extLst>
              <a:ext uri="{FF2B5EF4-FFF2-40B4-BE49-F238E27FC236}">
                <a16:creationId xmlns:a16="http://schemas.microsoft.com/office/drawing/2014/main" id="{E1D53BB8-3151-4F39-93BC-2773EDE912B2}"/>
              </a:ext>
            </a:extLst>
          </p:cNvPr>
          <p:cNvSpPr>
            <a:spLocks noGrp="1"/>
          </p:cNvSpPr>
          <p:nvPr>
            <p:ph idx="1"/>
          </p:nvPr>
        </p:nvSpPr>
        <p:spPr/>
        <p:txBody>
          <a:bodyPr/>
          <a:lstStyle/>
          <a:p>
            <a:r>
              <a:rPr lang="zh-CN" altLang="en-US" dirty="0"/>
              <a:t>进程的引入</a:t>
            </a:r>
          </a:p>
          <a:p>
            <a:r>
              <a:rPr lang="zh-CN" altLang="en-US" dirty="0"/>
              <a:t>进程概念</a:t>
            </a:r>
          </a:p>
          <a:p>
            <a:r>
              <a:rPr lang="zh-CN" altLang="en-US" dirty="0"/>
              <a:t>进程控制</a:t>
            </a:r>
          </a:p>
          <a:p>
            <a:r>
              <a:rPr lang="zh-CN" altLang="en-US" dirty="0"/>
              <a:t>进程的相互制约关系</a:t>
            </a:r>
          </a:p>
          <a:p>
            <a:r>
              <a:rPr lang="zh-CN" altLang="en-US" dirty="0">
                <a:solidFill>
                  <a:srgbClr val="FF0000"/>
                </a:solidFill>
              </a:rPr>
              <a:t>进程同步机构</a:t>
            </a:r>
          </a:p>
          <a:p>
            <a:r>
              <a:rPr lang="zh-CN" altLang="en-US" dirty="0"/>
              <a:t>进程互斥与同步的实现</a:t>
            </a:r>
            <a:endParaRPr lang="en-US" altLang="zh-CN" dirty="0"/>
          </a:p>
          <a:p>
            <a:r>
              <a:rPr lang="zh-CN" altLang="en-US" dirty="0"/>
              <a:t>线程</a:t>
            </a:r>
            <a:endParaRPr lang="en-US" altLang="zh-CN" dirty="0"/>
          </a:p>
          <a:p>
            <a:r>
              <a:rPr lang="zh-CN" altLang="en-US" dirty="0"/>
              <a:t>进程调度</a:t>
            </a:r>
          </a:p>
        </p:txBody>
      </p:sp>
    </p:spTree>
    <p:extLst>
      <p:ext uri="{BB962C8B-B14F-4D97-AF65-F5344CB8AC3E}">
        <p14:creationId xmlns:p14="http://schemas.microsoft.com/office/powerpoint/2010/main" val="12457248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B56D90-A71F-FF7A-FADE-4C25762256FC}"/>
              </a:ext>
            </a:extLst>
          </p:cNvPr>
          <p:cNvSpPr>
            <a:spLocks noGrp="1"/>
          </p:cNvSpPr>
          <p:nvPr>
            <p:ph type="title"/>
          </p:nvPr>
        </p:nvSpPr>
        <p:spPr/>
        <p:txBody>
          <a:bodyPr>
            <a:normAutofit/>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进程同步机构</a:t>
            </a:r>
            <a:endParaRPr lang="zh-CN" altLang="en-US" dirty="0"/>
          </a:p>
        </p:txBody>
      </p:sp>
      <p:sp>
        <p:nvSpPr>
          <p:cNvPr id="3" name="Rectangle 3">
            <a:extLst>
              <a:ext uri="{FF2B5EF4-FFF2-40B4-BE49-F238E27FC236}">
                <a16:creationId xmlns:a16="http://schemas.microsoft.com/office/drawing/2014/main" id="{821FE252-A2C3-D737-60C6-AED2572679DD}"/>
              </a:ext>
            </a:extLst>
          </p:cNvPr>
          <p:cNvSpPr>
            <a:spLocks noChangeArrowheads="1"/>
          </p:cNvSpPr>
          <p:nvPr/>
        </p:nvSpPr>
        <p:spPr bwMode="auto">
          <a:xfrm>
            <a:off x="252789" y="1023938"/>
            <a:ext cx="8318500" cy="2609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a:lnSpc>
                <a:spcPct val="120000"/>
              </a:lnSpc>
              <a:buClr>
                <a:schemeClr val="tx2"/>
              </a:buClr>
              <a:buSzPct val="95000"/>
              <a:buFont typeface="Wingdings" panose="05000000000000000000" pitchFamily="2" charset="2"/>
              <a:buNone/>
              <a:defRPr/>
            </a:pPr>
            <a:r>
              <a:rPr lang="en-US" altLang="zh-CN" sz="2800" b="1" dirty="0">
                <a:solidFill>
                  <a:srgbClr val="335F90"/>
                </a:solidFill>
                <a:latin typeface="Times New Roman" panose="02020603050405020304" pitchFamily="18" charset="0"/>
              </a:rPr>
              <a:t>1.  </a:t>
            </a:r>
            <a:r>
              <a:rPr lang="zh-CN" altLang="en-US" sz="2800" b="1" dirty="0">
                <a:solidFill>
                  <a:srgbClr val="335F90"/>
                </a:solidFill>
                <a:latin typeface="Times New Roman" panose="02020603050405020304" pitchFamily="18" charset="0"/>
              </a:rPr>
              <a:t>锁和上锁、开锁操作</a:t>
            </a:r>
          </a:p>
          <a:p>
            <a:pPr marL="0" indent="0" algn="just">
              <a:lnSpc>
                <a:spcPct val="150000"/>
              </a:lnSpc>
              <a:spcBef>
                <a:spcPts val="1000"/>
              </a:spcBef>
              <a:buClr>
                <a:srgbClr val="FFC000"/>
              </a:buClr>
              <a:buNone/>
              <a:defRPr/>
            </a:pPr>
            <a:r>
              <a:rPr lang="zh-CN" altLang="en-US" sz="2600" b="1" dirty="0">
                <a:solidFill>
                  <a:prstClr val="black"/>
                </a:solidFill>
                <a:effectLst/>
                <a:latin typeface="微软雅黑" panose="020B0503020204020204" pitchFamily="34" charset="-122"/>
                <a:ea typeface="微软雅黑" panose="020B0503020204020204" pitchFamily="34" charset="-122"/>
              </a:rPr>
              <a:t>      </a:t>
            </a:r>
            <a:r>
              <a:rPr lang="en-US" altLang="zh-CN" sz="2600" b="1" dirty="0">
                <a:solidFill>
                  <a:prstClr val="black"/>
                </a:solidFill>
                <a:effectLst/>
                <a:latin typeface="微软雅黑" panose="020B0503020204020204" pitchFamily="34" charset="-122"/>
                <a:ea typeface="微软雅黑" panose="020B0503020204020204" pitchFamily="34" charset="-122"/>
              </a:rPr>
              <a:t>(1) </a:t>
            </a:r>
            <a:r>
              <a:rPr lang="zh-CN" altLang="en-US" sz="2600" b="1" dirty="0">
                <a:solidFill>
                  <a:prstClr val="black"/>
                </a:solidFill>
                <a:effectLst/>
                <a:latin typeface="微软雅黑" panose="020B0503020204020204" pitchFamily="34" charset="-122"/>
                <a:ea typeface="微软雅黑" panose="020B0503020204020204" pitchFamily="34" charset="-122"/>
              </a:rPr>
              <a:t>什么是锁</a:t>
            </a:r>
          </a:p>
          <a:p>
            <a:pPr eaLnBrk="1" hangingPunct="1">
              <a:lnSpc>
                <a:spcPct val="130000"/>
              </a:lnSpc>
              <a:buClr>
                <a:schemeClr val="tx2"/>
              </a:buClr>
              <a:buSzPct val="95000"/>
              <a:buFont typeface="Wingdings" panose="05000000000000000000" pitchFamily="2" charset="2"/>
              <a:buNone/>
              <a:defRPr/>
            </a:pPr>
            <a:r>
              <a:rPr lang="zh-CN" altLang="en-US" sz="2000" b="0" dirty="0">
                <a:solidFill>
                  <a:schemeClr val="tx1"/>
                </a:solidFill>
                <a:effectLst/>
                <a:latin typeface="Times New Roman" panose="02020603050405020304" pitchFamily="18" charset="0"/>
              </a:rPr>
              <a:t>	       </a:t>
            </a:r>
            <a:r>
              <a:rPr lang="zh-CN" altLang="en-US" sz="2400" b="0" dirty="0">
                <a:solidFill>
                  <a:schemeClr val="tx1"/>
                </a:solidFill>
                <a:effectLst/>
                <a:latin typeface="Times New Roman" panose="02020603050405020304" pitchFamily="18" charset="0"/>
              </a:rPr>
              <a:t>用变量</a:t>
            </a:r>
            <a:r>
              <a:rPr lang="en-US" altLang="zh-CN" sz="2400" b="0" dirty="0">
                <a:solidFill>
                  <a:schemeClr val="tx1"/>
                </a:solidFill>
                <a:effectLst/>
                <a:latin typeface="Times New Roman" panose="02020603050405020304" pitchFamily="18" charset="0"/>
              </a:rPr>
              <a:t>w</a:t>
            </a:r>
            <a:r>
              <a:rPr lang="zh-CN" altLang="zh-CN" sz="2400" b="0" dirty="0">
                <a:solidFill>
                  <a:schemeClr val="tx1"/>
                </a:solidFill>
                <a:effectLst/>
                <a:latin typeface="Times New Roman" panose="02020603050405020304" pitchFamily="18" charset="0"/>
              </a:rPr>
              <a:t>代表某种资源的状态，</a:t>
            </a:r>
            <a:r>
              <a:rPr lang="en-US" altLang="zh-CN" sz="2400" b="0" dirty="0">
                <a:solidFill>
                  <a:schemeClr val="tx1"/>
                </a:solidFill>
                <a:effectLst/>
                <a:latin typeface="Times New Roman" panose="02020603050405020304" pitchFamily="18" charset="0"/>
              </a:rPr>
              <a:t>w</a:t>
            </a:r>
            <a:r>
              <a:rPr lang="zh-CN" altLang="zh-CN" sz="2400" b="0" dirty="0">
                <a:solidFill>
                  <a:schemeClr val="tx1"/>
                </a:solidFill>
                <a:effectLst/>
                <a:latin typeface="Times New Roman" panose="02020603050405020304" pitchFamily="18" charset="0"/>
              </a:rPr>
              <a:t>称为“锁”</a:t>
            </a:r>
            <a:r>
              <a:rPr lang="zh-CN" altLang="en-US" sz="2400" b="0" dirty="0">
                <a:solidFill>
                  <a:schemeClr val="tx1"/>
                </a:solidFill>
                <a:effectLst/>
                <a:latin typeface="Times New Roman" panose="02020603050405020304" pitchFamily="18" charset="0"/>
              </a:rPr>
              <a:t> 。</a:t>
            </a:r>
          </a:p>
          <a:p>
            <a:pPr marL="0" indent="0" algn="just">
              <a:lnSpc>
                <a:spcPct val="150000"/>
              </a:lnSpc>
              <a:spcBef>
                <a:spcPts val="1000"/>
              </a:spcBef>
              <a:buClr>
                <a:srgbClr val="FFC000"/>
              </a:buClr>
              <a:buNone/>
              <a:defRPr/>
            </a:pPr>
            <a:r>
              <a:rPr lang="zh-CN" altLang="en-US" sz="2600" b="1" dirty="0">
                <a:solidFill>
                  <a:prstClr val="black"/>
                </a:solidFill>
                <a:effectLst/>
                <a:latin typeface="微软雅黑" panose="020B0503020204020204" pitchFamily="34" charset="-122"/>
                <a:ea typeface="微软雅黑" panose="020B0503020204020204" pitchFamily="34" charset="-122"/>
              </a:rPr>
              <a:t>      </a:t>
            </a:r>
            <a:r>
              <a:rPr lang="en-US" altLang="zh-CN" sz="2600" b="1" dirty="0">
                <a:solidFill>
                  <a:prstClr val="black"/>
                </a:solidFill>
                <a:effectLst/>
                <a:latin typeface="微软雅黑" panose="020B0503020204020204" pitchFamily="34" charset="-122"/>
                <a:ea typeface="微软雅黑" panose="020B0503020204020204" pitchFamily="34" charset="-122"/>
              </a:rPr>
              <a:t>(2) </a:t>
            </a:r>
            <a:r>
              <a:rPr lang="zh-CN" altLang="en-US" sz="2600" b="1" dirty="0">
                <a:solidFill>
                  <a:prstClr val="black"/>
                </a:solidFill>
                <a:effectLst/>
                <a:latin typeface="微软雅黑" panose="020B0503020204020204" pitchFamily="34" charset="-122"/>
                <a:ea typeface="微软雅黑" panose="020B0503020204020204" pitchFamily="34" charset="-122"/>
              </a:rPr>
              <a:t>上锁操作和开锁操作        </a:t>
            </a:r>
          </a:p>
        </p:txBody>
      </p:sp>
      <p:sp>
        <p:nvSpPr>
          <p:cNvPr id="4" name="Rectangle 6">
            <a:extLst>
              <a:ext uri="{FF2B5EF4-FFF2-40B4-BE49-F238E27FC236}">
                <a16:creationId xmlns:a16="http://schemas.microsoft.com/office/drawing/2014/main" id="{77F1B8FC-24E4-5F3B-3FD6-477726D4AC54}"/>
              </a:ext>
            </a:extLst>
          </p:cNvPr>
          <p:cNvSpPr>
            <a:spLocks noChangeArrowheads="1"/>
          </p:cNvSpPr>
          <p:nvPr/>
        </p:nvSpPr>
        <p:spPr bwMode="auto">
          <a:xfrm>
            <a:off x="705226" y="3694113"/>
            <a:ext cx="11151994" cy="2435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381000" lvl="2" indent="-228600">
              <a:lnSpc>
                <a:spcPct val="150000"/>
              </a:lnSpc>
              <a:spcBef>
                <a:spcPts val="500"/>
              </a:spcBef>
              <a:buClr>
                <a:srgbClr val="FFC000"/>
              </a:buClr>
              <a:buFont typeface="Wingdings" panose="05000000000000000000" pitchFamily="2" charset="2"/>
              <a:buChar char="u"/>
              <a:defRPr/>
            </a:pPr>
            <a:r>
              <a:rPr lang="zh-CN" altLang="en-US" dirty="0">
                <a:solidFill>
                  <a:prstClr val="black"/>
                </a:solidFill>
                <a:latin typeface="微软雅黑" panose="020B0503020204020204" pitchFamily="34" charset="-122"/>
                <a:ea typeface="微软雅黑" panose="020B0503020204020204" pitchFamily="34" charset="-122"/>
              </a:rPr>
              <a:t>检测</a:t>
            </a:r>
            <a:r>
              <a:rPr lang="en-US" altLang="zh-CN" dirty="0">
                <a:solidFill>
                  <a:prstClr val="black"/>
                </a:solidFill>
                <a:latin typeface="微软雅黑" panose="020B0503020204020204" pitchFamily="34" charset="-122"/>
                <a:ea typeface="微软雅黑" panose="020B0503020204020204" pitchFamily="34" charset="-122"/>
              </a:rPr>
              <a:t>w</a:t>
            </a:r>
            <a:r>
              <a:rPr lang="zh-CN" altLang="en-US" dirty="0">
                <a:solidFill>
                  <a:prstClr val="black"/>
                </a:solidFill>
                <a:latin typeface="微软雅黑" panose="020B0503020204020204" pitchFamily="34" charset="-122"/>
                <a:ea typeface="微软雅黑" panose="020B0503020204020204" pitchFamily="34" charset="-122"/>
              </a:rPr>
              <a:t>的值 </a:t>
            </a:r>
            <a:r>
              <a:rPr lang="en-US" altLang="zh-CN" dirty="0">
                <a:solidFill>
                  <a:prstClr val="black"/>
                </a:solidFill>
                <a:latin typeface="微软雅黑" panose="020B0503020204020204" pitchFamily="34" charset="-122"/>
                <a:ea typeface="微软雅黑" panose="020B0503020204020204" pitchFamily="34" charset="-122"/>
              </a:rPr>
              <a:t>(</a:t>
            </a:r>
            <a:r>
              <a:rPr lang="zh-CN" altLang="en-US" dirty="0">
                <a:solidFill>
                  <a:prstClr val="black"/>
                </a:solidFill>
                <a:latin typeface="微软雅黑" panose="020B0503020204020204" pitchFamily="34" charset="-122"/>
                <a:ea typeface="微软雅黑" panose="020B0503020204020204" pitchFamily="34" charset="-122"/>
              </a:rPr>
              <a:t>是</a:t>
            </a:r>
            <a:r>
              <a:rPr lang="en-US" altLang="zh-CN" dirty="0">
                <a:solidFill>
                  <a:prstClr val="black"/>
                </a:solidFill>
                <a:latin typeface="微软雅黑" panose="020B0503020204020204" pitchFamily="34" charset="-122"/>
                <a:ea typeface="微软雅黑" panose="020B0503020204020204" pitchFamily="34" charset="-122"/>
              </a:rPr>
              <a:t>0</a:t>
            </a:r>
            <a:r>
              <a:rPr lang="zh-CN" altLang="en-US" dirty="0">
                <a:solidFill>
                  <a:prstClr val="black"/>
                </a:solidFill>
                <a:latin typeface="微软雅黑" panose="020B0503020204020204" pitchFamily="34" charset="-122"/>
                <a:ea typeface="微软雅黑" panose="020B0503020204020204" pitchFamily="34" charset="-122"/>
              </a:rPr>
              <a:t>还是</a:t>
            </a:r>
            <a:r>
              <a:rPr lang="en-US" altLang="zh-CN" dirty="0">
                <a:solidFill>
                  <a:prstClr val="black"/>
                </a:solidFill>
                <a:latin typeface="微软雅黑" panose="020B0503020204020204" pitchFamily="34" charset="-122"/>
                <a:ea typeface="微软雅黑" panose="020B0503020204020204" pitchFamily="34" charset="-122"/>
              </a:rPr>
              <a:t>1)</a:t>
            </a:r>
            <a:r>
              <a:rPr lang="zh-CN" altLang="en-US" dirty="0">
                <a:solidFill>
                  <a:prstClr val="black"/>
                </a:solidFill>
                <a:latin typeface="微软雅黑" panose="020B0503020204020204" pitchFamily="34" charset="-122"/>
                <a:ea typeface="微软雅黑" panose="020B0503020204020204" pitchFamily="34" charset="-122"/>
              </a:rPr>
              <a:t>；</a:t>
            </a:r>
          </a:p>
          <a:p>
            <a:pPr marL="381000" lvl="2" indent="-228600">
              <a:lnSpc>
                <a:spcPct val="150000"/>
              </a:lnSpc>
              <a:spcBef>
                <a:spcPts val="500"/>
              </a:spcBef>
              <a:buClr>
                <a:srgbClr val="FFC000"/>
              </a:buClr>
              <a:buFont typeface="Wingdings" panose="05000000000000000000" pitchFamily="2" charset="2"/>
              <a:buChar char="u"/>
              <a:defRPr/>
            </a:pPr>
            <a:r>
              <a:rPr lang="zh-CN" altLang="en-US" dirty="0">
                <a:solidFill>
                  <a:prstClr val="black"/>
                </a:solidFill>
                <a:latin typeface="微软雅黑" panose="020B0503020204020204" pitchFamily="34" charset="-122"/>
                <a:ea typeface="微软雅黑" panose="020B0503020204020204" pitchFamily="34" charset="-122"/>
              </a:rPr>
              <a:t>如果</a:t>
            </a:r>
            <a:r>
              <a:rPr lang="en-US" altLang="zh-CN" dirty="0">
                <a:solidFill>
                  <a:prstClr val="black"/>
                </a:solidFill>
                <a:latin typeface="微软雅黑" panose="020B0503020204020204" pitchFamily="34" charset="-122"/>
                <a:ea typeface="微软雅黑" panose="020B0503020204020204" pitchFamily="34" charset="-122"/>
              </a:rPr>
              <a:t>w</a:t>
            </a:r>
            <a:r>
              <a:rPr lang="zh-CN" altLang="en-US" dirty="0">
                <a:solidFill>
                  <a:prstClr val="black"/>
                </a:solidFill>
                <a:latin typeface="微软雅黑" panose="020B0503020204020204" pitchFamily="34" charset="-122"/>
                <a:ea typeface="微软雅黑" panose="020B0503020204020204" pitchFamily="34" charset="-122"/>
              </a:rPr>
              <a:t>的值为</a:t>
            </a:r>
            <a:r>
              <a:rPr lang="en-US" altLang="zh-CN" dirty="0">
                <a:solidFill>
                  <a:prstClr val="black"/>
                </a:solidFill>
                <a:latin typeface="微软雅黑" panose="020B0503020204020204" pitchFamily="34" charset="-122"/>
                <a:ea typeface="微软雅黑" panose="020B0503020204020204" pitchFamily="34" charset="-122"/>
              </a:rPr>
              <a:t>1</a:t>
            </a:r>
            <a:r>
              <a:rPr lang="zh-CN" altLang="en-US" dirty="0">
                <a:solidFill>
                  <a:prstClr val="black"/>
                </a:solidFill>
                <a:latin typeface="微软雅黑" panose="020B0503020204020204" pitchFamily="34" charset="-122"/>
                <a:ea typeface="微软雅黑" panose="020B0503020204020204" pitchFamily="34" charset="-122"/>
              </a:rPr>
              <a:t>，继续检测；</a:t>
            </a:r>
          </a:p>
          <a:p>
            <a:pPr marL="381000" lvl="2" indent="-228600">
              <a:lnSpc>
                <a:spcPct val="150000"/>
              </a:lnSpc>
              <a:spcBef>
                <a:spcPts val="500"/>
              </a:spcBef>
              <a:buClr>
                <a:srgbClr val="FFC000"/>
              </a:buClr>
              <a:buFont typeface="Wingdings" panose="05000000000000000000" pitchFamily="2" charset="2"/>
              <a:buChar char="u"/>
              <a:defRPr/>
            </a:pPr>
            <a:r>
              <a:rPr lang="zh-CN" altLang="en-US" dirty="0">
                <a:solidFill>
                  <a:prstClr val="black"/>
                </a:solidFill>
                <a:latin typeface="微软雅黑" panose="020B0503020204020204" pitchFamily="34" charset="-122"/>
                <a:ea typeface="微软雅黑" panose="020B0503020204020204" pitchFamily="34" charset="-122"/>
              </a:rPr>
              <a:t>如果</a:t>
            </a:r>
            <a:r>
              <a:rPr lang="en-US" altLang="zh-CN" dirty="0">
                <a:solidFill>
                  <a:prstClr val="black"/>
                </a:solidFill>
                <a:latin typeface="微软雅黑" panose="020B0503020204020204" pitchFamily="34" charset="-122"/>
                <a:ea typeface="微软雅黑" panose="020B0503020204020204" pitchFamily="34" charset="-122"/>
              </a:rPr>
              <a:t>w</a:t>
            </a:r>
            <a:r>
              <a:rPr lang="zh-CN" altLang="en-US" dirty="0">
                <a:solidFill>
                  <a:prstClr val="black"/>
                </a:solidFill>
                <a:latin typeface="微软雅黑" panose="020B0503020204020204" pitchFamily="34" charset="-122"/>
                <a:ea typeface="微软雅黑" panose="020B0503020204020204" pitchFamily="34" charset="-122"/>
              </a:rPr>
              <a:t>的值为</a:t>
            </a:r>
            <a:r>
              <a:rPr lang="en-US" altLang="zh-CN" dirty="0">
                <a:solidFill>
                  <a:prstClr val="black"/>
                </a:solidFill>
                <a:latin typeface="微软雅黑" panose="020B0503020204020204" pitchFamily="34" charset="-122"/>
                <a:ea typeface="微软雅黑" panose="020B0503020204020204" pitchFamily="34" charset="-122"/>
              </a:rPr>
              <a:t>0</a:t>
            </a:r>
            <a:r>
              <a:rPr lang="zh-CN" altLang="en-US" dirty="0">
                <a:solidFill>
                  <a:prstClr val="black"/>
                </a:solidFill>
                <a:latin typeface="微软雅黑" panose="020B0503020204020204" pitchFamily="34" charset="-122"/>
                <a:ea typeface="微软雅黑" panose="020B0503020204020204" pitchFamily="34" charset="-122"/>
              </a:rPr>
              <a:t>，将锁位置</a:t>
            </a:r>
            <a:r>
              <a:rPr lang="en-US" altLang="zh-CN" dirty="0">
                <a:solidFill>
                  <a:prstClr val="black"/>
                </a:solidFill>
                <a:latin typeface="微软雅黑" panose="020B0503020204020204" pitchFamily="34" charset="-122"/>
                <a:ea typeface="微软雅黑" panose="020B0503020204020204" pitchFamily="34" charset="-122"/>
              </a:rPr>
              <a:t>1 (</a:t>
            </a:r>
            <a:r>
              <a:rPr lang="zh-CN" altLang="en-US" dirty="0">
                <a:solidFill>
                  <a:prstClr val="black"/>
                </a:solidFill>
                <a:latin typeface="微软雅黑" panose="020B0503020204020204" pitchFamily="34" charset="-122"/>
                <a:ea typeface="微软雅黑" panose="020B0503020204020204" pitchFamily="34" charset="-122"/>
              </a:rPr>
              <a:t>表示占用资源</a:t>
            </a:r>
            <a:r>
              <a:rPr lang="en-US" altLang="zh-CN" dirty="0">
                <a:solidFill>
                  <a:prstClr val="black"/>
                </a:solidFill>
                <a:latin typeface="微软雅黑" panose="020B0503020204020204" pitchFamily="34" charset="-122"/>
                <a:ea typeface="微软雅黑" panose="020B0503020204020204" pitchFamily="34" charset="-122"/>
              </a:rPr>
              <a:t>)</a:t>
            </a:r>
            <a:r>
              <a:rPr lang="zh-CN" altLang="en-US" dirty="0">
                <a:solidFill>
                  <a:prstClr val="black"/>
                </a:solidFill>
                <a:latin typeface="微软雅黑" panose="020B0503020204020204" pitchFamily="34" charset="-122"/>
                <a:ea typeface="微软雅黑" panose="020B0503020204020204" pitchFamily="34" charset="-122"/>
              </a:rPr>
              <a:t>，进入临界区执行。</a:t>
            </a:r>
            <a:r>
              <a:rPr lang="en-US" altLang="zh-CN" b="1" dirty="0">
                <a:solidFill>
                  <a:prstClr val="black"/>
                </a:solidFill>
                <a:latin typeface="微软雅黑" panose="020B0503020204020204" pitchFamily="34" charset="-122"/>
                <a:ea typeface="微软雅黑" panose="020B0503020204020204" pitchFamily="34" charset="-122"/>
              </a:rPr>
              <a:t>(</a:t>
            </a:r>
            <a:r>
              <a:rPr lang="zh-CN" altLang="en-US" b="1" dirty="0">
                <a:solidFill>
                  <a:prstClr val="black"/>
                </a:solidFill>
                <a:latin typeface="微软雅黑" panose="020B0503020204020204" pitchFamily="34" charset="-122"/>
                <a:ea typeface="微软雅黑" panose="020B0503020204020204" pitchFamily="34" charset="-122"/>
              </a:rPr>
              <a:t>此为上锁操作</a:t>
            </a:r>
            <a:r>
              <a:rPr lang="en-US" altLang="zh-CN" b="1" dirty="0">
                <a:solidFill>
                  <a:prstClr val="black"/>
                </a:solidFill>
                <a:latin typeface="微软雅黑" panose="020B0503020204020204" pitchFamily="34" charset="-122"/>
                <a:ea typeface="微软雅黑" panose="020B0503020204020204" pitchFamily="34" charset="-122"/>
              </a:rPr>
              <a:t>)</a:t>
            </a:r>
          </a:p>
          <a:p>
            <a:pPr marL="381000" lvl="2" indent="-228600">
              <a:lnSpc>
                <a:spcPct val="150000"/>
              </a:lnSpc>
              <a:spcBef>
                <a:spcPts val="500"/>
              </a:spcBef>
              <a:buClr>
                <a:srgbClr val="FFC000"/>
              </a:buClr>
              <a:buFont typeface="Wingdings" panose="05000000000000000000" pitchFamily="2" charset="2"/>
              <a:buChar char="u"/>
              <a:defRPr/>
            </a:pPr>
            <a:r>
              <a:rPr lang="zh-CN" altLang="en-US" dirty="0">
                <a:solidFill>
                  <a:prstClr val="black"/>
                </a:solidFill>
                <a:latin typeface="微软雅黑" panose="020B0503020204020204" pitchFamily="34" charset="-122"/>
                <a:ea typeface="微软雅黑" panose="020B0503020204020204" pitchFamily="34" charset="-122"/>
              </a:rPr>
              <a:t>临界资源使用完毕，将锁位置</a:t>
            </a:r>
            <a:r>
              <a:rPr lang="en-US" altLang="zh-CN" dirty="0">
                <a:solidFill>
                  <a:prstClr val="black"/>
                </a:solidFill>
                <a:latin typeface="微软雅黑" panose="020B0503020204020204" pitchFamily="34" charset="-122"/>
                <a:ea typeface="微软雅黑" panose="020B0503020204020204" pitchFamily="34" charset="-122"/>
              </a:rPr>
              <a:t>0</a:t>
            </a:r>
            <a:r>
              <a:rPr lang="zh-CN" altLang="en-US" dirty="0">
                <a:solidFill>
                  <a:prstClr val="black"/>
                </a:solidFill>
                <a:latin typeface="微软雅黑" panose="020B0503020204020204" pitchFamily="34" charset="-122"/>
                <a:ea typeface="微软雅黑" panose="020B0503020204020204" pitchFamily="34" charset="-122"/>
              </a:rPr>
              <a:t>。      </a:t>
            </a:r>
            <a:r>
              <a:rPr lang="en-US" altLang="zh-CN" b="1" dirty="0">
                <a:solidFill>
                  <a:prstClr val="black"/>
                </a:solidFill>
                <a:latin typeface="微软雅黑" panose="020B0503020204020204" pitchFamily="34" charset="-122"/>
                <a:ea typeface="微软雅黑" panose="020B0503020204020204" pitchFamily="34" charset="-122"/>
              </a:rPr>
              <a:t>(</a:t>
            </a:r>
            <a:r>
              <a:rPr lang="zh-CN" altLang="en-US" b="1" dirty="0">
                <a:solidFill>
                  <a:prstClr val="black"/>
                </a:solidFill>
                <a:latin typeface="微软雅黑" panose="020B0503020204020204" pitchFamily="34" charset="-122"/>
                <a:ea typeface="微软雅黑" panose="020B0503020204020204" pitchFamily="34" charset="-122"/>
              </a:rPr>
              <a:t>此为开锁操作</a:t>
            </a:r>
            <a:r>
              <a:rPr lang="en-US" altLang="zh-CN" b="1" dirty="0">
                <a:solidFill>
                  <a:prstClr val="black"/>
                </a:solidFill>
                <a:latin typeface="微软雅黑" panose="020B0503020204020204" pitchFamily="34" charset="-122"/>
                <a:ea typeface="微软雅黑" panose="020B0503020204020204" pitchFamily="34" charset="-122"/>
              </a:rPr>
              <a:t>)        </a:t>
            </a:r>
          </a:p>
        </p:txBody>
      </p:sp>
      <p:sp>
        <p:nvSpPr>
          <p:cNvPr id="5" name="Line 8">
            <a:extLst>
              <a:ext uri="{FF2B5EF4-FFF2-40B4-BE49-F238E27FC236}">
                <a16:creationId xmlns:a16="http://schemas.microsoft.com/office/drawing/2014/main" id="{D829EA22-3ABA-8410-3B76-A5CC6240C58C}"/>
              </a:ext>
            </a:extLst>
          </p:cNvPr>
          <p:cNvSpPr>
            <a:spLocks noChangeShapeType="1"/>
          </p:cNvSpPr>
          <p:nvPr/>
        </p:nvSpPr>
        <p:spPr bwMode="auto">
          <a:xfrm>
            <a:off x="907046" y="5599711"/>
            <a:ext cx="10830251" cy="3346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a:p>
        </p:txBody>
      </p:sp>
    </p:spTree>
    <p:extLst>
      <p:ext uri="{BB962C8B-B14F-4D97-AF65-F5344CB8AC3E}">
        <p14:creationId xmlns:p14="http://schemas.microsoft.com/office/powerpoint/2010/main" val="17135190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B56D90-A71F-FF7A-FADE-4C25762256FC}"/>
              </a:ext>
            </a:extLst>
          </p:cNvPr>
          <p:cNvSpPr>
            <a:spLocks noGrp="1"/>
          </p:cNvSpPr>
          <p:nvPr>
            <p:ph type="title"/>
          </p:nvPr>
        </p:nvSpPr>
        <p:spPr/>
        <p:txBody>
          <a:bodyPr>
            <a:normAutofit/>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进程同步机构</a:t>
            </a:r>
            <a:endParaRPr lang="zh-CN" altLang="en-US" dirty="0"/>
          </a:p>
        </p:txBody>
      </p:sp>
      <p:sp>
        <p:nvSpPr>
          <p:cNvPr id="3" name="Rectangle 3">
            <a:extLst>
              <a:ext uri="{FF2B5EF4-FFF2-40B4-BE49-F238E27FC236}">
                <a16:creationId xmlns:a16="http://schemas.microsoft.com/office/drawing/2014/main" id="{2D704169-E4D7-B757-3141-74AD899DAE47}"/>
              </a:ext>
            </a:extLst>
          </p:cNvPr>
          <p:cNvSpPr>
            <a:spLocks noChangeArrowheads="1"/>
          </p:cNvSpPr>
          <p:nvPr/>
        </p:nvSpPr>
        <p:spPr bwMode="auto">
          <a:xfrm>
            <a:off x="1027974" y="701235"/>
            <a:ext cx="5924550" cy="621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spcBef>
                <a:spcPts val="1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(3) </a:t>
            </a:r>
            <a:r>
              <a:rPr lang="zh-CN" altLang="en-US" sz="2600" b="1" dirty="0">
                <a:solidFill>
                  <a:prstClr val="black"/>
                </a:solidFill>
                <a:effectLst/>
                <a:latin typeface="微软雅黑" panose="020B0503020204020204" pitchFamily="34" charset="-122"/>
                <a:ea typeface="微软雅黑" panose="020B0503020204020204" pitchFamily="34" charset="-122"/>
              </a:rPr>
              <a:t>进程使用临界资源的操作        </a:t>
            </a:r>
          </a:p>
        </p:txBody>
      </p:sp>
      <p:grpSp>
        <p:nvGrpSpPr>
          <p:cNvPr id="4" name="Group 60">
            <a:extLst>
              <a:ext uri="{FF2B5EF4-FFF2-40B4-BE49-F238E27FC236}">
                <a16:creationId xmlns:a16="http://schemas.microsoft.com/office/drawing/2014/main" id="{88A1EABF-0C22-0F35-1D81-CFDE20FBFFE2}"/>
              </a:ext>
            </a:extLst>
          </p:cNvPr>
          <p:cNvGrpSpPr>
            <a:grpSpLocks/>
          </p:cNvGrpSpPr>
          <p:nvPr/>
        </p:nvGrpSpPr>
        <p:grpSpPr bwMode="auto">
          <a:xfrm>
            <a:off x="2817086" y="1323008"/>
            <a:ext cx="5183188" cy="4691063"/>
            <a:chOff x="946" y="915"/>
            <a:chExt cx="3265" cy="2955"/>
          </a:xfrm>
        </p:grpSpPr>
        <p:grpSp>
          <p:nvGrpSpPr>
            <p:cNvPr id="5" name="Group 59">
              <a:extLst>
                <a:ext uri="{FF2B5EF4-FFF2-40B4-BE49-F238E27FC236}">
                  <a16:creationId xmlns:a16="http://schemas.microsoft.com/office/drawing/2014/main" id="{1518E3C0-B015-0F39-ED62-9DA1BD922E54}"/>
                </a:ext>
              </a:extLst>
            </p:cNvPr>
            <p:cNvGrpSpPr>
              <a:grpSpLocks/>
            </p:cNvGrpSpPr>
            <p:nvPr/>
          </p:nvGrpSpPr>
          <p:grpSpPr bwMode="auto">
            <a:xfrm>
              <a:off x="946" y="915"/>
              <a:ext cx="1373" cy="2955"/>
              <a:chOff x="946" y="915"/>
              <a:chExt cx="1373" cy="2955"/>
            </a:xfrm>
          </p:grpSpPr>
          <p:sp>
            <p:nvSpPr>
              <p:cNvPr id="22" name="Line 19">
                <a:extLst>
                  <a:ext uri="{FF2B5EF4-FFF2-40B4-BE49-F238E27FC236}">
                    <a16:creationId xmlns:a16="http://schemas.microsoft.com/office/drawing/2014/main" id="{81DA56DB-E874-C15A-A152-14016BC3C1C9}"/>
                  </a:ext>
                </a:extLst>
              </p:cNvPr>
              <p:cNvSpPr>
                <a:spLocks noChangeShapeType="1"/>
              </p:cNvSpPr>
              <p:nvPr/>
            </p:nvSpPr>
            <p:spPr bwMode="auto">
              <a:xfrm>
                <a:off x="2056" y="1811"/>
                <a:ext cx="254"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 name="Text Box 7">
                <a:extLst>
                  <a:ext uri="{FF2B5EF4-FFF2-40B4-BE49-F238E27FC236}">
                    <a16:creationId xmlns:a16="http://schemas.microsoft.com/office/drawing/2014/main" id="{C5B97F58-4FC3-95B1-E0F0-DA356688D224}"/>
                  </a:ext>
                </a:extLst>
              </p:cNvPr>
              <p:cNvSpPr txBox="1">
                <a:spLocks noChangeArrowheads="1"/>
              </p:cNvSpPr>
              <p:nvPr/>
            </p:nvSpPr>
            <p:spPr bwMode="auto">
              <a:xfrm>
                <a:off x="1258" y="2259"/>
                <a:ext cx="628" cy="234"/>
              </a:xfrm>
              <a:prstGeom prst="rect">
                <a:avLst/>
              </a:prstGeom>
              <a:solidFill>
                <a:srgbClr val="CC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chemeClr val="tx1"/>
                    </a:solidFill>
                    <a:latin typeface="Times New Roman" panose="02020603050405020304" pitchFamily="18" charset="0"/>
                  </a:rPr>
                  <a:t>   1</a:t>
                </a:r>
                <a:r>
                  <a:rPr kumimoji="1" lang="en-US" altLang="zh-CN" sz="1600">
                    <a:solidFill>
                      <a:schemeClr val="tx1"/>
                    </a:solidFill>
                    <a:latin typeface="Times New Roman" panose="02020603050405020304" pitchFamily="18" charset="0"/>
                    <a:cs typeface="Times New Roman" panose="02020603050405020304" pitchFamily="18" charset="0"/>
                  </a:rPr>
                  <a:t>→W</a:t>
                </a:r>
              </a:p>
            </p:txBody>
          </p:sp>
          <p:sp>
            <p:nvSpPr>
              <p:cNvPr id="24" name="Text Box 8">
                <a:extLst>
                  <a:ext uri="{FF2B5EF4-FFF2-40B4-BE49-F238E27FC236}">
                    <a16:creationId xmlns:a16="http://schemas.microsoft.com/office/drawing/2014/main" id="{44DDB661-A1A5-6707-C9BE-FB99E25059FA}"/>
                  </a:ext>
                </a:extLst>
              </p:cNvPr>
              <p:cNvSpPr txBox="1">
                <a:spLocks noChangeArrowheads="1"/>
              </p:cNvSpPr>
              <p:nvPr/>
            </p:nvSpPr>
            <p:spPr bwMode="auto">
              <a:xfrm>
                <a:off x="1005" y="2776"/>
                <a:ext cx="1140" cy="273"/>
              </a:xfrm>
              <a:prstGeom prst="rect">
                <a:avLst/>
              </a:prstGeom>
              <a:solidFill>
                <a:srgbClr val="CC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0"/>
                  </a:spcBef>
                  <a:buClrTx/>
                  <a:buSzTx/>
                  <a:buFontTx/>
                  <a:buNone/>
                </a:pPr>
                <a:r>
                  <a:rPr kumimoji="1" lang="en-US" altLang="zh-CN" sz="1600">
                    <a:solidFill>
                      <a:schemeClr val="tx1"/>
                    </a:solidFill>
                    <a:latin typeface="Times New Roman" panose="02020603050405020304" pitchFamily="18" charset="0"/>
                  </a:rPr>
                  <a:t>   </a:t>
                </a:r>
                <a:r>
                  <a:rPr kumimoji="1" lang="zh-CN" altLang="en-US" sz="1600">
                    <a:solidFill>
                      <a:schemeClr val="tx1"/>
                    </a:solidFill>
                    <a:latin typeface="Times New Roman" panose="02020603050405020304" pitchFamily="18" charset="0"/>
                  </a:rPr>
                  <a:t>进入临界区</a:t>
                </a:r>
                <a:r>
                  <a:rPr kumimoji="1" lang="en-US" altLang="zh-CN" sz="1600">
                    <a:solidFill>
                      <a:schemeClr val="tx1"/>
                    </a:solidFill>
                    <a:latin typeface="Times New Roman" panose="02020603050405020304" pitchFamily="18" charset="0"/>
                  </a:rPr>
                  <a:t>cs</a:t>
                </a:r>
                <a:r>
                  <a:rPr kumimoji="1" lang="en-US" altLang="zh-CN" sz="1600" baseline="-25000">
                    <a:solidFill>
                      <a:schemeClr val="tx1"/>
                    </a:solidFill>
                    <a:latin typeface="Times New Roman" panose="02020603050405020304" pitchFamily="18" charset="0"/>
                  </a:rPr>
                  <a:t>a</a:t>
                </a:r>
                <a:endParaRPr kumimoji="1" lang="en-US" altLang="zh-CN" sz="1600">
                  <a:solidFill>
                    <a:schemeClr val="tx1"/>
                  </a:solidFill>
                  <a:latin typeface="Times New Roman" panose="02020603050405020304" pitchFamily="18" charset="0"/>
                </a:endParaRPr>
              </a:p>
            </p:txBody>
          </p:sp>
          <p:sp>
            <p:nvSpPr>
              <p:cNvPr id="25" name="Text Box 9">
                <a:extLst>
                  <a:ext uri="{FF2B5EF4-FFF2-40B4-BE49-F238E27FC236}">
                    <a16:creationId xmlns:a16="http://schemas.microsoft.com/office/drawing/2014/main" id="{BCDC10EF-E7C1-F55B-239A-27FB5C181981}"/>
                  </a:ext>
                </a:extLst>
              </p:cNvPr>
              <p:cNvSpPr txBox="1">
                <a:spLocks noChangeArrowheads="1"/>
              </p:cNvSpPr>
              <p:nvPr/>
            </p:nvSpPr>
            <p:spPr bwMode="auto">
              <a:xfrm>
                <a:off x="1270" y="3336"/>
                <a:ext cx="628" cy="261"/>
              </a:xfrm>
              <a:prstGeom prst="rect">
                <a:avLst/>
              </a:prstGeom>
              <a:solidFill>
                <a:srgbClr val="CC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chemeClr val="tx1"/>
                    </a:solidFill>
                    <a:latin typeface="Times New Roman" panose="02020603050405020304" pitchFamily="18" charset="0"/>
                  </a:rPr>
                  <a:t>   0→W</a:t>
                </a:r>
              </a:p>
            </p:txBody>
          </p:sp>
          <p:sp>
            <p:nvSpPr>
              <p:cNvPr id="26" name="Text Box 10">
                <a:extLst>
                  <a:ext uri="{FF2B5EF4-FFF2-40B4-BE49-F238E27FC236}">
                    <a16:creationId xmlns:a16="http://schemas.microsoft.com/office/drawing/2014/main" id="{A5541F4D-940C-5316-D689-3DBD2FD8DC9A}"/>
                  </a:ext>
                </a:extLst>
              </p:cNvPr>
              <p:cNvSpPr txBox="1">
                <a:spLocks noChangeArrowheads="1"/>
              </p:cNvSpPr>
              <p:nvPr/>
            </p:nvSpPr>
            <p:spPr bwMode="auto">
              <a:xfrm>
                <a:off x="1348" y="915"/>
                <a:ext cx="628" cy="212"/>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a:solidFill>
                      <a:schemeClr val="tx1"/>
                    </a:solidFill>
                    <a:latin typeface="Times New Roman" panose="02020603050405020304" pitchFamily="18" charset="0"/>
                  </a:rPr>
                  <a:t>进程</a:t>
                </a:r>
                <a:r>
                  <a:rPr kumimoji="1" lang="en-US" altLang="zh-CN" sz="1600">
                    <a:solidFill>
                      <a:schemeClr val="tx1"/>
                    </a:solidFill>
                    <a:latin typeface="Times New Roman" panose="02020603050405020304" pitchFamily="18" charset="0"/>
                  </a:rPr>
                  <a:t>A</a:t>
                </a:r>
              </a:p>
            </p:txBody>
          </p:sp>
          <p:sp>
            <p:nvSpPr>
              <p:cNvPr id="27" name="Line 11">
                <a:extLst>
                  <a:ext uri="{FF2B5EF4-FFF2-40B4-BE49-F238E27FC236}">
                    <a16:creationId xmlns:a16="http://schemas.microsoft.com/office/drawing/2014/main" id="{79ACF6F3-5561-6E86-EF9A-433977308862}"/>
                  </a:ext>
                </a:extLst>
              </p:cNvPr>
              <p:cNvSpPr>
                <a:spLocks noChangeShapeType="1"/>
              </p:cNvSpPr>
              <p:nvPr/>
            </p:nvSpPr>
            <p:spPr bwMode="auto">
              <a:xfrm>
                <a:off x="1582" y="1873"/>
                <a:ext cx="0" cy="382"/>
              </a:xfrm>
              <a:prstGeom prst="line">
                <a:avLst/>
              </a:prstGeom>
              <a:noFill/>
              <a:ln w="254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8" name="Line 12">
                <a:extLst>
                  <a:ext uri="{FF2B5EF4-FFF2-40B4-BE49-F238E27FC236}">
                    <a16:creationId xmlns:a16="http://schemas.microsoft.com/office/drawing/2014/main" id="{9FF36BA6-F31B-72B0-1CEF-B505C1875781}"/>
                  </a:ext>
                </a:extLst>
              </p:cNvPr>
              <p:cNvSpPr>
                <a:spLocks noChangeShapeType="1"/>
              </p:cNvSpPr>
              <p:nvPr/>
            </p:nvSpPr>
            <p:spPr bwMode="auto">
              <a:xfrm>
                <a:off x="1582" y="2485"/>
                <a:ext cx="0" cy="285"/>
              </a:xfrm>
              <a:prstGeom prst="line">
                <a:avLst/>
              </a:prstGeom>
              <a:noFill/>
              <a:ln w="254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9" name="Line 13">
                <a:extLst>
                  <a:ext uri="{FF2B5EF4-FFF2-40B4-BE49-F238E27FC236}">
                    <a16:creationId xmlns:a16="http://schemas.microsoft.com/office/drawing/2014/main" id="{E74579FF-BEA1-A6B1-043E-89E8CD338652}"/>
                  </a:ext>
                </a:extLst>
              </p:cNvPr>
              <p:cNvSpPr>
                <a:spLocks noChangeShapeType="1"/>
              </p:cNvSpPr>
              <p:nvPr/>
            </p:nvSpPr>
            <p:spPr bwMode="auto">
              <a:xfrm>
                <a:off x="1582" y="3050"/>
                <a:ext cx="0" cy="286"/>
              </a:xfrm>
              <a:prstGeom prst="line">
                <a:avLst/>
              </a:prstGeom>
              <a:noFill/>
              <a:ln w="254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0" name="Line 14">
                <a:extLst>
                  <a:ext uri="{FF2B5EF4-FFF2-40B4-BE49-F238E27FC236}">
                    <a16:creationId xmlns:a16="http://schemas.microsoft.com/office/drawing/2014/main" id="{9DFDEC8E-CF4C-501D-20CE-FEED089BB893}"/>
                  </a:ext>
                </a:extLst>
              </p:cNvPr>
              <p:cNvSpPr>
                <a:spLocks noChangeShapeType="1"/>
              </p:cNvSpPr>
              <p:nvPr/>
            </p:nvSpPr>
            <p:spPr bwMode="auto">
              <a:xfrm>
                <a:off x="1582" y="3584"/>
                <a:ext cx="0" cy="286"/>
              </a:xfrm>
              <a:prstGeom prst="line">
                <a:avLst/>
              </a:prstGeom>
              <a:noFill/>
              <a:ln w="254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1" name="AutoShape 16">
                <a:extLst>
                  <a:ext uri="{FF2B5EF4-FFF2-40B4-BE49-F238E27FC236}">
                    <a16:creationId xmlns:a16="http://schemas.microsoft.com/office/drawing/2014/main" id="{C3ECACD2-1596-3A34-78F0-9CF0C769CA1A}"/>
                  </a:ext>
                </a:extLst>
              </p:cNvPr>
              <p:cNvSpPr>
                <a:spLocks noChangeArrowheads="1"/>
              </p:cNvSpPr>
              <p:nvPr/>
            </p:nvSpPr>
            <p:spPr bwMode="auto">
              <a:xfrm>
                <a:off x="946" y="1617"/>
                <a:ext cx="1274" cy="386"/>
              </a:xfrm>
              <a:prstGeom prst="flowChartDecision">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a:solidFill>
                    <a:srgbClr val="4138FA"/>
                  </a:solidFill>
                  <a:effectLst>
                    <a:outerShdw blurRad="38100" dist="38100" dir="2700000" algn="tl">
                      <a:srgbClr val="000000"/>
                    </a:outerShdw>
                  </a:effectLst>
                </a:endParaRPr>
              </a:p>
            </p:txBody>
          </p:sp>
          <p:sp>
            <p:nvSpPr>
              <p:cNvPr id="32" name="Text Box 17">
                <a:extLst>
                  <a:ext uri="{FF2B5EF4-FFF2-40B4-BE49-F238E27FC236}">
                    <a16:creationId xmlns:a16="http://schemas.microsoft.com/office/drawing/2014/main" id="{C4065BCC-CD46-952C-F345-E83737B462F3}"/>
                  </a:ext>
                </a:extLst>
              </p:cNvPr>
              <p:cNvSpPr txBox="1">
                <a:spLocks noChangeArrowheads="1"/>
              </p:cNvSpPr>
              <p:nvPr/>
            </p:nvSpPr>
            <p:spPr bwMode="auto">
              <a:xfrm>
                <a:off x="1356" y="1686"/>
                <a:ext cx="507" cy="212"/>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a:solidFill>
                      <a:schemeClr val="tx1"/>
                    </a:solidFill>
                    <a:latin typeface="Times New Roman" panose="02020603050405020304" pitchFamily="18" charset="0"/>
                  </a:rPr>
                  <a:t>W=0 ?</a:t>
                </a:r>
              </a:p>
            </p:txBody>
          </p:sp>
          <p:sp>
            <p:nvSpPr>
              <p:cNvPr id="33" name="Line 18">
                <a:extLst>
                  <a:ext uri="{FF2B5EF4-FFF2-40B4-BE49-F238E27FC236}">
                    <a16:creationId xmlns:a16="http://schemas.microsoft.com/office/drawing/2014/main" id="{75AA41B1-4590-354A-C58A-7FFC65240415}"/>
                  </a:ext>
                </a:extLst>
              </p:cNvPr>
              <p:cNvSpPr>
                <a:spLocks noChangeShapeType="1"/>
              </p:cNvSpPr>
              <p:nvPr/>
            </p:nvSpPr>
            <p:spPr bwMode="auto">
              <a:xfrm>
                <a:off x="1584" y="1229"/>
                <a:ext cx="0" cy="382"/>
              </a:xfrm>
              <a:prstGeom prst="line">
                <a:avLst/>
              </a:prstGeom>
              <a:noFill/>
              <a:ln w="254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4" name="Line 20">
                <a:extLst>
                  <a:ext uri="{FF2B5EF4-FFF2-40B4-BE49-F238E27FC236}">
                    <a16:creationId xmlns:a16="http://schemas.microsoft.com/office/drawing/2014/main" id="{16F4515E-7E55-FA1F-629F-C04342473EB1}"/>
                  </a:ext>
                </a:extLst>
              </p:cNvPr>
              <p:cNvSpPr>
                <a:spLocks noChangeShapeType="1"/>
              </p:cNvSpPr>
              <p:nvPr/>
            </p:nvSpPr>
            <p:spPr bwMode="auto">
              <a:xfrm flipV="1">
                <a:off x="2304" y="1392"/>
                <a:ext cx="0" cy="40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5" name="Line 21">
                <a:extLst>
                  <a:ext uri="{FF2B5EF4-FFF2-40B4-BE49-F238E27FC236}">
                    <a16:creationId xmlns:a16="http://schemas.microsoft.com/office/drawing/2014/main" id="{9BEBC4F5-C1AD-953B-D150-51F48C6C22E6}"/>
                  </a:ext>
                </a:extLst>
              </p:cNvPr>
              <p:cNvSpPr>
                <a:spLocks noChangeShapeType="1"/>
              </p:cNvSpPr>
              <p:nvPr/>
            </p:nvSpPr>
            <p:spPr bwMode="auto">
              <a:xfrm flipH="1">
                <a:off x="1590" y="1392"/>
                <a:ext cx="729" cy="0"/>
              </a:xfrm>
              <a:prstGeom prst="line">
                <a:avLst/>
              </a:prstGeom>
              <a:noFill/>
              <a:ln w="254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6" name="Text Box 22">
                <a:extLst>
                  <a:ext uri="{FF2B5EF4-FFF2-40B4-BE49-F238E27FC236}">
                    <a16:creationId xmlns:a16="http://schemas.microsoft.com/office/drawing/2014/main" id="{8211DC17-8A94-D7F2-1BB9-4DD089527717}"/>
                  </a:ext>
                </a:extLst>
              </p:cNvPr>
              <p:cNvSpPr txBox="1">
                <a:spLocks noChangeArrowheads="1"/>
              </p:cNvSpPr>
              <p:nvPr/>
            </p:nvSpPr>
            <p:spPr bwMode="auto">
              <a:xfrm>
                <a:off x="1606" y="1993"/>
                <a:ext cx="333" cy="212"/>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a:solidFill>
                      <a:schemeClr val="tx1"/>
                    </a:solidFill>
                    <a:latin typeface="Times New Roman" panose="02020603050405020304" pitchFamily="18" charset="0"/>
                  </a:rPr>
                  <a:t>= 0</a:t>
                </a:r>
              </a:p>
            </p:txBody>
          </p:sp>
        </p:grpSp>
        <p:grpSp>
          <p:nvGrpSpPr>
            <p:cNvPr id="6" name="Group 58">
              <a:extLst>
                <a:ext uri="{FF2B5EF4-FFF2-40B4-BE49-F238E27FC236}">
                  <a16:creationId xmlns:a16="http://schemas.microsoft.com/office/drawing/2014/main" id="{AE4DB92C-6CB1-A321-B70A-5F954A968620}"/>
                </a:ext>
              </a:extLst>
            </p:cNvPr>
            <p:cNvGrpSpPr>
              <a:grpSpLocks/>
            </p:cNvGrpSpPr>
            <p:nvPr/>
          </p:nvGrpSpPr>
          <p:grpSpPr bwMode="auto">
            <a:xfrm>
              <a:off x="2838" y="915"/>
              <a:ext cx="1373" cy="2955"/>
              <a:chOff x="2838" y="915"/>
              <a:chExt cx="1373" cy="2955"/>
            </a:xfrm>
          </p:grpSpPr>
          <p:sp>
            <p:nvSpPr>
              <p:cNvPr id="7" name="Line 53">
                <a:extLst>
                  <a:ext uri="{FF2B5EF4-FFF2-40B4-BE49-F238E27FC236}">
                    <a16:creationId xmlns:a16="http://schemas.microsoft.com/office/drawing/2014/main" id="{BC4AC895-A709-4FFA-9020-714962AC56DA}"/>
                  </a:ext>
                </a:extLst>
              </p:cNvPr>
              <p:cNvSpPr>
                <a:spLocks noChangeShapeType="1"/>
              </p:cNvSpPr>
              <p:nvPr/>
            </p:nvSpPr>
            <p:spPr bwMode="auto">
              <a:xfrm>
                <a:off x="3948" y="1811"/>
                <a:ext cx="254"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8" name="Text Box 42">
                <a:extLst>
                  <a:ext uri="{FF2B5EF4-FFF2-40B4-BE49-F238E27FC236}">
                    <a16:creationId xmlns:a16="http://schemas.microsoft.com/office/drawing/2014/main" id="{3235B3D5-9EB1-0264-BE70-D0C7BBB3A572}"/>
                  </a:ext>
                </a:extLst>
              </p:cNvPr>
              <p:cNvSpPr txBox="1">
                <a:spLocks noChangeArrowheads="1"/>
              </p:cNvSpPr>
              <p:nvPr/>
            </p:nvSpPr>
            <p:spPr bwMode="auto">
              <a:xfrm>
                <a:off x="3150" y="2259"/>
                <a:ext cx="628" cy="234"/>
              </a:xfrm>
              <a:prstGeom prst="rect">
                <a:avLst/>
              </a:prstGeom>
              <a:solidFill>
                <a:srgbClr val="CC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chemeClr val="tx1"/>
                    </a:solidFill>
                    <a:latin typeface="Times New Roman" panose="02020603050405020304" pitchFamily="18" charset="0"/>
                  </a:rPr>
                  <a:t>   1</a:t>
                </a:r>
                <a:r>
                  <a:rPr kumimoji="1" lang="en-US" altLang="zh-CN" sz="1600">
                    <a:solidFill>
                      <a:schemeClr val="tx1"/>
                    </a:solidFill>
                    <a:latin typeface="Times New Roman" panose="02020603050405020304" pitchFamily="18" charset="0"/>
                    <a:cs typeface="Times New Roman" panose="02020603050405020304" pitchFamily="18" charset="0"/>
                  </a:rPr>
                  <a:t>→W</a:t>
                </a:r>
              </a:p>
            </p:txBody>
          </p:sp>
          <p:sp>
            <p:nvSpPr>
              <p:cNvPr id="9" name="Text Box 43">
                <a:extLst>
                  <a:ext uri="{FF2B5EF4-FFF2-40B4-BE49-F238E27FC236}">
                    <a16:creationId xmlns:a16="http://schemas.microsoft.com/office/drawing/2014/main" id="{11334B59-6097-D0C0-CF0F-AE99D606FD08}"/>
                  </a:ext>
                </a:extLst>
              </p:cNvPr>
              <p:cNvSpPr txBox="1">
                <a:spLocks noChangeArrowheads="1"/>
              </p:cNvSpPr>
              <p:nvPr/>
            </p:nvSpPr>
            <p:spPr bwMode="auto">
              <a:xfrm>
                <a:off x="2897" y="2776"/>
                <a:ext cx="1140" cy="273"/>
              </a:xfrm>
              <a:prstGeom prst="rect">
                <a:avLst/>
              </a:prstGeom>
              <a:solidFill>
                <a:srgbClr val="CC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0"/>
                  </a:spcBef>
                  <a:buClrTx/>
                  <a:buSzTx/>
                  <a:buFontTx/>
                  <a:buNone/>
                </a:pPr>
                <a:r>
                  <a:rPr kumimoji="1" lang="en-US" altLang="zh-CN" sz="1600">
                    <a:solidFill>
                      <a:schemeClr val="tx1"/>
                    </a:solidFill>
                    <a:latin typeface="Times New Roman" panose="02020603050405020304" pitchFamily="18" charset="0"/>
                  </a:rPr>
                  <a:t>   </a:t>
                </a:r>
                <a:r>
                  <a:rPr kumimoji="1" lang="zh-CN" altLang="en-US" sz="1600">
                    <a:solidFill>
                      <a:schemeClr val="tx1"/>
                    </a:solidFill>
                    <a:latin typeface="Times New Roman" panose="02020603050405020304" pitchFamily="18" charset="0"/>
                  </a:rPr>
                  <a:t>进入临界区</a:t>
                </a:r>
                <a:r>
                  <a:rPr kumimoji="1" lang="en-US" altLang="zh-CN" sz="1600">
                    <a:solidFill>
                      <a:schemeClr val="tx1"/>
                    </a:solidFill>
                    <a:latin typeface="Times New Roman" panose="02020603050405020304" pitchFamily="18" charset="0"/>
                  </a:rPr>
                  <a:t>cs</a:t>
                </a:r>
                <a:r>
                  <a:rPr kumimoji="1" lang="en-US" altLang="zh-CN" sz="1600" baseline="-25000">
                    <a:solidFill>
                      <a:schemeClr val="tx1"/>
                    </a:solidFill>
                    <a:latin typeface="Times New Roman" panose="02020603050405020304" pitchFamily="18" charset="0"/>
                  </a:rPr>
                  <a:t>b</a:t>
                </a:r>
                <a:endParaRPr kumimoji="1" lang="en-US" altLang="zh-CN" sz="1600">
                  <a:solidFill>
                    <a:schemeClr val="tx1"/>
                  </a:solidFill>
                  <a:latin typeface="Times New Roman" panose="02020603050405020304" pitchFamily="18" charset="0"/>
                </a:endParaRPr>
              </a:p>
            </p:txBody>
          </p:sp>
          <p:sp>
            <p:nvSpPr>
              <p:cNvPr id="10" name="Text Box 44">
                <a:extLst>
                  <a:ext uri="{FF2B5EF4-FFF2-40B4-BE49-F238E27FC236}">
                    <a16:creationId xmlns:a16="http://schemas.microsoft.com/office/drawing/2014/main" id="{BF87A605-F0F7-2651-BDFA-B78E8B1E7EB4}"/>
                  </a:ext>
                </a:extLst>
              </p:cNvPr>
              <p:cNvSpPr txBox="1">
                <a:spLocks noChangeArrowheads="1"/>
              </p:cNvSpPr>
              <p:nvPr/>
            </p:nvSpPr>
            <p:spPr bwMode="auto">
              <a:xfrm>
                <a:off x="3162" y="3336"/>
                <a:ext cx="628" cy="261"/>
              </a:xfrm>
              <a:prstGeom prst="rect">
                <a:avLst/>
              </a:prstGeom>
              <a:solidFill>
                <a:srgbClr val="CC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chemeClr val="tx1"/>
                    </a:solidFill>
                    <a:latin typeface="Times New Roman" panose="02020603050405020304" pitchFamily="18" charset="0"/>
                  </a:rPr>
                  <a:t>   0→W</a:t>
                </a:r>
              </a:p>
            </p:txBody>
          </p:sp>
          <p:sp>
            <p:nvSpPr>
              <p:cNvPr id="11" name="Text Box 45">
                <a:extLst>
                  <a:ext uri="{FF2B5EF4-FFF2-40B4-BE49-F238E27FC236}">
                    <a16:creationId xmlns:a16="http://schemas.microsoft.com/office/drawing/2014/main" id="{6CAD5F55-F1D4-E154-29CC-32936152BB42}"/>
                  </a:ext>
                </a:extLst>
              </p:cNvPr>
              <p:cNvSpPr txBox="1">
                <a:spLocks noChangeArrowheads="1"/>
              </p:cNvSpPr>
              <p:nvPr/>
            </p:nvSpPr>
            <p:spPr bwMode="auto">
              <a:xfrm>
                <a:off x="3240" y="915"/>
                <a:ext cx="628" cy="212"/>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a:solidFill>
                      <a:schemeClr val="tx1"/>
                    </a:solidFill>
                    <a:latin typeface="Times New Roman" panose="02020603050405020304" pitchFamily="18" charset="0"/>
                  </a:rPr>
                  <a:t>进程</a:t>
                </a:r>
                <a:r>
                  <a:rPr kumimoji="1" lang="en-US" altLang="zh-CN" sz="1600">
                    <a:solidFill>
                      <a:schemeClr val="tx1"/>
                    </a:solidFill>
                    <a:latin typeface="Times New Roman" panose="02020603050405020304" pitchFamily="18" charset="0"/>
                  </a:rPr>
                  <a:t>B</a:t>
                </a:r>
              </a:p>
            </p:txBody>
          </p:sp>
          <p:sp>
            <p:nvSpPr>
              <p:cNvPr id="12" name="Line 46">
                <a:extLst>
                  <a:ext uri="{FF2B5EF4-FFF2-40B4-BE49-F238E27FC236}">
                    <a16:creationId xmlns:a16="http://schemas.microsoft.com/office/drawing/2014/main" id="{DC01AE4F-03FD-22A9-9DAF-BBED894AFE7E}"/>
                  </a:ext>
                </a:extLst>
              </p:cNvPr>
              <p:cNvSpPr>
                <a:spLocks noChangeShapeType="1"/>
              </p:cNvSpPr>
              <p:nvPr/>
            </p:nvSpPr>
            <p:spPr bwMode="auto">
              <a:xfrm>
                <a:off x="3474" y="1873"/>
                <a:ext cx="0" cy="382"/>
              </a:xfrm>
              <a:prstGeom prst="line">
                <a:avLst/>
              </a:prstGeom>
              <a:noFill/>
              <a:ln w="254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3" name="Line 47">
                <a:extLst>
                  <a:ext uri="{FF2B5EF4-FFF2-40B4-BE49-F238E27FC236}">
                    <a16:creationId xmlns:a16="http://schemas.microsoft.com/office/drawing/2014/main" id="{263B596A-31AE-A5B2-881D-75D779F6E5CC}"/>
                  </a:ext>
                </a:extLst>
              </p:cNvPr>
              <p:cNvSpPr>
                <a:spLocks noChangeShapeType="1"/>
              </p:cNvSpPr>
              <p:nvPr/>
            </p:nvSpPr>
            <p:spPr bwMode="auto">
              <a:xfrm>
                <a:off x="3474" y="2485"/>
                <a:ext cx="0" cy="285"/>
              </a:xfrm>
              <a:prstGeom prst="line">
                <a:avLst/>
              </a:prstGeom>
              <a:noFill/>
              <a:ln w="254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4" name="Line 48">
                <a:extLst>
                  <a:ext uri="{FF2B5EF4-FFF2-40B4-BE49-F238E27FC236}">
                    <a16:creationId xmlns:a16="http://schemas.microsoft.com/office/drawing/2014/main" id="{F6B4CC16-E833-6B54-BB25-99DDE3453185}"/>
                  </a:ext>
                </a:extLst>
              </p:cNvPr>
              <p:cNvSpPr>
                <a:spLocks noChangeShapeType="1"/>
              </p:cNvSpPr>
              <p:nvPr/>
            </p:nvSpPr>
            <p:spPr bwMode="auto">
              <a:xfrm>
                <a:off x="3474" y="3050"/>
                <a:ext cx="0" cy="286"/>
              </a:xfrm>
              <a:prstGeom prst="line">
                <a:avLst/>
              </a:prstGeom>
              <a:noFill/>
              <a:ln w="254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 name="Line 49">
                <a:extLst>
                  <a:ext uri="{FF2B5EF4-FFF2-40B4-BE49-F238E27FC236}">
                    <a16:creationId xmlns:a16="http://schemas.microsoft.com/office/drawing/2014/main" id="{01FA6A25-B508-0C5C-B801-D40AD3E81133}"/>
                  </a:ext>
                </a:extLst>
              </p:cNvPr>
              <p:cNvSpPr>
                <a:spLocks noChangeShapeType="1"/>
              </p:cNvSpPr>
              <p:nvPr/>
            </p:nvSpPr>
            <p:spPr bwMode="auto">
              <a:xfrm>
                <a:off x="3474" y="3584"/>
                <a:ext cx="0" cy="286"/>
              </a:xfrm>
              <a:prstGeom prst="line">
                <a:avLst/>
              </a:prstGeom>
              <a:noFill/>
              <a:ln w="254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 name="AutoShape 50">
                <a:extLst>
                  <a:ext uri="{FF2B5EF4-FFF2-40B4-BE49-F238E27FC236}">
                    <a16:creationId xmlns:a16="http://schemas.microsoft.com/office/drawing/2014/main" id="{20446435-555C-CA44-F8EB-7C45B9A0C3D4}"/>
                  </a:ext>
                </a:extLst>
              </p:cNvPr>
              <p:cNvSpPr>
                <a:spLocks noChangeArrowheads="1"/>
              </p:cNvSpPr>
              <p:nvPr/>
            </p:nvSpPr>
            <p:spPr bwMode="auto">
              <a:xfrm>
                <a:off x="2838" y="1617"/>
                <a:ext cx="1274" cy="386"/>
              </a:xfrm>
              <a:prstGeom prst="flowChartDecision">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a:solidFill>
                    <a:srgbClr val="4138FA"/>
                  </a:solidFill>
                  <a:effectLst>
                    <a:outerShdw blurRad="38100" dist="38100" dir="2700000" algn="tl">
                      <a:srgbClr val="000000"/>
                    </a:outerShdw>
                  </a:effectLst>
                </a:endParaRPr>
              </a:p>
            </p:txBody>
          </p:sp>
          <p:sp>
            <p:nvSpPr>
              <p:cNvPr id="17" name="Text Box 51">
                <a:extLst>
                  <a:ext uri="{FF2B5EF4-FFF2-40B4-BE49-F238E27FC236}">
                    <a16:creationId xmlns:a16="http://schemas.microsoft.com/office/drawing/2014/main" id="{A6FDDCDC-4542-4C0E-2481-875C63962875}"/>
                  </a:ext>
                </a:extLst>
              </p:cNvPr>
              <p:cNvSpPr txBox="1">
                <a:spLocks noChangeArrowheads="1"/>
              </p:cNvSpPr>
              <p:nvPr/>
            </p:nvSpPr>
            <p:spPr bwMode="auto">
              <a:xfrm>
                <a:off x="3248" y="1686"/>
                <a:ext cx="507" cy="212"/>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a:solidFill>
                      <a:schemeClr val="tx1"/>
                    </a:solidFill>
                    <a:latin typeface="Times New Roman" panose="02020603050405020304" pitchFamily="18" charset="0"/>
                  </a:rPr>
                  <a:t>W=0 ?</a:t>
                </a:r>
              </a:p>
            </p:txBody>
          </p:sp>
          <p:sp>
            <p:nvSpPr>
              <p:cNvPr id="18" name="Line 52">
                <a:extLst>
                  <a:ext uri="{FF2B5EF4-FFF2-40B4-BE49-F238E27FC236}">
                    <a16:creationId xmlns:a16="http://schemas.microsoft.com/office/drawing/2014/main" id="{5526211F-A502-76CF-F86A-9C146D877881}"/>
                  </a:ext>
                </a:extLst>
              </p:cNvPr>
              <p:cNvSpPr>
                <a:spLocks noChangeShapeType="1"/>
              </p:cNvSpPr>
              <p:nvPr/>
            </p:nvSpPr>
            <p:spPr bwMode="auto">
              <a:xfrm>
                <a:off x="3476" y="1229"/>
                <a:ext cx="0" cy="382"/>
              </a:xfrm>
              <a:prstGeom prst="line">
                <a:avLst/>
              </a:prstGeom>
              <a:noFill/>
              <a:ln w="254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9" name="Line 54">
                <a:extLst>
                  <a:ext uri="{FF2B5EF4-FFF2-40B4-BE49-F238E27FC236}">
                    <a16:creationId xmlns:a16="http://schemas.microsoft.com/office/drawing/2014/main" id="{199EBCC8-1490-72B5-4D19-66AFB96D3109}"/>
                  </a:ext>
                </a:extLst>
              </p:cNvPr>
              <p:cNvSpPr>
                <a:spLocks noChangeShapeType="1"/>
              </p:cNvSpPr>
              <p:nvPr/>
            </p:nvSpPr>
            <p:spPr bwMode="auto">
              <a:xfrm flipV="1">
                <a:off x="4196" y="1392"/>
                <a:ext cx="0" cy="40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 name="Line 55">
                <a:extLst>
                  <a:ext uri="{FF2B5EF4-FFF2-40B4-BE49-F238E27FC236}">
                    <a16:creationId xmlns:a16="http://schemas.microsoft.com/office/drawing/2014/main" id="{C5E13E8B-ED67-D8D9-69C8-2E681C0A2B71}"/>
                  </a:ext>
                </a:extLst>
              </p:cNvPr>
              <p:cNvSpPr>
                <a:spLocks noChangeShapeType="1"/>
              </p:cNvSpPr>
              <p:nvPr/>
            </p:nvSpPr>
            <p:spPr bwMode="auto">
              <a:xfrm flipH="1">
                <a:off x="3482" y="1392"/>
                <a:ext cx="729" cy="0"/>
              </a:xfrm>
              <a:prstGeom prst="line">
                <a:avLst/>
              </a:prstGeom>
              <a:noFill/>
              <a:ln w="254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1" name="Text Box 56">
                <a:extLst>
                  <a:ext uri="{FF2B5EF4-FFF2-40B4-BE49-F238E27FC236}">
                    <a16:creationId xmlns:a16="http://schemas.microsoft.com/office/drawing/2014/main" id="{DA0A30F9-73DE-53A7-EF48-871C2A8417B8}"/>
                  </a:ext>
                </a:extLst>
              </p:cNvPr>
              <p:cNvSpPr txBox="1">
                <a:spLocks noChangeArrowheads="1"/>
              </p:cNvSpPr>
              <p:nvPr/>
            </p:nvSpPr>
            <p:spPr bwMode="auto">
              <a:xfrm>
                <a:off x="3525" y="1993"/>
                <a:ext cx="333" cy="212"/>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a:solidFill>
                      <a:schemeClr val="tx1"/>
                    </a:solidFill>
                    <a:latin typeface="Times New Roman" panose="02020603050405020304" pitchFamily="18" charset="0"/>
                  </a:rPr>
                  <a:t>= 0</a:t>
                </a:r>
              </a:p>
            </p:txBody>
          </p:sp>
        </p:grpSp>
      </p:grpSp>
      <p:sp>
        <p:nvSpPr>
          <p:cNvPr id="37" name="Text Box 61">
            <a:extLst>
              <a:ext uri="{FF2B5EF4-FFF2-40B4-BE49-F238E27FC236}">
                <a16:creationId xmlns:a16="http://schemas.microsoft.com/office/drawing/2014/main" id="{9A379E74-9D4A-A63C-9224-B972B1EDF70E}"/>
              </a:ext>
            </a:extLst>
          </p:cNvPr>
          <p:cNvSpPr txBox="1">
            <a:spLocks noChangeArrowheads="1"/>
          </p:cNvSpPr>
          <p:nvPr/>
        </p:nvSpPr>
        <p:spPr bwMode="auto">
          <a:xfrm>
            <a:off x="3896586" y="6142658"/>
            <a:ext cx="3049588" cy="385763"/>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0"/>
              </a:spcBef>
              <a:buFont typeface="Wingdings" panose="05000000000000000000" pitchFamily="2" charset="2"/>
              <a:buNone/>
            </a:pPr>
            <a:r>
              <a:rPr lang="zh-CN" altLang="en-US" sz="1600" b="0">
                <a:solidFill>
                  <a:schemeClr val="tx1"/>
                </a:solidFill>
                <a:latin typeface="Times New Roman" panose="02020603050405020304" pitchFamily="18" charset="0"/>
              </a:rPr>
              <a:t>两个进程使用临界资源的操作</a:t>
            </a:r>
          </a:p>
        </p:txBody>
      </p:sp>
    </p:spTree>
    <p:extLst>
      <p:ext uri="{BB962C8B-B14F-4D97-AF65-F5344CB8AC3E}">
        <p14:creationId xmlns:p14="http://schemas.microsoft.com/office/powerpoint/2010/main" val="24856360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B56D90-A71F-FF7A-FADE-4C25762256FC}"/>
              </a:ext>
            </a:extLst>
          </p:cNvPr>
          <p:cNvSpPr>
            <a:spLocks noGrp="1"/>
          </p:cNvSpPr>
          <p:nvPr>
            <p:ph type="title"/>
          </p:nvPr>
        </p:nvSpPr>
        <p:spPr/>
        <p:txBody>
          <a:bodyPr>
            <a:normAutofit/>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进程同步机构</a:t>
            </a:r>
            <a:endParaRPr lang="zh-CN" altLang="en-US" dirty="0"/>
          </a:p>
        </p:txBody>
      </p:sp>
      <p:sp>
        <p:nvSpPr>
          <p:cNvPr id="3" name="Rectangle 3">
            <a:extLst>
              <a:ext uri="{FF2B5EF4-FFF2-40B4-BE49-F238E27FC236}">
                <a16:creationId xmlns:a16="http://schemas.microsoft.com/office/drawing/2014/main" id="{9FF0A8B5-2782-4D50-648C-91DD06A88267}"/>
              </a:ext>
            </a:extLst>
          </p:cNvPr>
          <p:cNvSpPr>
            <a:spLocks noChangeArrowheads="1"/>
          </p:cNvSpPr>
          <p:nvPr/>
        </p:nvSpPr>
        <p:spPr bwMode="auto">
          <a:xfrm>
            <a:off x="1228523" y="830079"/>
            <a:ext cx="4979988" cy="4730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spcBef>
                <a:spcPts val="1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(4) </a:t>
            </a:r>
            <a:r>
              <a:rPr lang="zh-CN" altLang="en-US" sz="2600" b="1" dirty="0">
                <a:solidFill>
                  <a:prstClr val="black"/>
                </a:solidFill>
                <a:effectLst/>
                <a:latin typeface="微软雅黑" panose="020B0503020204020204" pitchFamily="34" charset="-122"/>
                <a:ea typeface="微软雅黑" panose="020B0503020204020204" pitchFamily="34" charset="-122"/>
              </a:rPr>
              <a:t>上锁原语和开锁原语</a:t>
            </a:r>
          </a:p>
          <a:p>
            <a:pPr eaLnBrk="1" hangingPunct="1">
              <a:lnSpc>
                <a:spcPct val="130000"/>
              </a:lnSpc>
              <a:buClr>
                <a:schemeClr val="tx2"/>
              </a:buClr>
              <a:buSzPct val="95000"/>
              <a:buFont typeface="Wingdings" panose="05000000000000000000" pitchFamily="2" charset="2"/>
              <a:buNone/>
              <a:defRPr/>
            </a:pPr>
            <a:r>
              <a:rPr lang="zh-CN" altLang="en-US" sz="2400" dirty="0">
                <a:solidFill>
                  <a:srgbClr val="000099"/>
                </a:solidFill>
                <a:effectLst/>
                <a:latin typeface="Times New Roman" panose="02020603050405020304" pitchFamily="18" charset="0"/>
              </a:rPr>
              <a:t>①</a:t>
            </a:r>
            <a:r>
              <a:rPr lang="zh-CN" altLang="en-US" sz="2400" dirty="0">
                <a:solidFill>
                  <a:srgbClr val="000099"/>
                </a:solidFill>
                <a:effectLst/>
                <a:latin typeface="宋体" panose="02010600030101010101" pitchFamily="2" charset="-122"/>
              </a:rPr>
              <a:t> </a:t>
            </a:r>
            <a:r>
              <a:rPr lang="zh-CN" altLang="en-US" sz="2400" dirty="0">
                <a:solidFill>
                  <a:srgbClr val="000099"/>
                </a:solidFill>
                <a:effectLst/>
                <a:latin typeface="Times New Roman" panose="02020603050405020304" pitchFamily="18" charset="0"/>
              </a:rPr>
              <a:t>上锁原语 </a:t>
            </a:r>
            <a:r>
              <a:rPr lang="en-US" altLang="zh-CN" sz="2400" dirty="0">
                <a:solidFill>
                  <a:srgbClr val="000099"/>
                </a:solidFill>
                <a:effectLst/>
                <a:latin typeface="Times New Roman" panose="02020603050405020304" pitchFamily="18" charset="0"/>
              </a:rPr>
              <a:t>lock</a:t>
            </a:r>
            <a:endParaRPr lang="zh-CN" altLang="en-US" sz="2400" dirty="0">
              <a:solidFill>
                <a:srgbClr val="000099"/>
              </a:solidFill>
              <a:effectLst/>
              <a:latin typeface="Times New Roman" panose="02020603050405020304" pitchFamily="18" charset="0"/>
            </a:endParaRPr>
          </a:p>
          <a:p>
            <a:pPr algn="just" eaLnBrk="1" hangingPunct="1">
              <a:lnSpc>
                <a:spcPct val="130000"/>
              </a:lnSpc>
              <a:buClr>
                <a:schemeClr val="tx2"/>
              </a:buClr>
              <a:buSzPct val="95000"/>
              <a:buFont typeface="Wingdings" panose="05000000000000000000" pitchFamily="2" charset="2"/>
              <a:buNone/>
              <a:defRPr/>
            </a:pPr>
            <a:r>
              <a:rPr lang="zh-CN" altLang="en-US" sz="2000" b="0" dirty="0">
                <a:solidFill>
                  <a:schemeClr val="tx1"/>
                </a:solidFill>
                <a:effectLst/>
                <a:latin typeface="Times New Roman" panose="02020603050405020304" pitchFamily="18" charset="0"/>
              </a:rPr>
              <a:t>	输入：锁变量</a:t>
            </a:r>
            <a:r>
              <a:rPr lang="en-US" altLang="zh-CN" sz="2000" b="0" dirty="0">
                <a:solidFill>
                  <a:schemeClr val="tx1"/>
                </a:solidFill>
                <a:effectLst/>
                <a:latin typeface="Times New Roman" panose="02020603050405020304" pitchFamily="18" charset="0"/>
              </a:rPr>
              <a:t>w</a:t>
            </a:r>
          </a:p>
          <a:p>
            <a:pPr algn="just" eaLnBrk="1" hangingPunct="1">
              <a:lnSpc>
                <a:spcPct val="130000"/>
              </a:lnSpc>
              <a:buClr>
                <a:schemeClr val="tx2"/>
              </a:buClr>
              <a:buSzPct val="95000"/>
              <a:buFont typeface="Wingdings" panose="05000000000000000000" pitchFamily="2" charset="2"/>
              <a:buNone/>
              <a:defRPr/>
            </a:pPr>
            <a:r>
              <a:rPr lang="en-US" altLang="zh-CN" sz="2000" b="0" dirty="0">
                <a:solidFill>
                  <a:schemeClr val="tx1"/>
                </a:solidFill>
                <a:effectLst/>
                <a:latin typeface="Times New Roman" panose="02020603050405020304" pitchFamily="18" charset="0"/>
              </a:rPr>
              <a:t>    	</a:t>
            </a:r>
            <a:r>
              <a:rPr lang="zh-CN" altLang="en-US" sz="2000" b="0" dirty="0">
                <a:solidFill>
                  <a:schemeClr val="tx1"/>
                </a:solidFill>
                <a:effectLst/>
                <a:latin typeface="Times New Roman" panose="02020603050405020304" pitchFamily="18" charset="0"/>
              </a:rPr>
              <a:t>输出：无</a:t>
            </a:r>
          </a:p>
          <a:p>
            <a:pPr algn="just" eaLnBrk="1" hangingPunct="1">
              <a:lnSpc>
                <a:spcPct val="130000"/>
              </a:lnSpc>
              <a:buClr>
                <a:schemeClr val="tx2"/>
              </a:buClr>
              <a:buSzPct val="95000"/>
              <a:buFont typeface="Wingdings" panose="05000000000000000000" pitchFamily="2" charset="2"/>
              <a:buNone/>
              <a:defRPr/>
            </a:pPr>
            <a:r>
              <a:rPr lang="zh-CN" altLang="en-US" sz="2000" b="0" dirty="0">
                <a:solidFill>
                  <a:schemeClr val="tx1"/>
                </a:solidFill>
                <a:effectLst/>
                <a:latin typeface="Times New Roman" panose="02020603050405020304" pitchFamily="18" charset="0"/>
              </a:rPr>
              <a:t>    	</a:t>
            </a:r>
            <a:r>
              <a:rPr lang="en-US" altLang="zh-CN" sz="2000" b="0" dirty="0">
                <a:solidFill>
                  <a:schemeClr val="tx1"/>
                </a:solidFill>
                <a:effectLst/>
                <a:latin typeface="Times New Roman" panose="02020603050405020304" pitchFamily="18" charset="0"/>
              </a:rPr>
              <a:t>{</a:t>
            </a:r>
          </a:p>
          <a:p>
            <a:pPr algn="just" eaLnBrk="1" hangingPunct="1">
              <a:lnSpc>
                <a:spcPct val="130000"/>
              </a:lnSpc>
              <a:buClr>
                <a:schemeClr val="tx2"/>
              </a:buClr>
              <a:buSzPct val="95000"/>
              <a:buFont typeface="Wingdings" panose="05000000000000000000" pitchFamily="2" charset="2"/>
              <a:buNone/>
              <a:defRPr/>
            </a:pPr>
            <a:r>
              <a:rPr lang="en-US" altLang="zh-CN" sz="2000" b="0" dirty="0">
                <a:solidFill>
                  <a:schemeClr val="tx1"/>
                </a:solidFill>
                <a:effectLst/>
                <a:latin typeface="Times New Roman" panose="02020603050405020304" pitchFamily="18" charset="0"/>
              </a:rPr>
              <a:t>        		test</a:t>
            </a:r>
            <a:r>
              <a:rPr lang="zh-CN" altLang="en-US" sz="2000" b="0" dirty="0">
                <a:solidFill>
                  <a:schemeClr val="tx1"/>
                </a:solidFill>
                <a:effectLst/>
                <a:latin typeface="Times New Roman" panose="02020603050405020304" pitchFamily="18" charset="0"/>
              </a:rPr>
              <a:t>：  </a:t>
            </a:r>
            <a:r>
              <a:rPr lang="en-US" altLang="zh-CN" sz="2000" b="0" dirty="0">
                <a:solidFill>
                  <a:schemeClr val="tx1"/>
                </a:solidFill>
                <a:effectLst/>
                <a:latin typeface="Times New Roman" panose="02020603050405020304" pitchFamily="18" charset="0"/>
              </a:rPr>
              <a:t>if (w</a:t>
            </a:r>
            <a:r>
              <a:rPr lang="zh-CN" altLang="en-US" sz="2000" b="0" dirty="0">
                <a:solidFill>
                  <a:schemeClr val="tx1"/>
                </a:solidFill>
                <a:effectLst/>
                <a:latin typeface="Times New Roman" panose="02020603050405020304" pitchFamily="18" charset="0"/>
              </a:rPr>
              <a:t>为</a:t>
            </a:r>
            <a:r>
              <a:rPr lang="en-US" altLang="zh-CN" sz="2000" b="0" dirty="0">
                <a:solidFill>
                  <a:schemeClr val="tx1"/>
                </a:solidFill>
                <a:effectLst/>
                <a:latin typeface="Times New Roman" panose="02020603050405020304" pitchFamily="18" charset="0"/>
              </a:rPr>
              <a:t>1)</a:t>
            </a:r>
          </a:p>
          <a:p>
            <a:pPr algn="just" eaLnBrk="1" hangingPunct="1">
              <a:lnSpc>
                <a:spcPct val="130000"/>
              </a:lnSpc>
              <a:buClr>
                <a:schemeClr val="tx2"/>
              </a:buClr>
              <a:buSzPct val="95000"/>
              <a:buFont typeface="Wingdings" panose="05000000000000000000" pitchFamily="2" charset="2"/>
              <a:buNone/>
              <a:defRPr/>
            </a:pPr>
            <a:r>
              <a:rPr lang="en-US" altLang="zh-CN" sz="2000" b="0" dirty="0">
                <a:solidFill>
                  <a:schemeClr val="tx1"/>
                </a:solidFill>
                <a:effectLst/>
                <a:latin typeface="Times New Roman" panose="02020603050405020304" pitchFamily="18" charset="0"/>
              </a:rPr>
              <a:t>              </a:t>
            </a:r>
            <a:r>
              <a:rPr lang="en-US" altLang="zh-CN" sz="2000" b="0" dirty="0" err="1">
                <a:solidFill>
                  <a:schemeClr val="tx1"/>
                </a:solidFill>
                <a:effectLst/>
                <a:latin typeface="Times New Roman" panose="02020603050405020304" pitchFamily="18" charset="0"/>
              </a:rPr>
              <a:t>goto</a:t>
            </a:r>
            <a:r>
              <a:rPr lang="en-US" altLang="zh-CN" sz="2000" b="0" dirty="0">
                <a:solidFill>
                  <a:schemeClr val="tx1"/>
                </a:solidFill>
                <a:effectLst/>
                <a:latin typeface="Times New Roman" panose="02020603050405020304" pitchFamily="18" charset="0"/>
              </a:rPr>
              <a:t>  test</a:t>
            </a:r>
            <a:r>
              <a:rPr lang="zh-CN" altLang="en-US" sz="2000" b="0" dirty="0">
                <a:solidFill>
                  <a:schemeClr val="tx1"/>
                </a:solidFill>
                <a:effectLst/>
                <a:latin typeface="Times New Roman" panose="02020603050405020304" pitchFamily="18" charset="0"/>
              </a:rPr>
              <a:t>；        </a:t>
            </a:r>
            <a:r>
              <a:rPr lang="en-US" altLang="zh-CN" sz="2000" b="0" dirty="0">
                <a:solidFill>
                  <a:schemeClr val="tx1"/>
                </a:solidFill>
                <a:effectLst/>
                <a:latin typeface="Times New Roman" panose="02020603050405020304" pitchFamily="18" charset="0"/>
              </a:rPr>
              <a:t>//</a:t>
            </a:r>
            <a:r>
              <a:rPr lang="zh-CN" altLang="en-US" sz="2000" b="0" dirty="0">
                <a:solidFill>
                  <a:schemeClr val="tx1"/>
                </a:solidFill>
                <a:effectLst/>
                <a:latin typeface="Times New Roman" panose="02020603050405020304" pitchFamily="18" charset="0"/>
              </a:rPr>
              <a:t>  测试锁位的值</a:t>
            </a:r>
          </a:p>
          <a:p>
            <a:pPr algn="just" eaLnBrk="1" hangingPunct="1">
              <a:lnSpc>
                <a:spcPct val="130000"/>
              </a:lnSpc>
              <a:buClr>
                <a:schemeClr val="tx2"/>
              </a:buClr>
              <a:buSzPct val="95000"/>
              <a:buFont typeface="Wingdings" panose="05000000000000000000" pitchFamily="2" charset="2"/>
              <a:buNone/>
              <a:defRPr/>
            </a:pPr>
            <a:r>
              <a:rPr lang="zh-CN" altLang="en-US" sz="2000" b="0" dirty="0">
                <a:solidFill>
                  <a:schemeClr val="tx1"/>
                </a:solidFill>
                <a:effectLst/>
                <a:latin typeface="Times New Roman" panose="02020603050405020304" pitchFamily="18" charset="0"/>
              </a:rPr>
              <a:t>              </a:t>
            </a:r>
            <a:r>
              <a:rPr lang="en-US" altLang="zh-CN" sz="2000" b="0" dirty="0">
                <a:solidFill>
                  <a:schemeClr val="tx1"/>
                </a:solidFill>
                <a:effectLst/>
                <a:latin typeface="Times New Roman" panose="02020603050405020304" pitchFamily="18" charset="0"/>
              </a:rPr>
              <a:t>else   w=1</a:t>
            </a:r>
            <a:r>
              <a:rPr lang="zh-CN" altLang="en-US" sz="2000" b="0" dirty="0">
                <a:solidFill>
                  <a:schemeClr val="tx1"/>
                </a:solidFill>
                <a:effectLst/>
                <a:latin typeface="Times New Roman" panose="02020603050405020304" pitchFamily="18" charset="0"/>
              </a:rPr>
              <a:t>；      </a:t>
            </a:r>
            <a:r>
              <a:rPr lang="en-US" altLang="zh-CN" sz="2000" b="0" dirty="0">
                <a:solidFill>
                  <a:schemeClr val="tx1"/>
                </a:solidFill>
                <a:effectLst/>
                <a:latin typeface="Times New Roman" panose="02020603050405020304" pitchFamily="18" charset="0"/>
              </a:rPr>
              <a:t>// </a:t>
            </a:r>
            <a:r>
              <a:rPr lang="zh-CN" altLang="en-US" sz="2000" b="0" dirty="0">
                <a:solidFill>
                  <a:schemeClr val="tx1"/>
                </a:solidFill>
                <a:effectLst/>
                <a:latin typeface="Times New Roman" panose="02020603050405020304" pitchFamily="18" charset="0"/>
              </a:rPr>
              <a:t>上锁</a:t>
            </a:r>
          </a:p>
          <a:p>
            <a:pPr algn="just" eaLnBrk="1" hangingPunct="1">
              <a:lnSpc>
                <a:spcPct val="130000"/>
              </a:lnSpc>
              <a:buClr>
                <a:schemeClr val="tx2"/>
              </a:buClr>
              <a:buSzPct val="95000"/>
              <a:buFont typeface="Wingdings" panose="05000000000000000000" pitchFamily="2" charset="2"/>
              <a:buNone/>
              <a:defRPr/>
            </a:pPr>
            <a:r>
              <a:rPr lang="zh-CN" altLang="en-US" sz="2000" b="0" dirty="0">
                <a:solidFill>
                  <a:schemeClr val="tx1"/>
                </a:solidFill>
                <a:effectLst/>
                <a:latin typeface="Times New Roman" panose="02020603050405020304" pitchFamily="18" charset="0"/>
              </a:rPr>
              <a:t>   	</a:t>
            </a:r>
            <a:r>
              <a:rPr lang="en-US" altLang="zh-CN" sz="2000" b="0" dirty="0">
                <a:solidFill>
                  <a:schemeClr val="tx1"/>
                </a:solidFill>
                <a:effectLst/>
                <a:latin typeface="Times New Roman" panose="02020603050405020304" pitchFamily="18" charset="0"/>
              </a:rPr>
              <a:t>}</a:t>
            </a:r>
            <a:r>
              <a:rPr lang="en-US" altLang="zh-CN" sz="1600" b="0" dirty="0">
                <a:solidFill>
                  <a:schemeClr val="tx1"/>
                </a:solidFill>
                <a:effectLst/>
                <a:latin typeface="Times New Roman" panose="02020603050405020304" pitchFamily="18" charset="0"/>
              </a:rPr>
              <a:t> </a:t>
            </a:r>
          </a:p>
        </p:txBody>
      </p:sp>
      <p:sp>
        <p:nvSpPr>
          <p:cNvPr id="4" name="Rectangle 39">
            <a:extLst>
              <a:ext uri="{FF2B5EF4-FFF2-40B4-BE49-F238E27FC236}">
                <a16:creationId xmlns:a16="http://schemas.microsoft.com/office/drawing/2014/main" id="{427CE2DA-EAC9-9021-398D-F91747E4860A}"/>
              </a:ext>
            </a:extLst>
          </p:cNvPr>
          <p:cNvSpPr>
            <a:spLocks noChangeArrowheads="1"/>
          </p:cNvSpPr>
          <p:nvPr/>
        </p:nvSpPr>
        <p:spPr bwMode="auto">
          <a:xfrm>
            <a:off x="6770867" y="1488891"/>
            <a:ext cx="4316545" cy="30346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lvl="1" eaLnBrk="1" hangingPunct="1">
              <a:lnSpc>
                <a:spcPct val="130000"/>
              </a:lnSpc>
              <a:buFont typeface="Wingdings" panose="05000000000000000000" pitchFamily="2" charset="2"/>
              <a:buNone/>
            </a:pPr>
            <a:r>
              <a:rPr lang="en-US" altLang="zh-CN" sz="2400" dirty="0">
                <a:solidFill>
                  <a:srgbClr val="000099"/>
                </a:solidFill>
                <a:latin typeface="Times New Roman" panose="02020603050405020304" pitchFamily="18" charset="0"/>
              </a:rPr>
              <a:t>②</a:t>
            </a:r>
            <a:r>
              <a:rPr lang="en-US" altLang="zh-CN" sz="2400" dirty="0">
                <a:solidFill>
                  <a:srgbClr val="000099"/>
                </a:solidFill>
                <a:latin typeface="宋体" panose="02010600030101010101" pitchFamily="2" charset="-122"/>
              </a:rPr>
              <a:t> </a:t>
            </a:r>
            <a:r>
              <a:rPr lang="zh-CN" altLang="en-US" sz="2400" dirty="0">
                <a:solidFill>
                  <a:srgbClr val="000099"/>
                </a:solidFill>
                <a:latin typeface="Times New Roman" panose="02020603050405020304" pitchFamily="18" charset="0"/>
              </a:rPr>
              <a:t>开锁原语 </a:t>
            </a:r>
            <a:r>
              <a:rPr lang="en-US" altLang="zh-CN" sz="2400" dirty="0">
                <a:solidFill>
                  <a:srgbClr val="000099"/>
                </a:solidFill>
                <a:latin typeface="Times New Roman" panose="02020603050405020304" pitchFamily="18" charset="0"/>
              </a:rPr>
              <a:t>unlock</a:t>
            </a:r>
            <a:endParaRPr lang="zh-CN" altLang="en-US" sz="2400" dirty="0">
              <a:solidFill>
                <a:srgbClr val="000099"/>
              </a:solidFill>
              <a:latin typeface="Times New Roman" panose="02020603050405020304" pitchFamily="18" charset="0"/>
            </a:endParaRPr>
          </a:p>
          <a:p>
            <a:pPr lvl="1" algn="just">
              <a:lnSpc>
                <a:spcPct val="130000"/>
              </a:lnSpc>
              <a:buNone/>
            </a:pPr>
            <a:r>
              <a:rPr lang="zh-CN" altLang="en-US" sz="2000" b="0" dirty="0">
                <a:solidFill>
                  <a:schemeClr val="tx1"/>
                </a:solidFill>
                <a:latin typeface="Times New Roman" panose="02020603050405020304" pitchFamily="18" charset="0"/>
              </a:rPr>
              <a:t>         输入：锁变量</a:t>
            </a:r>
            <a:r>
              <a:rPr lang="en-US" altLang="zh-CN" sz="2000" b="0" dirty="0">
                <a:solidFill>
                  <a:schemeClr val="tx1"/>
                </a:solidFill>
                <a:latin typeface="Times New Roman" panose="02020603050405020304" pitchFamily="18" charset="0"/>
              </a:rPr>
              <a:t>w</a:t>
            </a:r>
          </a:p>
          <a:p>
            <a:pPr lvl="1" algn="just">
              <a:lnSpc>
                <a:spcPct val="130000"/>
              </a:lnSpc>
              <a:buNone/>
            </a:pPr>
            <a:r>
              <a:rPr lang="en-US" altLang="zh-CN" sz="2000" b="0" dirty="0">
                <a:solidFill>
                  <a:schemeClr val="tx1"/>
                </a:solidFill>
                <a:latin typeface="Times New Roman" panose="02020603050405020304" pitchFamily="18" charset="0"/>
              </a:rPr>
              <a:t>         </a:t>
            </a:r>
            <a:r>
              <a:rPr lang="zh-CN" altLang="en-US" sz="2000" b="0" dirty="0">
                <a:solidFill>
                  <a:schemeClr val="tx1"/>
                </a:solidFill>
                <a:latin typeface="Times New Roman" panose="02020603050405020304" pitchFamily="18" charset="0"/>
              </a:rPr>
              <a:t>输出：无</a:t>
            </a:r>
          </a:p>
          <a:p>
            <a:pPr lvl="1" algn="just">
              <a:lnSpc>
                <a:spcPct val="130000"/>
              </a:lnSpc>
              <a:buNone/>
            </a:pPr>
            <a:r>
              <a:rPr lang="zh-CN" altLang="en-US" sz="2000" b="0" dirty="0">
                <a:solidFill>
                  <a:schemeClr val="tx1"/>
                </a:solidFill>
                <a:latin typeface="Times New Roman" panose="02020603050405020304" pitchFamily="18" charset="0"/>
              </a:rPr>
              <a:t>         </a:t>
            </a:r>
            <a:r>
              <a:rPr lang="en-US" altLang="zh-CN" sz="2000" b="0" dirty="0">
                <a:solidFill>
                  <a:schemeClr val="tx1"/>
                </a:solidFill>
                <a:latin typeface="Times New Roman" panose="02020603050405020304" pitchFamily="18" charset="0"/>
              </a:rPr>
              <a:t>{</a:t>
            </a:r>
          </a:p>
          <a:p>
            <a:pPr lvl="1" algn="just">
              <a:lnSpc>
                <a:spcPct val="130000"/>
              </a:lnSpc>
              <a:buNone/>
            </a:pPr>
            <a:r>
              <a:rPr lang="en-US" altLang="zh-CN" sz="2000" b="0" dirty="0">
                <a:solidFill>
                  <a:schemeClr val="tx1"/>
                </a:solidFill>
                <a:latin typeface="Times New Roman" panose="02020603050405020304" pitchFamily="18" charset="0"/>
              </a:rPr>
              <a:t>              w=0</a:t>
            </a:r>
            <a:r>
              <a:rPr lang="zh-CN" altLang="en-US" sz="2000" b="0" dirty="0">
                <a:solidFill>
                  <a:schemeClr val="tx1"/>
                </a:solidFill>
                <a:latin typeface="Times New Roman" panose="02020603050405020304" pitchFamily="18" charset="0"/>
              </a:rPr>
              <a:t>；</a:t>
            </a:r>
            <a:r>
              <a:rPr lang="en-US" altLang="zh-CN" sz="2000" b="0" dirty="0">
                <a:solidFill>
                  <a:schemeClr val="tx1"/>
                </a:solidFill>
                <a:latin typeface="Times New Roman" panose="02020603050405020304" pitchFamily="18" charset="0"/>
              </a:rPr>
              <a:t>//  </a:t>
            </a:r>
            <a:r>
              <a:rPr lang="zh-CN" altLang="en-US" sz="2000" b="0" dirty="0">
                <a:solidFill>
                  <a:schemeClr val="tx1"/>
                </a:solidFill>
                <a:latin typeface="Times New Roman" panose="02020603050405020304" pitchFamily="18" charset="0"/>
              </a:rPr>
              <a:t>开锁</a:t>
            </a:r>
          </a:p>
          <a:p>
            <a:pPr lvl="1" algn="just">
              <a:lnSpc>
                <a:spcPct val="130000"/>
              </a:lnSpc>
              <a:buNone/>
            </a:pPr>
            <a:r>
              <a:rPr lang="zh-CN" altLang="en-US" sz="2000" b="0" dirty="0">
                <a:solidFill>
                  <a:schemeClr val="tx1"/>
                </a:solidFill>
                <a:latin typeface="Times New Roman" panose="02020603050405020304" pitchFamily="18" charset="0"/>
              </a:rPr>
              <a:t>         </a:t>
            </a:r>
            <a:r>
              <a:rPr lang="en-US" altLang="zh-CN" sz="2000" b="0" dirty="0">
                <a:solidFill>
                  <a:schemeClr val="tx1"/>
                </a:solidFill>
                <a:latin typeface="Times New Roman" panose="02020603050405020304" pitchFamily="18" charset="0"/>
              </a:rPr>
              <a:t>} </a:t>
            </a:r>
          </a:p>
        </p:txBody>
      </p:sp>
    </p:spTree>
    <p:extLst>
      <p:ext uri="{BB962C8B-B14F-4D97-AF65-F5344CB8AC3E}">
        <p14:creationId xmlns:p14="http://schemas.microsoft.com/office/powerpoint/2010/main" val="19345536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B56D90-A71F-FF7A-FADE-4C25762256FC}"/>
              </a:ext>
            </a:extLst>
          </p:cNvPr>
          <p:cNvSpPr>
            <a:spLocks noGrp="1"/>
          </p:cNvSpPr>
          <p:nvPr>
            <p:ph type="title"/>
          </p:nvPr>
        </p:nvSpPr>
        <p:spPr/>
        <p:txBody>
          <a:bodyPr>
            <a:normAutofit/>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进程同步机构</a:t>
            </a:r>
            <a:endParaRPr lang="zh-CN" altLang="en-US" dirty="0"/>
          </a:p>
        </p:txBody>
      </p:sp>
      <p:sp>
        <p:nvSpPr>
          <p:cNvPr id="3" name="Rectangle 3">
            <a:extLst>
              <a:ext uri="{FF2B5EF4-FFF2-40B4-BE49-F238E27FC236}">
                <a16:creationId xmlns:a16="http://schemas.microsoft.com/office/drawing/2014/main" id="{CFD46DED-C4A7-B177-AE87-A0C9CE244464}"/>
              </a:ext>
            </a:extLst>
          </p:cNvPr>
          <p:cNvSpPr>
            <a:spLocks noChangeArrowheads="1"/>
          </p:cNvSpPr>
          <p:nvPr/>
        </p:nvSpPr>
        <p:spPr bwMode="auto">
          <a:xfrm>
            <a:off x="295436" y="830079"/>
            <a:ext cx="10747213" cy="576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a:lnSpc>
                <a:spcPct val="120000"/>
              </a:lnSpc>
              <a:buClr>
                <a:schemeClr val="tx2"/>
              </a:buClr>
              <a:buSzPct val="95000"/>
              <a:buFont typeface="Wingdings" panose="05000000000000000000" pitchFamily="2" charset="2"/>
              <a:buNone/>
              <a:defRPr/>
            </a:pPr>
            <a:r>
              <a:rPr lang="en-US" altLang="zh-CN" sz="2800" b="1" dirty="0">
                <a:solidFill>
                  <a:srgbClr val="335F90"/>
                </a:solidFill>
                <a:latin typeface="Times New Roman" panose="02020603050405020304" pitchFamily="18" charset="0"/>
              </a:rPr>
              <a:t>2.  </a:t>
            </a:r>
            <a:r>
              <a:rPr lang="zh-CN" altLang="en-US" sz="2800" b="1" dirty="0">
                <a:solidFill>
                  <a:srgbClr val="335F90"/>
                </a:solidFill>
                <a:latin typeface="Times New Roman" panose="02020603050405020304" pitchFamily="18" charset="0"/>
              </a:rPr>
              <a:t>信号灯和</a:t>
            </a:r>
            <a:r>
              <a:rPr lang="en-US" altLang="zh-CN" sz="2800" b="1" dirty="0">
                <a:solidFill>
                  <a:srgbClr val="335F90"/>
                </a:solidFill>
                <a:latin typeface="Times New Roman" panose="02020603050405020304" pitchFamily="18" charset="0"/>
              </a:rPr>
              <a:t>P</a:t>
            </a:r>
            <a:r>
              <a:rPr lang="zh-CN" altLang="en-US" sz="2800" b="1" dirty="0">
                <a:solidFill>
                  <a:srgbClr val="335F90"/>
                </a:solidFill>
                <a:latin typeface="Times New Roman" panose="02020603050405020304" pitchFamily="18" charset="0"/>
              </a:rPr>
              <a:t>、</a:t>
            </a:r>
            <a:r>
              <a:rPr lang="en-US" altLang="zh-CN" sz="2800" b="1" dirty="0">
                <a:solidFill>
                  <a:srgbClr val="335F90"/>
                </a:solidFill>
                <a:latin typeface="Times New Roman" panose="02020603050405020304" pitchFamily="18" charset="0"/>
              </a:rPr>
              <a:t>V</a:t>
            </a:r>
            <a:r>
              <a:rPr lang="zh-CN" altLang="en-US" sz="2800" b="1" dirty="0">
                <a:solidFill>
                  <a:srgbClr val="335F90"/>
                </a:solidFill>
                <a:latin typeface="Times New Roman" panose="02020603050405020304" pitchFamily="18" charset="0"/>
              </a:rPr>
              <a:t>操作</a:t>
            </a:r>
          </a:p>
          <a:p>
            <a:pPr marL="0" indent="0" algn="just">
              <a:lnSpc>
                <a:spcPct val="150000"/>
              </a:lnSpc>
              <a:spcBef>
                <a:spcPts val="1000"/>
              </a:spcBef>
              <a:buClr>
                <a:srgbClr val="FFC000"/>
              </a:buClr>
              <a:buNone/>
              <a:defRPr/>
            </a:pPr>
            <a:r>
              <a:rPr lang="zh-CN" altLang="en-US" sz="2600" b="1" dirty="0">
                <a:solidFill>
                  <a:prstClr val="black"/>
                </a:solidFill>
                <a:effectLst/>
                <a:latin typeface="微软雅黑" panose="020B0503020204020204" pitchFamily="34" charset="-122"/>
                <a:ea typeface="微软雅黑" panose="020B0503020204020204" pitchFamily="34" charset="-122"/>
              </a:rPr>
              <a:t>      </a:t>
            </a:r>
            <a:r>
              <a:rPr lang="en-US" altLang="zh-CN" sz="2600" dirty="0">
                <a:solidFill>
                  <a:prstClr val="black"/>
                </a:solidFill>
                <a:effectLst/>
                <a:latin typeface="微软雅黑" panose="020B0503020204020204" pitchFamily="34" charset="-122"/>
                <a:ea typeface="微软雅黑" panose="020B0503020204020204" pitchFamily="34" charset="-122"/>
              </a:rPr>
              <a:t>(1) </a:t>
            </a:r>
            <a:r>
              <a:rPr lang="zh-CN" altLang="en-US" sz="2600" dirty="0">
                <a:solidFill>
                  <a:prstClr val="black"/>
                </a:solidFill>
                <a:effectLst/>
                <a:latin typeface="微软雅黑" panose="020B0503020204020204" pitchFamily="34" charset="-122"/>
                <a:ea typeface="微软雅黑" panose="020B0503020204020204" pitchFamily="34" charset="-122"/>
              </a:rPr>
              <a:t>什么是信号灯</a:t>
            </a:r>
          </a:p>
          <a:p>
            <a:pPr lvl="1" eaLnBrk="1" hangingPunct="1">
              <a:lnSpc>
                <a:spcPct val="120000"/>
              </a:lnSpc>
              <a:spcBef>
                <a:spcPct val="20000"/>
              </a:spcBef>
              <a:buClr>
                <a:schemeClr val="tx2"/>
              </a:buClr>
              <a:buSzPct val="95000"/>
              <a:buFont typeface="Wingdings" panose="05000000000000000000" pitchFamily="2" charset="2"/>
              <a:buNone/>
              <a:defRPr/>
            </a:pPr>
            <a:r>
              <a:rPr lang="zh-CN" altLang="en-US" sz="2400" b="0" dirty="0">
                <a:solidFill>
                  <a:schemeClr val="tx1"/>
                </a:solidFill>
                <a:effectLst/>
                <a:latin typeface="Times New Roman" panose="02020603050405020304" pitchFamily="18" charset="0"/>
              </a:rPr>
              <a:t>      信号灯是一个确定的</a:t>
            </a:r>
            <a:r>
              <a:rPr lang="zh-CN" altLang="en-US" sz="2400" b="1" dirty="0">
                <a:solidFill>
                  <a:schemeClr val="tx1"/>
                </a:solidFill>
                <a:effectLst/>
                <a:latin typeface="Times New Roman" panose="02020603050405020304" pitchFamily="18" charset="0"/>
              </a:rPr>
              <a:t>二元组 </a:t>
            </a:r>
            <a:r>
              <a:rPr lang="en-US" altLang="zh-CN" sz="2400" b="0" dirty="0">
                <a:solidFill>
                  <a:schemeClr val="tx1"/>
                </a:solidFill>
                <a:effectLst/>
                <a:latin typeface="Times New Roman" panose="02020603050405020304" pitchFamily="18" charset="0"/>
              </a:rPr>
              <a:t>(s</a:t>
            </a:r>
            <a:r>
              <a:rPr lang="zh-CN" altLang="en-US" sz="2400" b="0" dirty="0">
                <a:solidFill>
                  <a:schemeClr val="tx1"/>
                </a:solidFill>
                <a:effectLst/>
                <a:latin typeface="Times New Roman" panose="02020603050405020304" pitchFamily="18" charset="0"/>
              </a:rPr>
              <a:t>，</a:t>
            </a:r>
            <a:r>
              <a:rPr lang="en-US" altLang="zh-CN" sz="2400" b="0" dirty="0">
                <a:solidFill>
                  <a:schemeClr val="tx1"/>
                </a:solidFill>
                <a:effectLst/>
                <a:latin typeface="Times New Roman" panose="02020603050405020304" pitchFamily="18" charset="0"/>
              </a:rPr>
              <a:t>q)</a:t>
            </a:r>
            <a:r>
              <a:rPr lang="zh-CN" altLang="en-US" sz="2400" b="0" dirty="0">
                <a:solidFill>
                  <a:schemeClr val="tx1"/>
                </a:solidFill>
                <a:effectLst/>
                <a:latin typeface="Times New Roman" panose="02020603050405020304" pitchFamily="18" charset="0"/>
              </a:rPr>
              <a:t>，</a:t>
            </a:r>
            <a:r>
              <a:rPr lang="en-US" altLang="zh-CN" sz="2400" b="0" dirty="0">
                <a:solidFill>
                  <a:schemeClr val="tx1"/>
                </a:solidFill>
                <a:effectLst/>
                <a:latin typeface="Times New Roman" panose="02020603050405020304" pitchFamily="18" charset="0"/>
              </a:rPr>
              <a:t>s</a:t>
            </a:r>
            <a:r>
              <a:rPr lang="zh-CN" altLang="en-US" sz="2400" b="0" dirty="0">
                <a:solidFill>
                  <a:schemeClr val="tx1"/>
                </a:solidFill>
                <a:effectLst/>
                <a:latin typeface="Times New Roman" panose="02020603050405020304" pitchFamily="18" charset="0"/>
              </a:rPr>
              <a:t>是一个具有</a:t>
            </a:r>
            <a:r>
              <a:rPr lang="zh-CN" altLang="en-US" sz="2400" b="1" dirty="0">
                <a:solidFill>
                  <a:schemeClr val="tx1"/>
                </a:solidFill>
                <a:effectLst/>
                <a:latin typeface="Times New Roman" panose="02020603050405020304" pitchFamily="18" charset="0"/>
              </a:rPr>
              <a:t>非负初值的整型变量</a:t>
            </a:r>
            <a:r>
              <a:rPr lang="zh-CN" altLang="en-US" sz="2400" b="0" dirty="0">
                <a:solidFill>
                  <a:schemeClr val="tx1"/>
                </a:solidFill>
                <a:effectLst/>
                <a:latin typeface="Times New Roman" panose="02020603050405020304" pitchFamily="18" charset="0"/>
              </a:rPr>
              <a:t>，</a:t>
            </a:r>
            <a:r>
              <a:rPr lang="en-US" altLang="zh-CN" sz="2400" b="0" dirty="0">
                <a:solidFill>
                  <a:schemeClr val="tx1"/>
                </a:solidFill>
                <a:effectLst/>
                <a:latin typeface="Times New Roman" panose="02020603050405020304" pitchFamily="18" charset="0"/>
              </a:rPr>
              <a:t>q</a:t>
            </a:r>
            <a:r>
              <a:rPr lang="zh-CN" altLang="en-US" sz="2400" b="0" dirty="0">
                <a:solidFill>
                  <a:schemeClr val="tx1"/>
                </a:solidFill>
                <a:effectLst/>
                <a:latin typeface="Times New Roman" panose="02020603050405020304" pitchFamily="18" charset="0"/>
              </a:rPr>
              <a:t>是一个</a:t>
            </a:r>
            <a:r>
              <a:rPr lang="zh-CN" altLang="en-US" sz="2400" b="1" dirty="0">
                <a:solidFill>
                  <a:schemeClr val="tx1"/>
                </a:solidFill>
                <a:effectLst/>
                <a:latin typeface="Times New Roman" panose="02020603050405020304" pitchFamily="18" charset="0"/>
              </a:rPr>
              <a:t>初始状态为空的队列</a:t>
            </a:r>
            <a:r>
              <a:rPr lang="zh-CN" altLang="en-US" sz="2400" b="0" dirty="0">
                <a:solidFill>
                  <a:schemeClr val="tx1"/>
                </a:solidFill>
                <a:effectLst/>
                <a:latin typeface="Times New Roman" panose="02020603050405020304" pitchFamily="18" charset="0"/>
              </a:rPr>
              <a:t>。操作系统利用信号灯的状态对并发进程和共享资源进行</a:t>
            </a:r>
            <a:r>
              <a:rPr lang="zh-CN" altLang="en-US" sz="2400" b="1" dirty="0">
                <a:solidFill>
                  <a:schemeClr val="tx1"/>
                </a:solidFill>
                <a:effectLst/>
                <a:latin typeface="Times New Roman" panose="02020603050405020304" pitchFamily="18" charset="0"/>
              </a:rPr>
              <a:t>控制</a:t>
            </a:r>
            <a:r>
              <a:rPr lang="zh-CN" altLang="en-US" sz="2400" b="0" dirty="0">
                <a:solidFill>
                  <a:schemeClr val="tx1"/>
                </a:solidFill>
                <a:effectLst/>
                <a:latin typeface="Times New Roman" panose="02020603050405020304" pitchFamily="18" charset="0"/>
              </a:rPr>
              <a:t>和管理。</a:t>
            </a:r>
            <a:endParaRPr lang="zh-CN" altLang="en-US" sz="2400" b="0" dirty="0">
              <a:solidFill>
                <a:srgbClr val="000099"/>
              </a:solidFill>
              <a:latin typeface="Times New Roman" panose="02020603050405020304" pitchFamily="18" charset="0"/>
            </a:endParaRPr>
          </a:p>
          <a:p>
            <a:pPr eaLnBrk="1" hangingPunct="1">
              <a:lnSpc>
                <a:spcPct val="130000"/>
              </a:lnSpc>
              <a:buClr>
                <a:schemeClr val="tx2"/>
              </a:buClr>
              <a:buSzPct val="95000"/>
              <a:buFont typeface="Wingdings" panose="05000000000000000000" pitchFamily="2" charset="2"/>
              <a:buNone/>
              <a:defRPr/>
            </a:pPr>
            <a:r>
              <a:rPr lang="zh-CN" altLang="en-US" sz="2400" b="0" dirty="0">
                <a:solidFill>
                  <a:schemeClr val="tx1"/>
                </a:solidFill>
                <a:effectLst/>
                <a:latin typeface="Times New Roman" panose="02020603050405020304" pitchFamily="18" charset="0"/>
              </a:rPr>
              <a:t>	        </a:t>
            </a:r>
            <a:r>
              <a:rPr lang="zh-CN" altLang="en-US" sz="2400" b="1" dirty="0">
                <a:solidFill>
                  <a:schemeClr val="tx1"/>
                </a:solidFill>
                <a:effectLst/>
                <a:latin typeface="Times New Roman" panose="02020603050405020304" pitchFamily="18" charset="0"/>
              </a:rPr>
              <a:t>信号灯是整型变量。</a:t>
            </a:r>
          </a:p>
          <a:p>
            <a:pPr eaLnBrk="1" hangingPunct="1">
              <a:lnSpc>
                <a:spcPct val="130000"/>
              </a:lnSpc>
              <a:buClr>
                <a:schemeClr val="tx2"/>
              </a:buClr>
              <a:buSzPct val="95000"/>
              <a:buFont typeface="Wingdings" panose="05000000000000000000" pitchFamily="2" charset="2"/>
              <a:buNone/>
              <a:defRPr/>
            </a:pPr>
            <a:r>
              <a:rPr lang="en-US" altLang="zh-CN" sz="2400" dirty="0">
                <a:solidFill>
                  <a:schemeClr val="tx1"/>
                </a:solidFill>
                <a:effectLst/>
                <a:latin typeface="Times New Roman" panose="02020603050405020304" pitchFamily="18" charset="0"/>
              </a:rPr>
              <a:t>			</a:t>
            </a:r>
            <a:r>
              <a:rPr lang="zh-CN" altLang="en-US" sz="2400" b="1" dirty="0">
                <a:solidFill>
                  <a:schemeClr val="tx1"/>
                </a:solidFill>
                <a:effectLst/>
                <a:latin typeface="Times New Roman" panose="02020603050405020304" pitchFamily="18" charset="0"/>
              </a:rPr>
              <a:t>变量值 ≥ </a:t>
            </a:r>
            <a:r>
              <a:rPr lang="en-US" altLang="zh-CN" sz="2400" b="1" dirty="0">
                <a:solidFill>
                  <a:schemeClr val="tx1"/>
                </a:solidFill>
                <a:effectLst/>
                <a:latin typeface="Times New Roman" panose="02020603050405020304" pitchFamily="18" charset="0"/>
              </a:rPr>
              <a:t>0 </a:t>
            </a:r>
            <a:r>
              <a:rPr lang="zh-CN" altLang="en-US" sz="2400" b="1" dirty="0">
                <a:solidFill>
                  <a:schemeClr val="tx1"/>
                </a:solidFill>
                <a:effectLst/>
                <a:latin typeface="Times New Roman" panose="02020603050405020304" pitchFamily="18" charset="0"/>
              </a:rPr>
              <a:t>时，表示绿灯，进程执行；</a:t>
            </a:r>
          </a:p>
          <a:p>
            <a:pPr eaLnBrk="1" hangingPunct="1">
              <a:lnSpc>
                <a:spcPct val="130000"/>
              </a:lnSpc>
              <a:buClr>
                <a:schemeClr val="tx2"/>
              </a:buClr>
              <a:buSzPct val="95000"/>
              <a:buFont typeface="Wingdings" panose="05000000000000000000" pitchFamily="2" charset="2"/>
              <a:buNone/>
              <a:defRPr/>
            </a:pPr>
            <a:r>
              <a:rPr lang="zh-CN" altLang="en-US" sz="2400" b="1" dirty="0">
                <a:solidFill>
                  <a:schemeClr val="tx1"/>
                </a:solidFill>
                <a:effectLst/>
                <a:latin typeface="Times New Roman" panose="02020603050405020304" pitchFamily="18" charset="0"/>
              </a:rPr>
              <a:t>             </a:t>
            </a:r>
            <a:r>
              <a:rPr lang="en-US" altLang="zh-CN" sz="2400" b="1" dirty="0">
                <a:solidFill>
                  <a:schemeClr val="tx1"/>
                </a:solidFill>
                <a:effectLst/>
                <a:latin typeface="Times New Roman" panose="02020603050405020304" pitchFamily="18" charset="0"/>
              </a:rPr>
              <a:t>	</a:t>
            </a:r>
            <a:r>
              <a:rPr lang="zh-CN" altLang="en-US" sz="2400" b="1" dirty="0">
                <a:solidFill>
                  <a:schemeClr val="tx1"/>
                </a:solidFill>
                <a:effectLst/>
                <a:latin typeface="Times New Roman" panose="02020603050405020304" pitchFamily="18" charset="0"/>
              </a:rPr>
              <a:t>变量值  </a:t>
            </a:r>
            <a:r>
              <a:rPr lang="zh-CN" altLang="en-US" sz="2400" b="1" dirty="0">
                <a:solidFill>
                  <a:schemeClr val="tx1"/>
                </a:solidFill>
                <a:effectLst/>
                <a:latin typeface="Times New Roman" panose="02020603050405020304" pitchFamily="18" charset="0"/>
                <a:sym typeface="Symbol" panose="05050102010706020507" pitchFamily="18" charset="2"/>
              </a:rPr>
              <a:t></a:t>
            </a:r>
            <a:r>
              <a:rPr lang="zh-CN" altLang="en-US" sz="2400" b="1" dirty="0">
                <a:solidFill>
                  <a:schemeClr val="tx1"/>
                </a:solidFill>
                <a:effectLst/>
                <a:latin typeface="Times New Roman" panose="02020603050405020304" pitchFamily="18" charset="0"/>
              </a:rPr>
              <a:t> </a:t>
            </a:r>
            <a:r>
              <a:rPr lang="en-US" altLang="zh-CN" sz="2400" b="1" dirty="0">
                <a:solidFill>
                  <a:schemeClr val="tx1"/>
                </a:solidFill>
                <a:effectLst/>
                <a:latin typeface="Times New Roman" panose="02020603050405020304" pitchFamily="18" charset="0"/>
              </a:rPr>
              <a:t>0 </a:t>
            </a:r>
            <a:r>
              <a:rPr lang="zh-CN" altLang="en-US" sz="2400" b="1" dirty="0">
                <a:solidFill>
                  <a:schemeClr val="tx1"/>
                </a:solidFill>
                <a:effectLst/>
                <a:latin typeface="Times New Roman" panose="02020603050405020304" pitchFamily="18" charset="0"/>
              </a:rPr>
              <a:t>时，表示红灯，进程停止执行。	</a:t>
            </a:r>
          </a:p>
          <a:p>
            <a:pPr eaLnBrk="1" hangingPunct="1">
              <a:lnSpc>
                <a:spcPct val="130000"/>
              </a:lnSpc>
              <a:buClr>
                <a:schemeClr val="tx2"/>
              </a:buClr>
              <a:buSzPct val="95000"/>
              <a:buFont typeface="Wingdings" panose="05000000000000000000" pitchFamily="2" charset="2"/>
              <a:buNone/>
              <a:defRPr/>
            </a:pPr>
            <a:r>
              <a:rPr lang="zh-CN" altLang="en-US" sz="2400" b="1" dirty="0">
                <a:solidFill>
                  <a:schemeClr val="tx1"/>
                </a:solidFill>
                <a:latin typeface="Times New Roman" panose="02020603050405020304" pitchFamily="18" charset="0"/>
              </a:rPr>
              <a:t>               </a:t>
            </a:r>
            <a:r>
              <a:rPr lang="zh-CN" altLang="en-US" sz="2400" b="1" dirty="0">
                <a:solidFill>
                  <a:schemeClr val="tx1"/>
                </a:solidFill>
                <a:effectLst/>
                <a:latin typeface="Times New Roman" panose="02020603050405020304" pitchFamily="18" charset="0"/>
              </a:rPr>
              <a:t>注意：创建信号灯时，应准确说明信号灯 </a:t>
            </a:r>
            <a:r>
              <a:rPr lang="en-US" altLang="zh-CN" sz="2400" b="1" dirty="0">
                <a:solidFill>
                  <a:schemeClr val="tx1"/>
                </a:solidFill>
                <a:effectLst/>
                <a:latin typeface="Times New Roman" panose="02020603050405020304" pitchFamily="18" charset="0"/>
              </a:rPr>
              <a:t>s </a:t>
            </a:r>
            <a:r>
              <a:rPr lang="zh-CN" altLang="en-US" sz="2400" b="1" dirty="0">
                <a:solidFill>
                  <a:schemeClr val="tx1"/>
                </a:solidFill>
                <a:effectLst/>
                <a:latin typeface="Times New Roman" panose="02020603050405020304" pitchFamily="18" charset="0"/>
              </a:rPr>
              <a:t>的意义和初值  </a:t>
            </a:r>
          </a:p>
          <a:p>
            <a:pPr eaLnBrk="1" hangingPunct="1">
              <a:lnSpc>
                <a:spcPct val="130000"/>
              </a:lnSpc>
              <a:buClr>
                <a:schemeClr val="tx2"/>
              </a:buClr>
              <a:buSzPct val="95000"/>
              <a:buFont typeface="Wingdings" panose="05000000000000000000" pitchFamily="2" charset="2"/>
              <a:buNone/>
              <a:defRPr/>
            </a:pPr>
            <a:r>
              <a:rPr lang="zh-CN" altLang="en-US" sz="2400" b="1" dirty="0">
                <a:solidFill>
                  <a:schemeClr val="tx1"/>
                </a:solidFill>
                <a:effectLst/>
                <a:latin typeface="Times New Roman" panose="02020603050405020304" pitchFamily="18" charset="0"/>
              </a:rPr>
              <a:t>             </a:t>
            </a:r>
            <a:r>
              <a:rPr lang="en-US" altLang="zh-CN" sz="2400" b="1" dirty="0">
                <a:solidFill>
                  <a:schemeClr val="tx1"/>
                </a:solidFill>
                <a:effectLst/>
                <a:latin typeface="Times New Roman" panose="02020603050405020304" pitchFamily="18" charset="0"/>
              </a:rPr>
              <a:t>(</a:t>
            </a:r>
            <a:r>
              <a:rPr lang="zh-CN" altLang="en-US" sz="2400" b="1" dirty="0">
                <a:solidFill>
                  <a:schemeClr val="tx1"/>
                </a:solidFill>
                <a:effectLst/>
                <a:latin typeface="Times New Roman" panose="02020603050405020304" pitchFamily="18" charset="0"/>
              </a:rPr>
              <a:t>这个初值绝不能为负值</a:t>
            </a:r>
            <a:r>
              <a:rPr lang="en-US" altLang="zh-CN" sz="2400" b="1" dirty="0">
                <a:solidFill>
                  <a:schemeClr val="tx1"/>
                </a:solidFill>
                <a:effectLst/>
                <a:latin typeface="Times New Roman" panose="02020603050405020304" pitchFamily="18" charset="0"/>
              </a:rPr>
              <a:t>)</a:t>
            </a:r>
            <a:r>
              <a:rPr lang="zh-CN" altLang="en-US" sz="2400" b="1" dirty="0">
                <a:solidFill>
                  <a:schemeClr val="tx1"/>
                </a:solidFill>
                <a:effectLst/>
                <a:latin typeface="Times New Roman" panose="02020603050405020304" pitchFamily="18" charset="0"/>
              </a:rPr>
              <a:t>。</a:t>
            </a:r>
          </a:p>
        </p:txBody>
      </p:sp>
    </p:spTree>
    <p:extLst>
      <p:ext uri="{BB962C8B-B14F-4D97-AF65-F5344CB8AC3E}">
        <p14:creationId xmlns:p14="http://schemas.microsoft.com/office/powerpoint/2010/main" val="27021533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B56D90-A71F-FF7A-FADE-4C25762256FC}"/>
              </a:ext>
            </a:extLst>
          </p:cNvPr>
          <p:cNvSpPr>
            <a:spLocks noGrp="1"/>
          </p:cNvSpPr>
          <p:nvPr>
            <p:ph type="title"/>
          </p:nvPr>
        </p:nvSpPr>
        <p:spPr/>
        <p:txBody>
          <a:bodyPr>
            <a:normAutofit/>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进程同步机构</a:t>
            </a:r>
            <a:endParaRPr lang="zh-CN" altLang="en-US" dirty="0"/>
          </a:p>
        </p:txBody>
      </p:sp>
      <p:sp>
        <p:nvSpPr>
          <p:cNvPr id="3" name="Rectangle 3">
            <a:extLst>
              <a:ext uri="{FF2B5EF4-FFF2-40B4-BE49-F238E27FC236}">
                <a16:creationId xmlns:a16="http://schemas.microsoft.com/office/drawing/2014/main" id="{CF15B43A-C8F5-9C43-81B4-00A2F6760F71}"/>
              </a:ext>
            </a:extLst>
          </p:cNvPr>
          <p:cNvSpPr>
            <a:spLocks noChangeArrowheads="1"/>
          </p:cNvSpPr>
          <p:nvPr/>
        </p:nvSpPr>
        <p:spPr bwMode="auto">
          <a:xfrm>
            <a:off x="658437" y="830079"/>
            <a:ext cx="2151062" cy="621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spcBef>
                <a:spcPts val="1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(2) P </a:t>
            </a:r>
            <a:r>
              <a:rPr lang="zh-CN" altLang="en-US" sz="2600" b="1" dirty="0">
                <a:solidFill>
                  <a:prstClr val="black"/>
                </a:solidFill>
                <a:effectLst/>
                <a:latin typeface="微软雅黑" panose="020B0503020204020204" pitchFamily="34" charset="-122"/>
                <a:ea typeface="微软雅黑" panose="020B0503020204020204" pitchFamily="34" charset="-122"/>
              </a:rPr>
              <a:t>操作</a:t>
            </a:r>
          </a:p>
        </p:txBody>
      </p:sp>
      <p:sp>
        <p:nvSpPr>
          <p:cNvPr id="4" name="Rectangle 5">
            <a:extLst>
              <a:ext uri="{FF2B5EF4-FFF2-40B4-BE49-F238E27FC236}">
                <a16:creationId xmlns:a16="http://schemas.microsoft.com/office/drawing/2014/main" id="{1DAE30B9-75BE-3B56-AF7D-097E8995B153}"/>
              </a:ext>
            </a:extLst>
          </p:cNvPr>
          <p:cNvSpPr>
            <a:spLocks noChangeArrowheads="1"/>
          </p:cNvSpPr>
          <p:nvPr/>
        </p:nvSpPr>
        <p:spPr bwMode="auto">
          <a:xfrm>
            <a:off x="694950" y="1419040"/>
            <a:ext cx="8329856" cy="2033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eaLnBrk="1" hangingPunct="1">
              <a:lnSpc>
                <a:spcPct val="130000"/>
              </a:lnSpc>
              <a:buClr>
                <a:schemeClr val="tx2"/>
              </a:buClr>
              <a:buSzPct val="95000"/>
              <a:buFont typeface="Wingdings" panose="05000000000000000000" pitchFamily="2" charset="2"/>
              <a:buNone/>
              <a:defRPr/>
            </a:pPr>
            <a:r>
              <a:rPr lang="en-US" altLang="zh-CN" sz="2400" dirty="0">
                <a:solidFill>
                  <a:srgbClr val="000099"/>
                </a:solidFill>
                <a:effectLst/>
                <a:latin typeface="Times New Roman" panose="02020603050405020304" pitchFamily="18" charset="0"/>
              </a:rPr>
              <a:t>①</a:t>
            </a:r>
            <a:r>
              <a:rPr lang="en-US" altLang="zh-CN" sz="2400" dirty="0">
                <a:solidFill>
                  <a:srgbClr val="000099"/>
                </a:solidFill>
                <a:effectLst/>
                <a:latin typeface="宋体" panose="02010600030101010101" pitchFamily="2" charset="-122"/>
              </a:rPr>
              <a:t> </a:t>
            </a:r>
            <a:r>
              <a:rPr lang="en-US" altLang="zh-CN" sz="2400" dirty="0">
                <a:solidFill>
                  <a:srgbClr val="000099"/>
                </a:solidFill>
                <a:effectLst/>
                <a:latin typeface="Times New Roman" panose="02020603050405020304" pitchFamily="18" charset="0"/>
              </a:rPr>
              <a:t>P </a:t>
            </a:r>
            <a:r>
              <a:rPr lang="zh-CN" altLang="en-US" sz="2400" dirty="0">
                <a:solidFill>
                  <a:srgbClr val="000099"/>
                </a:solidFill>
                <a:effectLst/>
                <a:latin typeface="Times New Roman" panose="02020603050405020304" pitchFamily="18" charset="0"/>
              </a:rPr>
              <a:t>操作的定义</a:t>
            </a:r>
            <a:r>
              <a:rPr lang="zh-CN" altLang="en-US" sz="2400" b="0" dirty="0">
                <a:solidFill>
                  <a:schemeClr val="tx1"/>
                </a:solidFill>
                <a:latin typeface="Times New Roman" panose="02020603050405020304" pitchFamily="18" charset="0"/>
              </a:rPr>
              <a:t>   </a:t>
            </a:r>
          </a:p>
          <a:p>
            <a:pPr eaLnBrk="1" hangingPunct="1">
              <a:lnSpc>
                <a:spcPct val="130000"/>
              </a:lnSpc>
              <a:buClr>
                <a:schemeClr val="tx2"/>
              </a:buClr>
              <a:buSzPct val="95000"/>
              <a:buFont typeface="Wingdings" panose="05000000000000000000" pitchFamily="2" charset="2"/>
              <a:buNone/>
              <a:defRPr/>
            </a:pPr>
            <a:r>
              <a:rPr lang="zh-CN" altLang="en-US" sz="2000" b="0" dirty="0">
                <a:effectLst/>
                <a:latin typeface="Times New Roman" panose="02020603050405020304" pitchFamily="18" charset="0"/>
              </a:rPr>
              <a:t>       </a:t>
            </a:r>
            <a:r>
              <a:rPr lang="zh-CN" altLang="en-US" sz="2000" b="0" dirty="0">
                <a:solidFill>
                  <a:schemeClr val="tx1"/>
                </a:solidFill>
                <a:effectLst/>
                <a:latin typeface="Times New Roman" panose="02020603050405020304" pitchFamily="18" charset="0"/>
              </a:rPr>
              <a:t>对信号灯</a:t>
            </a:r>
            <a:r>
              <a:rPr lang="en-US" altLang="zh-CN" sz="2000" b="0" dirty="0">
                <a:solidFill>
                  <a:schemeClr val="tx1"/>
                </a:solidFill>
                <a:effectLst/>
                <a:latin typeface="Times New Roman" panose="02020603050405020304" pitchFamily="18" charset="0"/>
              </a:rPr>
              <a:t>s</a:t>
            </a:r>
            <a:r>
              <a:rPr lang="zh-CN" altLang="en-US" sz="2000" b="0" dirty="0">
                <a:solidFill>
                  <a:schemeClr val="tx1"/>
                </a:solidFill>
                <a:effectLst/>
                <a:latin typeface="Times New Roman" panose="02020603050405020304" pitchFamily="18" charset="0"/>
              </a:rPr>
              <a:t>的 </a:t>
            </a:r>
            <a:r>
              <a:rPr lang="en-US" altLang="zh-CN" sz="2000" b="0" dirty="0">
                <a:solidFill>
                  <a:schemeClr val="tx1"/>
                </a:solidFill>
                <a:effectLst/>
                <a:latin typeface="Times New Roman" panose="02020603050405020304" pitchFamily="18" charset="0"/>
              </a:rPr>
              <a:t>p</a:t>
            </a:r>
            <a:r>
              <a:rPr lang="zh-CN" altLang="en-US" sz="2000" b="0" dirty="0">
                <a:solidFill>
                  <a:schemeClr val="tx1"/>
                </a:solidFill>
                <a:effectLst/>
                <a:latin typeface="Times New Roman" panose="02020603050405020304" pitchFamily="18" charset="0"/>
              </a:rPr>
              <a:t>操作记为 </a:t>
            </a:r>
            <a:r>
              <a:rPr lang="en-US" altLang="zh-CN" sz="2000" b="0" dirty="0">
                <a:solidFill>
                  <a:schemeClr val="tx1"/>
                </a:solidFill>
                <a:effectLst/>
                <a:latin typeface="Times New Roman" panose="02020603050405020304" pitchFamily="18" charset="0"/>
              </a:rPr>
              <a:t>p(s)</a:t>
            </a:r>
            <a:r>
              <a:rPr lang="zh-CN" altLang="en-US" sz="2000" b="0" dirty="0">
                <a:solidFill>
                  <a:schemeClr val="tx1"/>
                </a:solidFill>
                <a:effectLst/>
                <a:latin typeface="Times New Roman" panose="02020603050405020304" pitchFamily="18" charset="0"/>
              </a:rPr>
              <a:t>。</a:t>
            </a:r>
            <a:r>
              <a:rPr lang="en-US" altLang="zh-CN" sz="2000" b="0" dirty="0">
                <a:solidFill>
                  <a:schemeClr val="tx1"/>
                </a:solidFill>
                <a:effectLst/>
                <a:latin typeface="Times New Roman" panose="02020603050405020304" pitchFamily="18" charset="0"/>
              </a:rPr>
              <a:t>p(s)</a:t>
            </a:r>
            <a:r>
              <a:rPr lang="zh-CN" altLang="en-US" sz="2000" b="0" dirty="0">
                <a:solidFill>
                  <a:schemeClr val="tx1"/>
                </a:solidFill>
                <a:effectLst/>
                <a:latin typeface="Times New Roman" panose="02020603050405020304" pitchFamily="18" charset="0"/>
              </a:rPr>
              <a:t>是一个不可分割的原语操作，即取</a:t>
            </a:r>
          </a:p>
          <a:p>
            <a:pPr eaLnBrk="1" hangingPunct="1">
              <a:lnSpc>
                <a:spcPct val="130000"/>
              </a:lnSpc>
              <a:buClr>
                <a:schemeClr val="tx2"/>
              </a:buClr>
              <a:buSzPct val="95000"/>
              <a:buFont typeface="Wingdings" panose="05000000000000000000" pitchFamily="2" charset="2"/>
              <a:buNone/>
              <a:defRPr/>
            </a:pPr>
            <a:r>
              <a:rPr lang="zh-CN" altLang="en-US" sz="2000" b="0" dirty="0">
                <a:solidFill>
                  <a:schemeClr val="tx1"/>
                </a:solidFill>
                <a:effectLst/>
                <a:latin typeface="Times New Roman" panose="02020603050405020304" pitchFamily="18" charset="0"/>
              </a:rPr>
              <a:t>       信号灯值减</a:t>
            </a:r>
            <a:r>
              <a:rPr lang="en-US" altLang="zh-CN" sz="2000" b="0" dirty="0">
                <a:solidFill>
                  <a:schemeClr val="tx1"/>
                </a:solidFill>
                <a:effectLst/>
                <a:latin typeface="Times New Roman" panose="02020603050405020304" pitchFamily="18" charset="0"/>
              </a:rPr>
              <a:t>1</a:t>
            </a:r>
            <a:r>
              <a:rPr lang="zh-CN" altLang="en-US" sz="2000" b="0" dirty="0">
                <a:solidFill>
                  <a:schemeClr val="tx1"/>
                </a:solidFill>
                <a:effectLst/>
                <a:latin typeface="Times New Roman" panose="02020603050405020304" pitchFamily="18" charset="0"/>
              </a:rPr>
              <a:t>，若相减结果为负，则调用</a:t>
            </a:r>
            <a:r>
              <a:rPr lang="en-US" altLang="zh-CN" sz="2000" b="0" dirty="0">
                <a:solidFill>
                  <a:schemeClr val="tx1"/>
                </a:solidFill>
                <a:effectLst/>
                <a:latin typeface="Times New Roman" panose="02020603050405020304" pitchFamily="18" charset="0"/>
              </a:rPr>
              <a:t>p(s)</a:t>
            </a:r>
            <a:r>
              <a:rPr lang="zh-CN" altLang="en-US" sz="2000" b="0" dirty="0">
                <a:solidFill>
                  <a:schemeClr val="tx1"/>
                </a:solidFill>
                <a:effectLst/>
                <a:latin typeface="Times New Roman" panose="02020603050405020304" pitchFamily="18" charset="0"/>
              </a:rPr>
              <a:t>的进程被阻，并插入到</a:t>
            </a:r>
          </a:p>
          <a:p>
            <a:pPr eaLnBrk="1" hangingPunct="1">
              <a:lnSpc>
                <a:spcPct val="130000"/>
              </a:lnSpc>
              <a:buClr>
                <a:schemeClr val="tx2"/>
              </a:buClr>
              <a:buSzPct val="95000"/>
              <a:buFont typeface="Wingdings" panose="05000000000000000000" pitchFamily="2" charset="2"/>
              <a:buNone/>
              <a:defRPr/>
            </a:pPr>
            <a:r>
              <a:rPr lang="zh-CN" altLang="en-US" sz="2000" b="0" dirty="0">
                <a:solidFill>
                  <a:schemeClr val="tx1"/>
                </a:solidFill>
                <a:effectLst/>
                <a:latin typeface="Times New Roman" panose="02020603050405020304" pitchFamily="18" charset="0"/>
              </a:rPr>
              <a:t>       该信号灯的等待队列中，否则可以继续执行。</a:t>
            </a:r>
          </a:p>
        </p:txBody>
      </p:sp>
      <p:sp>
        <p:nvSpPr>
          <p:cNvPr id="5" name="Rectangle 7">
            <a:extLst>
              <a:ext uri="{FF2B5EF4-FFF2-40B4-BE49-F238E27FC236}">
                <a16:creationId xmlns:a16="http://schemas.microsoft.com/office/drawing/2014/main" id="{B2FCCC9B-4EF2-977D-2553-78CD5EFC46E9}"/>
              </a:ext>
            </a:extLst>
          </p:cNvPr>
          <p:cNvSpPr>
            <a:spLocks noChangeArrowheads="1"/>
          </p:cNvSpPr>
          <p:nvPr/>
        </p:nvSpPr>
        <p:spPr bwMode="auto">
          <a:xfrm>
            <a:off x="694950" y="3918002"/>
            <a:ext cx="2846387"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eaLnBrk="1" hangingPunct="1">
              <a:lnSpc>
                <a:spcPct val="120000"/>
              </a:lnSpc>
              <a:spcBef>
                <a:spcPct val="20000"/>
              </a:spcBef>
              <a:buClr>
                <a:schemeClr val="tx2"/>
              </a:buClr>
              <a:buSzPct val="95000"/>
              <a:buFont typeface="Wingdings" panose="05000000000000000000" pitchFamily="2" charset="2"/>
              <a:buNone/>
              <a:defRPr/>
            </a:pPr>
            <a:r>
              <a:rPr lang="en-US" altLang="zh-CN" sz="2400" dirty="0">
                <a:solidFill>
                  <a:srgbClr val="000099"/>
                </a:solidFill>
                <a:effectLst/>
                <a:latin typeface="Times New Roman" panose="02020603050405020304" pitchFamily="18" charset="0"/>
              </a:rPr>
              <a:t>②</a:t>
            </a:r>
            <a:r>
              <a:rPr lang="en-US" altLang="zh-CN" sz="2400" dirty="0">
                <a:solidFill>
                  <a:srgbClr val="000099"/>
                </a:solidFill>
                <a:effectLst/>
                <a:latin typeface="宋体" panose="02010600030101010101" pitchFamily="2" charset="-122"/>
              </a:rPr>
              <a:t> </a:t>
            </a:r>
            <a:r>
              <a:rPr lang="en-US" altLang="zh-CN" sz="2400" dirty="0">
                <a:solidFill>
                  <a:srgbClr val="000099"/>
                </a:solidFill>
                <a:effectLst/>
                <a:latin typeface="Times New Roman" panose="02020603050405020304" pitchFamily="18" charset="0"/>
              </a:rPr>
              <a:t>P </a:t>
            </a:r>
            <a:r>
              <a:rPr lang="zh-CN" altLang="en-US" sz="2400" dirty="0">
                <a:solidFill>
                  <a:srgbClr val="000099"/>
                </a:solidFill>
                <a:effectLst/>
                <a:latin typeface="Times New Roman" panose="02020603050405020304" pitchFamily="18" charset="0"/>
              </a:rPr>
              <a:t>操作的实现</a:t>
            </a:r>
            <a:r>
              <a:rPr lang="zh-CN" altLang="en-US" sz="2000" b="0" dirty="0">
                <a:solidFill>
                  <a:schemeClr val="tx1"/>
                </a:solidFill>
                <a:latin typeface="Times New Roman" panose="02020603050405020304" pitchFamily="18" charset="0"/>
              </a:rPr>
              <a:t> </a:t>
            </a:r>
            <a:r>
              <a:rPr lang="zh-CN" altLang="en-US" sz="2000" b="0" dirty="0">
                <a:effectLst/>
                <a:latin typeface="Times New Roman" panose="02020603050405020304" pitchFamily="18" charset="0"/>
              </a:rPr>
              <a:t>        </a:t>
            </a:r>
          </a:p>
        </p:txBody>
      </p:sp>
      <p:grpSp>
        <p:nvGrpSpPr>
          <p:cNvPr id="6" name="Group 34">
            <a:extLst>
              <a:ext uri="{FF2B5EF4-FFF2-40B4-BE49-F238E27FC236}">
                <a16:creationId xmlns:a16="http://schemas.microsoft.com/office/drawing/2014/main" id="{39B84A6E-0553-09D4-B999-14A19F2315FC}"/>
              </a:ext>
            </a:extLst>
          </p:cNvPr>
          <p:cNvGrpSpPr>
            <a:grpSpLocks/>
          </p:cNvGrpSpPr>
          <p:nvPr/>
        </p:nvGrpSpPr>
        <p:grpSpPr bwMode="auto">
          <a:xfrm>
            <a:off x="7629393" y="2098650"/>
            <a:ext cx="3848100" cy="3686175"/>
            <a:chOff x="2251" y="1784"/>
            <a:chExt cx="2424" cy="2322"/>
          </a:xfrm>
        </p:grpSpPr>
        <p:sp>
          <p:nvSpPr>
            <p:cNvPr id="7" name="Line 26">
              <a:extLst>
                <a:ext uri="{FF2B5EF4-FFF2-40B4-BE49-F238E27FC236}">
                  <a16:creationId xmlns:a16="http://schemas.microsoft.com/office/drawing/2014/main" id="{532DA6E1-F8F8-4A8C-7C1F-3A6FF5FF5C75}"/>
                </a:ext>
              </a:extLst>
            </p:cNvPr>
            <p:cNvSpPr>
              <a:spLocks noChangeShapeType="1"/>
            </p:cNvSpPr>
            <p:nvPr/>
          </p:nvSpPr>
          <p:spPr bwMode="auto">
            <a:xfrm>
              <a:off x="3953" y="3626"/>
              <a:ext cx="0" cy="184"/>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8" name="Line 25">
              <a:extLst>
                <a:ext uri="{FF2B5EF4-FFF2-40B4-BE49-F238E27FC236}">
                  <a16:creationId xmlns:a16="http://schemas.microsoft.com/office/drawing/2014/main" id="{B9323C71-CA5C-0CE7-D278-8895E4A16D14}"/>
                </a:ext>
              </a:extLst>
            </p:cNvPr>
            <p:cNvSpPr>
              <a:spLocks noChangeShapeType="1"/>
            </p:cNvSpPr>
            <p:nvPr/>
          </p:nvSpPr>
          <p:spPr bwMode="auto">
            <a:xfrm>
              <a:off x="3953" y="3220"/>
              <a:ext cx="0" cy="184"/>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9" name="Line 23">
              <a:extLst>
                <a:ext uri="{FF2B5EF4-FFF2-40B4-BE49-F238E27FC236}">
                  <a16:creationId xmlns:a16="http://schemas.microsoft.com/office/drawing/2014/main" id="{EEF7BD3C-5AD0-E036-F404-842DDF6ED75D}"/>
                </a:ext>
              </a:extLst>
            </p:cNvPr>
            <p:cNvSpPr>
              <a:spLocks noChangeShapeType="1"/>
            </p:cNvSpPr>
            <p:nvPr/>
          </p:nvSpPr>
          <p:spPr bwMode="auto">
            <a:xfrm>
              <a:off x="3962" y="2374"/>
              <a:ext cx="0" cy="183"/>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10" name="AutoShape 9">
              <a:extLst>
                <a:ext uri="{FF2B5EF4-FFF2-40B4-BE49-F238E27FC236}">
                  <a16:creationId xmlns:a16="http://schemas.microsoft.com/office/drawing/2014/main" id="{5C88F6D8-CC6C-6AFE-E42A-BD704DE89442}"/>
                </a:ext>
              </a:extLst>
            </p:cNvPr>
            <p:cNvSpPr>
              <a:spLocks noChangeArrowheads="1"/>
            </p:cNvSpPr>
            <p:nvPr/>
          </p:nvSpPr>
          <p:spPr bwMode="auto">
            <a:xfrm>
              <a:off x="3625" y="1784"/>
              <a:ext cx="656" cy="216"/>
            </a:xfrm>
            <a:prstGeom prst="roundRect">
              <a:avLst>
                <a:gd name="adj" fmla="val 16667"/>
              </a:avLst>
            </a:prstGeom>
            <a:solidFill>
              <a:srgbClr val="CCECFF"/>
            </a:solidFill>
            <a:ln w="19050">
              <a:solidFill>
                <a:srgbClr val="000000"/>
              </a:solidFill>
              <a:round/>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000000"/>
                  </a:outerShdw>
                </a:effectLst>
              </a:endParaRPr>
            </a:p>
          </p:txBody>
        </p:sp>
        <p:sp>
          <p:nvSpPr>
            <p:cNvPr id="11" name="Text Box 10">
              <a:extLst>
                <a:ext uri="{FF2B5EF4-FFF2-40B4-BE49-F238E27FC236}">
                  <a16:creationId xmlns:a16="http://schemas.microsoft.com/office/drawing/2014/main" id="{9C5D8B26-E868-5351-5D56-E300E800F125}"/>
                </a:ext>
              </a:extLst>
            </p:cNvPr>
            <p:cNvSpPr txBox="1">
              <a:spLocks noChangeArrowheads="1"/>
            </p:cNvSpPr>
            <p:nvPr/>
          </p:nvSpPr>
          <p:spPr bwMode="auto">
            <a:xfrm>
              <a:off x="3687" y="1784"/>
              <a:ext cx="592" cy="184"/>
            </a:xfrm>
            <a:prstGeom prst="rect">
              <a:avLst/>
            </a:prstGeom>
            <a:noFill/>
            <a:ln>
              <a:noFill/>
            </a:ln>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a:t>
              </a:r>
              <a:r>
                <a:rPr kumimoji="1" lang="zh-CN" altLang="en-US" sz="1600" b="1">
                  <a:solidFill>
                    <a:schemeClr val="tx1"/>
                  </a:solidFill>
                  <a:latin typeface="Times New Roman" panose="02020603050405020304" pitchFamily="18" charset="0"/>
                </a:rPr>
                <a:t>入  口</a:t>
              </a:r>
            </a:p>
          </p:txBody>
        </p:sp>
        <p:sp>
          <p:nvSpPr>
            <p:cNvPr id="12" name="Text Box 11">
              <a:extLst>
                <a:ext uri="{FF2B5EF4-FFF2-40B4-BE49-F238E27FC236}">
                  <a16:creationId xmlns:a16="http://schemas.microsoft.com/office/drawing/2014/main" id="{082C013B-FB85-A44D-EC0B-8AEDF7E2FD03}"/>
                </a:ext>
              </a:extLst>
            </p:cNvPr>
            <p:cNvSpPr txBox="1">
              <a:spLocks noChangeArrowheads="1"/>
            </p:cNvSpPr>
            <p:nvPr/>
          </p:nvSpPr>
          <p:spPr bwMode="auto">
            <a:xfrm>
              <a:off x="3463" y="2180"/>
              <a:ext cx="985" cy="213"/>
            </a:xfrm>
            <a:prstGeom prst="rect">
              <a:avLst/>
            </a:prstGeom>
            <a:solidFill>
              <a:srgbClr val="CCECFF"/>
            </a:solidFill>
            <a:ln w="19050">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S-1 → S</a:t>
              </a:r>
            </a:p>
          </p:txBody>
        </p:sp>
        <p:sp>
          <p:nvSpPr>
            <p:cNvPr id="13" name="AutoShape 12">
              <a:extLst>
                <a:ext uri="{FF2B5EF4-FFF2-40B4-BE49-F238E27FC236}">
                  <a16:creationId xmlns:a16="http://schemas.microsoft.com/office/drawing/2014/main" id="{805EBE31-512C-B495-70E5-08907FCA70FF}"/>
                </a:ext>
              </a:extLst>
            </p:cNvPr>
            <p:cNvSpPr>
              <a:spLocks noChangeArrowheads="1"/>
            </p:cNvSpPr>
            <p:nvPr/>
          </p:nvSpPr>
          <p:spPr bwMode="auto">
            <a:xfrm>
              <a:off x="3262" y="2557"/>
              <a:ext cx="1379" cy="258"/>
            </a:xfrm>
            <a:prstGeom prst="flowChartDecision">
              <a:avLst/>
            </a:prstGeom>
            <a:solidFill>
              <a:srgbClr val="CCECFF"/>
            </a:solidFill>
            <a:ln w="19050">
              <a:solidFill>
                <a:srgbClr val="000000"/>
              </a:solidFill>
              <a:miter lim="800000"/>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000000"/>
                  </a:outerShdw>
                </a:effectLst>
              </a:endParaRPr>
            </a:p>
          </p:txBody>
        </p:sp>
        <p:sp>
          <p:nvSpPr>
            <p:cNvPr id="14" name="Text Box 13">
              <a:extLst>
                <a:ext uri="{FF2B5EF4-FFF2-40B4-BE49-F238E27FC236}">
                  <a16:creationId xmlns:a16="http://schemas.microsoft.com/office/drawing/2014/main" id="{9E8F5A55-89CA-9C04-8A83-2A1CFFE37868}"/>
                </a:ext>
              </a:extLst>
            </p:cNvPr>
            <p:cNvSpPr txBox="1">
              <a:spLocks noChangeArrowheads="1"/>
            </p:cNvSpPr>
            <p:nvPr/>
          </p:nvSpPr>
          <p:spPr bwMode="auto">
            <a:xfrm>
              <a:off x="3645" y="2601"/>
              <a:ext cx="766" cy="172"/>
            </a:xfrm>
            <a:prstGeom prst="rect">
              <a:avLst/>
            </a:prstGeom>
            <a:noFill/>
            <a:ln>
              <a:noFill/>
            </a:ln>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dirty="0">
                  <a:solidFill>
                    <a:schemeClr val="tx1"/>
                  </a:solidFill>
                  <a:latin typeface="Times New Roman" panose="02020603050405020304" pitchFamily="18" charset="0"/>
                </a:rPr>
                <a:t>   S≥0 ?</a:t>
              </a:r>
            </a:p>
          </p:txBody>
        </p:sp>
        <p:sp>
          <p:nvSpPr>
            <p:cNvPr id="15" name="AutoShape 14">
              <a:extLst>
                <a:ext uri="{FF2B5EF4-FFF2-40B4-BE49-F238E27FC236}">
                  <a16:creationId xmlns:a16="http://schemas.microsoft.com/office/drawing/2014/main" id="{A318A1B5-00EB-F8F1-1477-7486DCC54DF1}"/>
                </a:ext>
              </a:extLst>
            </p:cNvPr>
            <p:cNvSpPr>
              <a:spLocks noChangeArrowheads="1"/>
            </p:cNvSpPr>
            <p:nvPr/>
          </p:nvSpPr>
          <p:spPr bwMode="auto">
            <a:xfrm>
              <a:off x="3444" y="3810"/>
              <a:ext cx="1036" cy="286"/>
            </a:xfrm>
            <a:prstGeom prst="roundRect">
              <a:avLst>
                <a:gd name="adj" fmla="val 16667"/>
              </a:avLst>
            </a:prstGeom>
            <a:solidFill>
              <a:srgbClr val="CCECFF"/>
            </a:solidFill>
            <a:ln w="19050">
              <a:solidFill>
                <a:srgbClr val="000000"/>
              </a:solidFill>
              <a:round/>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000000"/>
                  </a:outerShdw>
                </a:effectLst>
              </a:endParaRPr>
            </a:p>
          </p:txBody>
        </p:sp>
        <p:sp>
          <p:nvSpPr>
            <p:cNvPr id="16" name="Text Box 15">
              <a:extLst>
                <a:ext uri="{FF2B5EF4-FFF2-40B4-BE49-F238E27FC236}">
                  <a16:creationId xmlns:a16="http://schemas.microsoft.com/office/drawing/2014/main" id="{9EB89B25-E699-D355-4031-2063B451061E}"/>
                </a:ext>
              </a:extLst>
            </p:cNvPr>
            <p:cNvSpPr txBox="1">
              <a:spLocks noChangeArrowheads="1"/>
            </p:cNvSpPr>
            <p:nvPr/>
          </p:nvSpPr>
          <p:spPr bwMode="auto">
            <a:xfrm>
              <a:off x="3594" y="3833"/>
              <a:ext cx="805" cy="273"/>
            </a:xfrm>
            <a:prstGeom prst="rect">
              <a:avLst/>
            </a:prstGeom>
            <a:noFill/>
            <a:ln>
              <a:noFill/>
            </a:ln>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转进程调度</a:t>
              </a:r>
            </a:p>
          </p:txBody>
        </p:sp>
        <p:grpSp>
          <p:nvGrpSpPr>
            <p:cNvPr id="17" name="Group 32">
              <a:extLst>
                <a:ext uri="{FF2B5EF4-FFF2-40B4-BE49-F238E27FC236}">
                  <a16:creationId xmlns:a16="http://schemas.microsoft.com/office/drawing/2014/main" id="{EFF95C77-135D-7048-64A9-3784F4F9E065}"/>
                </a:ext>
              </a:extLst>
            </p:cNvPr>
            <p:cNvGrpSpPr>
              <a:grpSpLocks/>
            </p:cNvGrpSpPr>
            <p:nvPr/>
          </p:nvGrpSpPr>
          <p:grpSpPr bwMode="auto">
            <a:xfrm>
              <a:off x="2251" y="3056"/>
              <a:ext cx="656" cy="243"/>
              <a:chOff x="1414" y="3069"/>
              <a:chExt cx="656" cy="232"/>
            </a:xfrm>
          </p:grpSpPr>
          <p:sp>
            <p:nvSpPr>
              <p:cNvPr id="26" name="AutoShape 16">
                <a:extLst>
                  <a:ext uri="{FF2B5EF4-FFF2-40B4-BE49-F238E27FC236}">
                    <a16:creationId xmlns:a16="http://schemas.microsoft.com/office/drawing/2014/main" id="{24FA19DC-D9AB-1C4E-AADD-6E1386B3FDF1}"/>
                  </a:ext>
                </a:extLst>
              </p:cNvPr>
              <p:cNvSpPr>
                <a:spLocks noChangeArrowheads="1"/>
              </p:cNvSpPr>
              <p:nvPr/>
            </p:nvSpPr>
            <p:spPr bwMode="auto">
              <a:xfrm>
                <a:off x="1414" y="3074"/>
                <a:ext cx="656" cy="227"/>
              </a:xfrm>
              <a:prstGeom prst="roundRect">
                <a:avLst>
                  <a:gd name="adj" fmla="val 16667"/>
                </a:avLst>
              </a:prstGeom>
              <a:solidFill>
                <a:srgbClr val="CCECFF"/>
              </a:solidFill>
              <a:ln w="19050">
                <a:solidFill>
                  <a:srgbClr val="000000"/>
                </a:solidFill>
                <a:round/>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000000"/>
                    </a:outerShdw>
                  </a:effectLst>
                </a:endParaRPr>
              </a:p>
            </p:txBody>
          </p:sp>
          <p:sp>
            <p:nvSpPr>
              <p:cNvPr id="27" name="Text Box 17">
                <a:extLst>
                  <a:ext uri="{FF2B5EF4-FFF2-40B4-BE49-F238E27FC236}">
                    <a16:creationId xmlns:a16="http://schemas.microsoft.com/office/drawing/2014/main" id="{5A96CACB-DE58-0DD9-1C53-2045F17BC10B}"/>
                  </a:ext>
                </a:extLst>
              </p:cNvPr>
              <p:cNvSpPr txBox="1">
                <a:spLocks noChangeArrowheads="1"/>
              </p:cNvSpPr>
              <p:nvPr/>
            </p:nvSpPr>
            <p:spPr bwMode="auto">
              <a:xfrm>
                <a:off x="1579" y="3069"/>
                <a:ext cx="411" cy="175"/>
              </a:xfrm>
              <a:prstGeom prst="rect">
                <a:avLst/>
              </a:prstGeom>
              <a:noFill/>
              <a:ln>
                <a:noFill/>
              </a:ln>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返回</a:t>
                </a:r>
              </a:p>
            </p:txBody>
          </p:sp>
        </p:grpSp>
        <p:sp>
          <p:nvSpPr>
            <p:cNvPr id="18" name="Text Box 18">
              <a:extLst>
                <a:ext uri="{FF2B5EF4-FFF2-40B4-BE49-F238E27FC236}">
                  <a16:creationId xmlns:a16="http://schemas.microsoft.com/office/drawing/2014/main" id="{18200581-517E-A470-B99A-E9E963D8F66F}"/>
                </a:ext>
              </a:extLst>
            </p:cNvPr>
            <p:cNvSpPr txBox="1">
              <a:spLocks noChangeArrowheads="1"/>
            </p:cNvSpPr>
            <p:nvPr/>
          </p:nvSpPr>
          <p:spPr bwMode="auto">
            <a:xfrm>
              <a:off x="3166" y="2999"/>
              <a:ext cx="1509" cy="238"/>
            </a:xfrm>
            <a:prstGeom prst="rect">
              <a:avLst/>
            </a:prstGeom>
            <a:solidFill>
              <a:srgbClr val="CCECFF"/>
            </a:solidFill>
            <a:ln w="19050">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dirty="0">
                  <a:solidFill>
                    <a:schemeClr val="tx1"/>
                  </a:solidFill>
                  <a:latin typeface="Times New Roman" panose="02020603050405020304" pitchFamily="18" charset="0"/>
                </a:rPr>
                <a:t>        </a:t>
              </a:r>
              <a:r>
                <a:rPr kumimoji="1" lang="zh-CN" altLang="en-US" sz="1600" b="1" dirty="0">
                  <a:solidFill>
                    <a:schemeClr val="tx1"/>
                  </a:solidFill>
                  <a:latin typeface="Times New Roman" panose="02020603050405020304" pitchFamily="18" charset="0"/>
                </a:rPr>
                <a:t>入信号灯等待队列</a:t>
              </a:r>
            </a:p>
          </p:txBody>
        </p:sp>
        <p:sp>
          <p:nvSpPr>
            <p:cNvPr id="19" name="Text Box 19">
              <a:extLst>
                <a:ext uri="{FF2B5EF4-FFF2-40B4-BE49-F238E27FC236}">
                  <a16:creationId xmlns:a16="http://schemas.microsoft.com/office/drawing/2014/main" id="{D5FF0653-EBE6-BBCB-09A8-66C08670A0BE}"/>
                </a:ext>
              </a:extLst>
            </p:cNvPr>
            <p:cNvSpPr txBox="1">
              <a:spLocks noChangeArrowheads="1"/>
            </p:cNvSpPr>
            <p:nvPr/>
          </p:nvSpPr>
          <p:spPr bwMode="auto">
            <a:xfrm>
              <a:off x="3297" y="3404"/>
              <a:ext cx="1312" cy="238"/>
            </a:xfrm>
            <a:prstGeom prst="rect">
              <a:avLst/>
            </a:prstGeom>
            <a:solidFill>
              <a:srgbClr val="CCECFF"/>
            </a:solidFill>
            <a:ln w="19050">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a:t>
              </a:r>
              <a:r>
                <a:rPr kumimoji="1" lang="zh-CN" altLang="en-US" sz="1600" b="1">
                  <a:solidFill>
                    <a:schemeClr val="tx1"/>
                  </a:solidFill>
                  <a:latin typeface="Times New Roman" panose="02020603050405020304" pitchFamily="18" charset="0"/>
                </a:rPr>
                <a:t>置“等待状态”</a:t>
              </a:r>
            </a:p>
          </p:txBody>
        </p:sp>
        <p:sp>
          <p:nvSpPr>
            <p:cNvPr id="20" name="Text Box 20">
              <a:extLst>
                <a:ext uri="{FF2B5EF4-FFF2-40B4-BE49-F238E27FC236}">
                  <a16:creationId xmlns:a16="http://schemas.microsoft.com/office/drawing/2014/main" id="{AFF75965-E3F0-5B85-C9BE-CF57BCFD08E2}"/>
                </a:ext>
              </a:extLst>
            </p:cNvPr>
            <p:cNvSpPr txBox="1">
              <a:spLocks noChangeArrowheads="1"/>
            </p:cNvSpPr>
            <p:nvPr/>
          </p:nvSpPr>
          <p:spPr bwMode="auto">
            <a:xfrm>
              <a:off x="2935" y="2459"/>
              <a:ext cx="410" cy="190"/>
            </a:xfrm>
            <a:prstGeom prst="rect">
              <a:avLst/>
            </a:prstGeom>
            <a:noFill/>
            <a:ln>
              <a:noFill/>
            </a:ln>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宋体" panose="02010600030101010101" pitchFamily="2" charset="-122"/>
                </a:rPr>
                <a:t>≥0</a:t>
              </a:r>
              <a:endParaRPr kumimoji="1" lang="en-US" altLang="zh-CN" sz="1600" b="1">
                <a:solidFill>
                  <a:schemeClr val="tx1"/>
                </a:solidFill>
                <a:latin typeface="Times New Roman" panose="02020603050405020304" pitchFamily="18" charset="0"/>
              </a:endParaRPr>
            </a:p>
          </p:txBody>
        </p:sp>
        <p:sp>
          <p:nvSpPr>
            <p:cNvPr id="21" name="Text Box 21">
              <a:extLst>
                <a:ext uri="{FF2B5EF4-FFF2-40B4-BE49-F238E27FC236}">
                  <a16:creationId xmlns:a16="http://schemas.microsoft.com/office/drawing/2014/main" id="{01797E38-6BAC-1055-8736-ECE932AA1988}"/>
                </a:ext>
              </a:extLst>
            </p:cNvPr>
            <p:cNvSpPr txBox="1">
              <a:spLocks noChangeArrowheads="1"/>
            </p:cNvSpPr>
            <p:nvPr/>
          </p:nvSpPr>
          <p:spPr bwMode="auto">
            <a:xfrm>
              <a:off x="3592" y="2779"/>
              <a:ext cx="377" cy="261"/>
            </a:xfrm>
            <a:prstGeom prst="rect">
              <a:avLst/>
            </a:prstGeom>
            <a:noFill/>
            <a:ln>
              <a:noFill/>
            </a:ln>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宋体" panose="02010600030101010101" pitchFamily="2" charset="-122"/>
                  <a:sym typeface="Symbol" panose="05050102010706020507" pitchFamily="18" charset="2"/>
                </a:rPr>
                <a:t> </a:t>
              </a:r>
              <a:r>
                <a:rPr kumimoji="1" lang="en-US" altLang="zh-CN" sz="1600" b="1">
                  <a:solidFill>
                    <a:schemeClr val="tx1"/>
                  </a:solidFill>
                  <a:latin typeface="宋体" panose="02010600030101010101" pitchFamily="2" charset="-122"/>
                </a:rPr>
                <a:t>0</a:t>
              </a:r>
              <a:endParaRPr kumimoji="1" lang="en-US" altLang="zh-CN" sz="1600" b="1">
                <a:solidFill>
                  <a:schemeClr val="tx1"/>
                </a:solidFill>
                <a:latin typeface="Times New Roman" panose="02020603050405020304" pitchFamily="18" charset="0"/>
              </a:endParaRPr>
            </a:p>
          </p:txBody>
        </p:sp>
        <p:sp>
          <p:nvSpPr>
            <p:cNvPr id="22" name="Line 22">
              <a:extLst>
                <a:ext uri="{FF2B5EF4-FFF2-40B4-BE49-F238E27FC236}">
                  <a16:creationId xmlns:a16="http://schemas.microsoft.com/office/drawing/2014/main" id="{BD67ED43-846B-1F99-CB01-21EA427EE34D}"/>
                </a:ext>
              </a:extLst>
            </p:cNvPr>
            <p:cNvSpPr>
              <a:spLocks noChangeShapeType="1"/>
            </p:cNvSpPr>
            <p:nvPr/>
          </p:nvSpPr>
          <p:spPr bwMode="auto">
            <a:xfrm>
              <a:off x="3953" y="2005"/>
              <a:ext cx="0" cy="184"/>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23" name="Line 24">
              <a:extLst>
                <a:ext uri="{FF2B5EF4-FFF2-40B4-BE49-F238E27FC236}">
                  <a16:creationId xmlns:a16="http://schemas.microsoft.com/office/drawing/2014/main" id="{B9B8328B-5571-3B1D-B452-0B7DE626F3EA}"/>
                </a:ext>
              </a:extLst>
            </p:cNvPr>
            <p:cNvSpPr>
              <a:spLocks noChangeShapeType="1"/>
            </p:cNvSpPr>
            <p:nvPr/>
          </p:nvSpPr>
          <p:spPr bwMode="auto">
            <a:xfrm>
              <a:off x="3953" y="2815"/>
              <a:ext cx="0" cy="184"/>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p>
          </p:txBody>
        </p:sp>
        <p:sp>
          <p:nvSpPr>
            <p:cNvPr id="24" name="Line 27">
              <a:extLst>
                <a:ext uri="{FF2B5EF4-FFF2-40B4-BE49-F238E27FC236}">
                  <a16:creationId xmlns:a16="http://schemas.microsoft.com/office/drawing/2014/main" id="{EC05DFB7-5462-8E18-FFEB-6D894218C3D5}"/>
                </a:ext>
              </a:extLst>
            </p:cNvPr>
            <p:cNvSpPr>
              <a:spLocks noChangeShapeType="1"/>
            </p:cNvSpPr>
            <p:nvPr/>
          </p:nvSpPr>
          <p:spPr bwMode="auto">
            <a:xfrm>
              <a:off x="2591" y="2685"/>
              <a:ext cx="68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p>
          </p:txBody>
        </p:sp>
        <p:sp>
          <p:nvSpPr>
            <p:cNvPr id="25" name="Line 28">
              <a:extLst>
                <a:ext uri="{FF2B5EF4-FFF2-40B4-BE49-F238E27FC236}">
                  <a16:creationId xmlns:a16="http://schemas.microsoft.com/office/drawing/2014/main" id="{0209896B-6291-11E5-09ED-E6947D832771}"/>
                </a:ext>
              </a:extLst>
            </p:cNvPr>
            <p:cNvSpPr>
              <a:spLocks noChangeShapeType="1"/>
            </p:cNvSpPr>
            <p:nvPr/>
          </p:nvSpPr>
          <p:spPr bwMode="auto">
            <a:xfrm>
              <a:off x="2589" y="2692"/>
              <a:ext cx="0" cy="369"/>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grpSp>
      <p:sp>
        <p:nvSpPr>
          <p:cNvPr id="28" name="Text Box 35">
            <a:extLst>
              <a:ext uri="{FF2B5EF4-FFF2-40B4-BE49-F238E27FC236}">
                <a16:creationId xmlns:a16="http://schemas.microsoft.com/office/drawing/2014/main" id="{3B030441-9B48-C478-4788-8A12BD90F898}"/>
              </a:ext>
            </a:extLst>
          </p:cNvPr>
          <p:cNvSpPr txBox="1">
            <a:spLocks noChangeArrowheads="1"/>
          </p:cNvSpPr>
          <p:nvPr/>
        </p:nvSpPr>
        <p:spPr bwMode="auto">
          <a:xfrm>
            <a:off x="8920031" y="6035650"/>
            <a:ext cx="2138362" cy="38576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0"/>
              </a:spcBef>
              <a:buFont typeface="Wingdings" panose="05000000000000000000" pitchFamily="2" charset="2"/>
              <a:buNone/>
            </a:pPr>
            <a:r>
              <a:rPr lang="en-US" altLang="zh-CN" sz="1600" b="0" dirty="0">
                <a:solidFill>
                  <a:schemeClr val="tx1"/>
                </a:solidFill>
                <a:latin typeface="Times New Roman" panose="02020603050405020304" pitchFamily="18" charset="0"/>
              </a:rPr>
              <a:t>P </a:t>
            </a:r>
            <a:r>
              <a:rPr lang="zh-CN" altLang="en-US" sz="1600" b="0" dirty="0">
                <a:solidFill>
                  <a:schemeClr val="tx1"/>
                </a:solidFill>
                <a:latin typeface="Times New Roman" panose="02020603050405020304" pitchFamily="18" charset="0"/>
              </a:rPr>
              <a:t>操作原语流程图</a:t>
            </a:r>
          </a:p>
        </p:txBody>
      </p:sp>
    </p:spTree>
    <p:extLst>
      <p:ext uri="{BB962C8B-B14F-4D97-AF65-F5344CB8AC3E}">
        <p14:creationId xmlns:p14="http://schemas.microsoft.com/office/powerpoint/2010/main" val="1647440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B56D90-A71F-FF7A-FADE-4C25762256FC}"/>
              </a:ext>
            </a:extLst>
          </p:cNvPr>
          <p:cNvSpPr>
            <a:spLocks noGrp="1"/>
          </p:cNvSpPr>
          <p:nvPr>
            <p:ph type="title"/>
          </p:nvPr>
        </p:nvSpPr>
        <p:spPr/>
        <p:txBody>
          <a:bodyPr>
            <a:normAutofit/>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进程同步机构</a:t>
            </a:r>
            <a:endParaRPr lang="zh-CN" altLang="en-US" dirty="0"/>
          </a:p>
        </p:txBody>
      </p:sp>
      <p:sp>
        <p:nvSpPr>
          <p:cNvPr id="3" name="Rectangle 3">
            <a:extLst>
              <a:ext uri="{FF2B5EF4-FFF2-40B4-BE49-F238E27FC236}">
                <a16:creationId xmlns:a16="http://schemas.microsoft.com/office/drawing/2014/main" id="{F9E04844-8B0E-3FA0-AFE7-8A77A4A70F37}"/>
              </a:ext>
            </a:extLst>
          </p:cNvPr>
          <p:cNvSpPr>
            <a:spLocks noChangeArrowheads="1"/>
          </p:cNvSpPr>
          <p:nvPr/>
        </p:nvSpPr>
        <p:spPr bwMode="auto">
          <a:xfrm>
            <a:off x="658436" y="874712"/>
            <a:ext cx="2222500" cy="621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spcBef>
                <a:spcPts val="1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(3) V </a:t>
            </a:r>
            <a:r>
              <a:rPr lang="zh-CN" altLang="en-US" sz="2600" b="1" dirty="0">
                <a:solidFill>
                  <a:prstClr val="black"/>
                </a:solidFill>
                <a:effectLst/>
                <a:latin typeface="微软雅黑" panose="020B0503020204020204" pitchFamily="34" charset="-122"/>
                <a:ea typeface="微软雅黑" panose="020B0503020204020204" pitchFamily="34" charset="-122"/>
              </a:rPr>
              <a:t>操作</a:t>
            </a:r>
          </a:p>
        </p:txBody>
      </p:sp>
      <p:sp>
        <p:nvSpPr>
          <p:cNvPr id="4" name="Rectangle 5">
            <a:extLst>
              <a:ext uri="{FF2B5EF4-FFF2-40B4-BE49-F238E27FC236}">
                <a16:creationId xmlns:a16="http://schemas.microsoft.com/office/drawing/2014/main" id="{0D8B0224-D9EC-0D5B-3688-E0C23F2F174E}"/>
              </a:ext>
            </a:extLst>
          </p:cNvPr>
          <p:cNvSpPr>
            <a:spLocks noChangeArrowheads="1"/>
          </p:cNvSpPr>
          <p:nvPr/>
        </p:nvSpPr>
        <p:spPr bwMode="auto">
          <a:xfrm>
            <a:off x="680661" y="1482229"/>
            <a:ext cx="8304212" cy="2033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eaLnBrk="1" hangingPunct="1">
              <a:lnSpc>
                <a:spcPct val="130000"/>
              </a:lnSpc>
              <a:buClr>
                <a:schemeClr val="tx2"/>
              </a:buClr>
              <a:buSzPct val="95000"/>
              <a:buFont typeface="Wingdings" panose="05000000000000000000" pitchFamily="2" charset="2"/>
              <a:buNone/>
              <a:defRPr/>
            </a:pPr>
            <a:r>
              <a:rPr lang="en-US" altLang="zh-CN" sz="2400" dirty="0">
                <a:solidFill>
                  <a:srgbClr val="000099"/>
                </a:solidFill>
                <a:effectLst/>
                <a:latin typeface="Times New Roman" panose="02020603050405020304" pitchFamily="18" charset="0"/>
              </a:rPr>
              <a:t>①</a:t>
            </a:r>
            <a:r>
              <a:rPr lang="en-US" altLang="zh-CN" sz="2400" dirty="0">
                <a:solidFill>
                  <a:srgbClr val="000099"/>
                </a:solidFill>
                <a:effectLst/>
                <a:latin typeface="宋体" panose="02010600030101010101" pitchFamily="2" charset="-122"/>
              </a:rPr>
              <a:t> </a:t>
            </a:r>
            <a:r>
              <a:rPr lang="en-US" altLang="zh-CN" sz="2400" dirty="0">
                <a:solidFill>
                  <a:srgbClr val="000099"/>
                </a:solidFill>
                <a:effectLst/>
                <a:latin typeface="Times New Roman" panose="02020603050405020304" pitchFamily="18" charset="0"/>
              </a:rPr>
              <a:t>V </a:t>
            </a:r>
            <a:r>
              <a:rPr lang="zh-CN" altLang="en-US" sz="2400" dirty="0">
                <a:solidFill>
                  <a:srgbClr val="000099"/>
                </a:solidFill>
                <a:effectLst/>
                <a:latin typeface="Times New Roman" panose="02020603050405020304" pitchFamily="18" charset="0"/>
              </a:rPr>
              <a:t>操作的定义</a:t>
            </a:r>
            <a:r>
              <a:rPr lang="zh-CN" altLang="en-US" sz="2000" b="0" dirty="0">
                <a:solidFill>
                  <a:schemeClr val="tx1"/>
                </a:solidFill>
                <a:latin typeface="Times New Roman" panose="02020603050405020304" pitchFamily="18" charset="0"/>
              </a:rPr>
              <a:t>   </a:t>
            </a:r>
          </a:p>
          <a:p>
            <a:pPr eaLnBrk="1" hangingPunct="1">
              <a:lnSpc>
                <a:spcPct val="130000"/>
              </a:lnSpc>
              <a:buClr>
                <a:schemeClr val="tx2"/>
              </a:buClr>
              <a:buSzPct val="95000"/>
              <a:buFont typeface="Wingdings" panose="05000000000000000000" pitchFamily="2" charset="2"/>
              <a:buNone/>
              <a:defRPr/>
            </a:pPr>
            <a:r>
              <a:rPr lang="zh-CN" altLang="en-US" sz="2000" b="0" dirty="0">
                <a:effectLst/>
                <a:latin typeface="Times New Roman" panose="02020603050405020304" pitchFamily="18" charset="0"/>
              </a:rPr>
              <a:t>       </a:t>
            </a:r>
            <a:r>
              <a:rPr lang="zh-CN" altLang="en-US" sz="2000" b="0" dirty="0">
                <a:solidFill>
                  <a:schemeClr val="tx1"/>
                </a:solidFill>
                <a:effectLst/>
                <a:latin typeface="Times New Roman" panose="02020603050405020304" pitchFamily="18" charset="0"/>
              </a:rPr>
              <a:t>对信号灯</a:t>
            </a:r>
            <a:r>
              <a:rPr lang="en-US" altLang="zh-CN" sz="2000" b="0" dirty="0">
                <a:solidFill>
                  <a:schemeClr val="tx1"/>
                </a:solidFill>
                <a:effectLst/>
                <a:latin typeface="Times New Roman" panose="02020603050405020304" pitchFamily="18" charset="0"/>
              </a:rPr>
              <a:t>s</a:t>
            </a:r>
            <a:r>
              <a:rPr lang="zh-CN" altLang="en-US" sz="2000" b="0" dirty="0">
                <a:solidFill>
                  <a:schemeClr val="tx1"/>
                </a:solidFill>
                <a:effectLst/>
                <a:latin typeface="Times New Roman" panose="02020603050405020304" pitchFamily="18" charset="0"/>
              </a:rPr>
              <a:t>的 </a:t>
            </a:r>
            <a:r>
              <a:rPr lang="en-US" altLang="zh-CN" sz="2000" b="0" dirty="0">
                <a:solidFill>
                  <a:schemeClr val="tx1"/>
                </a:solidFill>
                <a:effectLst/>
                <a:latin typeface="Times New Roman" panose="02020603050405020304" pitchFamily="18" charset="0"/>
              </a:rPr>
              <a:t>v</a:t>
            </a:r>
            <a:r>
              <a:rPr lang="zh-CN" altLang="en-US" sz="2000" b="0" dirty="0">
                <a:solidFill>
                  <a:schemeClr val="tx1"/>
                </a:solidFill>
                <a:effectLst/>
                <a:latin typeface="Times New Roman" panose="02020603050405020304" pitchFamily="18" charset="0"/>
              </a:rPr>
              <a:t>操作记为 </a:t>
            </a:r>
            <a:r>
              <a:rPr lang="en-US" altLang="zh-CN" sz="2000" b="0" dirty="0">
                <a:solidFill>
                  <a:schemeClr val="tx1"/>
                </a:solidFill>
                <a:effectLst/>
                <a:latin typeface="Times New Roman" panose="02020603050405020304" pitchFamily="18" charset="0"/>
              </a:rPr>
              <a:t>v(s)</a:t>
            </a:r>
            <a:r>
              <a:rPr lang="zh-CN" altLang="en-US" sz="2000" b="0" dirty="0">
                <a:solidFill>
                  <a:schemeClr val="tx1"/>
                </a:solidFill>
                <a:effectLst/>
                <a:latin typeface="Times New Roman" panose="02020603050405020304" pitchFamily="18" charset="0"/>
              </a:rPr>
              <a:t>。</a:t>
            </a:r>
            <a:r>
              <a:rPr lang="en-US" altLang="zh-CN" sz="2000" b="0" dirty="0">
                <a:solidFill>
                  <a:schemeClr val="tx1"/>
                </a:solidFill>
                <a:effectLst/>
                <a:latin typeface="Times New Roman" panose="02020603050405020304" pitchFamily="18" charset="0"/>
              </a:rPr>
              <a:t>v(s)</a:t>
            </a:r>
            <a:r>
              <a:rPr lang="zh-CN" altLang="en-US" sz="2000" b="0" dirty="0">
                <a:solidFill>
                  <a:schemeClr val="tx1"/>
                </a:solidFill>
                <a:effectLst/>
                <a:latin typeface="Times New Roman" panose="02020603050405020304" pitchFamily="18" charset="0"/>
              </a:rPr>
              <a:t>是一个不可分割的原语操作，即取</a:t>
            </a:r>
          </a:p>
          <a:p>
            <a:pPr eaLnBrk="1" hangingPunct="1">
              <a:lnSpc>
                <a:spcPct val="130000"/>
              </a:lnSpc>
              <a:buClr>
                <a:schemeClr val="tx2"/>
              </a:buClr>
              <a:buSzPct val="95000"/>
              <a:buFont typeface="Wingdings" panose="05000000000000000000" pitchFamily="2" charset="2"/>
              <a:buNone/>
              <a:defRPr/>
            </a:pPr>
            <a:r>
              <a:rPr lang="zh-CN" altLang="en-US" sz="2000" b="0" dirty="0">
                <a:solidFill>
                  <a:schemeClr val="tx1"/>
                </a:solidFill>
                <a:effectLst/>
                <a:latin typeface="Times New Roman" panose="02020603050405020304" pitchFamily="18" charset="0"/>
              </a:rPr>
              <a:t>       信号灯值加</a:t>
            </a:r>
            <a:r>
              <a:rPr lang="en-US" altLang="zh-CN" sz="2000" b="0" dirty="0">
                <a:solidFill>
                  <a:schemeClr val="tx1"/>
                </a:solidFill>
                <a:effectLst/>
                <a:latin typeface="Times New Roman" panose="02020603050405020304" pitchFamily="18" charset="0"/>
              </a:rPr>
              <a:t>1</a:t>
            </a:r>
            <a:r>
              <a:rPr lang="zh-CN" altLang="en-US" sz="2000" b="0" dirty="0">
                <a:solidFill>
                  <a:schemeClr val="tx1"/>
                </a:solidFill>
                <a:effectLst/>
                <a:latin typeface="Times New Roman" panose="02020603050405020304" pitchFamily="18" charset="0"/>
              </a:rPr>
              <a:t>，若相加结果大于零，进程继续执行，否则，要帮助唤</a:t>
            </a:r>
          </a:p>
          <a:p>
            <a:pPr eaLnBrk="1" hangingPunct="1">
              <a:lnSpc>
                <a:spcPct val="130000"/>
              </a:lnSpc>
              <a:buClr>
                <a:schemeClr val="tx2"/>
              </a:buClr>
              <a:buSzPct val="95000"/>
              <a:buFont typeface="Wingdings" panose="05000000000000000000" pitchFamily="2" charset="2"/>
              <a:buNone/>
              <a:defRPr/>
            </a:pPr>
            <a:r>
              <a:rPr lang="zh-CN" altLang="en-US" sz="2000" b="0" dirty="0">
                <a:solidFill>
                  <a:schemeClr val="tx1"/>
                </a:solidFill>
                <a:effectLst/>
                <a:latin typeface="Times New Roman" panose="02020603050405020304" pitchFamily="18" charset="0"/>
              </a:rPr>
              <a:t>       醒在信号灯等待队列上的一个进程。</a:t>
            </a:r>
          </a:p>
        </p:txBody>
      </p:sp>
      <p:sp>
        <p:nvSpPr>
          <p:cNvPr id="5" name="Rectangle 6">
            <a:extLst>
              <a:ext uri="{FF2B5EF4-FFF2-40B4-BE49-F238E27FC236}">
                <a16:creationId xmlns:a16="http://schemas.microsoft.com/office/drawing/2014/main" id="{BA0A409F-9C02-42E6-B615-15691DA21FB5}"/>
              </a:ext>
            </a:extLst>
          </p:cNvPr>
          <p:cNvSpPr>
            <a:spLocks noChangeArrowheads="1"/>
          </p:cNvSpPr>
          <p:nvPr/>
        </p:nvSpPr>
        <p:spPr bwMode="auto">
          <a:xfrm>
            <a:off x="680661" y="3858221"/>
            <a:ext cx="3021012"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eaLnBrk="1" hangingPunct="1">
              <a:lnSpc>
                <a:spcPct val="120000"/>
              </a:lnSpc>
              <a:spcBef>
                <a:spcPct val="20000"/>
              </a:spcBef>
              <a:buClr>
                <a:schemeClr val="tx2"/>
              </a:buClr>
              <a:buSzPct val="95000"/>
              <a:buFont typeface="Wingdings" panose="05000000000000000000" pitchFamily="2" charset="2"/>
              <a:buNone/>
              <a:defRPr/>
            </a:pPr>
            <a:r>
              <a:rPr lang="en-US" altLang="zh-CN" sz="2400" dirty="0">
                <a:solidFill>
                  <a:srgbClr val="000099"/>
                </a:solidFill>
                <a:effectLst/>
                <a:latin typeface="Times New Roman" panose="02020603050405020304" pitchFamily="18" charset="0"/>
              </a:rPr>
              <a:t>② V </a:t>
            </a:r>
            <a:r>
              <a:rPr lang="zh-CN" altLang="en-US" sz="2400" dirty="0">
                <a:solidFill>
                  <a:srgbClr val="000099"/>
                </a:solidFill>
                <a:effectLst/>
                <a:latin typeface="Times New Roman" panose="02020603050405020304" pitchFamily="18" charset="0"/>
              </a:rPr>
              <a:t>操作的实现</a:t>
            </a:r>
            <a:r>
              <a:rPr lang="zh-CN" altLang="en-US" sz="2000" b="0" dirty="0">
                <a:solidFill>
                  <a:schemeClr val="tx1"/>
                </a:solidFill>
                <a:latin typeface="Times New Roman" panose="02020603050405020304" pitchFamily="18" charset="0"/>
              </a:rPr>
              <a:t>   </a:t>
            </a:r>
            <a:r>
              <a:rPr lang="zh-CN" altLang="en-US" sz="2000" b="0" dirty="0">
                <a:effectLst/>
                <a:latin typeface="Times New Roman" panose="02020603050405020304" pitchFamily="18" charset="0"/>
              </a:rPr>
              <a:t>        </a:t>
            </a:r>
          </a:p>
        </p:txBody>
      </p:sp>
      <p:grpSp>
        <p:nvGrpSpPr>
          <p:cNvPr id="6" name="Group 53">
            <a:extLst>
              <a:ext uri="{FF2B5EF4-FFF2-40B4-BE49-F238E27FC236}">
                <a16:creationId xmlns:a16="http://schemas.microsoft.com/office/drawing/2014/main" id="{11BBB55E-33DC-FC42-67C0-8B810C3C0B58}"/>
              </a:ext>
            </a:extLst>
          </p:cNvPr>
          <p:cNvGrpSpPr>
            <a:grpSpLocks/>
          </p:cNvGrpSpPr>
          <p:nvPr/>
        </p:nvGrpSpPr>
        <p:grpSpPr bwMode="auto">
          <a:xfrm>
            <a:off x="7587773" y="2177288"/>
            <a:ext cx="4352925" cy="3670300"/>
            <a:chOff x="1945" y="1791"/>
            <a:chExt cx="2742" cy="2312"/>
          </a:xfrm>
        </p:grpSpPr>
        <p:grpSp>
          <p:nvGrpSpPr>
            <p:cNvPr id="7" name="Group 29">
              <a:extLst>
                <a:ext uri="{FF2B5EF4-FFF2-40B4-BE49-F238E27FC236}">
                  <a16:creationId xmlns:a16="http://schemas.microsoft.com/office/drawing/2014/main" id="{DD70B420-FEF4-1D36-CCEF-876717B89C40}"/>
                </a:ext>
              </a:extLst>
            </p:cNvPr>
            <p:cNvGrpSpPr>
              <a:grpSpLocks/>
            </p:cNvGrpSpPr>
            <p:nvPr/>
          </p:nvGrpSpPr>
          <p:grpSpPr bwMode="auto">
            <a:xfrm>
              <a:off x="3172" y="1791"/>
              <a:ext cx="630" cy="211"/>
              <a:chOff x="2871" y="384"/>
              <a:chExt cx="771" cy="279"/>
            </a:xfrm>
          </p:grpSpPr>
          <p:sp>
            <p:nvSpPr>
              <p:cNvPr id="27" name="AutoShape 30">
                <a:extLst>
                  <a:ext uri="{FF2B5EF4-FFF2-40B4-BE49-F238E27FC236}">
                    <a16:creationId xmlns:a16="http://schemas.microsoft.com/office/drawing/2014/main" id="{10AF6603-F3DD-BD95-C04E-6E30B983ADE6}"/>
                  </a:ext>
                </a:extLst>
              </p:cNvPr>
              <p:cNvSpPr>
                <a:spLocks noChangeArrowheads="1"/>
              </p:cNvSpPr>
              <p:nvPr/>
            </p:nvSpPr>
            <p:spPr bwMode="auto">
              <a:xfrm>
                <a:off x="2871" y="384"/>
                <a:ext cx="771" cy="279"/>
              </a:xfrm>
              <a:prstGeom prst="roundRect">
                <a:avLst>
                  <a:gd name="adj" fmla="val 16667"/>
                </a:avLst>
              </a:prstGeom>
              <a:solidFill>
                <a:srgbClr val="CCECFF"/>
              </a:solidFill>
              <a:ln w="9525">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Font typeface="Wingdings" panose="05000000000000000000" pitchFamily="2" charset="2"/>
                  <a:buChar char="Ø"/>
                </a:pPr>
                <a:endParaRPr lang="zh-CN" altLang="en-US" sz="1400" b="1">
                  <a:solidFill>
                    <a:srgbClr val="4138FA"/>
                  </a:solidFill>
                </a:endParaRPr>
              </a:p>
            </p:txBody>
          </p:sp>
          <p:sp>
            <p:nvSpPr>
              <p:cNvPr id="28" name="Text Box 31">
                <a:extLst>
                  <a:ext uri="{FF2B5EF4-FFF2-40B4-BE49-F238E27FC236}">
                    <a16:creationId xmlns:a16="http://schemas.microsoft.com/office/drawing/2014/main" id="{4CE75F76-5524-EF6A-8D03-7550D7298DD1}"/>
                  </a:ext>
                </a:extLst>
              </p:cNvPr>
              <p:cNvSpPr txBox="1">
                <a:spLocks noChangeArrowheads="1"/>
              </p:cNvSpPr>
              <p:nvPr/>
            </p:nvSpPr>
            <p:spPr bwMode="auto">
              <a:xfrm>
                <a:off x="2913" y="384"/>
                <a:ext cx="722" cy="272"/>
              </a:xfrm>
              <a:prstGeom prst="rect">
                <a:avLst/>
              </a:prstGeom>
              <a:noFill/>
              <a:ln>
                <a:noFill/>
              </a:ln>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a:t>
                </a:r>
                <a:r>
                  <a:rPr kumimoji="1" lang="zh-CN" altLang="en-US" sz="1600" b="1">
                    <a:solidFill>
                      <a:schemeClr val="tx1"/>
                    </a:solidFill>
                    <a:latin typeface="Times New Roman" panose="02020603050405020304" pitchFamily="18" charset="0"/>
                  </a:rPr>
                  <a:t>入 口</a:t>
                </a:r>
              </a:p>
            </p:txBody>
          </p:sp>
        </p:grpSp>
        <p:sp>
          <p:nvSpPr>
            <p:cNvPr id="8" name="Text Box 32">
              <a:extLst>
                <a:ext uri="{FF2B5EF4-FFF2-40B4-BE49-F238E27FC236}">
                  <a16:creationId xmlns:a16="http://schemas.microsoft.com/office/drawing/2014/main" id="{118085C5-AEFD-5FF8-2CBB-626A39399837}"/>
                </a:ext>
              </a:extLst>
            </p:cNvPr>
            <p:cNvSpPr txBox="1">
              <a:spLocks noChangeArrowheads="1"/>
            </p:cNvSpPr>
            <p:nvPr/>
          </p:nvSpPr>
          <p:spPr bwMode="auto">
            <a:xfrm>
              <a:off x="2988" y="2138"/>
              <a:ext cx="1018" cy="197"/>
            </a:xfrm>
            <a:prstGeom prst="rect">
              <a:avLst/>
            </a:prstGeom>
            <a:solidFill>
              <a:srgbClr val="CCE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S</a:t>
              </a:r>
              <a:r>
                <a:rPr kumimoji="1" lang="en-US" altLang="zh-CN" sz="1600" b="1">
                  <a:solidFill>
                    <a:schemeClr val="tx1"/>
                  </a:solidFill>
                  <a:latin typeface="Lucida Console" panose="020B0609040504020204" pitchFamily="49" charset="0"/>
                </a:rPr>
                <a:t>+</a:t>
              </a:r>
              <a:r>
                <a:rPr kumimoji="1" lang="en-US" altLang="zh-CN" sz="1600" b="1">
                  <a:solidFill>
                    <a:schemeClr val="tx1"/>
                  </a:solidFill>
                  <a:latin typeface="Times New Roman" panose="02020603050405020304" pitchFamily="18" charset="0"/>
                </a:rPr>
                <a:t>1 → S</a:t>
              </a:r>
            </a:p>
          </p:txBody>
        </p:sp>
        <p:sp>
          <p:nvSpPr>
            <p:cNvPr id="9" name="Text Box 33">
              <a:extLst>
                <a:ext uri="{FF2B5EF4-FFF2-40B4-BE49-F238E27FC236}">
                  <a16:creationId xmlns:a16="http://schemas.microsoft.com/office/drawing/2014/main" id="{CC90826D-C25E-1761-CB6C-1316DFC4CE19}"/>
                </a:ext>
              </a:extLst>
            </p:cNvPr>
            <p:cNvSpPr txBox="1">
              <a:spLocks noChangeArrowheads="1"/>
            </p:cNvSpPr>
            <p:nvPr/>
          </p:nvSpPr>
          <p:spPr bwMode="auto">
            <a:xfrm>
              <a:off x="2385" y="2841"/>
              <a:ext cx="2302" cy="241"/>
            </a:xfrm>
            <a:prstGeom prst="rect">
              <a:avLst/>
            </a:prstGeom>
            <a:solidFill>
              <a:srgbClr val="CCE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10000"/>
                </a:spcBef>
                <a:buClrTx/>
                <a:buSzTx/>
                <a:buFontTx/>
                <a:buNone/>
              </a:pPr>
              <a:r>
                <a:rPr kumimoji="1" lang="en-US" altLang="zh-CN" sz="1600" b="1" dirty="0">
                  <a:solidFill>
                    <a:schemeClr val="tx1"/>
                  </a:solidFill>
                  <a:latin typeface="Times New Roman" panose="02020603050405020304" pitchFamily="18" charset="0"/>
                </a:rPr>
                <a:t>   </a:t>
              </a:r>
              <a:r>
                <a:rPr kumimoji="1" lang="zh-CN" altLang="en-US" sz="1600" b="1" dirty="0">
                  <a:solidFill>
                    <a:schemeClr val="tx1"/>
                  </a:solidFill>
                  <a:latin typeface="Times New Roman" panose="02020603050405020304" pitchFamily="18" charset="0"/>
                </a:rPr>
                <a:t>从信号灯的等待队列中取出首元素</a:t>
              </a:r>
            </a:p>
          </p:txBody>
        </p:sp>
        <p:sp>
          <p:nvSpPr>
            <p:cNvPr id="10" name="Text Box 34">
              <a:extLst>
                <a:ext uri="{FF2B5EF4-FFF2-40B4-BE49-F238E27FC236}">
                  <a16:creationId xmlns:a16="http://schemas.microsoft.com/office/drawing/2014/main" id="{1EA6DAEB-645F-A4B1-CF7B-79D842041B59}"/>
                </a:ext>
              </a:extLst>
            </p:cNvPr>
            <p:cNvSpPr txBox="1">
              <a:spLocks noChangeArrowheads="1"/>
            </p:cNvSpPr>
            <p:nvPr/>
          </p:nvSpPr>
          <p:spPr bwMode="auto">
            <a:xfrm>
              <a:off x="2916" y="3217"/>
              <a:ext cx="1125" cy="202"/>
            </a:xfrm>
            <a:prstGeom prst="rect">
              <a:avLst/>
            </a:prstGeom>
            <a:solidFill>
              <a:srgbClr val="CCE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10000"/>
                </a:spcBef>
                <a:buClrTx/>
                <a:buSzTx/>
                <a:buFontTx/>
                <a:buNone/>
              </a:pPr>
              <a:r>
                <a:rPr kumimoji="1" lang="en-US" altLang="zh-CN" sz="1600" b="1">
                  <a:solidFill>
                    <a:schemeClr val="tx1"/>
                  </a:solidFill>
                  <a:latin typeface="Times New Roman" panose="02020603050405020304" pitchFamily="18" charset="0"/>
                </a:rPr>
                <a:t>      </a:t>
              </a:r>
              <a:r>
                <a:rPr kumimoji="1" lang="zh-CN" altLang="en-US" sz="1600" b="1">
                  <a:solidFill>
                    <a:schemeClr val="tx1"/>
                  </a:solidFill>
                  <a:latin typeface="Times New Roman" panose="02020603050405020304" pitchFamily="18" charset="0"/>
                </a:rPr>
                <a:t>入就绪队列</a:t>
              </a:r>
            </a:p>
          </p:txBody>
        </p:sp>
        <p:sp>
          <p:nvSpPr>
            <p:cNvPr id="11" name="Text Box 35">
              <a:extLst>
                <a:ext uri="{FF2B5EF4-FFF2-40B4-BE49-F238E27FC236}">
                  <a16:creationId xmlns:a16="http://schemas.microsoft.com/office/drawing/2014/main" id="{22AEA640-5380-00A4-A9C8-12CDEBC1B533}"/>
                </a:ext>
              </a:extLst>
            </p:cNvPr>
            <p:cNvSpPr txBox="1">
              <a:spLocks noChangeArrowheads="1"/>
            </p:cNvSpPr>
            <p:nvPr/>
          </p:nvSpPr>
          <p:spPr bwMode="auto">
            <a:xfrm>
              <a:off x="2936" y="3562"/>
              <a:ext cx="1097" cy="201"/>
            </a:xfrm>
            <a:prstGeom prst="rect">
              <a:avLst/>
            </a:prstGeom>
            <a:solidFill>
              <a:srgbClr val="CCE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a:t>
              </a:r>
              <a:r>
                <a:rPr kumimoji="1" lang="zh-CN" altLang="en-US" sz="1600" b="1">
                  <a:solidFill>
                    <a:schemeClr val="tx1"/>
                  </a:solidFill>
                  <a:latin typeface="Times New Roman" panose="02020603050405020304" pitchFamily="18" charset="0"/>
                </a:rPr>
                <a:t>置“就绪状态”</a:t>
              </a:r>
            </a:p>
          </p:txBody>
        </p:sp>
        <p:grpSp>
          <p:nvGrpSpPr>
            <p:cNvPr id="12" name="Group 36">
              <a:extLst>
                <a:ext uri="{FF2B5EF4-FFF2-40B4-BE49-F238E27FC236}">
                  <a16:creationId xmlns:a16="http://schemas.microsoft.com/office/drawing/2014/main" id="{08609DFC-82EF-EC6A-1FB8-0DE613834179}"/>
                </a:ext>
              </a:extLst>
            </p:cNvPr>
            <p:cNvGrpSpPr>
              <a:grpSpLocks/>
            </p:cNvGrpSpPr>
            <p:nvPr/>
          </p:nvGrpSpPr>
          <p:grpSpPr bwMode="auto">
            <a:xfrm>
              <a:off x="3184" y="3897"/>
              <a:ext cx="584" cy="206"/>
              <a:chOff x="2647" y="3863"/>
              <a:chExt cx="913" cy="349"/>
            </a:xfrm>
          </p:grpSpPr>
          <p:sp>
            <p:nvSpPr>
              <p:cNvPr id="25" name="AutoShape 37">
                <a:extLst>
                  <a:ext uri="{FF2B5EF4-FFF2-40B4-BE49-F238E27FC236}">
                    <a16:creationId xmlns:a16="http://schemas.microsoft.com/office/drawing/2014/main" id="{E75906A0-C498-A210-7CB9-5A8D0C1AD31C}"/>
                  </a:ext>
                </a:extLst>
              </p:cNvPr>
              <p:cNvSpPr>
                <a:spLocks noChangeArrowheads="1"/>
              </p:cNvSpPr>
              <p:nvPr/>
            </p:nvSpPr>
            <p:spPr bwMode="auto">
              <a:xfrm>
                <a:off x="2647" y="3863"/>
                <a:ext cx="913" cy="349"/>
              </a:xfrm>
              <a:prstGeom prst="roundRect">
                <a:avLst>
                  <a:gd name="adj" fmla="val 16667"/>
                </a:avLst>
              </a:prstGeom>
              <a:solidFill>
                <a:srgbClr val="CCECFF"/>
              </a:solidFill>
              <a:ln w="9525">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Font typeface="Wingdings" panose="05000000000000000000" pitchFamily="2" charset="2"/>
                  <a:buChar char="Ø"/>
                </a:pPr>
                <a:endParaRPr lang="zh-CN" altLang="en-US" sz="1400" b="1">
                  <a:solidFill>
                    <a:srgbClr val="4138FA"/>
                  </a:solidFill>
                </a:endParaRPr>
              </a:p>
            </p:txBody>
          </p:sp>
          <p:sp>
            <p:nvSpPr>
              <p:cNvPr id="26" name="Text Box 38">
                <a:extLst>
                  <a:ext uri="{FF2B5EF4-FFF2-40B4-BE49-F238E27FC236}">
                    <a16:creationId xmlns:a16="http://schemas.microsoft.com/office/drawing/2014/main" id="{B4A399F2-0EF8-EEDD-00CE-D3218DA51D0A}"/>
                  </a:ext>
                </a:extLst>
              </p:cNvPr>
              <p:cNvSpPr txBox="1">
                <a:spLocks noChangeArrowheads="1"/>
              </p:cNvSpPr>
              <p:nvPr/>
            </p:nvSpPr>
            <p:spPr bwMode="auto">
              <a:xfrm>
                <a:off x="2718" y="3863"/>
                <a:ext cx="746" cy="334"/>
              </a:xfrm>
              <a:prstGeom prst="rect">
                <a:avLst/>
              </a:prstGeom>
              <a:noFill/>
              <a:ln>
                <a:noFill/>
              </a:ln>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a:t>
                </a:r>
                <a:r>
                  <a:rPr kumimoji="1" lang="zh-CN" altLang="en-US" sz="1600" b="1">
                    <a:solidFill>
                      <a:schemeClr val="tx1"/>
                    </a:solidFill>
                    <a:latin typeface="Times New Roman" panose="02020603050405020304" pitchFamily="18" charset="0"/>
                  </a:rPr>
                  <a:t>返回</a:t>
                </a:r>
              </a:p>
            </p:txBody>
          </p:sp>
        </p:grpSp>
        <p:sp>
          <p:nvSpPr>
            <p:cNvPr id="13" name="Line 39">
              <a:extLst>
                <a:ext uri="{FF2B5EF4-FFF2-40B4-BE49-F238E27FC236}">
                  <a16:creationId xmlns:a16="http://schemas.microsoft.com/office/drawing/2014/main" id="{473D30CF-FC96-46CB-2060-C7F860BDE205}"/>
                </a:ext>
              </a:extLst>
            </p:cNvPr>
            <p:cNvSpPr>
              <a:spLocks noChangeShapeType="1"/>
            </p:cNvSpPr>
            <p:nvPr/>
          </p:nvSpPr>
          <p:spPr bwMode="auto">
            <a:xfrm>
              <a:off x="3485" y="1997"/>
              <a:ext cx="0" cy="141"/>
            </a:xfrm>
            <a:prstGeom prst="line">
              <a:avLst/>
            </a:prstGeom>
            <a:noFill/>
            <a:ln w="190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14" name="Line 40">
              <a:extLst>
                <a:ext uri="{FF2B5EF4-FFF2-40B4-BE49-F238E27FC236}">
                  <a16:creationId xmlns:a16="http://schemas.microsoft.com/office/drawing/2014/main" id="{2FE22BB5-C912-B143-5EC4-FD7EF40BCFAF}"/>
                </a:ext>
              </a:extLst>
            </p:cNvPr>
            <p:cNvSpPr>
              <a:spLocks noChangeShapeType="1"/>
            </p:cNvSpPr>
            <p:nvPr/>
          </p:nvSpPr>
          <p:spPr bwMode="auto">
            <a:xfrm>
              <a:off x="3485" y="2335"/>
              <a:ext cx="0" cy="140"/>
            </a:xfrm>
            <a:prstGeom prst="line">
              <a:avLst/>
            </a:prstGeom>
            <a:noFill/>
            <a:ln w="190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15" name="Line 41">
              <a:extLst>
                <a:ext uri="{FF2B5EF4-FFF2-40B4-BE49-F238E27FC236}">
                  <a16:creationId xmlns:a16="http://schemas.microsoft.com/office/drawing/2014/main" id="{F6E0163C-50FA-2460-0760-4B145C29C099}"/>
                </a:ext>
              </a:extLst>
            </p:cNvPr>
            <p:cNvSpPr>
              <a:spLocks noChangeShapeType="1"/>
            </p:cNvSpPr>
            <p:nvPr/>
          </p:nvSpPr>
          <p:spPr bwMode="auto">
            <a:xfrm>
              <a:off x="3485" y="3079"/>
              <a:ext cx="0" cy="141"/>
            </a:xfrm>
            <a:prstGeom prst="line">
              <a:avLst/>
            </a:prstGeom>
            <a:noFill/>
            <a:ln w="190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16" name="Line 42">
              <a:extLst>
                <a:ext uri="{FF2B5EF4-FFF2-40B4-BE49-F238E27FC236}">
                  <a16:creationId xmlns:a16="http://schemas.microsoft.com/office/drawing/2014/main" id="{FFAAEEB0-86BD-5C96-6708-1A84F50B5508}"/>
                </a:ext>
              </a:extLst>
            </p:cNvPr>
            <p:cNvSpPr>
              <a:spLocks noChangeShapeType="1"/>
            </p:cNvSpPr>
            <p:nvPr/>
          </p:nvSpPr>
          <p:spPr bwMode="auto">
            <a:xfrm>
              <a:off x="3485" y="3422"/>
              <a:ext cx="0" cy="140"/>
            </a:xfrm>
            <a:prstGeom prst="line">
              <a:avLst/>
            </a:prstGeom>
            <a:noFill/>
            <a:ln w="190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17" name="Line 43">
              <a:extLst>
                <a:ext uri="{FF2B5EF4-FFF2-40B4-BE49-F238E27FC236}">
                  <a16:creationId xmlns:a16="http://schemas.microsoft.com/office/drawing/2014/main" id="{B23553BF-7FD3-EC2B-0A6B-D965792DB35E}"/>
                </a:ext>
              </a:extLst>
            </p:cNvPr>
            <p:cNvSpPr>
              <a:spLocks noChangeShapeType="1"/>
            </p:cNvSpPr>
            <p:nvPr/>
          </p:nvSpPr>
          <p:spPr bwMode="auto">
            <a:xfrm>
              <a:off x="3485" y="3759"/>
              <a:ext cx="0" cy="141"/>
            </a:xfrm>
            <a:prstGeom prst="line">
              <a:avLst/>
            </a:prstGeom>
            <a:noFill/>
            <a:ln w="190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18" name="AutoShape 44">
              <a:extLst>
                <a:ext uri="{FF2B5EF4-FFF2-40B4-BE49-F238E27FC236}">
                  <a16:creationId xmlns:a16="http://schemas.microsoft.com/office/drawing/2014/main" id="{EA91822A-C738-943D-8395-A8AB9415C842}"/>
                </a:ext>
              </a:extLst>
            </p:cNvPr>
            <p:cNvSpPr>
              <a:spLocks noChangeArrowheads="1"/>
            </p:cNvSpPr>
            <p:nvPr/>
          </p:nvSpPr>
          <p:spPr bwMode="auto">
            <a:xfrm>
              <a:off x="2672" y="2478"/>
              <a:ext cx="1605" cy="229"/>
            </a:xfrm>
            <a:prstGeom prst="flowChartDecision">
              <a:avLst/>
            </a:prstGeom>
            <a:solidFill>
              <a:srgbClr val="CCECFF"/>
            </a:solidFill>
            <a:ln w="9525">
              <a:solidFill>
                <a:srgbClr val="000000"/>
              </a:solidFill>
              <a:miter lim="800000"/>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sz="1600" b="1">
                <a:solidFill>
                  <a:srgbClr val="4138FA"/>
                </a:solidFill>
                <a:effectLst>
                  <a:outerShdw blurRad="38100" dist="38100" dir="2700000" algn="tl">
                    <a:srgbClr val="000000"/>
                  </a:outerShdw>
                </a:effectLst>
              </a:endParaRPr>
            </a:p>
          </p:txBody>
        </p:sp>
        <p:sp>
          <p:nvSpPr>
            <p:cNvPr id="19" name="Text Box 45">
              <a:extLst>
                <a:ext uri="{FF2B5EF4-FFF2-40B4-BE49-F238E27FC236}">
                  <a16:creationId xmlns:a16="http://schemas.microsoft.com/office/drawing/2014/main" id="{C110F08E-E7FB-563B-3545-19CAF1C5D970}"/>
                </a:ext>
              </a:extLst>
            </p:cNvPr>
            <p:cNvSpPr txBox="1">
              <a:spLocks noChangeArrowheads="1"/>
            </p:cNvSpPr>
            <p:nvPr/>
          </p:nvSpPr>
          <p:spPr bwMode="auto">
            <a:xfrm>
              <a:off x="3118" y="2499"/>
              <a:ext cx="891" cy="153"/>
            </a:xfrm>
            <a:prstGeom prst="rect">
              <a:avLst/>
            </a:prstGeom>
            <a:noFill/>
            <a:ln>
              <a:noFill/>
            </a:ln>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dirty="0">
                  <a:solidFill>
                    <a:schemeClr val="tx1"/>
                  </a:solidFill>
                  <a:latin typeface="Times New Roman" panose="02020603050405020304" pitchFamily="18" charset="0"/>
                </a:rPr>
                <a:t>      S≤0 ?</a:t>
              </a:r>
            </a:p>
          </p:txBody>
        </p:sp>
        <p:sp>
          <p:nvSpPr>
            <p:cNvPr id="20" name="Text Box 46">
              <a:extLst>
                <a:ext uri="{FF2B5EF4-FFF2-40B4-BE49-F238E27FC236}">
                  <a16:creationId xmlns:a16="http://schemas.microsoft.com/office/drawing/2014/main" id="{A1E71DA4-EA05-5118-528D-29DB5AB8421C}"/>
                </a:ext>
              </a:extLst>
            </p:cNvPr>
            <p:cNvSpPr txBox="1">
              <a:spLocks noChangeArrowheads="1"/>
            </p:cNvSpPr>
            <p:nvPr/>
          </p:nvSpPr>
          <p:spPr bwMode="auto">
            <a:xfrm>
              <a:off x="2400" y="2361"/>
              <a:ext cx="355" cy="132"/>
            </a:xfrm>
            <a:prstGeom prst="rect">
              <a:avLst/>
            </a:prstGeom>
            <a:noFill/>
            <a:ln>
              <a:noFill/>
            </a:ln>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Courier New" panose="02070309020205020404" pitchFamily="49" charset="0"/>
                </a:rPr>
                <a:t>&gt;</a:t>
              </a:r>
              <a:r>
                <a:rPr kumimoji="1" lang="en-US" altLang="zh-CN" sz="1600" b="1">
                  <a:solidFill>
                    <a:schemeClr val="tx1"/>
                  </a:solidFill>
                  <a:latin typeface="宋体" panose="02010600030101010101" pitchFamily="2" charset="-122"/>
                </a:rPr>
                <a:t>0</a:t>
              </a:r>
              <a:endParaRPr kumimoji="1" lang="en-US" altLang="zh-CN" sz="1600" b="1">
                <a:solidFill>
                  <a:schemeClr val="tx1"/>
                </a:solidFill>
                <a:latin typeface="Times New Roman" panose="02020603050405020304" pitchFamily="18" charset="0"/>
              </a:endParaRPr>
            </a:p>
          </p:txBody>
        </p:sp>
        <p:sp>
          <p:nvSpPr>
            <p:cNvPr id="21" name="Line 47">
              <a:extLst>
                <a:ext uri="{FF2B5EF4-FFF2-40B4-BE49-F238E27FC236}">
                  <a16:creationId xmlns:a16="http://schemas.microsoft.com/office/drawing/2014/main" id="{82C466E2-0B40-305F-4152-2F287703F884}"/>
                </a:ext>
              </a:extLst>
            </p:cNvPr>
            <p:cNvSpPr>
              <a:spLocks noChangeShapeType="1"/>
            </p:cNvSpPr>
            <p:nvPr/>
          </p:nvSpPr>
          <p:spPr bwMode="auto">
            <a:xfrm>
              <a:off x="3485" y="2703"/>
              <a:ext cx="0" cy="140"/>
            </a:xfrm>
            <a:prstGeom prst="line">
              <a:avLst/>
            </a:prstGeom>
            <a:noFill/>
            <a:ln w="190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22" name="Line 48">
              <a:extLst>
                <a:ext uri="{FF2B5EF4-FFF2-40B4-BE49-F238E27FC236}">
                  <a16:creationId xmlns:a16="http://schemas.microsoft.com/office/drawing/2014/main" id="{41BDAB8B-87ED-7994-A788-4659FEEBE9F8}"/>
                </a:ext>
              </a:extLst>
            </p:cNvPr>
            <p:cNvSpPr>
              <a:spLocks noChangeShapeType="1"/>
            </p:cNvSpPr>
            <p:nvPr/>
          </p:nvSpPr>
          <p:spPr bwMode="auto">
            <a:xfrm>
              <a:off x="1945" y="2580"/>
              <a:ext cx="0" cy="124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23" name="Line 49">
              <a:extLst>
                <a:ext uri="{FF2B5EF4-FFF2-40B4-BE49-F238E27FC236}">
                  <a16:creationId xmlns:a16="http://schemas.microsoft.com/office/drawing/2014/main" id="{389FD747-17FD-0D60-A300-ECA113DE42ED}"/>
                </a:ext>
              </a:extLst>
            </p:cNvPr>
            <p:cNvSpPr>
              <a:spLocks noChangeShapeType="1"/>
            </p:cNvSpPr>
            <p:nvPr/>
          </p:nvSpPr>
          <p:spPr bwMode="auto">
            <a:xfrm>
              <a:off x="1945" y="2587"/>
              <a:ext cx="74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24" name="Line 50">
              <a:extLst>
                <a:ext uri="{FF2B5EF4-FFF2-40B4-BE49-F238E27FC236}">
                  <a16:creationId xmlns:a16="http://schemas.microsoft.com/office/drawing/2014/main" id="{51017B95-4F3D-15B3-6F22-05786F9CBB69}"/>
                </a:ext>
              </a:extLst>
            </p:cNvPr>
            <p:cNvSpPr>
              <a:spLocks noChangeShapeType="1"/>
            </p:cNvSpPr>
            <p:nvPr/>
          </p:nvSpPr>
          <p:spPr bwMode="auto">
            <a:xfrm>
              <a:off x="1953" y="3824"/>
              <a:ext cx="1527"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grpSp>
      <p:sp>
        <p:nvSpPr>
          <p:cNvPr id="29" name="Text Box 54">
            <a:extLst>
              <a:ext uri="{FF2B5EF4-FFF2-40B4-BE49-F238E27FC236}">
                <a16:creationId xmlns:a16="http://schemas.microsoft.com/office/drawing/2014/main" id="{CF242B54-A778-B793-CD22-721B28FD47AE}"/>
              </a:ext>
            </a:extLst>
          </p:cNvPr>
          <p:cNvSpPr txBox="1">
            <a:spLocks noChangeArrowheads="1"/>
          </p:cNvSpPr>
          <p:nvPr/>
        </p:nvSpPr>
        <p:spPr bwMode="auto">
          <a:xfrm>
            <a:off x="9333992" y="6000978"/>
            <a:ext cx="2138362" cy="38576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0"/>
              </a:spcBef>
              <a:buFont typeface="Wingdings" panose="05000000000000000000" pitchFamily="2" charset="2"/>
              <a:buNone/>
            </a:pPr>
            <a:r>
              <a:rPr lang="en-US" altLang="zh-CN" sz="1600" b="0" dirty="0">
                <a:solidFill>
                  <a:schemeClr val="tx1"/>
                </a:solidFill>
                <a:latin typeface="Times New Roman" panose="02020603050405020304" pitchFamily="18" charset="0"/>
              </a:rPr>
              <a:t>V </a:t>
            </a:r>
            <a:r>
              <a:rPr lang="zh-CN" altLang="en-US" sz="1600" b="0" dirty="0">
                <a:solidFill>
                  <a:schemeClr val="tx1"/>
                </a:solidFill>
                <a:latin typeface="Times New Roman" panose="02020603050405020304" pitchFamily="18" charset="0"/>
              </a:rPr>
              <a:t>操作原语流程图</a:t>
            </a:r>
          </a:p>
        </p:txBody>
      </p:sp>
    </p:spTree>
    <p:extLst>
      <p:ext uri="{BB962C8B-B14F-4D97-AF65-F5344CB8AC3E}">
        <p14:creationId xmlns:p14="http://schemas.microsoft.com/office/powerpoint/2010/main" val="2468038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normAutofit/>
          </a:bodyPr>
          <a:lstStyle/>
          <a:p>
            <a:r>
              <a:rPr lang="zh-CN" altLang="en-US" dirty="0"/>
              <a:t>提纲</a:t>
            </a:r>
          </a:p>
        </p:txBody>
      </p:sp>
      <p:sp>
        <p:nvSpPr>
          <p:cNvPr id="3" name="内容占位符 2">
            <a:extLst>
              <a:ext uri="{FF2B5EF4-FFF2-40B4-BE49-F238E27FC236}">
                <a16:creationId xmlns:a16="http://schemas.microsoft.com/office/drawing/2014/main" id="{E1D53BB8-3151-4F39-93BC-2773EDE912B2}"/>
              </a:ext>
            </a:extLst>
          </p:cNvPr>
          <p:cNvSpPr>
            <a:spLocks noGrp="1"/>
          </p:cNvSpPr>
          <p:nvPr>
            <p:ph idx="1"/>
          </p:nvPr>
        </p:nvSpPr>
        <p:spPr/>
        <p:txBody>
          <a:bodyPr/>
          <a:lstStyle/>
          <a:p>
            <a:r>
              <a:rPr lang="zh-CN" altLang="en-US" dirty="0"/>
              <a:t>进程的引入</a:t>
            </a:r>
          </a:p>
          <a:p>
            <a:r>
              <a:rPr lang="zh-CN" altLang="en-US" dirty="0"/>
              <a:t>进程概念</a:t>
            </a:r>
          </a:p>
          <a:p>
            <a:r>
              <a:rPr lang="zh-CN" altLang="en-US" dirty="0"/>
              <a:t>进程控制</a:t>
            </a:r>
          </a:p>
          <a:p>
            <a:r>
              <a:rPr lang="zh-CN" altLang="en-US" dirty="0"/>
              <a:t>进程的相互制约关系</a:t>
            </a:r>
          </a:p>
          <a:p>
            <a:r>
              <a:rPr lang="zh-CN" altLang="en-US" dirty="0"/>
              <a:t>进程同步机构</a:t>
            </a:r>
          </a:p>
          <a:p>
            <a:r>
              <a:rPr lang="zh-CN" altLang="en-US" dirty="0">
                <a:solidFill>
                  <a:srgbClr val="FF0000"/>
                </a:solidFill>
              </a:rPr>
              <a:t>进程互斥与同步的实现</a:t>
            </a:r>
            <a:endParaRPr lang="en-US" altLang="zh-CN" dirty="0">
              <a:solidFill>
                <a:srgbClr val="FF0000"/>
              </a:solidFill>
            </a:endParaRPr>
          </a:p>
          <a:p>
            <a:r>
              <a:rPr lang="zh-CN" altLang="en-US" dirty="0"/>
              <a:t>线程</a:t>
            </a:r>
            <a:endParaRPr lang="en-US" altLang="zh-CN" dirty="0"/>
          </a:p>
          <a:p>
            <a:r>
              <a:rPr lang="zh-CN" altLang="en-US" dirty="0"/>
              <a:t>进程调度</a:t>
            </a:r>
          </a:p>
        </p:txBody>
      </p:sp>
    </p:spTree>
    <p:extLst>
      <p:ext uri="{BB962C8B-B14F-4D97-AF65-F5344CB8AC3E}">
        <p14:creationId xmlns:p14="http://schemas.microsoft.com/office/powerpoint/2010/main" val="10032479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206345-DCBE-D9A7-11D6-09F5731C3A5A}"/>
              </a:ext>
            </a:extLst>
          </p:cNvPr>
          <p:cNvSpPr>
            <a:spLocks noGrp="1"/>
          </p:cNvSpPr>
          <p:nvPr>
            <p:ph type="title"/>
          </p:nvPr>
        </p:nvSpPr>
        <p:spPr/>
        <p:txBody>
          <a:bodyPr>
            <a:normAutofit/>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进程互斥与同步的实现</a:t>
            </a:r>
            <a:endParaRPr lang="zh-CN" altLang="en-US" dirty="0"/>
          </a:p>
        </p:txBody>
      </p:sp>
      <p:sp>
        <p:nvSpPr>
          <p:cNvPr id="4" name="Rectangle 3">
            <a:extLst>
              <a:ext uri="{FF2B5EF4-FFF2-40B4-BE49-F238E27FC236}">
                <a16:creationId xmlns:a16="http://schemas.microsoft.com/office/drawing/2014/main" id="{0BA1C679-4B2B-E8D7-3C0B-98CA58F3087A}"/>
              </a:ext>
            </a:extLst>
          </p:cNvPr>
          <p:cNvSpPr>
            <a:spLocks noChangeArrowheads="1"/>
          </p:cNvSpPr>
          <p:nvPr/>
        </p:nvSpPr>
        <p:spPr bwMode="auto">
          <a:xfrm>
            <a:off x="487822" y="830079"/>
            <a:ext cx="8318500" cy="1307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a:lnSpc>
                <a:spcPct val="120000"/>
              </a:lnSpc>
              <a:buClr>
                <a:schemeClr val="tx2"/>
              </a:buClr>
              <a:buSzPct val="95000"/>
              <a:buFont typeface="Wingdings" panose="05000000000000000000" pitchFamily="2" charset="2"/>
              <a:buNone/>
              <a:defRPr/>
            </a:pPr>
            <a:r>
              <a:rPr lang="en-US" altLang="zh-CN" sz="2800" b="1" dirty="0">
                <a:solidFill>
                  <a:srgbClr val="335F90"/>
                </a:solidFill>
                <a:latin typeface="Times New Roman" panose="02020603050405020304" pitchFamily="18" charset="0"/>
              </a:rPr>
              <a:t>1.  </a:t>
            </a:r>
            <a:r>
              <a:rPr lang="zh-CN" altLang="en-US" sz="2800" b="1" dirty="0">
                <a:solidFill>
                  <a:srgbClr val="335F90"/>
                </a:solidFill>
                <a:latin typeface="Times New Roman" panose="02020603050405020304" pitchFamily="18" charset="0"/>
              </a:rPr>
              <a:t>用上锁原语和开锁原语实现进程互斥</a:t>
            </a:r>
          </a:p>
          <a:p>
            <a:pPr marL="0" indent="0" algn="just">
              <a:lnSpc>
                <a:spcPct val="150000"/>
              </a:lnSpc>
              <a:spcBef>
                <a:spcPts val="1000"/>
              </a:spcBef>
              <a:buClr>
                <a:srgbClr val="FFC000"/>
              </a:buClr>
              <a:buNone/>
              <a:defRPr/>
            </a:pPr>
            <a:r>
              <a:rPr lang="zh-CN" altLang="en-US" sz="2600" b="1" dirty="0">
                <a:solidFill>
                  <a:prstClr val="black"/>
                </a:solidFill>
                <a:effectLst/>
                <a:latin typeface="微软雅黑" panose="020B0503020204020204" pitchFamily="34" charset="-122"/>
                <a:ea typeface="微软雅黑" panose="020B0503020204020204" pitchFamily="34" charset="-122"/>
              </a:rPr>
              <a:t>      </a:t>
            </a:r>
            <a:r>
              <a:rPr lang="en-US" altLang="zh-CN" sz="2600" b="1" dirty="0">
                <a:solidFill>
                  <a:prstClr val="black"/>
                </a:solidFill>
                <a:effectLst/>
                <a:latin typeface="微软雅黑" panose="020B0503020204020204" pitchFamily="34" charset="-122"/>
                <a:ea typeface="微软雅黑" panose="020B0503020204020204" pitchFamily="34" charset="-122"/>
              </a:rPr>
              <a:t>(1) </a:t>
            </a:r>
            <a:r>
              <a:rPr lang="zh-CN" altLang="en-US" sz="2600" b="1" dirty="0">
                <a:solidFill>
                  <a:prstClr val="black"/>
                </a:solidFill>
                <a:effectLst/>
                <a:latin typeface="微软雅黑" panose="020B0503020204020204" pitchFamily="34" charset="-122"/>
                <a:ea typeface="微软雅黑" panose="020B0503020204020204" pitchFamily="34" charset="-122"/>
              </a:rPr>
              <a:t>框图描述 </a:t>
            </a:r>
          </a:p>
        </p:txBody>
      </p:sp>
      <p:grpSp>
        <p:nvGrpSpPr>
          <p:cNvPr id="5" name="Group 72">
            <a:extLst>
              <a:ext uri="{FF2B5EF4-FFF2-40B4-BE49-F238E27FC236}">
                <a16:creationId xmlns:a16="http://schemas.microsoft.com/office/drawing/2014/main" id="{C20BECDD-80C4-9019-3583-6AAD85890196}"/>
              </a:ext>
            </a:extLst>
          </p:cNvPr>
          <p:cNvGrpSpPr>
            <a:grpSpLocks/>
          </p:cNvGrpSpPr>
          <p:nvPr/>
        </p:nvGrpSpPr>
        <p:grpSpPr bwMode="auto">
          <a:xfrm>
            <a:off x="3799347" y="2137681"/>
            <a:ext cx="5006975" cy="3605213"/>
            <a:chOff x="621" y="1205"/>
            <a:chExt cx="3154" cy="2271"/>
          </a:xfrm>
        </p:grpSpPr>
        <p:grpSp>
          <p:nvGrpSpPr>
            <p:cNvPr id="6" name="Group 62">
              <a:extLst>
                <a:ext uri="{FF2B5EF4-FFF2-40B4-BE49-F238E27FC236}">
                  <a16:creationId xmlns:a16="http://schemas.microsoft.com/office/drawing/2014/main" id="{D0BBFA15-2C2F-7A32-E529-B83CBF240467}"/>
                </a:ext>
              </a:extLst>
            </p:cNvPr>
            <p:cNvGrpSpPr>
              <a:grpSpLocks/>
            </p:cNvGrpSpPr>
            <p:nvPr/>
          </p:nvGrpSpPr>
          <p:grpSpPr bwMode="auto">
            <a:xfrm>
              <a:off x="621" y="1205"/>
              <a:ext cx="1352" cy="2271"/>
              <a:chOff x="621" y="1214"/>
              <a:chExt cx="1352" cy="2271"/>
            </a:xfrm>
          </p:grpSpPr>
          <p:sp>
            <p:nvSpPr>
              <p:cNvPr id="16" name="Text Box 45">
                <a:extLst>
                  <a:ext uri="{FF2B5EF4-FFF2-40B4-BE49-F238E27FC236}">
                    <a16:creationId xmlns:a16="http://schemas.microsoft.com/office/drawing/2014/main" id="{FDEB8F37-4940-A205-C539-7D6E2C9B6E19}"/>
                  </a:ext>
                </a:extLst>
              </p:cNvPr>
              <p:cNvSpPr txBox="1">
                <a:spLocks noChangeArrowheads="1"/>
              </p:cNvSpPr>
              <p:nvPr/>
            </p:nvSpPr>
            <p:spPr bwMode="auto">
              <a:xfrm>
                <a:off x="826" y="1805"/>
                <a:ext cx="943" cy="277"/>
              </a:xfrm>
              <a:prstGeom prst="rect">
                <a:avLst/>
              </a:prstGeom>
              <a:solidFill>
                <a:srgbClr val="CCE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ClrTx/>
                  <a:buSzTx/>
                  <a:buFontTx/>
                  <a:buNone/>
                </a:pPr>
                <a:r>
                  <a:rPr kumimoji="1" lang="zh-CN" altLang="en-US" sz="1600" b="1" dirty="0">
                    <a:solidFill>
                      <a:schemeClr val="tx1"/>
                    </a:solidFill>
                    <a:latin typeface="Times New Roman" panose="02020603050405020304" pitchFamily="18" charset="0"/>
                  </a:rPr>
                  <a:t>上锁原语</a:t>
                </a:r>
              </a:p>
            </p:txBody>
          </p:sp>
          <p:sp>
            <p:nvSpPr>
              <p:cNvPr id="17" name="Text Box 46">
                <a:extLst>
                  <a:ext uri="{FF2B5EF4-FFF2-40B4-BE49-F238E27FC236}">
                    <a16:creationId xmlns:a16="http://schemas.microsoft.com/office/drawing/2014/main" id="{F21B9316-6E2C-1F97-D974-0A3FEB3D986C}"/>
                  </a:ext>
                </a:extLst>
              </p:cNvPr>
              <p:cNvSpPr txBox="1">
                <a:spLocks noChangeArrowheads="1"/>
              </p:cNvSpPr>
              <p:nvPr/>
            </p:nvSpPr>
            <p:spPr bwMode="auto">
              <a:xfrm>
                <a:off x="621" y="2314"/>
                <a:ext cx="1352" cy="281"/>
              </a:xfrm>
              <a:prstGeom prst="rect">
                <a:avLst/>
              </a:prstGeom>
              <a:solidFill>
                <a:srgbClr val="CCE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ClrTx/>
                  <a:buSzTx/>
                  <a:buFontTx/>
                  <a:buNone/>
                </a:pPr>
                <a:r>
                  <a:rPr kumimoji="1" lang="zh-CN" altLang="en-US" sz="1600" b="1" dirty="0">
                    <a:solidFill>
                      <a:schemeClr val="tx1"/>
                    </a:solidFill>
                    <a:latin typeface="Times New Roman" panose="02020603050405020304" pitchFamily="18" charset="0"/>
                  </a:rPr>
                  <a:t>进入临界区</a:t>
                </a:r>
                <a:r>
                  <a:rPr kumimoji="1" lang="en-US" altLang="zh-CN" sz="1600" b="1" dirty="0" err="1">
                    <a:solidFill>
                      <a:schemeClr val="tx1"/>
                    </a:solidFill>
                    <a:latin typeface="Times New Roman" panose="02020603050405020304" pitchFamily="18" charset="0"/>
                  </a:rPr>
                  <a:t>cs</a:t>
                </a:r>
                <a:r>
                  <a:rPr kumimoji="1" lang="en-US" altLang="zh-CN" sz="1600" b="1" baseline="-25000" dirty="0" err="1">
                    <a:solidFill>
                      <a:schemeClr val="tx1"/>
                    </a:solidFill>
                    <a:latin typeface="Times New Roman" panose="02020603050405020304" pitchFamily="18" charset="0"/>
                  </a:rPr>
                  <a:t>a</a:t>
                </a:r>
                <a:endParaRPr kumimoji="1" lang="en-US" altLang="zh-CN" sz="1600" b="1" dirty="0">
                  <a:solidFill>
                    <a:schemeClr val="tx1"/>
                  </a:solidFill>
                  <a:latin typeface="Times New Roman" panose="02020603050405020304" pitchFamily="18" charset="0"/>
                </a:endParaRPr>
              </a:p>
            </p:txBody>
          </p:sp>
          <p:sp>
            <p:nvSpPr>
              <p:cNvPr id="18" name="Text Box 47">
                <a:extLst>
                  <a:ext uri="{FF2B5EF4-FFF2-40B4-BE49-F238E27FC236}">
                    <a16:creationId xmlns:a16="http://schemas.microsoft.com/office/drawing/2014/main" id="{483B0814-C509-7157-A0B1-6E8FD61622CC}"/>
                  </a:ext>
                </a:extLst>
              </p:cNvPr>
              <p:cNvSpPr txBox="1">
                <a:spLocks noChangeArrowheads="1"/>
              </p:cNvSpPr>
              <p:nvPr/>
            </p:nvSpPr>
            <p:spPr bwMode="auto">
              <a:xfrm>
                <a:off x="968" y="1214"/>
                <a:ext cx="714" cy="212"/>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  </a:t>
                </a:r>
                <a:r>
                  <a:rPr kumimoji="1" lang="zh-CN" altLang="zh-CN" sz="1600" b="1">
                    <a:solidFill>
                      <a:schemeClr val="tx1"/>
                    </a:solidFill>
                    <a:latin typeface="Times New Roman" panose="02020603050405020304" pitchFamily="18" charset="0"/>
                  </a:rPr>
                  <a:t>进程</a:t>
                </a:r>
                <a:r>
                  <a:rPr kumimoji="1" lang="zh-CN" altLang="en-US" sz="1600" b="1">
                    <a:solidFill>
                      <a:schemeClr val="tx1"/>
                    </a:solidFill>
                    <a:latin typeface="Times New Roman" panose="02020603050405020304" pitchFamily="18" charset="0"/>
                  </a:rPr>
                  <a:t> </a:t>
                </a:r>
                <a:r>
                  <a:rPr kumimoji="1" lang="en-US" altLang="zh-CN" sz="1600" b="1">
                    <a:solidFill>
                      <a:schemeClr val="tx1"/>
                    </a:solidFill>
                    <a:latin typeface="Times New Roman" panose="02020603050405020304" pitchFamily="18" charset="0"/>
                  </a:rPr>
                  <a:t>p</a:t>
                </a:r>
                <a:r>
                  <a:rPr kumimoji="1" lang="en-US" altLang="zh-CN" sz="1600" b="1" baseline="-25000">
                    <a:solidFill>
                      <a:schemeClr val="tx1"/>
                    </a:solidFill>
                    <a:latin typeface="Times New Roman" panose="02020603050405020304" pitchFamily="18" charset="0"/>
                  </a:rPr>
                  <a:t>a</a:t>
                </a:r>
              </a:p>
            </p:txBody>
          </p:sp>
          <p:sp>
            <p:nvSpPr>
              <p:cNvPr id="19" name="Line 48">
                <a:extLst>
                  <a:ext uri="{FF2B5EF4-FFF2-40B4-BE49-F238E27FC236}">
                    <a16:creationId xmlns:a16="http://schemas.microsoft.com/office/drawing/2014/main" id="{C59DF2FC-5CDE-54CE-B90A-F74BD6A1B26D}"/>
                  </a:ext>
                </a:extLst>
              </p:cNvPr>
              <p:cNvSpPr>
                <a:spLocks noChangeShapeType="1"/>
              </p:cNvSpPr>
              <p:nvPr/>
            </p:nvSpPr>
            <p:spPr bwMode="auto">
              <a:xfrm>
                <a:off x="1297" y="1488"/>
                <a:ext cx="0" cy="317"/>
              </a:xfrm>
              <a:prstGeom prst="line">
                <a:avLst/>
              </a:prstGeom>
              <a:noFill/>
              <a:ln w="254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20" name="Line 49">
                <a:extLst>
                  <a:ext uri="{FF2B5EF4-FFF2-40B4-BE49-F238E27FC236}">
                    <a16:creationId xmlns:a16="http://schemas.microsoft.com/office/drawing/2014/main" id="{1425F5A1-40E9-9379-CCF4-F0F106C7FABE}"/>
                  </a:ext>
                </a:extLst>
              </p:cNvPr>
              <p:cNvSpPr>
                <a:spLocks noChangeShapeType="1"/>
              </p:cNvSpPr>
              <p:nvPr/>
            </p:nvSpPr>
            <p:spPr bwMode="auto">
              <a:xfrm>
                <a:off x="1306" y="2082"/>
                <a:ext cx="0" cy="237"/>
              </a:xfrm>
              <a:prstGeom prst="line">
                <a:avLst/>
              </a:prstGeom>
              <a:noFill/>
              <a:ln w="254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21" name="Line 50">
                <a:extLst>
                  <a:ext uri="{FF2B5EF4-FFF2-40B4-BE49-F238E27FC236}">
                    <a16:creationId xmlns:a16="http://schemas.microsoft.com/office/drawing/2014/main" id="{ABACCBCF-C07A-701D-F175-29C3FFDEEEEF}"/>
                  </a:ext>
                </a:extLst>
              </p:cNvPr>
              <p:cNvSpPr>
                <a:spLocks noChangeShapeType="1"/>
              </p:cNvSpPr>
              <p:nvPr/>
            </p:nvSpPr>
            <p:spPr bwMode="auto">
              <a:xfrm>
                <a:off x="1297" y="2595"/>
                <a:ext cx="0" cy="238"/>
              </a:xfrm>
              <a:prstGeom prst="line">
                <a:avLst/>
              </a:prstGeom>
              <a:noFill/>
              <a:ln w="254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22" name="Line 51">
                <a:extLst>
                  <a:ext uri="{FF2B5EF4-FFF2-40B4-BE49-F238E27FC236}">
                    <a16:creationId xmlns:a16="http://schemas.microsoft.com/office/drawing/2014/main" id="{1BDD88B0-2DC8-6172-BC19-1D4B9D217E28}"/>
                  </a:ext>
                </a:extLst>
              </p:cNvPr>
              <p:cNvSpPr>
                <a:spLocks noChangeShapeType="1"/>
              </p:cNvSpPr>
              <p:nvPr/>
            </p:nvSpPr>
            <p:spPr bwMode="auto">
              <a:xfrm>
                <a:off x="1297" y="3092"/>
                <a:ext cx="0" cy="393"/>
              </a:xfrm>
              <a:prstGeom prst="line">
                <a:avLst/>
              </a:prstGeom>
              <a:noFill/>
              <a:ln w="254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p>
            </p:txBody>
          </p:sp>
          <p:sp>
            <p:nvSpPr>
              <p:cNvPr id="23" name="Text Box 52">
                <a:extLst>
                  <a:ext uri="{FF2B5EF4-FFF2-40B4-BE49-F238E27FC236}">
                    <a16:creationId xmlns:a16="http://schemas.microsoft.com/office/drawing/2014/main" id="{BE38B2C2-2EAC-8028-7E86-88C98CBA807F}"/>
                  </a:ext>
                </a:extLst>
              </p:cNvPr>
              <p:cNvSpPr txBox="1">
                <a:spLocks noChangeArrowheads="1"/>
              </p:cNvSpPr>
              <p:nvPr/>
            </p:nvSpPr>
            <p:spPr bwMode="auto">
              <a:xfrm>
                <a:off x="825" y="2818"/>
                <a:ext cx="943" cy="277"/>
              </a:xfrm>
              <a:prstGeom prst="rect">
                <a:avLst/>
              </a:prstGeom>
              <a:solidFill>
                <a:srgbClr val="CCE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ClrTx/>
                  <a:buSzTx/>
                  <a:buFontTx/>
                  <a:buNone/>
                </a:pPr>
                <a:r>
                  <a:rPr kumimoji="1" lang="zh-CN" altLang="en-US" sz="1600" b="1">
                    <a:solidFill>
                      <a:schemeClr val="tx1"/>
                    </a:solidFill>
                  </a:rPr>
                  <a:t>开锁原语</a:t>
                </a:r>
              </a:p>
            </p:txBody>
          </p:sp>
        </p:grpSp>
        <p:grpSp>
          <p:nvGrpSpPr>
            <p:cNvPr id="7" name="Group 63">
              <a:extLst>
                <a:ext uri="{FF2B5EF4-FFF2-40B4-BE49-F238E27FC236}">
                  <a16:creationId xmlns:a16="http://schemas.microsoft.com/office/drawing/2014/main" id="{C4EE9F69-7557-4559-5B9F-0F3F72D35533}"/>
                </a:ext>
              </a:extLst>
            </p:cNvPr>
            <p:cNvGrpSpPr>
              <a:grpSpLocks/>
            </p:cNvGrpSpPr>
            <p:nvPr/>
          </p:nvGrpSpPr>
          <p:grpSpPr bwMode="auto">
            <a:xfrm>
              <a:off x="2423" y="1205"/>
              <a:ext cx="1352" cy="2271"/>
              <a:chOff x="621" y="1214"/>
              <a:chExt cx="1352" cy="2271"/>
            </a:xfrm>
          </p:grpSpPr>
          <p:sp>
            <p:nvSpPr>
              <p:cNvPr id="8" name="Text Box 64">
                <a:extLst>
                  <a:ext uri="{FF2B5EF4-FFF2-40B4-BE49-F238E27FC236}">
                    <a16:creationId xmlns:a16="http://schemas.microsoft.com/office/drawing/2014/main" id="{D09D0C2A-3558-0CA9-F763-1181CD39C351}"/>
                  </a:ext>
                </a:extLst>
              </p:cNvPr>
              <p:cNvSpPr txBox="1">
                <a:spLocks noChangeArrowheads="1"/>
              </p:cNvSpPr>
              <p:nvPr/>
            </p:nvSpPr>
            <p:spPr bwMode="auto">
              <a:xfrm>
                <a:off x="826" y="1805"/>
                <a:ext cx="943" cy="277"/>
              </a:xfrm>
              <a:prstGeom prst="rect">
                <a:avLst/>
              </a:prstGeom>
              <a:solidFill>
                <a:srgbClr val="CCE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ClrTx/>
                  <a:buSzTx/>
                  <a:buFontTx/>
                  <a:buNone/>
                </a:pPr>
                <a:r>
                  <a:rPr kumimoji="1" lang="zh-CN" altLang="en-US" sz="1600" b="1">
                    <a:solidFill>
                      <a:schemeClr val="tx1"/>
                    </a:solidFill>
                    <a:latin typeface="Times New Roman" panose="02020603050405020304" pitchFamily="18" charset="0"/>
                  </a:rPr>
                  <a:t>上锁原语</a:t>
                </a:r>
              </a:p>
            </p:txBody>
          </p:sp>
          <p:sp>
            <p:nvSpPr>
              <p:cNvPr id="9" name="Text Box 65">
                <a:extLst>
                  <a:ext uri="{FF2B5EF4-FFF2-40B4-BE49-F238E27FC236}">
                    <a16:creationId xmlns:a16="http://schemas.microsoft.com/office/drawing/2014/main" id="{507D2936-644F-4E1B-1D55-D10CE1EC72E6}"/>
                  </a:ext>
                </a:extLst>
              </p:cNvPr>
              <p:cNvSpPr txBox="1">
                <a:spLocks noChangeArrowheads="1"/>
              </p:cNvSpPr>
              <p:nvPr/>
            </p:nvSpPr>
            <p:spPr bwMode="auto">
              <a:xfrm>
                <a:off x="621" y="2314"/>
                <a:ext cx="1352" cy="281"/>
              </a:xfrm>
              <a:prstGeom prst="rect">
                <a:avLst/>
              </a:prstGeom>
              <a:solidFill>
                <a:srgbClr val="CCE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ClrTx/>
                  <a:buSzTx/>
                  <a:buFontTx/>
                  <a:buNone/>
                </a:pPr>
                <a:r>
                  <a:rPr kumimoji="1" lang="zh-CN" altLang="en-US" sz="1600" b="1">
                    <a:solidFill>
                      <a:schemeClr val="tx1"/>
                    </a:solidFill>
                    <a:latin typeface="Times New Roman" panose="02020603050405020304" pitchFamily="18" charset="0"/>
                  </a:rPr>
                  <a:t>进入临界区</a:t>
                </a:r>
                <a:r>
                  <a:rPr kumimoji="1" lang="en-US" altLang="zh-CN" sz="1600" b="1">
                    <a:solidFill>
                      <a:schemeClr val="tx1"/>
                    </a:solidFill>
                    <a:latin typeface="Times New Roman" panose="02020603050405020304" pitchFamily="18" charset="0"/>
                  </a:rPr>
                  <a:t>cs</a:t>
                </a:r>
                <a:r>
                  <a:rPr kumimoji="1" lang="en-US" altLang="zh-CN" sz="1600" b="1" baseline="-25000">
                    <a:solidFill>
                      <a:schemeClr val="tx1"/>
                    </a:solidFill>
                    <a:latin typeface="Times New Roman" panose="02020603050405020304" pitchFamily="18" charset="0"/>
                  </a:rPr>
                  <a:t>b</a:t>
                </a:r>
                <a:endParaRPr kumimoji="1" lang="en-US" altLang="zh-CN" sz="1600" b="1">
                  <a:solidFill>
                    <a:schemeClr val="tx1"/>
                  </a:solidFill>
                  <a:latin typeface="Times New Roman" panose="02020603050405020304" pitchFamily="18" charset="0"/>
                </a:endParaRPr>
              </a:p>
            </p:txBody>
          </p:sp>
          <p:sp>
            <p:nvSpPr>
              <p:cNvPr id="10" name="Text Box 66">
                <a:extLst>
                  <a:ext uri="{FF2B5EF4-FFF2-40B4-BE49-F238E27FC236}">
                    <a16:creationId xmlns:a16="http://schemas.microsoft.com/office/drawing/2014/main" id="{C7F4432B-65E4-93F8-27D9-5AD1327A5BFD}"/>
                  </a:ext>
                </a:extLst>
              </p:cNvPr>
              <p:cNvSpPr txBox="1">
                <a:spLocks noChangeArrowheads="1"/>
              </p:cNvSpPr>
              <p:nvPr/>
            </p:nvSpPr>
            <p:spPr bwMode="auto">
              <a:xfrm>
                <a:off x="968" y="1214"/>
                <a:ext cx="714" cy="212"/>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  </a:t>
                </a:r>
                <a:r>
                  <a:rPr kumimoji="1" lang="zh-CN" altLang="zh-CN" sz="1600" b="1">
                    <a:solidFill>
                      <a:schemeClr val="tx1"/>
                    </a:solidFill>
                    <a:latin typeface="Times New Roman" panose="02020603050405020304" pitchFamily="18" charset="0"/>
                  </a:rPr>
                  <a:t>进程</a:t>
                </a:r>
                <a:r>
                  <a:rPr kumimoji="1" lang="zh-CN" altLang="en-US" sz="1600" b="1">
                    <a:solidFill>
                      <a:schemeClr val="tx1"/>
                    </a:solidFill>
                    <a:latin typeface="Times New Roman" panose="02020603050405020304" pitchFamily="18" charset="0"/>
                  </a:rPr>
                  <a:t> </a:t>
                </a:r>
                <a:r>
                  <a:rPr kumimoji="1" lang="en-US" altLang="zh-CN" sz="1600" b="1">
                    <a:solidFill>
                      <a:schemeClr val="tx1"/>
                    </a:solidFill>
                    <a:latin typeface="Times New Roman" panose="02020603050405020304" pitchFamily="18" charset="0"/>
                  </a:rPr>
                  <a:t>p</a:t>
                </a:r>
                <a:r>
                  <a:rPr kumimoji="1" lang="en-US" altLang="zh-CN" sz="1600" b="1" baseline="-25000">
                    <a:solidFill>
                      <a:schemeClr val="tx1"/>
                    </a:solidFill>
                    <a:latin typeface="Times New Roman" panose="02020603050405020304" pitchFamily="18" charset="0"/>
                  </a:rPr>
                  <a:t>b</a:t>
                </a:r>
              </a:p>
            </p:txBody>
          </p:sp>
          <p:sp>
            <p:nvSpPr>
              <p:cNvPr id="11" name="Line 67">
                <a:extLst>
                  <a:ext uri="{FF2B5EF4-FFF2-40B4-BE49-F238E27FC236}">
                    <a16:creationId xmlns:a16="http://schemas.microsoft.com/office/drawing/2014/main" id="{E5E909F1-D52D-E5D8-2926-71785B75BE6F}"/>
                  </a:ext>
                </a:extLst>
              </p:cNvPr>
              <p:cNvSpPr>
                <a:spLocks noChangeShapeType="1"/>
              </p:cNvSpPr>
              <p:nvPr/>
            </p:nvSpPr>
            <p:spPr bwMode="auto">
              <a:xfrm>
                <a:off x="1297" y="1488"/>
                <a:ext cx="0" cy="317"/>
              </a:xfrm>
              <a:prstGeom prst="line">
                <a:avLst/>
              </a:prstGeom>
              <a:noFill/>
              <a:ln w="254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12" name="Line 68">
                <a:extLst>
                  <a:ext uri="{FF2B5EF4-FFF2-40B4-BE49-F238E27FC236}">
                    <a16:creationId xmlns:a16="http://schemas.microsoft.com/office/drawing/2014/main" id="{1BFF9E52-1267-D544-2AA9-E1378FC1B0E1}"/>
                  </a:ext>
                </a:extLst>
              </p:cNvPr>
              <p:cNvSpPr>
                <a:spLocks noChangeShapeType="1"/>
              </p:cNvSpPr>
              <p:nvPr/>
            </p:nvSpPr>
            <p:spPr bwMode="auto">
              <a:xfrm>
                <a:off x="1306" y="2082"/>
                <a:ext cx="0" cy="237"/>
              </a:xfrm>
              <a:prstGeom prst="line">
                <a:avLst/>
              </a:prstGeom>
              <a:noFill/>
              <a:ln w="254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13" name="Line 69">
                <a:extLst>
                  <a:ext uri="{FF2B5EF4-FFF2-40B4-BE49-F238E27FC236}">
                    <a16:creationId xmlns:a16="http://schemas.microsoft.com/office/drawing/2014/main" id="{19BA742E-4D1F-AB1D-20F0-0EECD9596482}"/>
                  </a:ext>
                </a:extLst>
              </p:cNvPr>
              <p:cNvSpPr>
                <a:spLocks noChangeShapeType="1"/>
              </p:cNvSpPr>
              <p:nvPr/>
            </p:nvSpPr>
            <p:spPr bwMode="auto">
              <a:xfrm>
                <a:off x="1297" y="2595"/>
                <a:ext cx="0" cy="238"/>
              </a:xfrm>
              <a:prstGeom prst="line">
                <a:avLst/>
              </a:prstGeom>
              <a:noFill/>
              <a:ln w="254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14" name="Line 70">
                <a:extLst>
                  <a:ext uri="{FF2B5EF4-FFF2-40B4-BE49-F238E27FC236}">
                    <a16:creationId xmlns:a16="http://schemas.microsoft.com/office/drawing/2014/main" id="{7F058973-57A4-C9FF-2F4B-50DDAE6F6772}"/>
                  </a:ext>
                </a:extLst>
              </p:cNvPr>
              <p:cNvSpPr>
                <a:spLocks noChangeShapeType="1"/>
              </p:cNvSpPr>
              <p:nvPr/>
            </p:nvSpPr>
            <p:spPr bwMode="auto">
              <a:xfrm>
                <a:off x="1297" y="3092"/>
                <a:ext cx="0" cy="393"/>
              </a:xfrm>
              <a:prstGeom prst="line">
                <a:avLst/>
              </a:prstGeom>
              <a:noFill/>
              <a:ln w="254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p>
            </p:txBody>
          </p:sp>
          <p:sp>
            <p:nvSpPr>
              <p:cNvPr id="15" name="Text Box 71">
                <a:extLst>
                  <a:ext uri="{FF2B5EF4-FFF2-40B4-BE49-F238E27FC236}">
                    <a16:creationId xmlns:a16="http://schemas.microsoft.com/office/drawing/2014/main" id="{8F00D477-97C1-A9A3-F323-F35376FDB5CE}"/>
                  </a:ext>
                </a:extLst>
              </p:cNvPr>
              <p:cNvSpPr txBox="1">
                <a:spLocks noChangeArrowheads="1"/>
              </p:cNvSpPr>
              <p:nvPr/>
            </p:nvSpPr>
            <p:spPr bwMode="auto">
              <a:xfrm>
                <a:off x="825" y="2818"/>
                <a:ext cx="943" cy="277"/>
              </a:xfrm>
              <a:prstGeom prst="rect">
                <a:avLst/>
              </a:prstGeom>
              <a:solidFill>
                <a:srgbClr val="CCE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ClrTx/>
                  <a:buSzTx/>
                  <a:buFontTx/>
                  <a:buNone/>
                </a:pPr>
                <a:r>
                  <a:rPr kumimoji="1" lang="zh-CN" altLang="en-US" sz="1600" b="1">
                    <a:solidFill>
                      <a:schemeClr val="tx1"/>
                    </a:solidFill>
                  </a:rPr>
                  <a:t>开锁原语</a:t>
                </a:r>
              </a:p>
            </p:txBody>
          </p:sp>
        </p:grpSp>
      </p:grpSp>
      <p:sp>
        <p:nvSpPr>
          <p:cNvPr id="24" name="Text Box 73">
            <a:extLst>
              <a:ext uri="{FF2B5EF4-FFF2-40B4-BE49-F238E27FC236}">
                <a16:creationId xmlns:a16="http://schemas.microsoft.com/office/drawing/2014/main" id="{1081CEA2-EEA8-DB02-E41A-363D0BC39D64}"/>
              </a:ext>
            </a:extLst>
          </p:cNvPr>
          <p:cNvSpPr txBox="1">
            <a:spLocks noChangeArrowheads="1"/>
          </p:cNvSpPr>
          <p:nvPr/>
        </p:nvSpPr>
        <p:spPr bwMode="auto">
          <a:xfrm>
            <a:off x="4466097" y="5911169"/>
            <a:ext cx="3775075" cy="38576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0"/>
              </a:spcBef>
              <a:buFont typeface="Wingdings" panose="05000000000000000000" pitchFamily="2" charset="2"/>
              <a:buNone/>
            </a:pPr>
            <a:r>
              <a:rPr lang="zh-CN" altLang="en-US" sz="1600" b="0">
                <a:solidFill>
                  <a:schemeClr val="tx1"/>
                </a:solidFill>
                <a:latin typeface="Times New Roman" panose="02020603050405020304" pitchFamily="18" charset="0"/>
              </a:rPr>
              <a:t>两个进程利用上锁、开锁原语实现互斥</a:t>
            </a:r>
          </a:p>
        </p:txBody>
      </p:sp>
    </p:spTree>
    <p:extLst>
      <p:ext uri="{BB962C8B-B14F-4D97-AF65-F5344CB8AC3E}">
        <p14:creationId xmlns:p14="http://schemas.microsoft.com/office/powerpoint/2010/main" val="9991068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206345-DCBE-D9A7-11D6-09F5731C3A5A}"/>
              </a:ext>
            </a:extLst>
          </p:cNvPr>
          <p:cNvSpPr>
            <a:spLocks noGrp="1"/>
          </p:cNvSpPr>
          <p:nvPr>
            <p:ph type="title"/>
          </p:nvPr>
        </p:nvSpPr>
        <p:spPr/>
        <p:txBody>
          <a:bodyPr>
            <a:normAutofit/>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进程互斥与同步的实现</a:t>
            </a:r>
            <a:endParaRPr lang="zh-CN" altLang="en-US" dirty="0"/>
          </a:p>
        </p:txBody>
      </p:sp>
      <p:sp>
        <p:nvSpPr>
          <p:cNvPr id="3" name="Rectangle 24">
            <a:extLst>
              <a:ext uri="{FF2B5EF4-FFF2-40B4-BE49-F238E27FC236}">
                <a16:creationId xmlns:a16="http://schemas.microsoft.com/office/drawing/2014/main" id="{67E230E5-C470-E4AB-A9AB-E83D51CC5A55}"/>
              </a:ext>
            </a:extLst>
          </p:cNvPr>
          <p:cNvSpPr>
            <a:spLocks noChangeArrowheads="1"/>
          </p:cNvSpPr>
          <p:nvPr/>
        </p:nvSpPr>
        <p:spPr bwMode="auto">
          <a:xfrm>
            <a:off x="752892" y="923925"/>
            <a:ext cx="9058275" cy="52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spcBef>
                <a:spcPts val="1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(2) </a:t>
            </a:r>
            <a:r>
              <a:rPr lang="zh-CN" altLang="en-US" sz="2600" b="1" dirty="0">
                <a:solidFill>
                  <a:prstClr val="black"/>
                </a:solidFill>
                <a:effectLst/>
                <a:latin typeface="微软雅黑" panose="020B0503020204020204" pitchFamily="34" charset="-122"/>
                <a:ea typeface="微软雅黑" panose="020B0503020204020204" pitchFamily="34" charset="-122"/>
              </a:rPr>
              <a:t>程序描述</a:t>
            </a:r>
          </a:p>
          <a:p>
            <a:pPr algn="just" eaLnBrk="1" hangingPunct="1">
              <a:lnSpc>
                <a:spcPct val="130000"/>
              </a:lnSpc>
              <a:buClr>
                <a:schemeClr val="tx2"/>
              </a:buClr>
              <a:buSzPct val="95000"/>
              <a:buFont typeface="Wingdings" panose="05000000000000000000" pitchFamily="2" charset="2"/>
              <a:buNone/>
              <a:defRPr/>
            </a:pPr>
            <a:r>
              <a:rPr lang="zh-CN" altLang="en-US" sz="1400" b="0" dirty="0">
                <a:effectLst/>
                <a:latin typeface="Times New Roman" panose="02020603050405020304" pitchFamily="18" charset="0"/>
              </a:rPr>
              <a:t>   </a:t>
            </a:r>
            <a:r>
              <a:rPr lang="zh-CN" altLang="en-US" sz="2000" b="1" dirty="0">
                <a:solidFill>
                  <a:schemeClr val="tx1"/>
                </a:solidFill>
                <a:effectLst/>
                <a:latin typeface="Times New Roman" panose="02020603050405020304" pitchFamily="18" charset="0"/>
              </a:rPr>
              <a:t>程序  </a:t>
            </a:r>
            <a:r>
              <a:rPr lang="en-US" altLang="zh-CN" sz="2000" b="1" dirty="0">
                <a:solidFill>
                  <a:schemeClr val="tx1"/>
                </a:solidFill>
                <a:effectLst/>
                <a:latin typeface="Times New Roman" panose="02020603050405020304" pitchFamily="18" charset="0"/>
              </a:rPr>
              <a:t>task1</a:t>
            </a:r>
          </a:p>
          <a:p>
            <a:pPr algn="just" eaLnBrk="1" hangingPunct="1">
              <a:lnSpc>
                <a:spcPct val="130000"/>
              </a:lnSpc>
              <a:buClr>
                <a:schemeClr val="tx2"/>
              </a:buClr>
              <a:buSzPct val="95000"/>
              <a:buFont typeface="Wingdings" panose="05000000000000000000" pitchFamily="2" charset="2"/>
              <a:buNone/>
              <a:defRPr/>
            </a:pPr>
            <a:r>
              <a:rPr lang="en-US" altLang="zh-CN" sz="2000" b="1" dirty="0">
                <a:solidFill>
                  <a:schemeClr val="tx1"/>
                </a:solidFill>
                <a:effectLst/>
                <a:latin typeface="Times New Roman" panose="02020603050405020304" pitchFamily="18" charset="0"/>
              </a:rPr>
              <a:t>    main( )                                                  p</a:t>
            </a:r>
            <a:r>
              <a:rPr lang="en-US" altLang="zh-CN" sz="2000" b="1" baseline="-25000" dirty="0">
                <a:solidFill>
                  <a:schemeClr val="tx1"/>
                </a:solidFill>
                <a:effectLst/>
                <a:latin typeface="Times New Roman" panose="02020603050405020304" pitchFamily="18" charset="0"/>
              </a:rPr>
              <a:t>a</a:t>
            </a:r>
            <a:r>
              <a:rPr lang="en-US" altLang="zh-CN" sz="2000" b="1" dirty="0">
                <a:solidFill>
                  <a:schemeClr val="tx1"/>
                </a:solidFill>
                <a:effectLst/>
                <a:latin typeface="Times New Roman" panose="02020603050405020304" pitchFamily="18" charset="0"/>
              </a:rPr>
              <a:t>( )                    p</a:t>
            </a:r>
            <a:r>
              <a:rPr lang="en-US" altLang="zh-CN" sz="2000" b="1" baseline="-25000" dirty="0">
                <a:solidFill>
                  <a:schemeClr val="tx1"/>
                </a:solidFill>
                <a:effectLst/>
                <a:latin typeface="Times New Roman" panose="02020603050405020304" pitchFamily="18" charset="0"/>
              </a:rPr>
              <a:t>b</a:t>
            </a:r>
            <a:r>
              <a:rPr lang="en-US" altLang="zh-CN" sz="2000" b="1" dirty="0">
                <a:solidFill>
                  <a:schemeClr val="tx1"/>
                </a:solidFill>
                <a:effectLst/>
                <a:latin typeface="Times New Roman" panose="02020603050405020304" pitchFamily="18" charset="0"/>
              </a:rPr>
              <a:t>( )</a:t>
            </a:r>
          </a:p>
          <a:p>
            <a:pPr algn="just" eaLnBrk="1" hangingPunct="1">
              <a:lnSpc>
                <a:spcPct val="130000"/>
              </a:lnSpc>
              <a:buClr>
                <a:schemeClr val="tx2"/>
              </a:buClr>
              <a:buSzPct val="95000"/>
              <a:buFont typeface="Wingdings" panose="05000000000000000000" pitchFamily="2" charset="2"/>
              <a:buNone/>
              <a:defRPr/>
            </a:pPr>
            <a:r>
              <a:rPr lang="en-US" altLang="zh-CN" sz="2000" b="1" dirty="0">
                <a:solidFill>
                  <a:schemeClr val="tx1"/>
                </a:solidFill>
                <a:effectLst/>
                <a:latin typeface="Times New Roman" panose="02020603050405020304" pitchFamily="18" charset="0"/>
              </a:rPr>
              <a:t>    {                                                             {                         { </a:t>
            </a:r>
          </a:p>
          <a:p>
            <a:pPr algn="just" eaLnBrk="1" hangingPunct="1">
              <a:lnSpc>
                <a:spcPct val="130000"/>
              </a:lnSpc>
              <a:buClr>
                <a:schemeClr val="tx2"/>
              </a:buClr>
              <a:buSzPct val="95000"/>
              <a:buFont typeface="Wingdings" panose="05000000000000000000" pitchFamily="2" charset="2"/>
              <a:buNone/>
              <a:defRPr/>
            </a:pPr>
            <a:r>
              <a:rPr lang="en-US" altLang="zh-CN" sz="1600" b="1" dirty="0">
                <a:solidFill>
                  <a:schemeClr val="tx1"/>
                </a:solidFill>
                <a:effectLst/>
                <a:latin typeface="Times New Roman" panose="02020603050405020304" pitchFamily="18" charset="0"/>
              </a:rPr>
              <a:t>         </a:t>
            </a:r>
            <a:r>
              <a:rPr lang="en-US" altLang="zh-CN" sz="1800" b="1" dirty="0">
                <a:solidFill>
                  <a:schemeClr val="tx1"/>
                </a:solidFill>
                <a:effectLst/>
                <a:latin typeface="Times New Roman" panose="02020603050405020304" pitchFamily="18" charset="0"/>
              </a:rPr>
              <a:t>int w=1</a:t>
            </a:r>
            <a:r>
              <a:rPr lang="zh-CN" altLang="en-US" sz="1800" b="1" dirty="0">
                <a:solidFill>
                  <a:schemeClr val="tx1"/>
                </a:solidFill>
                <a:effectLst/>
                <a:latin typeface="Times New Roman" panose="02020603050405020304" pitchFamily="18" charset="0"/>
              </a:rPr>
              <a:t>；      </a:t>
            </a:r>
            <a:r>
              <a:rPr lang="en-US" altLang="zh-CN" sz="1800" b="1" dirty="0">
                <a:solidFill>
                  <a:schemeClr val="tx1"/>
                </a:solidFill>
                <a:effectLst/>
                <a:latin typeface="Times New Roman" panose="02020603050405020304" pitchFamily="18" charset="0"/>
              </a:rPr>
              <a:t>//</a:t>
            </a:r>
            <a:r>
              <a:rPr lang="zh-CN" altLang="en-US" sz="1800" b="1" dirty="0">
                <a:solidFill>
                  <a:schemeClr val="tx1"/>
                </a:solidFill>
                <a:effectLst/>
                <a:latin typeface="Times New Roman" panose="02020603050405020304" pitchFamily="18" charset="0"/>
              </a:rPr>
              <a:t> 互斥锁                                     </a:t>
            </a:r>
            <a:r>
              <a:rPr lang="zh-CN" altLang="en-US" sz="1800" b="1" dirty="0">
                <a:solidFill>
                  <a:schemeClr val="tx1"/>
                </a:solidFill>
                <a:effectLst/>
                <a:latin typeface="Times New Roman" panose="02020603050405020304" pitchFamily="18" charset="0"/>
                <a:sym typeface="MT Extra" panose="05050102010205020202" pitchFamily="18" charset="2"/>
              </a:rPr>
              <a:t>                           </a:t>
            </a:r>
          </a:p>
          <a:p>
            <a:pPr algn="just" eaLnBrk="1" hangingPunct="1">
              <a:lnSpc>
                <a:spcPct val="130000"/>
              </a:lnSpc>
              <a:buClr>
                <a:schemeClr val="tx2"/>
              </a:buClr>
              <a:buSzPct val="95000"/>
              <a:buFont typeface="Wingdings" panose="05000000000000000000" pitchFamily="2" charset="2"/>
              <a:buNone/>
              <a:defRPr/>
            </a:pPr>
            <a:r>
              <a:rPr lang="zh-CN" altLang="en-US" sz="1600" b="1" dirty="0">
                <a:solidFill>
                  <a:schemeClr val="tx1"/>
                </a:solidFill>
                <a:effectLst/>
                <a:latin typeface="Times New Roman" panose="02020603050405020304" pitchFamily="18" charset="0"/>
              </a:rPr>
              <a:t>         </a:t>
            </a:r>
            <a:r>
              <a:rPr lang="en-US" altLang="zh-CN" sz="2000" b="1" dirty="0" err="1">
                <a:solidFill>
                  <a:schemeClr val="tx1"/>
                </a:solidFill>
                <a:effectLst/>
                <a:latin typeface="Times New Roman" panose="02020603050405020304" pitchFamily="18" charset="0"/>
              </a:rPr>
              <a:t>cobegin</a:t>
            </a:r>
            <a:r>
              <a:rPr lang="en-US" altLang="zh-CN" sz="2000" b="1" dirty="0">
                <a:solidFill>
                  <a:schemeClr val="tx1"/>
                </a:solidFill>
                <a:effectLst/>
                <a:latin typeface="Times New Roman" panose="02020603050405020304" pitchFamily="18" charset="0"/>
              </a:rPr>
              <a:t>                                                  lock(w)</a:t>
            </a:r>
            <a:r>
              <a:rPr lang="zh-CN" altLang="en-US" sz="2000" b="1" dirty="0">
                <a:solidFill>
                  <a:schemeClr val="tx1"/>
                </a:solidFill>
                <a:effectLst/>
                <a:latin typeface="Times New Roman" panose="02020603050405020304" pitchFamily="18" charset="0"/>
              </a:rPr>
              <a:t>；          </a:t>
            </a:r>
            <a:r>
              <a:rPr lang="en-US" altLang="zh-CN" sz="2000" b="1" dirty="0">
                <a:solidFill>
                  <a:schemeClr val="tx1"/>
                </a:solidFill>
                <a:effectLst/>
                <a:latin typeface="Times New Roman" panose="02020603050405020304" pitchFamily="18" charset="0"/>
              </a:rPr>
              <a:t>lock(w)</a:t>
            </a:r>
            <a:r>
              <a:rPr lang="zh-CN" altLang="en-US" sz="2000" b="1" dirty="0">
                <a:solidFill>
                  <a:schemeClr val="tx1"/>
                </a:solidFill>
                <a:effectLst/>
                <a:latin typeface="Times New Roman" panose="02020603050405020304" pitchFamily="18" charset="0"/>
              </a:rPr>
              <a:t>；</a:t>
            </a:r>
          </a:p>
          <a:p>
            <a:pPr algn="just" eaLnBrk="1" hangingPunct="1">
              <a:lnSpc>
                <a:spcPct val="130000"/>
              </a:lnSpc>
              <a:buClr>
                <a:schemeClr val="tx2"/>
              </a:buClr>
              <a:buSzPct val="95000"/>
              <a:buFont typeface="Wingdings" panose="05000000000000000000" pitchFamily="2" charset="2"/>
              <a:buNone/>
              <a:defRPr/>
            </a:pPr>
            <a:r>
              <a:rPr lang="zh-CN" altLang="en-US" sz="1600" b="1" dirty="0">
                <a:solidFill>
                  <a:schemeClr val="tx1"/>
                </a:solidFill>
                <a:effectLst/>
                <a:latin typeface="Times New Roman" panose="02020603050405020304" pitchFamily="18" charset="0"/>
              </a:rPr>
              <a:t>             </a:t>
            </a:r>
            <a:r>
              <a:rPr lang="en-US" altLang="zh-CN" sz="2000" b="1" dirty="0">
                <a:solidFill>
                  <a:schemeClr val="tx1"/>
                </a:solidFill>
                <a:effectLst/>
                <a:latin typeface="Times New Roman" panose="02020603050405020304" pitchFamily="18" charset="0"/>
              </a:rPr>
              <a:t>p</a:t>
            </a:r>
            <a:r>
              <a:rPr lang="en-US" altLang="zh-CN" sz="2000" b="1" baseline="-25000" dirty="0">
                <a:solidFill>
                  <a:schemeClr val="tx1"/>
                </a:solidFill>
                <a:effectLst/>
                <a:latin typeface="Times New Roman" panose="02020603050405020304" pitchFamily="18" charset="0"/>
              </a:rPr>
              <a:t>a</a:t>
            </a:r>
            <a:r>
              <a:rPr lang="en-US" altLang="zh-CN" sz="2000" b="1" dirty="0">
                <a:solidFill>
                  <a:schemeClr val="tx1"/>
                </a:solidFill>
                <a:effectLst/>
                <a:latin typeface="Times New Roman" panose="02020603050405020304" pitchFamily="18" charset="0"/>
              </a:rPr>
              <a:t>( )</a:t>
            </a:r>
            <a:r>
              <a:rPr lang="zh-CN" altLang="en-US" sz="2000" b="1" dirty="0">
                <a:solidFill>
                  <a:schemeClr val="tx1"/>
                </a:solidFill>
                <a:effectLst/>
                <a:latin typeface="Times New Roman" panose="02020603050405020304" pitchFamily="18" charset="0"/>
              </a:rPr>
              <a:t>；                                                    </a:t>
            </a:r>
            <a:r>
              <a:rPr lang="en-US" altLang="zh-CN" sz="2000" b="1" dirty="0" err="1">
                <a:solidFill>
                  <a:schemeClr val="tx1"/>
                </a:solidFill>
                <a:effectLst/>
                <a:latin typeface="Times New Roman" panose="02020603050405020304" pitchFamily="18" charset="0"/>
              </a:rPr>
              <a:t>cs</a:t>
            </a:r>
            <a:r>
              <a:rPr lang="en-US" altLang="zh-CN" sz="2000" b="1" baseline="-25000" dirty="0" err="1">
                <a:solidFill>
                  <a:schemeClr val="tx1"/>
                </a:solidFill>
                <a:effectLst/>
                <a:latin typeface="Times New Roman" panose="02020603050405020304" pitchFamily="18" charset="0"/>
              </a:rPr>
              <a:t>a</a:t>
            </a:r>
            <a:r>
              <a:rPr lang="en-US" altLang="zh-CN" sz="2000" b="1" dirty="0">
                <a:solidFill>
                  <a:schemeClr val="tx1"/>
                </a:solidFill>
                <a:effectLst/>
                <a:latin typeface="Times New Roman" panose="02020603050405020304" pitchFamily="18" charset="0"/>
              </a:rPr>
              <a:t> </a:t>
            </a:r>
            <a:r>
              <a:rPr lang="zh-CN" altLang="en-US" sz="2000" b="1" dirty="0">
                <a:solidFill>
                  <a:schemeClr val="tx1"/>
                </a:solidFill>
                <a:effectLst/>
                <a:latin typeface="Times New Roman" panose="02020603050405020304" pitchFamily="18" charset="0"/>
              </a:rPr>
              <a:t>；                 </a:t>
            </a:r>
            <a:r>
              <a:rPr lang="en-US" altLang="zh-CN" sz="2000" b="1" dirty="0" err="1">
                <a:solidFill>
                  <a:schemeClr val="tx1"/>
                </a:solidFill>
                <a:effectLst/>
                <a:latin typeface="Times New Roman" panose="02020603050405020304" pitchFamily="18" charset="0"/>
              </a:rPr>
              <a:t>cs</a:t>
            </a:r>
            <a:r>
              <a:rPr lang="en-US" altLang="zh-CN" sz="2000" b="1" baseline="-25000" dirty="0" err="1">
                <a:solidFill>
                  <a:schemeClr val="tx1"/>
                </a:solidFill>
                <a:effectLst/>
                <a:latin typeface="Times New Roman" panose="02020603050405020304" pitchFamily="18" charset="0"/>
              </a:rPr>
              <a:t>b</a:t>
            </a:r>
            <a:r>
              <a:rPr lang="en-US" altLang="zh-CN" sz="2000" b="1" dirty="0">
                <a:solidFill>
                  <a:schemeClr val="tx1"/>
                </a:solidFill>
                <a:effectLst/>
                <a:latin typeface="Times New Roman" panose="02020603050405020304" pitchFamily="18" charset="0"/>
              </a:rPr>
              <a:t> </a:t>
            </a:r>
            <a:r>
              <a:rPr lang="zh-CN" altLang="en-US" sz="2000" b="1" dirty="0">
                <a:solidFill>
                  <a:schemeClr val="tx1"/>
                </a:solidFill>
                <a:effectLst/>
                <a:latin typeface="Times New Roman" panose="02020603050405020304" pitchFamily="18" charset="0"/>
              </a:rPr>
              <a:t>；</a:t>
            </a:r>
          </a:p>
          <a:p>
            <a:pPr algn="just" eaLnBrk="1" hangingPunct="1">
              <a:lnSpc>
                <a:spcPct val="130000"/>
              </a:lnSpc>
              <a:buClr>
                <a:schemeClr val="tx2"/>
              </a:buClr>
              <a:buSzPct val="95000"/>
              <a:buFont typeface="Wingdings" panose="05000000000000000000" pitchFamily="2" charset="2"/>
              <a:buNone/>
              <a:defRPr/>
            </a:pPr>
            <a:r>
              <a:rPr lang="zh-CN" altLang="en-US" sz="1600" b="1" dirty="0">
                <a:solidFill>
                  <a:schemeClr val="tx1"/>
                </a:solidFill>
                <a:effectLst/>
                <a:latin typeface="Times New Roman" panose="02020603050405020304" pitchFamily="18" charset="0"/>
              </a:rPr>
              <a:t>             </a:t>
            </a:r>
            <a:r>
              <a:rPr lang="en-US" altLang="zh-CN" sz="2000" b="1" dirty="0">
                <a:solidFill>
                  <a:schemeClr val="tx1"/>
                </a:solidFill>
                <a:effectLst/>
                <a:latin typeface="Times New Roman" panose="02020603050405020304" pitchFamily="18" charset="0"/>
              </a:rPr>
              <a:t>p</a:t>
            </a:r>
            <a:r>
              <a:rPr lang="en-US" altLang="zh-CN" sz="2000" b="1" baseline="-25000" dirty="0">
                <a:solidFill>
                  <a:schemeClr val="tx1"/>
                </a:solidFill>
                <a:effectLst/>
                <a:latin typeface="Times New Roman" panose="02020603050405020304" pitchFamily="18" charset="0"/>
              </a:rPr>
              <a:t>b</a:t>
            </a:r>
            <a:r>
              <a:rPr lang="en-US" altLang="zh-CN" sz="2000" b="1" dirty="0">
                <a:solidFill>
                  <a:schemeClr val="tx1"/>
                </a:solidFill>
                <a:effectLst/>
                <a:latin typeface="Times New Roman" panose="02020603050405020304" pitchFamily="18" charset="0"/>
              </a:rPr>
              <a:t>( )</a:t>
            </a:r>
            <a:r>
              <a:rPr lang="zh-CN" altLang="en-US" sz="2000" b="1" dirty="0">
                <a:solidFill>
                  <a:schemeClr val="tx1"/>
                </a:solidFill>
                <a:effectLst/>
                <a:latin typeface="Times New Roman" panose="02020603050405020304" pitchFamily="18" charset="0"/>
              </a:rPr>
              <a:t>；                                                 </a:t>
            </a:r>
            <a:r>
              <a:rPr lang="en-US" altLang="zh-CN" sz="2000" b="1" dirty="0">
                <a:solidFill>
                  <a:schemeClr val="tx1"/>
                </a:solidFill>
                <a:effectLst/>
                <a:latin typeface="Times New Roman" panose="02020603050405020304" pitchFamily="18" charset="0"/>
              </a:rPr>
              <a:t>unlock(w)</a:t>
            </a:r>
            <a:r>
              <a:rPr lang="zh-CN" altLang="en-US" sz="2000" b="1" dirty="0">
                <a:solidFill>
                  <a:schemeClr val="tx1"/>
                </a:solidFill>
                <a:effectLst/>
                <a:latin typeface="Times New Roman" panose="02020603050405020304" pitchFamily="18" charset="0"/>
              </a:rPr>
              <a:t>；     </a:t>
            </a:r>
            <a:r>
              <a:rPr lang="en-US" altLang="zh-CN" sz="2000" b="1" dirty="0">
                <a:solidFill>
                  <a:schemeClr val="tx1"/>
                </a:solidFill>
                <a:effectLst/>
                <a:latin typeface="Times New Roman" panose="02020603050405020304" pitchFamily="18" charset="0"/>
              </a:rPr>
              <a:t>unlock(w)</a:t>
            </a:r>
            <a:r>
              <a:rPr lang="zh-CN" altLang="en-US" sz="2000" b="1" dirty="0">
                <a:solidFill>
                  <a:schemeClr val="tx1"/>
                </a:solidFill>
                <a:effectLst/>
                <a:latin typeface="Times New Roman" panose="02020603050405020304" pitchFamily="18" charset="0"/>
              </a:rPr>
              <a:t>；</a:t>
            </a:r>
          </a:p>
          <a:p>
            <a:pPr algn="just" eaLnBrk="1" hangingPunct="1">
              <a:lnSpc>
                <a:spcPct val="130000"/>
              </a:lnSpc>
              <a:buClr>
                <a:schemeClr val="tx2"/>
              </a:buClr>
              <a:buSzPct val="95000"/>
              <a:buFont typeface="Wingdings" panose="05000000000000000000" pitchFamily="2" charset="2"/>
              <a:buNone/>
              <a:defRPr/>
            </a:pPr>
            <a:r>
              <a:rPr lang="zh-CN" altLang="en-US" sz="1600" b="1" dirty="0">
                <a:solidFill>
                  <a:schemeClr val="tx1"/>
                </a:solidFill>
                <a:effectLst/>
                <a:latin typeface="Times New Roman" panose="02020603050405020304" pitchFamily="18" charset="0"/>
              </a:rPr>
              <a:t>         </a:t>
            </a:r>
            <a:r>
              <a:rPr lang="en-US" altLang="zh-CN" sz="2000" b="1" dirty="0" err="1">
                <a:solidFill>
                  <a:schemeClr val="tx1"/>
                </a:solidFill>
                <a:effectLst/>
                <a:latin typeface="Times New Roman" panose="02020603050405020304" pitchFamily="18" charset="0"/>
              </a:rPr>
              <a:t>coend</a:t>
            </a:r>
            <a:r>
              <a:rPr lang="en-US" altLang="zh-CN" sz="2000" b="1" dirty="0">
                <a:solidFill>
                  <a:schemeClr val="tx1"/>
                </a:solidFill>
                <a:effectLst/>
                <a:latin typeface="Times New Roman" panose="02020603050405020304" pitchFamily="18" charset="0"/>
              </a:rPr>
              <a:t>                                                         </a:t>
            </a:r>
            <a:r>
              <a:rPr lang="en-US" altLang="zh-CN" sz="2000" b="1" dirty="0">
                <a:solidFill>
                  <a:schemeClr val="tx1"/>
                </a:solidFill>
                <a:effectLst/>
                <a:latin typeface="Times New Roman" panose="02020603050405020304" pitchFamily="18" charset="0"/>
                <a:sym typeface="MT Extra" panose="05050102010205020202" pitchFamily="18" charset="2"/>
              </a:rPr>
              <a:t>                         </a:t>
            </a:r>
            <a:r>
              <a:rPr lang="en-US" altLang="zh-CN" sz="2000" b="1" dirty="0">
                <a:solidFill>
                  <a:schemeClr val="tx1"/>
                </a:solidFill>
                <a:effectLst/>
                <a:latin typeface="Times New Roman" panose="02020603050405020304" pitchFamily="18" charset="0"/>
              </a:rPr>
              <a:t> </a:t>
            </a:r>
          </a:p>
          <a:p>
            <a:pPr algn="just" eaLnBrk="1" hangingPunct="1">
              <a:lnSpc>
                <a:spcPct val="130000"/>
              </a:lnSpc>
              <a:buClr>
                <a:schemeClr val="tx2"/>
              </a:buClr>
              <a:buSzPct val="95000"/>
              <a:buFont typeface="Wingdings" panose="05000000000000000000" pitchFamily="2" charset="2"/>
              <a:buNone/>
              <a:defRPr/>
            </a:pPr>
            <a:r>
              <a:rPr lang="en-US" altLang="zh-CN" sz="2000" b="1" dirty="0">
                <a:solidFill>
                  <a:schemeClr val="tx1"/>
                </a:solidFill>
                <a:effectLst/>
                <a:latin typeface="Times New Roman" panose="02020603050405020304" pitchFamily="18" charset="0"/>
              </a:rPr>
              <a:t>    }                                                             }                         }      </a:t>
            </a:r>
          </a:p>
        </p:txBody>
      </p:sp>
    </p:spTree>
    <p:extLst>
      <p:ext uri="{BB962C8B-B14F-4D97-AF65-F5344CB8AC3E}">
        <p14:creationId xmlns:p14="http://schemas.microsoft.com/office/powerpoint/2010/main" val="21349823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206345-DCBE-D9A7-11D6-09F5731C3A5A}"/>
              </a:ext>
            </a:extLst>
          </p:cNvPr>
          <p:cNvSpPr>
            <a:spLocks noGrp="1"/>
          </p:cNvSpPr>
          <p:nvPr>
            <p:ph type="title"/>
          </p:nvPr>
        </p:nvSpPr>
        <p:spPr/>
        <p:txBody>
          <a:bodyPr>
            <a:normAutofit/>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进程互斥与同步的实现</a:t>
            </a:r>
            <a:endParaRPr lang="zh-CN" altLang="en-US" dirty="0"/>
          </a:p>
        </p:txBody>
      </p:sp>
      <p:sp>
        <p:nvSpPr>
          <p:cNvPr id="3" name="Rectangle 3">
            <a:extLst>
              <a:ext uri="{FF2B5EF4-FFF2-40B4-BE49-F238E27FC236}">
                <a16:creationId xmlns:a16="http://schemas.microsoft.com/office/drawing/2014/main" id="{305667F0-E596-C30C-7E21-DF6D7DB2DA87}"/>
              </a:ext>
            </a:extLst>
          </p:cNvPr>
          <p:cNvSpPr>
            <a:spLocks noChangeArrowheads="1"/>
          </p:cNvSpPr>
          <p:nvPr/>
        </p:nvSpPr>
        <p:spPr bwMode="auto">
          <a:xfrm>
            <a:off x="634126" y="1076389"/>
            <a:ext cx="8318500" cy="11685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a:lnSpc>
                <a:spcPct val="120000"/>
              </a:lnSpc>
              <a:buClr>
                <a:schemeClr val="tx2"/>
              </a:buClr>
              <a:buSzPct val="95000"/>
              <a:buFont typeface="Wingdings" panose="05000000000000000000" pitchFamily="2" charset="2"/>
              <a:buNone/>
              <a:defRPr/>
            </a:pPr>
            <a:r>
              <a:rPr lang="en-US" altLang="zh-CN" sz="2800" b="1" dirty="0">
                <a:solidFill>
                  <a:srgbClr val="335F90"/>
                </a:solidFill>
                <a:latin typeface="Times New Roman" panose="02020603050405020304" pitchFamily="18" charset="0"/>
              </a:rPr>
              <a:t>2. </a:t>
            </a:r>
            <a:r>
              <a:rPr lang="zh-CN" altLang="en-US" sz="2800" b="1" dirty="0">
                <a:solidFill>
                  <a:srgbClr val="335F90"/>
                </a:solidFill>
                <a:latin typeface="Times New Roman" panose="02020603050405020304" pitchFamily="18" charset="0"/>
              </a:rPr>
              <a:t>用信号灯的</a:t>
            </a:r>
            <a:r>
              <a:rPr lang="en-US" altLang="zh-CN" sz="2800" b="1" dirty="0">
                <a:solidFill>
                  <a:srgbClr val="335F90"/>
                </a:solidFill>
                <a:latin typeface="Times New Roman" panose="02020603050405020304" pitchFamily="18" charset="0"/>
              </a:rPr>
              <a:t>P</a:t>
            </a:r>
            <a:r>
              <a:rPr lang="zh-CN" altLang="en-US" sz="2800" b="1" dirty="0">
                <a:solidFill>
                  <a:srgbClr val="335F90"/>
                </a:solidFill>
                <a:latin typeface="Times New Roman" panose="02020603050405020304" pitchFamily="18" charset="0"/>
              </a:rPr>
              <a:t>、</a:t>
            </a:r>
            <a:r>
              <a:rPr lang="en-US" altLang="zh-CN" sz="2800" b="1" dirty="0">
                <a:solidFill>
                  <a:srgbClr val="335F90"/>
                </a:solidFill>
                <a:latin typeface="Times New Roman" panose="02020603050405020304" pitchFamily="18" charset="0"/>
              </a:rPr>
              <a:t>V</a:t>
            </a:r>
            <a:r>
              <a:rPr lang="zh-CN" altLang="en-US" sz="2800" b="1" dirty="0">
                <a:solidFill>
                  <a:srgbClr val="335F90"/>
                </a:solidFill>
                <a:latin typeface="Times New Roman" panose="02020603050405020304" pitchFamily="18" charset="0"/>
              </a:rPr>
              <a:t>操作实现互斥</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600" b="1" dirty="0">
                <a:solidFill>
                  <a:prstClr val="black"/>
                </a:solidFill>
                <a:effectLst/>
                <a:latin typeface="微软雅黑" panose="020B0503020204020204" pitchFamily="34" charset="-122"/>
                <a:ea typeface="微软雅黑" panose="020B0503020204020204" pitchFamily="34" charset="-122"/>
              </a:rPr>
              <a:t>     </a:t>
            </a:r>
            <a:r>
              <a:rPr lang="en-US" altLang="zh-CN" sz="2600" b="1" dirty="0">
                <a:solidFill>
                  <a:prstClr val="black"/>
                </a:solidFill>
                <a:effectLst/>
                <a:latin typeface="微软雅黑" panose="020B0503020204020204" pitchFamily="34" charset="-122"/>
                <a:ea typeface="微软雅黑" panose="020B0503020204020204" pitchFamily="34" charset="-122"/>
              </a:rPr>
              <a:t>(1) </a:t>
            </a:r>
            <a:r>
              <a:rPr lang="zh-CN" altLang="en-US" sz="2600" b="1" dirty="0">
                <a:solidFill>
                  <a:prstClr val="black"/>
                </a:solidFill>
                <a:effectLst/>
                <a:latin typeface="微软雅黑" panose="020B0503020204020204" pitchFamily="34" charset="-122"/>
                <a:ea typeface="微软雅黑" panose="020B0503020204020204" pitchFamily="34" charset="-122"/>
              </a:rPr>
              <a:t>框图描述  </a:t>
            </a:r>
            <a:r>
              <a:rPr lang="zh-CN" altLang="en-US" sz="2800" dirty="0">
                <a:solidFill>
                  <a:srgbClr val="A50021"/>
                </a:solidFill>
                <a:latin typeface="Times New Roman" panose="02020603050405020304" pitchFamily="18" charset="0"/>
              </a:rPr>
              <a:t> </a:t>
            </a:r>
            <a:r>
              <a:rPr lang="zh-CN" altLang="en-US" sz="2400" b="0" dirty="0">
                <a:solidFill>
                  <a:schemeClr val="tx1"/>
                </a:solidFill>
                <a:effectLst/>
                <a:latin typeface="Times New Roman" panose="02020603050405020304" pitchFamily="18" charset="0"/>
              </a:rPr>
              <a:t>设：</a:t>
            </a:r>
            <a:r>
              <a:rPr lang="en-US" altLang="zh-CN" sz="2400" b="0" dirty="0">
                <a:solidFill>
                  <a:schemeClr val="tx1"/>
                </a:solidFill>
                <a:effectLst/>
                <a:latin typeface="Times New Roman" panose="02020603050405020304" pitchFamily="18" charset="0"/>
              </a:rPr>
              <a:t>mutex</a:t>
            </a:r>
            <a:r>
              <a:rPr lang="zh-CN" altLang="en-US" sz="2400" b="0" dirty="0">
                <a:solidFill>
                  <a:schemeClr val="tx1"/>
                </a:solidFill>
                <a:effectLst/>
                <a:latin typeface="Times New Roman" panose="02020603050405020304" pitchFamily="18" charset="0"/>
              </a:rPr>
              <a:t>为互斥信号灯，初值为</a:t>
            </a:r>
            <a:r>
              <a:rPr lang="en-US" altLang="zh-CN" sz="2400" b="0" dirty="0">
                <a:solidFill>
                  <a:schemeClr val="tx1"/>
                </a:solidFill>
                <a:effectLst/>
                <a:latin typeface="Times New Roman" panose="02020603050405020304" pitchFamily="18" charset="0"/>
              </a:rPr>
              <a:t>1</a:t>
            </a:r>
            <a:r>
              <a:rPr lang="zh-CN" altLang="en-US" sz="2400" b="0" dirty="0">
                <a:solidFill>
                  <a:schemeClr val="tx1"/>
                </a:solidFill>
                <a:effectLst/>
                <a:latin typeface="Times New Roman" panose="02020603050405020304" pitchFamily="18" charset="0"/>
              </a:rPr>
              <a:t>。</a:t>
            </a:r>
          </a:p>
        </p:txBody>
      </p:sp>
      <p:grpSp>
        <p:nvGrpSpPr>
          <p:cNvPr id="4" name="Group 34">
            <a:extLst>
              <a:ext uri="{FF2B5EF4-FFF2-40B4-BE49-F238E27FC236}">
                <a16:creationId xmlns:a16="http://schemas.microsoft.com/office/drawing/2014/main" id="{6DD7A6F1-8B96-F0FF-D2BF-3D5E95CF9272}"/>
              </a:ext>
            </a:extLst>
          </p:cNvPr>
          <p:cNvGrpSpPr>
            <a:grpSpLocks/>
          </p:cNvGrpSpPr>
          <p:nvPr/>
        </p:nvGrpSpPr>
        <p:grpSpPr bwMode="auto">
          <a:xfrm>
            <a:off x="3186032" y="2244979"/>
            <a:ext cx="4672012" cy="3357562"/>
            <a:chOff x="621" y="1547"/>
            <a:chExt cx="2943" cy="2115"/>
          </a:xfrm>
        </p:grpSpPr>
        <p:grpSp>
          <p:nvGrpSpPr>
            <p:cNvPr id="5" name="Group 24">
              <a:extLst>
                <a:ext uri="{FF2B5EF4-FFF2-40B4-BE49-F238E27FC236}">
                  <a16:creationId xmlns:a16="http://schemas.microsoft.com/office/drawing/2014/main" id="{477344C9-A3C3-E550-FF9C-E637CE8FED75}"/>
                </a:ext>
              </a:extLst>
            </p:cNvPr>
            <p:cNvGrpSpPr>
              <a:grpSpLocks/>
            </p:cNvGrpSpPr>
            <p:nvPr/>
          </p:nvGrpSpPr>
          <p:grpSpPr bwMode="auto">
            <a:xfrm>
              <a:off x="621" y="1547"/>
              <a:ext cx="1352" cy="2115"/>
              <a:chOff x="621" y="1547"/>
              <a:chExt cx="1352" cy="2115"/>
            </a:xfrm>
          </p:grpSpPr>
          <p:sp>
            <p:nvSpPr>
              <p:cNvPr id="15" name="Text Box 7">
                <a:extLst>
                  <a:ext uri="{FF2B5EF4-FFF2-40B4-BE49-F238E27FC236}">
                    <a16:creationId xmlns:a16="http://schemas.microsoft.com/office/drawing/2014/main" id="{758A28AB-76D2-8BC1-AB0B-F110DEBC9A91}"/>
                  </a:ext>
                </a:extLst>
              </p:cNvPr>
              <p:cNvSpPr txBox="1">
                <a:spLocks noChangeArrowheads="1"/>
              </p:cNvSpPr>
              <p:nvPr/>
            </p:nvSpPr>
            <p:spPr bwMode="auto">
              <a:xfrm>
                <a:off x="826" y="2138"/>
                <a:ext cx="943" cy="277"/>
              </a:xfrm>
              <a:prstGeom prst="rect">
                <a:avLst/>
              </a:prstGeom>
              <a:solidFill>
                <a:srgbClr val="CCE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ClrTx/>
                  <a:buSzTx/>
                  <a:buFontTx/>
                  <a:buNone/>
                </a:pPr>
                <a:r>
                  <a:rPr kumimoji="1" lang="en-US" altLang="zh-CN" sz="1600" b="1" dirty="0">
                    <a:solidFill>
                      <a:schemeClr val="tx1"/>
                    </a:solidFill>
                    <a:latin typeface="Times New Roman" panose="02020603050405020304" pitchFamily="18" charset="0"/>
                  </a:rPr>
                  <a:t>p(mutex)</a:t>
                </a:r>
              </a:p>
            </p:txBody>
          </p:sp>
          <p:sp>
            <p:nvSpPr>
              <p:cNvPr id="16" name="Text Box 8">
                <a:extLst>
                  <a:ext uri="{FF2B5EF4-FFF2-40B4-BE49-F238E27FC236}">
                    <a16:creationId xmlns:a16="http://schemas.microsoft.com/office/drawing/2014/main" id="{74C183FF-7707-A9F8-7F8B-723BA722A72A}"/>
                  </a:ext>
                </a:extLst>
              </p:cNvPr>
              <p:cNvSpPr txBox="1">
                <a:spLocks noChangeArrowheads="1"/>
              </p:cNvSpPr>
              <p:nvPr/>
            </p:nvSpPr>
            <p:spPr bwMode="auto">
              <a:xfrm>
                <a:off x="621" y="2647"/>
                <a:ext cx="1352" cy="281"/>
              </a:xfrm>
              <a:prstGeom prst="rect">
                <a:avLst/>
              </a:prstGeom>
              <a:solidFill>
                <a:srgbClr val="CCE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ClrTx/>
                  <a:buSzTx/>
                  <a:buFontTx/>
                  <a:buNone/>
                </a:pPr>
                <a:r>
                  <a:rPr kumimoji="1" lang="zh-CN" altLang="en-US" sz="1600" b="1">
                    <a:solidFill>
                      <a:schemeClr val="tx1"/>
                    </a:solidFill>
                    <a:latin typeface="Times New Roman" panose="02020603050405020304" pitchFamily="18" charset="0"/>
                  </a:rPr>
                  <a:t>进入临界区</a:t>
                </a:r>
                <a:r>
                  <a:rPr kumimoji="1" lang="en-US" altLang="zh-CN" sz="1600" b="1">
                    <a:solidFill>
                      <a:schemeClr val="tx1"/>
                    </a:solidFill>
                    <a:latin typeface="Times New Roman" panose="02020603050405020304" pitchFamily="18" charset="0"/>
                  </a:rPr>
                  <a:t>cs</a:t>
                </a:r>
                <a:r>
                  <a:rPr kumimoji="1" lang="en-US" altLang="zh-CN" sz="1600" b="1" baseline="-25000">
                    <a:solidFill>
                      <a:schemeClr val="tx1"/>
                    </a:solidFill>
                    <a:latin typeface="Times New Roman" panose="02020603050405020304" pitchFamily="18" charset="0"/>
                  </a:rPr>
                  <a:t>a</a:t>
                </a:r>
                <a:endParaRPr kumimoji="1" lang="en-US" altLang="zh-CN" sz="1600" b="1">
                  <a:solidFill>
                    <a:schemeClr val="tx1"/>
                  </a:solidFill>
                  <a:latin typeface="Times New Roman" panose="02020603050405020304" pitchFamily="18" charset="0"/>
                </a:endParaRPr>
              </a:p>
            </p:txBody>
          </p:sp>
          <p:sp>
            <p:nvSpPr>
              <p:cNvPr id="17" name="Text Box 9">
                <a:extLst>
                  <a:ext uri="{FF2B5EF4-FFF2-40B4-BE49-F238E27FC236}">
                    <a16:creationId xmlns:a16="http://schemas.microsoft.com/office/drawing/2014/main" id="{E40D28E1-4E3B-3FF9-8F43-184511BBFF02}"/>
                  </a:ext>
                </a:extLst>
              </p:cNvPr>
              <p:cNvSpPr txBox="1">
                <a:spLocks noChangeArrowheads="1"/>
              </p:cNvSpPr>
              <p:nvPr/>
            </p:nvSpPr>
            <p:spPr bwMode="auto">
              <a:xfrm>
                <a:off x="1013" y="1547"/>
                <a:ext cx="558" cy="366"/>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  </a:t>
                </a:r>
                <a:r>
                  <a:rPr kumimoji="1" lang="zh-CN" altLang="zh-CN" sz="1600" b="1">
                    <a:solidFill>
                      <a:schemeClr val="tx1"/>
                    </a:solidFill>
                    <a:latin typeface="Times New Roman" panose="02020603050405020304" pitchFamily="18" charset="0"/>
                  </a:rPr>
                  <a:t>进程</a:t>
                </a:r>
                <a:r>
                  <a:rPr kumimoji="1" lang="zh-CN" altLang="en-US" sz="1600" b="1">
                    <a:solidFill>
                      <a:schemeClr val="tx1"/>
                    </a:solidFill>
                    <a:latin typeface="Times New Roman" panose="02020603050405020304" pitchFamily="18" charset="0"/>
                  </a:rPr>
                  <a:t> </a:t>
                </a:r>
                <a:r>
                  <a:rPr kumimoji="1" lang="en-US" altLang="zh-CN" sz="1600" b="1">
                    <a:solidFill>
                      <a:schemeClr val="tx1"/>
                    </a:solidFill>
                    <a:latin typeface="Times New Roman" panose="02020603050405020304" pitchFamily="18" charset="0"/>
                  </a:rPr>
                  <a:t>p</a:t>
                </a:r>
                <a:r>
                  <a:rPr kumimoji="1" lang="en-US" altLang="zh-CN" sz="1600" b="1" baseline="-25000">
                    <a:solidFill>
                      <a:schemeClr val="tx1"/>
                    </a:solidFill>
                    <a:latin typeface="Times New Roman" panose="02020603050405020304" pitchFamily="18" charset="0"/>
                  </a:rPr>
                  <a:t>a</a:t>
                </a:r>
              </a:p>
            </p:txBody>
          </p:sp>
          <p:sp>
            <p:nvSpPr>
              <p:cNvPr id="18" name="Line 10">
                <a:extLst>
                  <a:ext uri="{FF2B5EF4-FFF2-40B4-BE49-F238E27FC236}">
                    <a16:creationId xmlns:a16="http://schemas.microsoft.com/office/drawing/2014/main" id="{82DBBF7B-6EAF-5D1C-8CEA-7A3B1C69BFAC}"/>
                  </a:ext>
                </a:extLst>
              </p:cNvPr>
              <p:cNvSpPr>
                <a:spLocks noChangeShapeType="1"/>
              </p:cNvSpPr>
              <p:nvPr/>
            </p:nvSpPr>
            <p:spPr bwMode="auto">
              <a:xfrm>
                <a:off x="1297" y="1821"/>
                <a:ext cx="0" cy="317"/>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19" name="Line 11">
                <a:extLst>
                  <a:ext uri="{FF2B5EF4-FFF2-40B4-BE49-F238E27FC236}">
                    <a16:creationId xmlns:a16="http://schemas.microsoft.com/office/drawing/2014/main" id="{F4C02BF9-47FC-67E5-5599-F1699A01EA33}"/>
                  </a:ext>
                </a:extLst>
              </p:cNvPr>
              <p:cNvSpPr>
                <a:spLocks noChangeShapeType="1"/>
              </p:cNvSpPr>
              <p:nvPr/>
            </p:nvSpPr>
            <p:spPr bwMode="auto">
              <a:xfrm>
                <a:off x="1306" y="2415"/>
                <a:ext cx="0" cy="237"/>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20" name="Line 12">
                <a:extLst>
                  <a:ext uri="{FF2B5EF4-FFF2-40B4-BE49-F238E27FC236}">
                    <a16:creationId xmlns:a16="http://schemas.microsoft.com/office/drawing/2014/main" id="{671F7299-41A0-2B70-117F-D94A69D940DB}"/>
                  </a:ext>
                </a:extLst>
              </p:cNvPr>
              <p:cNvSpPr>
                <a:spLocks noChangeShapeType="1"/>
              </p:cNvSpPr>
              <p:nvPr/>
            </p:nvSpPr>
            <p:spPr bwMode="auto">
              <a:xfrm>
                <a:off x="1297" y="2928"/>
                <a:ext cx="0" cy="23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21" name="Line 13">
                <a:extLst>
                  <a:ext uri="{FF2B5EF4-FFF2-40B4-BE49-F238E27FC236}">
                    <a16:creationId xmlns:a16="http://schemas.microsoft.com/office/drawing/2014/main" id="{98E41908-C67C-FB56-24AC-4FB0CBB1CBE1}"/>
                  </a:ext>
                </a:extLst>
              </p:cNvPr>
              <p:cNvSpPr>
                <a:spLocks noChangeShapeType="1"/>
              </p:cNvSpPr>
              <p:nvPr/>
            </p:nvSpPr>
            <p:spPr bwMode="auto">
              <a:xfrm>
                <a:off x="1297" y="3425"/>
                <a:ext cx="0" cy="237"/>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22" name="Text Box 14">
                <a:extLst>
                  <a:ext uri="{FF2B5EF4-FFF2-40B4-BE49-F238E27FC236}">
                    <a16:creationId xmlns:a16="http://schemas.microsoft.com/office/drawing/2014/main" id="{AA00BC37-C671-553C-A601-01E85B40FF7F}"/>
                  </a:ext>
                </a:extLst>
              </p:cNvPr>
              <p:cNvSpPr txBox="1">
                <a:spLocks noChangeArrowheads="1"/>
              </p:cNvSpPr>
              <p:nvPr/>
            </p:nvSpPr>
            <p:spPr bwMode="auto">
              <a:xfrm>
                <a:off x="825" y="3151"/>
                <a:ext cx="943" cy="277"/>
              </a:xfrm>
              <a:prstGeom prst="rect">
                <a:avLst/>
              </a:prstGeom>
              <a:solidFill>
                <a:srgbClr val="CCE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ClrTx/>
                  <a:buSzTx/>
                  <a:buFontTx/>
                  <a:buNone/>
                </a:pPr>
                <a:r>
                  <a:rPr kumimoji="1" lang="en-US" altLang="zh-CN" sz="1600" b="1">
                    <a:solidFill>
                      <a:schemeClr val="tx1"/>
                    </a:solidFill>
                    <a:latin typeface="Times New Roman" panose="02020603050405020304" pitchFamily="18" charset="0"/>
                  </a:rPr>
                  <a:t> v(mutex)</a:t>
                </a:r>
              </a:p>
            </p:txBody>
          </p:sp>
        </p:grpSp>
        <p:grpSp>
          <p:nvGrpSpPr>
            <p:cNvPr id="6" name="Group 25">
              <a:extLst>
                <a:ext uri="{FF2B5EF4-FFF2-40B4-BE49-F238E27FC236}">
                  <a16:creationId xmlns:a16="http://schemas.microsoft.com/office/drawing/2014/main" id="{B8788CE5-68C0-BD6E-C697-FB1BAD619850}"/>
                </a:ext>
              </a:extLst>
            </p:cNvPr>
            <p:cNvGrpSpPr>
              <a:grpSpLocks/>
            </p:cNvGrpSpPr>
            <p:nvPr/>
          </p:nvGrpSpPr>
          <p:grpSpPr bwMode="auto">
            <a:xfrm>
              <a:off x="2212" y="1547"/>
              <a:ext cx="1352" cy="2115"/>
              <a:chOff x="621" y="1547"/>
              <a:chExt cx="1352" cy="2115"/>
            </a:xfrm>
          </p:grpSpPr>
          <p:sp>
            <p:nvSpPr>
              <p:cNvPr id="7" name="Text Box 26">
                <a:extLst>
                  <a:ext uri="{FF2B5EF4-FFF2-40B4-BE49-F238E27FC236}">
                    <a16:creationId xmlns:a16="http://schemas.microsoft.com/office/drawing/2014/main" id="{63E0A650-F1D5-0387-C3A4-591167596117}"/>
                  </a:ext>
                </a:extLst>
              </p:cNvPr>
              <p:cNvSpPr txBox="1">
                <a:spLocks noChangeArrowheads="1"/>
              </p:cNvSpPr>
              <p:nvPr/>
            </p:nvSpPr>
            <p:spPr bwMode="auto">
              <a:xfrm>
                <a:off x="826" y="2138"/>
                <a:ext cx="943" cy="277"/>
              </a:xfrm>
              <a:prstGeom prst="rect">
                <a:avLst/>
              </a:prstGeom>
              <a:solidFill>
                <a:srgbClr val="CCE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ClrTx/>
                  <a:buSzTx/>
                  <a:buFontTx/>
                  <a:buNone/>
                </a:pPr>
                <a:r>
                  <a:rPr kumimoji="1" lang="en-US" altLang="zh-CN" sz="1600" b="1">
                    <a:solidFill>
                      <a:schemeClr val="tx1"/>
                    </a:solidFill>
                    <a:latin typeface="Times New Roman" panose="02020603050405020304" pitchFamily="18" charset="0"/>
                  </a:rPr>
                  <a:t>p(mutex)</a:t>
                </a:r>
              </a:p>
            </p:txBody>
          </p:sp>
          <p:sp>
            <p:nvSpPr>
              <p:cNvPr id="8" name="Text Box 27">
                <a:extLst>
                  <a:ext uri="{FF2B5EF4-FFF2-40B4-BE49-F238E27FC236}">
                    <a16:creationId xmlns:a16="http://schemas.microsoft.com/office/drawing/2014/main" id="{E31F28D8-86F7-1E91-61E0-C6BBDE24AC43}"/>
                  </a:ext>
                </a:extLst>
              </p:cNvPr>
              <p:cNvSpPr txBox="1">
                <a:spLocks noChangeArrowheads="1"/>
              </p:cNvSpPr>
              <p:nvPr/>
            </p:nvSpPr>
            <p:spPr bwMode="auto">
              <a:xfrm>
                <a:off x="621" y="2647"/>
                <a:ext cx="1352" cy="281"/>
              </a:xfrm>
              <a:prstGeom prst="rect">
                <a:avLst/>
              </a:prstGeom>
              <a:solidFill>
                <a:srgbClr val="CCE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ClrTx/>
                  <a:buSzTx/>
                  <a:buFontTx/>
                  <a:buNone/>
                </a:pPr>
                <a:r>
                  <a:rPr kumimoji="1" lang="zh-CN" altLang="en-US" sz="1600" b="1">
                    <a:solidFill>
                      <a:schemeClr val="tx1"/>
                    </a:solidFill>
                    <a:latin typeface="Times New Roman" panose="02020603050405020304" pitchFamily="18" charset="0"/>
                  </a:rPr>
                  <a:t>进入临界区</a:t>
                </a:r>
                <a:r>
                  <a:rPr kumimoji="1" lang="en-US" altLang="zh-CN" sz="1600" b="1">
                    <a:solidFill>
                      <a:schemeClr val="tx1"/>
                    </a:solidFill>
                    <a:latin typeface="Times New Roman" panose="02020603050405020304" pitchFamily="18" charset="0"/>
                  </a:rPr>
                  <a:t>cs</a:t>
                </a:r>
                <a:r>
                  <a:rPr kumimoji="1" lang="en-US" altLang="zh-CN" sz="1600" b="1" baseline="-25000">
                    <a:solidFill>
                      <a:schemeClr val="tx1"/>
                    </a:solidFill>
                    <a:latin typeface="Times New Roman" panose="02020603050405020304" pitchFamily="18" charset="0"/>
                  </a:rPr>
                  <a:t>b</a:t>
                </a:r>
                <a:endParaRPr kumimoji="1" lang="en-US" altLang="zh-CN" sz="1600" b="1">
                  <a:solidFill>
                    <a:schemeClr val="tx1"/>
                  </a:solidFill>
                  <a:latin typeface="Times New Roman" panose="02020603050405020304" pitchFamily="18" charset="0"/>
                </a:endParaRPr>
              </a:p>
            </p:txBody>
          </p:sp>
          <p:sp>
            <p:nvSpPr>
              <p:cNvPr id="9" name="Text Box 28">
                <a:extLst>
                  <a:ext uri="{FF2B5EF4-FFF2-40B4-BE49-F238E27FC236}">
                    <a16:creationId xmlns:a16="http://schemas.microsoft.com/office/drawing/2014/main" id="{03581190-5C81-EA96-0383-28EE5520B8FF}"/>
                  </a:ext>
                </a:extLst>
              </p:cNvPr>
              <p:cNvSpPr txBox="1">
                <a:spLocks noChangeArrowheads="1"/>
              </p:cNvSpPr>
              <p:nvPr/>
            </p:nvSpPr>
            <p:spPr bwMode="auto">
              <a:xfrm>
                <a:off x="1013" y="1547"/>
                <a:ext cx="558" cy="366"/>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  </a:t>
                </a:r>
                <a:r>
                  <a:rPr kumimoji="1" lang="zh-CN" altLang="zh-CN" sz="1600" b="1">
                    <a:solidFill>
                      <a:schemeClr val="tx1"/>
                    </a:solidFill>
                    <a:latin typeface="Times New Roman" panose="02020603050405020304" pitchFamily="18" charset="0"/>
                  </a:rPr>
                  <a:t>进程</a:t>
                </a:r>
                <a:r>
                  <a:rPr kumimoji="1" lang="zh-CN" altLang="en-US" sz="1600" b="1">
                    <a:solidFill>
                      <a:schemeClr val="tx1"/>
                    </a:solidFill>
                    <a:latin typeface="Times New Roman" panose="02020603050405020304" pitchFamily="18" charset="0"/>
                  </a:rPr>
                  <a:t> </a:t>
                </a:r>
                <a:r>
                  <a:rPr kumimoji="1" lang="en-US" altLang="zh-CN" sz="1600" b="1">
                    <a:solidFill>
                      <a:schemeClr val="tx1"/>
                    </a:solidFill>
                    <a:latin typeface="Times New Roman" panose="02020603050405020304" pitchFamily="18" charset="0"/>
                  </a:rPr>
                  <a:t>p</a:t>
                </a:r>
                <a:r>
                  <a:rPr kumimoji="1" lang="en-US" altLang="zh-CN" sz="1600" b="1" baseline="-25000">
                    <a:solidFill>
                      <a:schemeClr val="tx1"/>
                    </a:solidFill>
                    <a:latin typeface="Times New Roman" panose="02020603050405020304" pitchFamily="18" charset="0"/>
                  </a:rPr>
                  <a:t>b</a:t>
                </a:r>
              </a:p>
            </p:txBody>
          </p:sp>
          <p:sp>
            <p:nvSpPr>
              <p:cNvPr id="10" name="Line 29">
                <a:extLst>
                  <a:ext uri="{FF2B5EF4-FFF2-40B4-BE49-F238E27FC236}">
                    <a16:creationId xmlns:a16="http://schemas.microsoft.com/office/drawing/2014/main" id="{D4362378-96B4-29F0-BF06-45EDACD96C60}"/>
                  </a:ext>
                </a:extLst>
              </p:cNvPr>
              <p:cNvSpPr>
                <a:spLocks noChangeShapeType="1"/>
              </p:cNvSpPr>
              <p:nvPr/>
            </p:nvSpPr>
            <p:spPr bwMode="auto">
              <a:xfrm>
                <a:off x="1297" y="1821"/>
                <a:ext cx="0" cy="317"/>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11" name="Line 30">
                <a:extLst>
                  <a:ext uri="{FF2B5EF4-FFF2-40B4-BE49-F238E27FC236}">
                    <a16:creationId xmlns:a16="http://schemas.microsoft.com/office/drawing/2014/main" id="{9F9E1519-3325-E068-88D0-DCC3B3221D97}"/>
                  </a:ext>
                </a:extLst>
              </p:cNvPr>
              <p:cNvSpPr>
                <a:spLocks noChangeShapeType="1"/>
              </p:cNvSpPr>
              <p:nvPr/>
            </p:nvSpPr>
            <p:spPr bwMode="auto">
              <a:xfrm>
                <a:off x="1306" y="2415"/>
                <a:ext cx="0" cy="237"/>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12" name="Line 31">
                <a:extLst>
                  <a:ext uri="{FF2B5EF4-FFF2-40B4-BE49-F238E27FC236}">
                    <a16:creationId xmlns:a16="http://schemas.microsoft.com/office/drawing/2014/main" id="{82E05F27-ADDB-1AD0-BC96-4EE0747C1C37}"/>
                  </a:ext>
                </a:extLst>
              </p:cNvPr>
              <p:cNvSpPr>
                <a:spLocks noChangeShapeType="1"/>
              </p:cNvSpPr>
              <p:nvPr/>
            </p:nvSpPr>
            <p:spPr bwMode="auto">
              <a:xfrm>
                <a:off x="1297" y="2928"/>
                <a:ext cx="0" cy="23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13" name="Line 32">
                <a:extLst>
                  <a:ext uri="{FF2B5EF4-FFF2-40B4-BE49-F238E27FC236}">
                    <a16:creationId xmlns:a16="http://schemas.microsoft.com/office/drawing/2014/main" id="{A099B39A-5C73-C95B-5BF3-61886E9528B3}"/>
                  </a:ext>
                </a:extLst>
              </p:cNvPr>
              <p:cNvSpPr>
                <a:spLocks noChangeShapeType="1"/>
              </p:cNvSpPr>
              <p:nvPr/>
            </p:nvSpPr>
            <p:spPr bwMode="auto">
              <a:xfrm>
                <a:off x="1297" y="3425"/>
                <a:ext cx="0" cy="237"/>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14" name="Text Box 33">
                <a:extLst>
                  <a:ext uri="{FF2B5EF4-FFF2-40B4-BE49-F238E27FC236}">
                    <a16:creationId xmlns:a16="http://schemas.microsoft.com/office/drawing/2014/main" id="{DD965C58-7DD4-444F-9884-800F554F1070}"/>
                  </a:ext>
                </a:extLst>
              </p:cNvPr>
              <p:cNvSpPr txBox="1">
                <a:spLocks noChangeArrowheads="1"/>
              </p:cNvSpPr>
              <p:nvPr/>
            </p:nvSpPr>
            <p:spPr bwMode="auto">
              <a:xfrm>
                <a:off x="825" y="3151"/>
                <a:ext cx="943" cy="277"/>
              </a:xfrm>
              <a:prstGeom prst="rect">
                <a:avLst/>
              </a:prstGeom>
              <a:solidFill>
                <a:srgbClr val="CCE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ClrTx/>
                  <a:buSzTx/>
                  <a:buFontTx/>
                  <a:buNone/>
                </a:pPr>
                <a:r>
                  <a:rPr kumimoji="1" lang="en-US" altLang="zh-CN" sz="1600" b="1">
                    <a:solidFill>
                      <a:schemeClr val="tx1"/>
                    </a:solidFill>
                    <a:latin typeface="Times New Roman" panose="02020603050405020304" pitchFamily="18" charset="0"/>
                  </a:rPr>
                  <a:t> v(mutex)</a:t>
                </a:r>
              </a:p>
            </p:txBody>
          </p:sp>
        </p:grpSp>
      </p:grpSp>
      <p:sp>
        <p:nvSpPr>
          <p:cNvPr id="24" name="Text Box 36">
            <a:extLst>
              <a:ext uri="{FF2B5EF4-FFF2-40B4-BE49-F238E27FC236}">
                <a16:creationId xmlns:a16="http://schemas.microsoft.com/office/drawing/2014/main" id="{01BE93CB-1B72-897B-54D4-6D5A8B7367F4}"/>
              </a:ext>
            </a:extLst>
          </p:cNvPr>
          <p:cNvSpPr txBox="1">
            <a:spLocks noChangeArrowheads="1"/>
          </p:cNvSpPr>
          <p:nvPr/>
        </p:nvSpPr>
        <p:spPr bwMode="auto">
          <a:xfrm>
            <a:off x="3509882" y="5792955"/>
            <a:ext cx="4022725" cy="38576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0"/>
              </a:spcBef>
              <a:buFont typeface="Wingdings" panose="05000000000000000000" pitchFamily="2" charset="2"/>
              <a:buNone/>
            </a:pPr>
            <a:r>
              <a:rPr lang="zh-CN" altLang="en-US" sz="1600" b="0" dirty="0">
                <a:solidFill>
                  <a:schemeClr val="tx1"/>
                </a:solidFill>
                <a:latin typeface="Times New Roman" panose="02020603050405020304" pitchFamily="18" charset="0"/>
              </a:rPr>
              <a:t>两个进程利用信号灯的</a:t>
            </a:r>
            <a:r>
              <a:rPr lang="en-US" altLang="zh-CN" sz="1600" b="0" dirty="0">
                <a:solidFill>
                  <a:schemeClr val="tx1"/>
                </a:solidFill>
                <a:latin typeface="Times New Roman" panose="02020603050405020304" pitchFamily="18" charset="0"/>
              </a:rPr>
              <a:t>P</a:t>
            </a:r>
            <a:r>
              <a:rPr lang="zh-CN" altLang="en-US" sz="1600" b="0" dirty="0">
                <a:solidFill>
                  <a:schemeClr val="tx1"/>
                </a:solidFill>
                <a:latin typeface="Times New Roman" panose="02020603050405020304" pitchFamily="18" charset="0"/>
              </a:rPr>
              <a:t>、</a:t>
            </a:r>
            <a:r>
              <a:rPr lang="en-US" altLang="zh-CN" sz="1600" b="0" dirty="0">
                <a:solidFill>
                  <a:schemeClr val="tx1"/>
                </a:solidFill>
                <a:latin typeface="Times New Roman" panose="02020603050405020304" pitchFamily="18" charset="0"/>
              </a:rPr>
              <a:t>V</a:t>
            </a:r>
            <a:r>
              <a:rPr lang="zh-CN" altLang="en-US" sz="1600" b="0" dirty="0">
                <a:solidFill>
                  <a:schemeClr val="tx1"/>
                </a:solidFill>
                <a:latin typeface="Times New Roman" panose="02020603050405020304" pitchFamily="18" charset="0"/>
              </a:rPr>
              <a:t>操作实现互斥</a:t>
            </a:r>
          </a:p>
        </p:txBody>
      </p:sp>
    </p:spTree>
    <p:extLst>
      <p:ext uri="{BB962C8B-B14F-4D97-AF65-F5344CB8AC3E}">
        <p14:creationId xmlns:p14="http://schemas.microsoft.com/office/powerpoint/2010/main" val="3706940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206345-DCBE-D9A7-11D6-09F5731C3A5A}"/>
              </a:ext>
            </a:extLst>
          </p:cNvPr>
          <p:cNvSpPr>
            <a:spLocks noGrp="1"/>
          </p:cNvSpPr>
          <p:nvPr>
            <p:ph type="title"/>
          </p:nvPr>
        </p:nvSpPr>
        <p:spPr/>
        <p:txBody>
          <a:bodyPr>
            <a:normAutofit/>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进程互斥与同步的实现</a:t>
            </a:r>
            <a:endParaRPr lang="zh-CN" altLang="en-US" dirty="0"/>
          </a:p>
        </p:txBody>
      </p:sp>
      <p:sp>
        <p:nvSpPr>
          <p:cNvPr id="3" name="Rectangle 3">
            <a:extLst>
              <a:ext uri="{FF2B5EF4-FFF2-40B4-BE49-F238E27FC236}">
                <a16:creationId xmlns:a16="http://schemas.microsoft.com/office/drawing/2014/main" id="{0D58947C-136A-48A6-437A-F674DBB8C0DD}"/>
              </a:ext>
            </a:extLst>
          </p:cNvPr>
          <p:cNvSpPr>
            <a:spLocks noChangeArrowheads="1"/>
          </p:cNvSpPr>
          <p:nvPr/>
        </p:nvSpPr>
        <p:spPr bwMode="auto">
          <a:xfrm>
            <a:off x="670544" y="830079"/>
            <a:ext cx="4137025" cy="62078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indent="0" algn="just">
              <a:lnSpc>
                <a:spcPct val="150000"/>
              </a:lnSpc>
              <a:spcBef>
                <a:spcPts val="1000"/>
              </a:spcBef>
              <a:buClr>
                <a:srgbClr val="FFC000"/>
              </a:buClr>
              <a:buNone/>
              <a:defRPr/>
            </a:pPr>
            <a:r>
              <a:rPr lang="en-US" altLang="zh-CN" sz="2000" b="1" dirty="0">
                <a:solidFill>
                  <a:prstClr val="black"/>
                </a:solidFill>
                <a:latin typeface="微软雅黑" panose="020B0503020204020204" pitchFamily="34" charset="-122"/>
                <a:ea typeface="微软雅黑" panose="020B0503020204020204" pitchFamily="34" charset="-122"/>
              </a:rPr>
              <a:t>(2) </a:t>
            </a:r>
            <a:r>
              <a:rPr lang="zh-CN" altLang="en-US" sz="2000" b="1" dirty="0">
                <a:solidFill>
                  <a:prstClr val="black"/>
                </a:solidFill>
                <a:latin typeface="微软雅黑" panose="020B0503020204020204" pitchFamily="34" charset="-122"/>
                <a:ea typeface="微软雅黑" panose="020B0503020204020204" pitchFamily="34" charset="-122"/>
              </a:rPr>
              <a:t>程序描述</a:t>
            </a:r>
          </a:p>
          <a:p>
            <a:pPr algn="just" eaLnBrk="1" hangingPunct="1">
              <a:lnSpc>
                <a:spcPct val="120000"/>
              </a:lnSpc>
              <a:spcBef>
                <a:spcPct val="20000"/>
              </a:spcBef>
              <a:buFont typeface="Wingdings" panose="05000000000000000000" pitchFamily="2" charset="2"/>
              <a:buNone/>
            </a:pPr>
            <a:r>
              <a:rPr lang="en-US" altLang="zh-CN" sz="1600" b="1" dirty="0">
                <a:solidFill>
                  <a:schemeClr val="tx1"/>
                </a:solidFill>
                <a:latin typeface="Times New Roman" panose="02020603050405020304" pitchFamily="18" charset="0"/>
              </a:rPr>
              <a:t>     main( )</a:t>
            </a:r>
          </a:p>
          <a:p>
            <a:pPr algn="just" eaLnBrk="1" hangingPunct="1">
              <a:lnSpc>
                <a:spcPct val="120000"/>
              </a:lnSpc>
              <a:spcBef>
                <a:spcPct val="20000"/>
              </a:spcBef>
              <a:buFont typeface="Wingdings" panose="05000000000000000000" pitchFamily="2" charset="2"/>
              <a:buNone/>
            </a:pPr>
            <a:r>
              <a:rPr lang="en-US" altLang="zh-CN" sz="1600" b="1" dirty="0">
                <a:solidFill>
                  <a:schemeClr val="tx1"/>
                </a:solidFill>
                <a:latin typeface="Times New Roman" panose="02020603050405020304" pitchFamily="18" charset="0"/>
              </a:rPr>
              <a:t>     {</a:t>
            </a:r>
          </a:p>
          <a:p>
            <a:pPr algn="just" eaLnBrk="1" hangingPunct="1">
              <a:lnSpc>
                <a:spcPct val="120000"/>
              </a:lnSpc>
              <a:spcBef>
                <a:spcPct val="20000"/>
              </a:spcBef>
              <a:buFont typeface="Wingdings" panose="05000000000000000000" pitchFamily="2" charset="2"/>
              <a:buNone/>
            </a:pPr>
            <a:r>
              <a:rPr lang="en-US" altLang="zh-CN" sz="1600" b="1" dirty="0">
                <a:solidFill>
                  <a:schemeClr val="tx1"/>
                </a:solidFill>
                <a:latin typeface="Times New Roman" panose="02020603050405020304" pitchFamily="18" charset="0"/>
              </a:rPr>
              <a:t>         int mutex=1</a:t>
            </a:r>
            <a:r>
              <a:rPr lang="zh-CN" altLang="en-US" sz="1600" b="1" dirty="0">
                <a:solidFill>
                  <a:schemeClr val="tx1"/>
                </a:solidFill>
                <a:latin typeface="Times New Roman" panose="02020603050405020304" pitchFamily="18" charset="0"/>
              </a:rPr>
              <a:t>；       </a:t>
            </a:r>
            <a:r>
              <a:rPr lang="en-US" altLang="zh-CN" sz="1600" b="1" dirty="0">
                <a:solidFill>
                  <a:schemeClr val="tx1"/>
                </a:solidFill>
                <a:latin typeface="Times New Roman" panose="02020603050405020304" pitchFamily="18" charset="0"/>
              </a:rPr>
              <a:t>//</a:t>
            </a:r>
            <a:r>
              <a:rPr lang="zh-CN" altLang="en-US" sz="1600" b="1" dirty="0">
                <a:solidFill>
                  <a:schemeClr val="tx1"/>
                </a:solidFill>
                <a:latin typeface="Times New Roman" panose="02020603050405020304" pitchFamily="18" charset="0"/>
              </a:rPr>
              <a:t> 互斥信号灯</a:t>
            </a:r>
          </a:p>
          <a:p>
            <a:pPr algn="just" eaLnBrk="1" hangingPunct="1">
              <a:lnSpc>
                <a:spcPct val="120000"/>
              </a:lnSpc>
              <a:spcBef>
                <a:spcPct val="20000"/>
              </a:spcBef>
              <a:buFont typeface="Wingdings" panose="05000000000000000000" pitchFamily="2" charset="2"/>
              <a:buNone/>
            </a:pPr>
            <a:r>
              <a:rPr lang="zh-CN" altLang="en-US" sz="1600" b="1" dirty="0">
                <a:solidFill>
                  <a:schemeClr val="tx1"/>
                </a:solidFill>
                <a:latin typeface="Times New Roman" panose="02020603050405020304" pitchFamily="18" charset="0"/>
              </a:rPr>
              <a:t>         </a:t>
            </a:r>
            <a:r>
              <a:rPr lang="en-US" altLang="zh-CN" sz="1600" b="1" dirty="0" err="1">
                <a:solidFill>
                  <a:schemeClr val="tx1"/>
                </a:solidFill>
                <a:latin typeface="Times New Roman" panose="02020603050405020304" pitchFamily="18" charset="0"/>
              </a:rPr>
              <a:t>cobegin</a:t>
            </a:r>
            <a:endParaRPr lang="en-US" altLang="zh-CN" sz="1600" b="1" dirty="0">
              <a:solidFill>
                <a:schemeClr val="tx1"/>
              </a:solidFill>
              <a:latin typeface="Times New Roman" panose="02020603050405020304" pitchFamily="18" charset="0"/>
            </a:endParaRPr>
          </a:p>
          <a:p>
            <a:pPr algn="just" eaLnBrk="1" hangingPunct="1">
              <a:lnSpc>
                <a:spcPct val="120000"/>
              </a:lnSpc>
              <a:spcBef>
                <a:spcPct val="20000"/>
              </a:spcBef>
              <a:buFont typeface="Wingdings" panose="05000000000000000000" pitchFamily="2" charset="2"/>
              <a:buNone/>
            </a:pPr>
            <a:r>
              <a:rPr lang="en-US" altLang="zh-CN" sz="1600" b="1" dirty="0">
                <a:solidFill>
                  <a:schemeClr val="tx1"/>
                </a:solidFill>
                <a:latin typeface="Times New Roman" panose="02020603050405020304" pitchFamily="18" charset="0"/>
              </a:rPr>
              <a:t>             p</a:t>
            </a:r>
            <a:r>
              <a:rPr lang="en-US" altLang="zh-CN" sz="1600" b="1" baseline="-25000" dirty="0">
                <a:solidFill>
                  <a:schemeClr val="tx1"/>
                </a:solidFill>
                <a:latin typeface="Times New Roman" panose="02020603050405020304" pitchFamily="18" charset="0"/>
              </a:rPr>
              <a:t>a</a:t>
            </a:r>
            <a:r>
              <a:rPr lang="en-US" altLang="zh-CN" sz="1600" b="1" dirty="0">
                <a:solidFill>
                  <a:schemeClr val="tx1"/>
                </a:solidFill>
                <a:latin typeface="Times New Roman" panose="02020603050405020304" pitchFamily="18" charset="0"/>
              </a:rPr>
              <a:t>( )</a:t>
            </a:r>
            <a:r>
              <a:rPr lang="zh-CN" altLang="en-US" sz="1600" b="1" dirty="0">
                <a:solidFill>
                  <a:schemeClr val="tx1"/>
                </a:solidFill>
                <a:latin typeface="Times New Roman" panose="02020603050405020304" pitchFamily="18" charset="0"/>
              </a:rPr>
              <a:t>；</a:t>
            </a:r>
          </a:p>
          <a:p>
            <a:pPr algn="just" eaLnBrk="1" hangingPunct="1">
              <a:lnSpc>
                <a:spcPct val="120000"/>
              </a:lnSpc>
              <a:spcBef>
                <a:spcPct val="20000"/>
              </a:spcBef>
              <a:buFont typeface="Wingdings" panose="05000000000000000000" pitchFamily="2" charset="2"/>
              <a:buNone/>
            </a:pPr>
            <a:r>
              <a:rPr lang="zh-CN" altLang="en-US" sz="1600" b="1" dirty="0">
                <a:solidFill>
                  <a:schemeClr val="tx1"/>
                </a:solidFill>
                <a:latin typeface="Times New Roman" panose="02020603050405020304" pitchFamily="18" charset="0"/>
              </a:rPr>
              <a:t>             </a:t>
            </a:r>
            <a:r>
              <a:rPr lang="en-US" altLang="zh-CN" sz="1600" b="1" dirty="0">
                <a:solidFill>
                  <a:schemeClr val="tx1"/>
                </a:solidFill>
                <a:latin typeface="Times New Roman" panose="02020603050405020304" pitchFamily="18" charset="0"/>
              </a:rPr>
              <a:t>p</a:t>
            </a:r>
            <a:r>
              <a:rPr lang="en-US" altLang="zh-CN" sz="1600" b="1" baseline="-25000" dirty="0">
                <a:solidFill>
                  <a:schemeClr val="tx1"/>
                </a:solidFill>
                <a:latin typeface="Times New Roman" panose="02020603050405020304" pitchFamily="18" charset="0"/>
              </a:rPr>
              <a:t>b</a:t>
            </a:r>
            <a:r>
              <a:rPr lang="en-US" altLang="zh-CN" sz="1600" b="1" dirty="0">
                <a:solidFill>
                  <a:schemeClr val="tx1"/>
                </a:solidFill>
                <a:latin typeface="Times New Roman" panose="02020603050405020304" pitchFamily="18" charset="0"/>
              </a:rPr>
              <a:t>( )</a:t>
            </a:r>
            <a:r>
              <a:rPr lang="zh-CN" altLang="en-US" sz="1600" b="1" dirty="0">
                <a:solidFill>
                  <a:schemeClr val="tx1"/>
                </a:solidFill>
                <a:latin typeface="Times New Roman" panose="02020603050405020304" pitchFamily="18" charset="0"/>
              </a:rPr>
              <a:t>；</a:t>
            </a:r>
          </a:p>
          <a:p>
            <a:pPr algn="just" eaLnBrk="1" hangingPunct="1">
              <a:lnSpc>
                <a:spcPct val="120000"/>
              </a:lnSpc>
              <a:spcBef>
                <a:spcPct val="20000"/>
              </a:spcBef>
              <a:buFont typeface="Wingdings" panose="05000000000000000000" pitchFamily="2" charset="2"/>
              <a:buNone/>
            </a:pPr>
            <a:r>
              <a:rPr lang="zh-CN" altLang="en-US" sz="1600" b="1" dirty="0">
                <a:solidFill>
                  <a:schemeClr val="tx1"/>
                </a:solidFill>
                <a:latin typeface="Times New Roman" panose="02020603050405020304" pitchFamily="18" charset="0"/>
              </a:rPr>
              <a:t>         </a:t>
            </a:r>
            <a:r>
              <a:rPr lang="en-US" altLang="zh-CN" sz="1600" b="1" dirty="0" err="1">
                <a:solidFill>
                  <a:schemeClr val="tx1"/>
                </a:solidFill>
                <a:latin typeface="Times New Roman" panose="02020603050405020304" pitchFamily="18" charset="0"/>
              </a:rPr>
              <a:t>coend</a:t>
            </a:r>
            <a:endParaRPr lang="en-US" altLang="zh-CN" sz="1600" b="1" dirty="0">
              <a:solidFill>
                <a:schemeClr val="tx1"/>
              </a:solidFill>
              <a:latin typeface="Times New Roman" panose="02020603050405020304" pitchFamily="18" charset="0"/>
            </a:endParaRPr>
          </a:p>
          <a:p>
            <a:pPr algn="just" eaLnBrk="1" hangingPunct="1">
              <a:lnSpc>
                <a:spcPct val="120000"/>
              </a:lnSpc>
              <a:spcBef>
                <a:spcPct val="20000"/>
              </a:spcBef>
              <a:buFont typeface="Wingdings" panose="05000000000000000000" pitchFamily="2" charset="2"/>
              <a:buNone/>
            </a:pPr>
            <a:r>
              <a:rPr lang="en-US" altLang="zh-CN" sz="1600" b="1" dirty="0">
                <a:solidFill>
                  <a:schemeClr val="tx1"/>
                </a:solidFill>
                <a:latin typeface="Times New Roman" panose="02020603050405020304" pitchFamily="18" charset="0"/>
              </a:rPr>
              <a:t>     }</a:t>
            </a:r>
          </a:p>
          <a:p>
            <a:pPr eaLnBrk="1" hangingPunct="1">
              <a:lnSpc>
                <a:spcPct val="120000"/>
              </a:lnSpc>
              <a:spcBef>
                <a:spcPct val="20000"/>
              </a:spcBef>
              <a:buFont typeface="Wingdings" panose="05000000000000000000" pitchFamily="2" charset="2"/>
              <a:buNone/>
            </a:pPr>
            <a:r>
              <a:rPr lang="en-US" altLang="zh-CN" sz="1600" b="1" dirty="0">
                <a:solidFill>
                  <a:schemeClr val="tx1"/>
                </a:solidFill>
                <a:latin typeface="Times New Roman" panose="02020603050405020304" pitchFamily="18" charset="0"/>
              </a:rPr>
              <a:t>     p</a:t>
            </a:r>
            <a:r>
              <a:rPr lang="en-US" altLang="zh-CN" sz="1600" b="1" baseline="-25000" dirty="0">
                <a:solidFill>
                  <a:schemeClr val="tx1"/>
                </a:solidFill>
                <a:latin typeface="Times New Roman" panose="02020603050405020304" pitchFamily="18" charset="0"/>
              </a:rPr>
              <a:t>a</a:t>
            </a:r>
            <a:r>
              <a:rPr lang="en-US" altLang="zh-CN" sz="1600" b="1" dirty="0">
                <a:solidFill>
                  <a:schemeClr val="tx1"/>
                </a:solidFill>
                <a:latin typeface="Times New Roman" panose="02020603050405020304" pitchFamily="18" charset="0"/>
              </a:rPr>
              <a:t>( )                                  p</a:t>
            </a:r>
            <a:r>
              <a:rPr lang="en-US" altLang="zh-CN" sz="1600" b="1" baseline="-25000" dirty="0">
                <a:solidFill>
                  <a:schemeClr val="tx1"/>
                </a:solidFill>
                <a:latin typeface="Times New Roman" panose="02020603050405020304" pitchFamily="18" charset="0"/>
              </a:rPr>
              <a:t>b</a:t>
            </a:r>
            <a:r>
              <a:rPr lang="en-US" altLang="zh-CN" sz="1600" b="1" dirty="0">
                <a:solidFill>
                  <a:schemeClr val="tx1"/>
                </a:solidFill>
                <a:latin typeface="Times New Roman" panose="02020603050405020304" pitchFamily="18" charset="0"/>
              </a:rPr>
              <a:t>( )</a:t>
            </a:r>
          </a:p>
          <a:p>
            <a:pPr algn="just" eaLnBrk="1" hangingPunct="1">
              <a:lnSpc>
                <a:spcPct val="120000"/>
              </a:lnSpc>
              <a:spcBef>
                <a:spcPct val="20000"/>
              </a:spcBef>
              <a:buFont typeface="Wingdings" panose="05000000000000000000" pitchFamily="2" charset="2"/>
              <a:buNone/>
            </a:pPr>
            <a:r>
              <a:rPr lang="en-US" altLang="zh-CN" sz="1600" b="1" dirty="0">
                <a:solidFill>
                  <a:schemeClr val="tx1"/>
                </a:solidFill>
                <a:latin typeface="Times New Roman" panose="02020603050405020304" pitchFamily="18" charset="0"/>
              </a:rPr>
              <a:t>     {                                       {</a:t>
            </a:r>
            <a:endParaRPr lang="en-US" altLang="zh-CN" sz="1600" b="1" dirty="0">
              <a:solidFill>
                <a:schemeClr val="tx1"/>
              </a:solidFill>
              <a:latin typeface="Times New Roman" panose="02020603050405020304" pitchFamily="18" charset="0"/>
              <a:sym typeface="MT Extra" panose="05050102010205020202" pitchFamily="18" charset="2"/>
            </a:endParaRPr>
          </a:p>
          <a:p>
            <a:pPr algn="just" eaLnBrk="1" hangingPunct="1">
              <a:lnSpc>
                <a:spcPct val="120000"/>
              </a:lnSpc>
              <a:spcBef>
                <a:spcPct val="20000"/>
              </a:spcBef>
              <a:buFont typeface="Wingdings" panose="05000000000000000000" pitchFamily="2" charset="2"/>
              <a:buNone/>
            </a:pPr>
            <a:r>
              <a:rPr lang="en-US" altLang="zh-CN" sz="1600" b="1" dirty="0">
                <a:solidFill>
                  <a:schemeClr val="tx1"/>
                </a:solidFill>
                <a:latin typeface="Times New Roman" panose="02020603050405020304" pitchFamily="18" charset="0"/>
                <a:sym typeface="MT Extra" panose="05050102010205020202" pitchFamily="18" charset="2"/>
              </a:rPr>
              <a:t>                                                      </a:t>
            </a:r>
          </a:p>
          <a:p>
            <a:pPr algn="just" eaLnBrk="1" hangingPunct="1">
              <a:lnSpc>
                <a:spcPct val="120000"/>
              </a:lnSpc>
              <a:spcBef>
                <a:spcPct val="20000"/>
              </a:spcBef>
              <a:buFont typeface="Wingdings" panose="05000000000000000000" pitchFamily="2" charset="2"/>
              <a:buNone/>
            </a:pPr>
            <a:r>
              <a:rPr lang="en-US" altLang="zh-CN" sz="1600" b="1" dirty="0">
                <a:solidFill>
                  <a:schemeClr val="tx1"/>
                </a:solidFill>
                <a:latin typeface="Times New Roman" panose="02020603050405020304" pitchFamily="18" charset="0"/>
              </a:rPr>
              <a:t>        p(mutex)</a:t>
            </a:r>
            <a:r>
              <a:rPr lang="zh-CN" altLang="en-US" sz="1600" b="1" dirty="0">
                <a:solidFill>
                  <a:schemeClr val="tx1"/>
                </a:solidFill>
                <a:latin typeface="Times New Roman" panose="02020603050405020304" pitchFamily="18" charset="0"/>
              </a:rPr>
              <a:t>；                     </a:t>
            </a:r>
            <a:r>
              <a:rPr lang="en-US" altLang="zh-CN" sz="1600" b="1" dirty="0">
                <a:solidFill>
                  <a:schemeClr val="tx1"/>
                </a:solidFill>
                <a:latin typeface="Times New Roman" panose="02020603050405020304" pitchFamily="18" charset="0"/>
              </a:rPr>
              <a:t>p(mutex)</a:t>
            </a:r>
            <a:r>
              <a:rPr lang="zh-CN" altLang="en-US" sz="1600" b="1" dirty="0">
                <a:solidFill>
                  <a:schemeClr val="tx1"/>
                </a:solidFill>
                <a:latin typeface="Times New Roman" panose="02020603050405020304" pitchFamily="18" charset="0"/>
              </a:rPr>
              <a:t>；</a:t>
            </a:r>
          </a:p>
          <a:p>
            <a:pPr algn="just" eaLnBrk="1" hangingPunct="1">
              <a:lnSpc>
                <a:spcPct val="120000"/>
              </a:lnSpc>
              <a:spcBef>
                <a:spcPct val="20000"/>
              </a:spcBef>
              <a:buFont typeface="Wingdings" panose="05000000000000000000" pitchFamily="2" charset="2"/>
              <a:buNone/>
            </a:pPr>
            <a:r>
              <a:rPr lang="zh-CN" altLang="en-US" sz="1600" b="1" dirty="0">
                <a:solidFill>
                  <a:schemeClr val="tx1"/>
                </a:solidFill>
                <a:latin typeface="Times New Roman" panose="02020603050405020304" pitchFamily="18" charset="0"/>
              </a:rPr>
              <a:t>              </a:t>
            </a:r>
            <a:r>
              <a:rPr lang="en-US" altLang="zh-CN" sz="1600" b="1" dirty="0" err="1">
                <a:solidFill>
                  <a:schemeClr val="tx1"/>
                </a:solidFill>
                <a:latin typeface="Times New Roman" panose="02020603050405020304" pitchFamily="18" charset="0"/>
              </a:rPr>
              <a:t>cs</a:t>
            </a:r>
            <a:r>
              <a:rPr lang="en-US" altLang="zh-CN" sz="1600" b="1" baseline="-25000" dirty="0" err="1">
                <a:solidFill>
                  <a:schemeClr val="tx1"/>
                </a:solidFill>
                <a:latin typeface="Times New Roman" panose="02020603050405020304" pitchFamily="18" charset="0"/>
              </a:rPr>
              <a:t>a</a:t>
            </a:r>
            <a:r>
              <a:rPr lang="en-US" altLang="zh-CN" sz="1600" b="1" dirty="0">
                <a:solidFill>
                  <a:schemeClr val="tx1"/>
                </a:solidFill>
                <a:latin typeface="Times New Roman" panose="02020603050405020304" pitchFamily="18" charset="0"/>
              </a:rPr>
              <a:t> </a:t>
            </a:r>
            <a:r>
              <a:rPr lang="zh-CN" altLang="en-US" sz="1600" b="1" dirty="0">
                <a:solidFill>
                  <a:schemeClr val="tx1"/>
                </a:solidFill>
                <a:latin typeface="Times New Roman" panose="02020603050405020304" pitchFamily="18" charset="0"/>
              </a:rPr>
              <a:t>；                               </a:t>
            </a:r>
            <a:r>
              <a:rPr lang="en-US" altLang="zh-CN" sz="1600" b="1" dirty="0" err="1">
                <a:solidFill>
                  <a:schemeClr val="tx1"/>
                </a:solidFill>
                <a:latin typeface="Times New Roman" panose="02020603050405020304" pitchFamily="18" charset="0"/>
              </a:rPr>
              <a:t>cs</a:t>
            </a:r>
            <a:r>
              <a:rPr lang="en-US" altLang="zh-CN" sz="1600" b="1" baseline="-25000" dirty="0" err="1">
                <a:solidFill>
                  <a:schemeClr val="tx1"/>
                </a:solidFill>
                <a:latin typeface="Times New Roman" panose="02020603050405020304" pitchFamily="18" charset="0"/>
              </a:rPr>
              <a:t>b</a:t>
            </a:r>
            <a:r>
              <a:rPr lang="en-US" altLang="zh-CN" sz="1600" b="1" dirty="0">
                <a:solidFill>
                  <a:schemeClr val="tx1"/>
                </a:solidFill>
                <a:latin typeface="Times New Roman" panose="02020603050405020304" pitchFamily="18" charset="0"/>
              </a:rPr>
              <a:t> </a:t>
            </a:r>
            <a:r>
              <a:rPr lang="zh-CN" altLang="en-US" sz="1600" b="1" dirty="0">
                <a:solidFill>
                  <a:schemeClr val="tx1"/>
                </a:solidFill>
                <a:latin typeface="Times New Roman" panose="02020603050405020304" pitchFamily="18" charset="0"/>
              </a:rPr>
              <a:t>；</a:t>
            </a:r>
          </a:p>
          <a:p>
            <a:pPr algn="just" eaLnBrk="1" hangingPunct="1">
              <a:lnSpc>
                <a:spcPct val="120000"/>
              </a:lnSpc>
              <a:spcBef>
                <a:spcPct val="20000"/>
              </a:spcBef>
              <a:buFont typeface="Wingdings" panose="05000000000000000000" pitchFamily="2" charset="2"/>
              <a:buNone/>
            </a:pPr>
            <a:r>
              <a:rPr lang="zh-CN" altLang="en-US" sz="1600" b="1" dirty="0">
                <a:solidFill>
                  <a:schemeClr val="tx1"/>
                </a:solidFill>
                <a:latin typeface="Times New Roman" panose="02020603050405020304" pitchFamily="18" charset="0"/>
              </a:rPr>
              <a:t>          </a:t>
            </a:r>
            <a:r>
              <a:rPr lang="en-US" altLang="zh-CN" sz="1600" b="1" dirty="0">
                <a:solidFill>
                  <a:schemeClr val="tx1"/>
                </a:solidFill>
                <a:latin typeface="Times New Roman" panose="02020603050405020304" pitchFamily="18" charset="0"/>
              </a:rPr>
              <a:t>v(mutex)</a:t>
            </a:r>
            <a:r>
              <a:rPr lang="zh-CN" altLang="en-US" sz="1600" b="1" dirty="0">
                <a:solidFill>
                  <a:schemeClr val="tx1"/>
                </a:solidFill>
                <a:latin typeface="Times New Roman" panose="02020603050405020304" pitchFamily="18" charset="0"/>
              </a:rPr>
              <a:t>；                     </a:t>
            </a:r>
            <a:r>
              <a:rPr lang="en-US" altLang="zh-CN" sz="1600" b="1" dirty="0">
                <a:solidFill>
                  <a:schemeClr val="tx1"/>
                </a:solidFill>
                <a:latin typeface="Times New Roman" panose="02020603050405020304" pitchFamily="18" charset="0"/>
              </a:rPr>
              <a:t>v(mutex)</a:t>
            </a:r>
            <a:r>
              <a:rPr lang="zh-CN" altLang="en-US" sz="1600" b="1" dirty="0">
                <a:solidFill>
                  <a:schemeClr val="tx1"/>
                </a:solidFill>
                <a:latin typeface="Times New Roman" panose="02020603050405020304" pitchFamily="18" charset="0"/>
              </a:rPr>
              <a:t>；</a:t>
            </a:r>
          </a:p>
          <a:p>
            <a:pPr algn="just" eaLnBrk="1" hangingPunct="1">
              <a:lnSpc>
                <a:spcPct val="120000"/>
              </a:lnSpc>
              <a:spcBef>
                <a:spcPct val="20000"/>
              </a:spcBef>
              <a:buFont typeface="Wingdings" panose="05000000000000000000" pitchFamily="2" charset="2"/>
              <a:buNone/>
            </a:pPr>
            <a:r>
              <a:rPr lang="zh-CN" altLang="en-US" sz="1600" b="1" dirty="0">
                <a:solidFill>
                  <a:schemeClr val="tx1"/>
                </a:solidFill>
                <a:latin typeface="Times New Roman" panose="02020603050405020304" pitchFamily="18" charset="0"/>
              </a:rPr>
              <a:t>                </a:t>
            </a:r>
            <a:r>
              <a:rPr lang="zh-CN" altLang="en-US" sz="1600" b="1" dirty="0">
                <a:solidFill>
                  <a:schemeClr val="tx1"/>
                </a:solidFill>
                <a:latin typeface="Times New Roman" panose="02020603050405020304" pitchFamily="18" charset="0"/>
                <a:sym typeface="MT Extra" panose="05050102010205020202" pitchFamily="18" charset="2"/>
              </a:rPr>
              <a:t>                                      </a:t>
            </a:r>
            <a:r>
              <a:rPr lang="zh-CN" altLang="en-US" sz="1600" b="1" dirty="0">
                <a:solidFill>
                  <a:schemeClr val="tx1"/>
                </a:solidFill>
                <a:latin typeface="Times New Roman" panose="02020603050405020304" pitchFamily="18" charset="0"/>
              </a:rPr>
              <a:t> </a:t>
            </a:r>
          </a:p>
          <a:p>
            <a:pPr algn="just" eaLnBrk="1" hangingPunct="1">
              <a:lnSpc>
                <a:spcPct val="120000"/>
              </a:lnSpc>
              <a:spcBef>
                <a:spcPct val="20000"/>
              </a:spcBef>
              <a:buFont typeface="Wingdings" panose="05000000000000000000" pitchFamily="2" charset="2"/>
              <a:buNone/>
            </a:pPr>
            <a:r>
              <a:rPr lang="zh-CN" altLang="en-US" sz="1600" b="1" dirty="0">
                <a:solidFill>
                  <a:schemeClr val="tx1"/>
                </a:solidFill>
                <a:latin typeface="Times New Roman" panose="02020603050405020304" pitchFamily="18" charset="0"/>
              </a:rPr>
              <a:t>     </a:t>
            </a:r>
            <a:r>
              <a:rPr lang="en-US" altLang="zh-CN" sz="1600" b="1" dirty="0">
                <a:solidFill>
                  <a:schemeClr val="tx1"/>
                </a:solidFill>
                <a:latin typeface="Times New Roman" panose="02020603050405020304" pitchFamily="18" charset="0"/>
              </a:rPr>
              <a:t>}                                       }        </a:t>
            </a:r>
          </a:p>
        </p:txBody>
      </p:sp>
      <p:sp>
        <p:nvSpPr>
          <p:cNvPr id="4" name="Rectangle 23">
            <a:extLst>
              <a:ext uri="{FF2B5EF4-FFF2-40B4-BE49-F238E27FC236}">
                <a16:creationId xmlns:a16="http://schemas.microsoft.com/office/drawing/2014/main" id="{510E05DD-8CF7-68AB-DF74-DE3BC950F359}"/>
              </a:ext>
            </a:extLst>
          </p:cNvPr>
          <p:cNvSpPr>
            <a:spLocks noChangeArrowheads="1"/>
          </p:cNvSpPr>
          <p:nvPr/>
        </p:nvSpPr>
        <p:spPr bwMode="auto">
          <a:xfrm>
            <a:off x="6029944" y="909432"/>
            <a:ext cx="4630737" cy="5039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spcBef>
                <a:spcPts val="1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(3) </a:t>
            </a:r>
            <a:r>
              <a:rPr lang="zh-CN" altLang="en-US" sz="2600" b="1" dirty="0">
                <a:solidFill>
                  <a:prstClr val="black"/>
                </a:solidFill>
                <a:effectLst/>
                <a:latin typeface="微软雅黑" panose="020B0503020204020204" pitchFamily="34" charset="-122"/>
                <a:ea typeface="微软雅黑" panose="020B0503020204020204" pitchFamily="34" charset="-122"/>
              </a:rPr>
              <a:t>信号灯可能的取值</a:t>
            </a:r>
          </a:p>
          <a:p>
            <a:pPr eaLnBrk="1" hangingPunct="1">
              <a:lnSpc>
                <a:spcPct val="130000"/>
              </a:lnSpc>
              <a:buClr>
                <a:schemeClr val="tx2"/>
              </a:buClr>
              <a:buSzPct val="95000"/>
              <a:buFont typeface="Wingdings" panose="05000000000000000000" pitchFamily="2" charset="2"/>
              <a:buNone/>
              <a:defRPr/>
            </a:pPr>
            <a:r>
              <a:rPr lang="zh-CN" altLang="en-US" sz="2000" dirty="0">
                <a:effectLst/>
                <a:latin typeface="Times New Roman" panose="02020603050405020304" pitchFamily="18" charset="0"/>
              </a:rPr>
              <a:t>         </a:t>
            </a:r>
            <a:r>
              <a:rPr lang="zh-CN" altLang="en-US" sz="2000" dirty="0">
                <a:solidFill>
                  <a:schemeClr val="tx1"/>
                </a:solidFill>
                <a:effectLst/>
                <a:latin typeface="Times New Roman" panose="02020603050405020304" pitchFamily="18" charset="0"/>
              </a:rPr>
              <a:t>两个并发进程，互斥信号灯的值仅取</a:t>
            </a:r>
            <a:r>
              <a:rPr lang="en-US" altLang="zh-CN" sz="2000" b="1" dirty="0">
                <a:solidFill>
                  <a:schemeClr val="tx1"/>
                </a:solidFill>
                <a:effectLst/>
                <a:latin typeface="Times New Roman" panose="02020603050405020304" pitchFamily="18" charset="0"/>
              </a:rPr>
              <a:t>1</a:t>
            </a:r>
            <a:r>
              <a:rPr lang="zh-CN" altLang="en-US" sz="2000" b="1" dirty="0">
                <a:solidFill>
                  <a:schemeClr val="tx1"/>
                </a:solidFill>
                <a:effectLst/>
                <a:latin typeface="Times New Roman" panose="02020603050405020304" pitchFamily="18" charset="0"/>
              </a:rPr>
              <a:t>、</a:t>
            </a:r>
            <a:r>
              <a:rPr lang="en-US" altLang="zh-CN" sz="2000" b="1" dirty="0">
                <a:solidFill>
                  <a:schemeClr val="tx1"/>
                </a:solidFill>
                <a:effectLst/>
                <a:latin typeface="Times New Roman" panose="02020603050405020304" pitchFamily="18" charset="0"/>
              </a:rPr>
              <a:t>0</a:t>
            </a:r>
            <a:r>
              <a:rPr lang="zh-CN" altLang="en-US" sz="2000" dirty="0">
                <a:solidFill>
                  <a:schemeClr val="tx1"/>
                </a:solidFill>
                <a:effectLst/>
                <a:latin typeface="Times New Roman" panose="02020603050405020304" pitchFamily="18" charset="0"/>
              </a:rPr>
              <a:t>和</a:t>
            </a:r>
            <a:r>
              <a:rPr lang="zh-CN" altLang="en-US" sz="2000" b="1" dirty="0">
                <a:solidFill>
                  <a:schemeClr val="tx1"/>
                </a:solidFill>
                <a:effectLst/>
                <a:latin typeface="Times New Roman" panose="02020603050405020304" pitchFamily="18" charset="0"/>
              </a:rPr>
              <a:t>－</a:t>
            </a:r>
            <a:r>
              <a:rPr lang="en-US" altLang="zh-CN" sz="2000" b="1" dirty="0">
                <a:solidFill>
                  <a:schemeClr val="tx1"/>
                </a:solidFill>
                <a:effectLst/>
                <a:latin typeface="Times New Roman" panose="02020603050405020304" pitchFamily="18" charset="0"/>
              </a:rPr>
              <a:t>1</a:t>
            </a:r>
            <a:r>
              <a:rPr lang="zh-CN" altLang="en-US" sz="2000" dirty="0">
                <a:solidFill>
                  <a:schemeClr val="tx1"/>
                </a:solidFill>
                <a:effectLst/>
                <a:latin typeface="Times New Roman" panose="02020603050405020304" pitchFamily="18" charset="0"/>
              </a:rPr>
              <a:t>三个值。</a:t>
            </a:r>
          </a:p>
          <a:p>
            <a:pPr eaLnBrk="1" hangingPunct="1">
              <a:lnSpc>
                <a:spcPct val="130000"/>
              </a:lnSpc>
              <a:buClr>
                <a:schemeClr val="tx2"/>
              </a:buClr>
              <a:buSzPct val="95000"/>
              <a:buFont typeface="Wingdings" panose="05000000000000000000" pitchFamily="2" charset="2"/>
              <a:buNone/>
              <a:defRPr/>
            </a:pPr>
            <a:r>
              <a:rPr lang="zh-CN" altLang="en-US" sz="2000" b="1" dirty="0">
                <a:solidFill>
                  <a:schemeClr val="tx1"/>
                </a:solidFill>
                <a:effectLst/>
                <a:latin typeface="Times New Roman" panose="02020603050405020304" pitchFamily="18" charset="0"/>
              </a:rPr>
              <a:t>        </a:t>
            </a:r>
            <a:r>
              <a:rPr lang="en-US" altLang="zh-CN" sz="2000" b="1" dirty="0">
                <a:solidFill>
                  <a:schemeClr val="tx1"/>
                </a:solidFill>
                <a:effectLst/>
                <a:latin typeface="Times New Roman" panose="02020603050405020304" pitchFamily="18" charset="0"/>
              </a:rPr>
              <a:t>mutex=1</a:t>
            </a:r>
          </a:p>
          <a:p>
            <a:pPr eaLnBrk="1" hangingPunct="1">
              <a:lnSpc>
                <a:spcPct val="130000"/>
              </a:lnSpc>
              <a:buClr>
                <a:schemeClr val="tx2"/>
              </a:buClr>
              <a:buSzPct val="95000"/>
              <a:buFont typeface="Wingdings" panose="05000000000000000000" pitchFamily="2" charset="2"/>
              <a:buNone/>
              <a:defRPr/>
            </a:pPr>
            <a:r>
              <a:rPr lang="en-US" altLang="zh-CN" sz="2000" b="0" dirty="0">
                <a:solidFill>
                  <a:schemeClr val="tx1"/>
                </a:solidFill>
                <a:effectLst/>
                <a:latin typeface="Times New Roman" panose="02020603050405020304" pitchFamily="18" charset="0"/>
              </a:rPr>
              <a:t>                  </a:t>
            </a:r>
            <a:r>
              <a:rPr lang="zh-CN" altLang="en-US" sz="2000" b="0" dirty="0">
                <a:solidFill>
                  <a:schemeClr val="tx1"/>
                </a:solidFill>
                <a:effectLst/>
                <a:latin typeface="Times New Roman" panose="02020603050405020304" pitchFamily="18" charset="0"/>
              </a:rPr>
              <a:t>表示没有进程进入临界区；</a:t>
            </a:r>
          </a:p>
          <a:p>
            <a:pPr eaLnBrk="1" hangingPunct="1">
              <a:lnSpc>
                <a:spcPct val="130000"/>
              </a:lnSpc>
              <a:buClr>
                <a:schemeClr val="tx2"/>
              </a:buClr>
              <a:buSzPct val="95000"/>
              <a:buFont typeface="Wingdings" panose="05000000000000000000" pitchFamily="2" charset="2"/>
              <a:buNone/>
              <a:defRPr/>
            </a:pPr>
            <a:r>
              <a:rPr lang="zh-CN" altLang="en-US" sz="2000" b="1" dirty="0">
                <a:solidFill>
                  <a:schemeClr val="tx1"/>
                </a:solidFill>
                <a:effectLst/>
                <a:latin typeface="Times New Roman" panose="02020603050405020304" pitchFamily="18" charset="0"/>
              </a:rPr>
              <a:t>        </a:t>
            </a:r>
            <a:r>
              <a:rPr lang="en-US" altLang="zh-CN" sz="2000" b="1" dirty="0">
                <a:solidFill>
                  <a:schemeClr val="tx1"/>
                </a:solidFill>
                <a:effectLst/>
                <a:latin typeface="Times New Roman" panose="02020603050405020304" pitchFamily="18" charset="0"/>
              </a:rPr>
              <a:t>mutex=0</a:t>
            </a:r>
          </a:p>
          <a:p>
            <a:pPr eaLnBrk="1" hangingPunct="1">
              <a:lnSpc>
                <a:spcPct val="130000"/>
              </a:lnSpc>
              <a:buClr>
                <a:schemeClr val="tx2"/>
              </a:buClr>
              <a:buSzPct val="95000"/>
              <a:buFont typeface="Wingdings" panose="05000000000000000000" pitchFamily="2" charset="2"/>
              <a:buNone/>
              <a:defRPr/>
            </a:pPr>
            <a:r>
              <a:rPr lang="en-US" altLang="zh-CN" sz="2000" b="0" dirty="0">
                <a:solidFill>
                  <a:schemeClr val="tx1"/>
                </a:solidFill>
                <a:effectLst/>
                <a:latin typeface="Times New Roman" panose="02020603050405020304" pitchFamily="18" charset="0"/>
              </a:rPr>
              <a:t>                  </a:t>
            </a:r>
            <a:r>
              <a:rPr lang="zh-CN" altLang="en-US" sz="2000" b="0" dirty="0">
                <a:solidFill>
                  <a:schemeClr val="tx1"/>
                </a:solidFill>
                <a:effectLst/>
                <a:latin typeface="Times New Roman" panose="02020603050405020304" pitchFamily="18" charset="0"/>
              </a:rPr>
              <a:t>表示有一个进程进入临界区；</a:t>
            </a:r>
          </a:p>
          <a:p>
            <a:pPr eaLnBrk="1" hangingPunct="1">
              <a:lnSpc>
                <a:spcPct val="130000"/>
              </a:lnSpc>
              <a:buClr>
                <a:schemeClr val="tx2"/>
              </a:buClr>
              <a:buSzPct val="95000"/>
              <a:buFont typeface="Wingdings" panose="05000000000000000000" pitchFamily="2" charset="2"/>
              <a:buNone/>
              <a:defRPr/>
            </a:pPr>
            <a:r>
              <a:rPr lang="zh-CN" altLang="en-US" sz="2000" b="1" dirty="0">
                <a:solidFill>
                  <a:schemeClr val="tx1"/>
                </a:solidFill>
                <a:effectLst/>
                <a:latin typeface="Times New Roman" panose="02020603050405020304" pitchFamily="18" charset="0"/>
              </a:rPr>
              <a:t>        </a:t>
            </a:r>
            <a:r>
              <a:rPr lang="en-US" altLang="zh-CN" sz="2000" b="1" dirty="0">
                <a:solidFill>
                  <a:schemeClr val="tx1"/>
                </a:solidFill>
                <a:effectLst/>
                <a:latin typeface="Times New Roman" panose="02020603050405020304" pitchFamily="18" charset="0"/>
              </a:rPr>
              <a:t>mutex=</a:t>
            </a:r>
            <a:r>
              <a:rPr lang="zh-CN" altLang="en-US" sz="2000" b="1" dirty="0">
                <a:solidFill>
                  <a:schemeClr val="tx1"/>
                </a:solidFill>
                <a:effectLst/>
                <a:latin typeface="Times New Roman" panose="02020603050405020304" pitchFamily="18" charset="0"/>
              </a:rPr>
              <a:t>－</a:t>
            </a:r>
            <a:r>
              <a:rPr lang="en-US" altLang="zh-CN" sz="2000" b="1" dirty="0">
                <a:solidFill>
                  <a:schemeClr val="tx1"/>
                </a:solidFill>
                <a:effectLst/>
                <a:latin typeface="Times New Roman" panose="02020603050405020304" pitchFamily="18" charset="0"/>
              </a:rPr>
              <a:t>1</a:t>
            </a:r>
          </a:p>
          <a:p>
            <a:pPr eaLnBrk="1" hangingPunct="1">
              <a:lnSpc>
                <a:spcPct val="130000"/>
              </a:lnSpc>
              <a:buClr>
                <a:schemeClr val="tx2"/>
              </a:buClr>
              <a:buSzPct val="95000"/>
              <a:buFont typeface="Wingdings" panose="05000000000000000000" pitchFamily="2" charset="2"/>
              <a:buNone/>
              <a:defRPr/>
            </a:pPr>
            <a:r>
              <a:rPr lang="en-US" altLang="zh-CN" sz="2000" b="0" dirty="0">
                <a:solidFill>
                  <a:schemeClr val="tx1"/>
                </a:solidFill>
                <a:effectLst/>
                <a:latin typeface="Times New Roman" panose="02020603050405020304" pitchFamily="18" charset="0"/>
              </a:rPr>
              <a:t>                  </a:t>
            </a:r>
            <a:r>
              <a:rPr lang="zh-CN" altLang="en-US" sz="2000" b="0" dirty="0">
                <a:solidFill>
                  <a:schemeClr val="tx1"/>
                </a:solidFill>
                <a:effectLst/>
                <a:latin typeface="Times New Roman" panose="02020603050405020304" pitchFamily="18" charset="0"/>
              </a:rPr>
              <a:t>表示一个进程进入临界区，</a:t>
            </a:r>
          </a:p>
          <a:p>
            <a:pPr eaLnBrk="1" hangingPunct="1">
              <a:lnSpc>
                <a:spcPct val="130000"/>
              </a:lnSpc>
              <a:buClr>
                <a:schemeClr val="tx2"/>
              </a:buClr>
              <a:buSzPct val="95000"/>
              <a:buFont typeface="Wingdings" panose="05000000000000000000" pitchFamily="2" charset="2"/>
              <a:buNone/>
              <a:defRPr/>
            </a:pPr>
            <a:r>
              <a:rPr lang="zh-CN" altLang="en-US" sz="2000" b="0" dirty="0">
                <a:solidFill>
                  <a:schemeClr val="tx1"/>
                </a:solidFill>
                <a:effectLst/>
                <a:latin typeface="Times New Roman" panose="02020603050405020304" pitchFamily="18" charset="0"/>
              </a:rPr>
              <a:t>                  另一个进程等待进入。  </a:t>
            </a:r>
          </a:p>
        </p:txBody>
      </p:sp>
    </p:spTree>
    <p:extLst>
      <p:ext uri="{BB962C8B-B14F-4D97-AF65-F5344CB8AC3E}">
        <p14:creationId xmlns:p14="http://schemas.microsoft.com/office/powerpoint/2010/main" val="40956628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206345-DCBE-D9A7-11D6-09F5731C3A5A}"/>
              </a:ext>
            </a:extLst>
          </p:cNvPr>
          <p:cNvSpPr>
            <a:spLocks noGrp="1"/>
          </p:cNvSpPr>
          <p:nvPr>
            <p:ph type="title"/>
          </p:nvPr>
        </p:nvSpPr>
        <p:spPr/>
        <p:txBody>
          <a:bodyPr>
            <a:normAutofit/>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进程互斥与同步的实现</a:t>
            </a:r>
            <a:endParaRPr lang="zh-CN" altLang="en-US" dirty="0"/>
          </a:p>
        </p:txBody>
      </p:sp>
      <p:sp>
        <p:nvSpPr>
          <p:cNvPr id="3" name="Rectangle 3">
            <a:extLst>
              <a:ext uri="{FF2B5EF4-FFF2-40B4-BE49-F238E27FC236}">
                <a16:creationId xmlns:a16="http://schemas.microsoft.com/office/drawing/2014/main" id="{BB8429FA-0B09-C0EF-6ADF-046203D3B663}"/>
              </a:ext>
            </a:extLst>
          </p:cNvPr>
          <p:cNvSpPr>
            <a:spLocks noChangeArrowheads="1"/>
          </p:cNvSpPr>
          <p:nvPr/>
        </p:nvSpPr>
        <p:spPr bwMode="auto">
          <a:xfrm>
            <a:off x="573306" y="830079"/>
            <a:ext cx="10127206" cy="2662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spcBef>
                <a:spcPts val="1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   (4) </a:t>
            </a:r>
            <a:r>
              <a:rPr lang="zh-CN" altLang="en-US" sz="2600" b="1" dirty="0">
                <a:solidFill>
                  <a:prstClr val="black"/>
                </a:solidFill>
                <a:effectLst/>
                <a:latin typeface="微软雅黑" panose="020B0503020204020204" pitchFamily="34" charset="-122"/>
                <a:ea typeface="微软雅黑" panose="020B0503020204020204" pitchFamily="34" charset="-122"/>
              </a:rPr>
              <a:t>例子</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400" b="0" dirty="0">
                <a:solidFill>
                  <a:srgbClr val="000099"/>
                </a:solidFill>
                <a:latin typeface="Times New Roman" panose="02020603050405020304" pitchFamily="18" charset="0"/>
              </a:rPr>
              <a:t>          </a:t>
            </a:r>
            <a:r>
              <a:rPr lang="en-US" altLang="zh-CN" sz="2400" dirty="0">
                <a:solidFill>
                  <a:schemeClr val="tx1"/>
                </a:solidFill>
                <a:effectLst/>
                <a:latin typeface="Times New Roman" panose="02020603050405020304" pitchFamily="18" charset="0"/>
              </a:rPr>
              <a:t>x</a:t>
            </a:r>
            <a:r>
              <a:rPr lang="zh-CN" altLang="en-US" sz="2400" dirty="0">
                <a:solidFill>
                  <a:schemeClr val="tx1"/>
                </a:solidFill>
                <a:effectLst/>
                <a:latin typeface="Times New Roman" panose="02020603050405020304" pitchFamily="18" charset="0"/>
              </a:rPr>
              <a:t>代表某航班机座号，</a:t>
            </a:r>
            <a:r>
              <a:rPr lang="en-US" altLang="zh-CN" sz="2400" dirty="0">
                <a:solidFill>
                  <a:schemeClr val="tx1"/>
                </a:solidFill>
                <a:effectLst/>
                <a:latin typeface="Times New Roman" panose="02020603050405020304" pitchFamily="18" charset="0"/>
              </a:rPr>
              <a:t>p</a:t>
            </a:r>
            <a:r>
              <a:rPr lang="en-US" altLang="zh-CN" sz="2400" baseline="-25000" dirty="0">
                <a:solidFill>
                  <a:schemeClr val="tx1"/>
                </a:solidFill>
                <a:effectLst/>
                <a:latin typeface="Times New Roman" panose="02020603050405020304" pitchFamily="18" charset="0"/>
              </a:rPr>
              <a:t>a</a:t>
            </a:r>
            <a:r>
              <a:rPr lang="zh-CN" altLang="en-US" sz="2400" dirty="0">
                <a:solidFill>
                  <a:schemeClr val="tx1"/>
                </a:solidFill>
                <a:effectLst/>
                <a:latin typeface="Times New Roman" panose="02020603050405020304" pitchFamily="18" charset="0"/>
              </a:rPr>
              <a:t>和</a:t>
            </a:r>
            <a:r>
              <a:rPr lang="en-US" altLang="zh-CN" sz="2400" dirty="0">
                <a:solidFill>
                  <a:schemeClr val="tx1"/>
                </a:solidFill>
                <a:effectLst/>
                <a:latin typeface="Times New Roman" panose="02020603050405020304" pitchFamily="18" charset="0"/>
              </a:rPr>
              <a:t>p</a:t>
            </a:r>
            <a:r>
              <a:rPr lang="en-US" altLang="zh-CN" sz="2400" baseline="-25000" dirty="0">
                <a:solidFill>
                  <a:schemeClr val="tx1"/>
                </a:solidFill>
                <a:effectLst/>
                <a:latin typeface="Times New Roman" panose="02020603050405020304" pitchFamily="18" charset="0"/>
              </a:rPr>
              <a:t>b</a:t>
            </a:r>
            <a:r>
              <a:rPr lang="zh-CN" altLang="en-US" sz="2400" dirty="0">
                <a:solidFill>
                  <a:schemeClr val="tx1"/>
                </a:solidFill>
                <a:effectLst/>
                <a:latin typeface="Times New Roman" panose="02020603050405020304" pitchFamily="18" charset="0"/>
              </a:rPr>
              <a:t>两个售票进程，售票工作是对变量</a:t>
            </a:r>
            <a:r>
              <a:rPr lang="en-US" altLang="zh-CN" sz="2400" dirty="0">
                <a:solidFill>
                  <a:schemeClr val="tx1"/>
                </a:solidFill>
                <a:effectLst/>
                <a:latin typeface="Times New Roman" panose="02020603050405020304" pitchFamily="18" charset="0"/>
              </a:rPr>
              <a:t>x</a:t>
            </a:r>
            <a:r>
              <a:rPr lang="zh-CN" altLang="en-US" sz="2400" dirty="0">
                <a:solidFill>
                  <a:schemeClr val="tx1"/>
                </a:solidFill>
                <a:effectLst/>
                <a:latin typeface="Times New Roman" panose="02020603050405020304" pitchFamily="18" charset="0"/>
              </a:rPr>
              <a:t>加</a:t>
            </a:r>
            <a:r>
              <a:rPr lang="en-US" altLang="zh-CN" sz="2400" dirty="0">
                <a:solidFill>
                  <a:schemeClr val="tx1"/>
                </a:solidFill>
                <a:effectLst/>
                <a:latin typeface="Times New Roman" panose="02020603050405020304" pitchFamily="18" charset="0"/>
              </a:rPr>
              <a:t>1</a:t>
            </a:r>
            <a:r>
              <a:rPr lang="zh-CN" altLang="en-US" sz="2400" dirty="0">
                <a:solidFill>
                  <a:schemeClr val="tx1"/>
                </a:solidFill>
                <a:effectLst/>
                <a:latin typeface="Times New Roman" panose="02020603050405020304" pitchFamily="18" charset="0"/>
              </a:rPr>
              <a:t>。试用信号灯的</a:t>
            </a:r>
            <a:r>
              <a:rPr lang="en-US" altLang="zh-CN" sz="2400" dirty="0">
                <a:solidFill>
                  <a:schemeClr val="tx1"/>
                </a:solidFill>
                <a:effectLst/>
                <a:latin typeface="Times New Roman" panose="02020603050405020304" pitchFamily="18" charset="0"/>
              </a:rPr>
              <a:t>P</a:t>
            </a:r>
            <a:r>
              <a:rPr lang="zh-CN" altLang="en-US" sz="2400" dirty="0">
                <a:solidFill>
                  <a:schemeClr val="tx1"/>
                </a:solidFill>
                <a:effectLst/>
                <a:latin typeface="Times New Roman" panose="02020603050405020304" pitchFamily="18" charset="0"/>
              </a:rPr>
              <a:t>、</a:t>
            </a:r>
            <a:r>
              <a:rPr lang="en-US" altLang="zh-CN" sz="2400" dirty="0">
                <a:solidFill>
                  <a:schemeClr val="tx1"/>
                </a:solidFill>
                <a:effectLst/>
                <a:latin typeface="Times New Roman" panose="02020603050405020304" pitchFamily="18" charset="0"/>
              </a:rPr>
              <a:t>V</a:t>
            </a:r>
            <a:r>
              <a:rPr lang="zh-CN" altLang="en-US" sz="2400" dirty="0">
                <a:solidFill>
                  <a:schemeClr val="tx1"/>
                </a:solidFill>
                <a:effectLst/>
                <a:latin typeface="Times New Roman" panose="02020603050405020304" pitchFamily="18" charset="0"/>
              </a:rPr>
              <a:t>操作实现这两个进程的互斥。</a:t>
            </a:r>
            <a:endParaRPr lang="en-US" altLang="zh-CN" sz="2400" dirty="0">
              <a:solidFill>
                <a:schemeClr val="tx1"/>
              </a:solidFill>
              <a:effectLst/>
              <a:latin typeface="Times New Roman" panose="02020603050405020304" pitchFamily="18" charset="0"/>
            </a:endParaRPr>
          </a:p>
          <a:p>
            <a:pPr eaLnBrk="1" hangingPunct="1">
              <a:lnSpc>
                <a:spcPct val="120000"/>
              </a:lnSpc>
              <a:spcBef>
                <a:spcPct val="20000"/>
              </a:spcBef>
              <a:buClr>
                <a:schemeClr val="tx2"/>
              </a:buClr>
              <a:buSzPct val="95000"/>
              <a:buFont typeface="Wingdings" panose="05000000000000000000" pitchFamily="2" charset="2"/>
              <a:buNone/>
              <a:defRPr/>
            </a:pPr>
            <a:endParaRPr lang="zh-CN" altLang="en-US" sz="2400" dirty="0">
              <a:solidFill>
                <a:schemeClr val="tx1"/>
              </a:solidFill>
              <a:effectLst/>
              <a:latin typeface="Times New Roman" panose="02020603050405020304" pitchFamily="18" charset="0"/>
            </a:endParaRPr>
          </a:p>
          <a:p>
            <a:pPr eaLnBrk="1" hangingPunct="1">
              <a:lnSpc>
                <a:spcPct val="130000"/>
              </a:lnSpc>
              <a:buClr>
                <a:schemeClr val="tx2"/>
              </a:buClr>
              <a:buSzPct val="95000"/>
              <a:buFont typeface="Wingdings" panose="05000000000000000000" pitchFamily="2" charset="2"/>
              <a:buNone/>
              <a:defRPr/>
            </a:pPr>
            <a:r>
              <a:rPr lang="zh-CN" altLang="en-US" sz="2000" b="0" dirty="0">
                <a:solidFill>
                  <a:schemeClr val="tx1"/>
                </a:solidFill>
                <a:effectLst/>
                <a:latin typeface="Times New Roman" panose="02020603050405020304" pitchFamily="18" charset="0"/>
              </a:rPr>
              <a:t>            </a:t>
            </a:r>
            <a:r>
              <a:rPr lang="zh-CN" altLang="en-US" sz="2000" dirty="0">
                <a:solidFill>
                  <a:schemeClr val="tx1"/>
                </a:solidFill>
                <a:effectLst/>
                <a:latin typeface="Times New Roman" panose="02020603050405020304" pitchFamily="18" charset="0"/>
              </a:rPr>
              <a:t>设：</a:t>
            </a:r>
            <a:r>
              <a:rPr lang="en-US" altLang="zh-CN" sz="2000" dirty="0">
                <a:solidFill>
                  <a:schemeClr val="tx1"/>
                </a:solidFill>
                <a:effectLst/>
                <a:latin typeface="Times New Roman" panose="02020603050405020304" pitchFamily="18" charset="0"/>
              </a:rPr>
              <a:t>mutex</a:t>
            </a:r>
            <a:r>
              <a:rPr lang="zh-CN" altLang="en-US" sz="2000" dirty="0">
                <a:solidFill>
                  <a:schemeClr val="tx1"/>
                </a:solidFill>
                <a:effectLst/>
                <a:latin typeface="Times New Roman" panose="02020603050405020304" pitchFamily="18" charset="0"/>
              </a:rPr>
              <a:t>为互斥信号灯，初值为</a:t>
            </a:r>
            <a:r>
              <a:rPr lang="en-US" altLang="zh-CN" sz="2000" dirty="0">
                <a:solidFill>
                  <a:schemeClr val="tx1"/>
                </a:solidFill>
                <a:effectLst/>
                <a:latin typeface="Times New Roman" panose="02020603050405020304" pitchFamily="18" charset="0"/>
              </a:rPr>
              <a:t>1</a:t>
            </a:r>
            <a:r>
              <a:rPr lang="zh-CN" altLang="en-US" sz="2000" dirty="0">
                <a:solidFill>
                  <a:schemeClr val="tx1"/>
                </a:solidFill>
                <a:effectLst/>
                <a:latin typeface="Times New Roman" panose="02020603050405020304" pitchFamily="18" charset="0"/>
              </a:rPr>
              <a:t>。</a:t>
            </a:r>
          </a:p>
        </p:txBody>
      </p:sp>
      <p:sp>
        <p:nvSpPr>
          <p:cNvPr id="4" name="Rectangle 23">
            <a:extLst>
              <a:ext uri="{FF2B5EF4-FFF2-40B4-BE49-F238E27FC236}">
                <a16:creationId xmlns:a16="http://schemas.microsoft.com/office/drawing/2014/main" id="{728472A0-8D9B-C918-A305-2CF5931E50AE}"/>
              </a:ext>
            </a:extLst>
          </p:cNvPr>
          <p:cNvSpPr>
            <a:spLocks noChangeArrowheads="1"/>
          </p:cNvSpPr>
          <p:nvPr/>
        </p:nvSpPr>
        <p:spPr bwMode="auto">
          <a:xfrm>
            <a:off x="6326188" y="2592571"/>
            <a:ext cx="5865812" cy="343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eaLnBrk="1" hangingPunct="1">
              <a:lnSpc>
                <a:spcPct val="120000"/>
              </a:lnSpc>
              <a:spcBef>
                <a:spcPct val="20000"/>
              </a:spcBef>
              <a:buClr>
                <a:schemeClr val="tx2"/>
              </a:buClr>
              <a:buSzPct val="95000"/>
              <a:buFont typeface="Wingdings" panose="05000000000000000000" pitchFamily="2" charset="2"/>
              <a:buNone/>
              <a:defRPr/>
            </a:pPr>
            <a:r>
              <a:rPr lang="en-US" altLang="zh-CN" sz="2000" dirty="0">
                <a:solidFill>
                  <a:schemeClr val="tx1"/>
                </a:solidFill>
                <a:effectLst/>
                <a:latin typeface="Times New Roman" panose="02020603050405020304" pitchFamily="18" charset="0"/>
              </a:rPr>
              <a:t>p</a:t>
            </a:r>
            <a:r>
              <a:rPr lang="en-US" altLang="zh-CN" sz="2000" baseline="-25000" dirty="0">
                <a:solidFill>
                  <a:schemeClr val="tx1"/>
                </a:solidFill>
                <a:latin typeface="Times New Roman" panose="02020603050405020304" pitchFamily="18" charset="0"/>
              </a:rPr>
              <a:t>a</a:t>
            </a:r>
            <a:r>
              <a:rPr lang="en-US" altLang="zh-CN" sz="2000" dirty="0">
                <a:solidFill>
                  <a:schemeClr val="tx1"/>
                </a:solidFill>
                <a:effectLst/>
                <a:latin typeface="Times New Roman" panose="02020603050405020304" pitchFamily="18" charset="0"/>
              </a:rPr>
              <a:t>( )                                  p</a:t>
            </a:r>
            <a:r>
              <a:rPr lang="en-US" altLang="zh-CN" sz="2000" baseline="-25000" dirty="0">
                <a:solidFill>
                  <a:schemeClr val="tx1"/>
                </a:solidFill>
                <a:latin typeface="Times New Roman" panose="02020603050405020304" pitchFamily="18" charset="0"/>
              </a:rPr>
              <a:t>b</a:t>
            </a:r>
            <a:r>
              <a:rPr lang="en-US" altLang="zh-CN" sz="2000" dirty="0">
                <a:solidFill>
                  <a:schemeClr val="tx1"/>
                </a:solidFill>
                <a:effectLst/>
                <a:latin typeface="Times New Roman" panose="02020603050405020304" pitchFamily="18" charset="0"/>
              </a:rPr>
              <a:t>( )</a:t>
            </a:r>
          </a:p>
          <a:p>
            <a:pPr eaLnBrk="1" hangingPunct="1">
              <a:lnSpc>
                <a:spcPct val="120000"/>
              </a:lnSpc>
              <a:spcBef>
                <a:spcPct val="20000"/>
              </a:spcBef>
              <a:buClr>
                <a:schemeClr val="tx2"/>
              </a:buClr>
              <a:buSzPct val="95000"/>
              <a:buFont typeface="Wingdings" panose="05000000000000000000" pitchFamily="2" charset="2"/>
              <a:buNone/>
              <a:defRPr/>
            </a:pPr>
            <a:r>
              <a:rPr lang="en-US" altLang="zh-CN" sz="2000" dirty="0">
                <a:solidFill>
                  <a:schemeClr val="tx1"/>
                </a:solidFill>
                <a:effectLst/>
                <a:latin typeface="Times New Roman" panose="02020603050405020304" pitchFamily="18" charset="0"/>
              </a:rPr>
              <a:t>{                                        {</a:t>
            </a:r>
            <a:endParaRPr lang="en-US" altLang="zh-CN" sz="2000" dirty="0">
              <a:solidFill>
                <a:schemeClr val="tx1"/>
              </a:solidFill>
              <a:effectLst/>
              <a:latin typeface="Times New Roman" panose="02020603050405020304" pitchFamily="18" charset="0"/>
              <a:sym typeface="MT Extra" panose="05050102010205020202" pitchFamily="18" charset="2"/>
            </a:endParaRPr>
          </a:p>
          <a:p>
            <a:pPr eaLnBrk="1" hangingPunct="1">
              <a:lnSpc>
                <a:spcPct val="120000"/>
              </a:lnSpc>
              <a:spcBef>
                <a:spcPct val="20000"/>
              </a:spcBef>
              <a:buClr>
                <a:schemeClr val="tx2"/>
              </a:buClr>
              <a:buSzPct val="95000"/>
              <a:buFont typeface="Wingdings" panose="05000000000000000000" pitchFamily="2" charset="2"/>
              <a:buNone/>
              <a:defRPr/>
            </a:pPr>
            <a:r>
              <a:rPr lang="en-US" altLang="zh-CN" sz="2000" dirty="0">
                <a:solidFill>
                  <a:schemeClr val="tx1"/>
                </a:solidFill>
                <a:effectLst/>
                <a:latin typeface="Times New Roman" panose="02020603050405020304" pitchFamily="18" charset="0"/>
                <a:sym typeface="MT Extra" panose="05050102010205020202" pitchFamily="18" charset="2"/>
              </a:rPr>
              <a:t>                                                   </a:t>
            </a:r>
          </a:p>
          <a:p>
            <a:pPr eaLnBrk="1" hangingPunct="1">
              <a:lnSpc>
                <a:spcPct val="120000"/>
              </a:lnSpc>
              <a:spcBef>
                <a:spcPct val="20000"/>
              </a:spcBef>
              <a:buClr>
                <a:schemeClr val="tx2"/>
              </a:buClr>
              <a:buSzPct val="95000"/>
              <a:buFont typeface="Wingdings" panose="05000000000000000000" pitchFamily="2" charset="2"/>
              <a:buNone/>
              <a:defRPr/>
            </a:pPr>
            <a:r>
              <a:rPr lang="en-US" altLang="zh-CN" sz="2000" dirty="0">
                <a:solidFill>
                  <a:schemeClr val="tx1"/>
                </a:solidFill>
                <a:effectLst/>
                <a:latin typeface="Times New Roman" panose="02020603050405020304" pitchFamily="18" charset="0"/>
              </a:rPr>
              <a:t>       p(mutex)</a:t>
            </a:r>
            <a:r>
              <a:rPr lang="zh-CN" altLang="en-US" sz="2000" dirty="0">
                <a:solidFill>
                  <a:schemeClr val="tx1"/>
                </a:solidFill>
                <a:effectLst/>
                <a:latin typeface="Times New Roman" panose="02020603050405020304" pitchFamily="18" charset="0"/>
              </a:rPr>
              <a:t>；                    </a:t>
            </a:r>
            <a:r>
              <a:rPr lang="en-US" altLang="zh-CN" sz="2000" dirty="0">
                <a:solidFill>
                  <a:schemeClr val="tx1"/>
                </a:solidFill>
                <a:effectLst/>
                <a:latin typeface="Times New Roman" panose="02020603050405020304" pitchFamily="18" charset="0"/>
              </a:rPr>
              <a:t>p(mutex)</a:t>
            </a:r>
            <a:r>
              <a:rPr lang="zh-CN" altLang="en-US" sz="2000" dirty="0">
                <a:solidFill>
                  <a:schemeClr val="tx1"/>
                </a:solidFill>
                <a:effectLst/>
                <a:latin typeface="Times New Roman" panose="02020603050405020304" pitchFamily="18" charset="0"/>
              </a:rPr>
              <a:t>；</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000" dirty="0">
                <a:solidFill>
                  <a:schemeClr val="tx1"/>
                </a:solidFill>
                <a:effectLst/>
                <a:latin typeface="Times New Roman" panose="02020603050405020304" pitchFamily="18" charset="0"/>
              </a:rPr>
              <a:t>         </a:t>
            </a:r>
            <a:r>
              <a:rPr lang="en-US" altLang="zh-CN" sz="2000" dirty="0">
                <a:solidFill>
                  <a:schemeClr val="tx1"/>
                </a:solidFill>
                <a:effectLst/>
                <a:latin typeface="Times New Roman" panose="02020603050405020304" pitchFamily="18" charset="0"/>
              </a:rPr>
              <a:t>x:=x+1 </a:t>
            </a:r>
            <a:r>
              <a:rPr lang="zh-CN" altLang="en-US" sz="2000" dirty="0">
                <a:solidFill>
                  <a:schemeClr val="tx1"/>
                </a:solidFill>
                <a:effectLst/>
                <a:latin typeface="Times New Roman" panose="02020603050405020304" pitchFamily="18" charset="0"/>
              </a:rPr>
              <a:t>；                      </a:t>
            </a:r>
            <a:r>
              <a:rPr lang="en-US" altLang="zh-CN" sz="2000" dirty="0">
                <a:solidFill>
                  <a:schemeClr val="tx1"/>
                </a:solidFill>
                <a:effectLst/>
                <a:latin typeface="Times New Roman" panose="02020603050405020304" pitchFamily="18" charset="0"/>
              </a:rPr>
              <a:t>x:=x+1 </a:t>
            </a:r>
            <a:r>
              <a:rPr lang="zh-CN" altLang="en-US" sz="2000" dirty="0">
                <a:solidFill>
                  <a:schemeClr val="tx1"/>
                </a:solidFill>
                <a:effectLst/>
                <a:latin typeface="Times New Roman" panose="02020603050405020304" pitchFamily="18" charset="0"/>
              </a:rPr>
              <a:t>；</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000" dirty="0">
                <a:solidFill>
                  <a:schemeClr val="tx1"/>
                </a:solidFill>
                <a:effectLst/>
                <a:latin typeface="Times New Roman" panose="02020603050405020304" pitchFamily="18" charset="0"/>
              </a:rPr>
              <a:t>       </a:t>
            </a:r>
            <a:r>
              <a:rPr lang="en-US" altLang="zh-CN" sz="2000" dirty="0">
                <a:solidFill>
                  <a:schemeClr val="tx1"/>
                </a:solidFill>
                <a:effectLst/>
                <a:latin typeface="Times New Roman" panose="02020603050405020304" pitchFamily="18" charset="0"/>
              </a:rPr>
              <a:t>v(mutex)</a:t>
            </a:r>
            <a:r>
              <a:rPr lang="zh-CN" altLang="en-US" sz="2000" dirty="0">
                <a:solidFill>
                  <a:schemeClr val="tx1"/>
                </a:solidFill>
                <a:effectLst/>
                <a:latin typeface="Times New Roman" panose="02020603050405020304" pitchFamily="18" charset="0"/>
              </a:rPr>
              <a:t>；                    </a:t>
            </a:r>
            <a:r>
              <a:rPr lang="en-US" altLang="zh-CN" sz="2000" dirty="0">
                <a:solidFill>
                  <a:schemeClr val="tx1"/>
                </a:solidFill>
                <a:effectLst/>
                <a:latin typeface="Times New Roman" panose="02020603050405020304" pitchFamily="18" charset="0"/>
              </a:rPr>
              <a:t>v(mutex)</a:t>
            </a:r>
            <a:r>
              <a:rPr lang="zh-CN" altLang="en-US" sz="2000" dirty="0">
                <a:solidFill>
                  <a:schemeClr val="tx1"/>
                </a:solidFill>
                <a:effectLst/>
                <a:latin typeface="Times New Roman" panose="02020603050405020304" pitchFamily="18" charset="0"/>
              </a:rPr>
              <a:t>；</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000" dirty="0">
                <a:solidFill>
                  <a:schemeClr val="tx1"/>
                </a:solidFill>
                <a:effectLst/>
                <a:latin typeface="Times New Roman" panose="02020603050405020304" pitchFamily="18" charset="0"/>
              </a:rPr>
              <a:t>              </a:t>
            </a:r>
            <a:r>
              <a:rPr lang="zh-CN" altLang="en-US" sz="2000" dirty="0">
                <a:solidFill>
                  <a:schemeClr val="tx1"/>
                </a:solidFill>
                <a:effectLst/>
                <a:latin typeface="Times New Roman" panose="02020603050405020304" pitchFamily="18" charset="0"/>
                <a:sym typeface="MT Extra" panose="05050102010205020202" pitchFamily="18" charset="2"/>
              </a:rPr>
              <a:t>                                     </a:t>
            </a:r>
            <a:r>
              <a:rPr lang="zh-CN" altLang="en-US" sz="2000" dirty="0">
                <a:solidFill>
                  <a:schemeClr val="tx1"/>
                </a:solidFill>
                <a:effectLst/>
                <a:latin typeface="Times New Roman" panose="02020603050405020304" pitchFamily="18" charset="0"/>
              </a:rPr>
              <a:t> </a:t>
            </a:r>
          </a:p>
          <a:p>
            <a:pPr eaLnBrk="1" hangingPunct="1">
              <a:lnSpc>
                <a:spcPct val="120000"/>
              </a:lnSpc>
              <a:spcBef>
                <a:spcPct val="20000"/>
              </a:spcBef>
              <a:buClr>
                <a:schemeClr val="tx2"/>
              </a:buClr>
              <a:buSzPct val="95000"/>
              <a:buFont typeface="Wingdings" panose="05000000000000000000" pitchFamily="2" charset="2"/>
              <a:buNone/>
              <a:defRPr/>
            </a:pPr>
            <a:r>
              <a:rPr lang="en-US" altLang="zh-CN" sz="2000" dirty="0">
                <a:solidFill>
                  <a:schemeClr val="tx1"/>
                </a:solidFill>
                <a:effectLst/>
                <a:latin typeface="Times New Roman" panose="02020603050405020304" pitchFamily="18" charset="0"/>
              </a:rPr>
              <a:t>}                                        }</a:t>
            </a:r>
          </a:p>
        </p:txBody>
      </p:sp>
    </p:spTree>
    <p:extLst>
      <p:ext uri="{BB962C8B-B14F-4D97-AF65-F5344CB8AC3E}">
        <p14:creationId xmlns:p14="http://schemas.microsoft.com/office/powerpoint/2010/main" val="20817579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206345-DCBE-D9A7-11D6-09F5731C3A5A}"/>
              </a:ext>
            </a:extLst>
          </p:cNvPr>
          <p:cNvSpPr>
            <a:spLocks noGrp="1"/>
          </p:cNvSpPr>
          <p:nvPr>
            <p:ph type="title"/>
          </p:nvPr>
        </p:nvSpPr>
        <p:spPr/>
        <p:txBody>
          <a:bodyPr>
            <a:normAutofit/>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进程互斥与同步的实现</a:t>
            </a:r>
            <a:endParaRPr lang="zh-CN" altLang="en-US" dirty="0"/>
          </a:p>
        </p:txBody>
      </p:sp>
      <p:sp>
        <p:nvSpPr>
          <p:cNvPr id="3" name="Rectangle 3">
            <a:extLst>
              <a:ext uri="{FF2B5EF4-FFF2-40B4-BE49-F238E27FC236}">
                <a16:creationId xmlns:a16="http://schemas.microsoft.com/office/drawing/2014/main" id="{868FF72C-6745-FB09-3635-3D7A7143C8C7}"/>
              </a:ext>
            </a:extLst>
          </p:cNvPr>
          <p:cNvSpPr>
            <a:spLocks noChangeArrowheads="1"/>
          </p:cNvSpPr>
          <p:nvPr/>
        </p:nvSpPr>
        <p:spPr bwMode="auto">
          <a:xfrm>
            <a:off x="659272" y="1001273"/>
            <a:ext cx="8405812" cy="1307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a:lnSpc>
                <a:spcPct val="120000"/>
              </a:lnSpc>
              <a:buClr>
                <a:schemeClr val="tx2"/>
              </a:buClr>
              <a:buSzPct val="95000"/>
              <a:buFont typeface="Wingdings" panose="05000000000000000000" pitchFamily="2" charset="2"/>
              <a:buNone/>
              <a:defRPr/>
            </a:pPr>
            <a:r>
              <a:rPr lang="en-US" altLang="zh-CN" sz="2800" b="1" dirty="0">
                <a:solidFill>
                  <a:srgbClr val="335F90"/>
                </a:solidFill>
                <a:latin typeface="Times New Roman" panose="02020603050405020304" pitchFamily="18" charset="0"/>
              </a:rPr>
              <a:t>3.  </a:t>
            </a:r>
            <a:r>
              <a:rPr lang="zh-CN" altLang="en-US" sz="2800" b="1" dirty="0">
                <a:solidFill>
                  <a:srgbClr val="335F90"/>
                </a:solidFill>
                <a:latin typeface="Times New Roman" panose="02020603050405020304" pitchFamily="18" charset="0"/>
              </a:rPr>
              <a:t>两类同步问题的解法</a:t>
            </a:r>
          </a:p>
          <a:p>
            <a:pPr marL="0" indent="0" algn="just">
              <a:lnSpc>
                <a:spcPct val="150000"/>
              </a:lnSpc>
              <a:spcBef>
                <a:spcPts val="1000"/>
              </a:spcBef>
              <a:buClr>
                <a:srgbClr val="FFC000"/>
              </a:buClr>
              <a:buNone/>
              <a:defRPr/>
            </a:pPr>
            <a:r>
              <a:rPr lang="zh-CN" altLang="en-US" sz="2600" b="1" dirty="0">
                <a:solidFill>
                  <a:prstClr val="black"/>
                </a:solidFill>
                <a:effectLst/>
                <a:latin typeface="微软雅黑" panose="020B0503020204020204" pitchFamily="34" charset="-122"/>
                <a:ea typeface="微软雅黑" panose="020B0503020204020204" pitchFamily="34" charset="-122"/>
              </a:rPr>
              <a:t>      </a:t>
            </a:r>
            <a:r>
              <a:rPr lang="en-US" altLang="zh-CN" sz="2600" b="1" dirty="0">
                <a:solidFill>
                  <a:prstClr val="black"/>
                </a:solidFill>
                <a:effectLst/>
                <a:latin typeface="微软雅黑" panose="020B0503020204020204" pitchFamily="34" charset="-122"/>
                <a:ea typeface="微软雅黑" panose="020B0503020204020204" pitchFamily="34" charset="-122"/>
              </a:rPr>
              <a:t>(1) </a:t>
            </a:r>
            <a:r>
              <a:rPr lang="zh-CN" altLang="en-US" sz="2600" b="1" dirty="0">
                <a:solidFill>
                  <a:prstClr val="black"/>
                </a:solidFill>
                <a:effectLst/>
                <a:latin typeface="微软雅黑" panose="020B0503020204020204" pitchFamily="34" charset="-122"/>
                <a:ea typeface="微软雅黑" panose="020B0503020204020204" pitchFamily="34" charset="-122"/>
              </a:rPr>
              <a:t>合作进程的执行次序 </a:t>
            </a:r>
          </a:p>
        </p:txBody>
      </p:sp>
      <p:sp>
        <p:nvSpPr>
          <p:cNvPr id="4" name="Rectangle 6">
            <a:extLst>
              <a:ext uri="{FF2B5EF4-FFF2-40B4-BE49-F238E27FC236}">
                <a16:creationId xmlns:a16="http://schemas.microsoft.com/office/drawing/2014/main" id="{BF49F8A6-308E-1576-7399-13AD982C4529}"/>
              </a:ext>
            </a:extLst>
          </p:cNvPr>
          <p:cNvSpPr>
            <a:spLocks noChangeArrowheads="1"/>
          </p:cNvSpPr>
          <p:nvPr/>
        </p:nvSpPr>
        <p:spPr bwMode="auto">
          <a:xfrm>
            <a:off x="1197434" y="2387160"/>
            <a:ext cx="3211513"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20000"/>
              </a:lnSpc>
              <a:spcBef>
                <a:spcPct val="20000"/>
              </a:spcBef>
              <a:buFont typeface="Wingdings" panose="05000000000000000000" pitchFamily="2" charset="2"/>
              <a:buNone/>
            </a:pPr>
            <a:r>
              <a:rPr lang="en-US" altLang="zh-CN" sz="2400">
                <a:solidFill>
                  <a:srgbClr val="000099"/>
                </a:solidFill>
                <a:latin typeface="Times New Roman" panose="02020603050405020304" pitchFamily="18" charset="0"/>
              </a:rPr>
              <a:t>① </a:t>
            </a:r>
            <a:r>
              <a:rPr lang="zh-CN" altLang="en-US" sz="2400">
                <a:solidFill>
                  <a:srgbClr val="000099"/>
                </a:solidFill>
                <a:latin typeface="Times New Roman" panose="02020603050405020304" pitchFamily="18" charset="0"/>
              </a:rPr>
              <a:t>进程流图</a:t>
            </a:r>
            <a:r>
              <a:rPr lang="zh-CN" altLang="en-US" sz="2400">
                <a:latin typeface="Times New Roman" panose="02020603050405020304" pitchFamily="18" charset="0"/>
              </a:rPr>
              <a:t>        </a:t>
            </a:r>
          </a:p>
        </p:txBody>
      </p:sp>
      <p:grpSp>
        <p:nvGrpSpPr>
          <p:cNvPr id="5" name="Group 75">
            <a:extLst>
              <a:ext uri="{FF2B5EF4-FFF2-40B4-BE49-F238E27FC236}">
                <a16:creationId xmlns:a16="http://schemas.microsoft.com/office/drawing/2014/main" id="{933FF37A-B964-02F0-6C8B-41F3CF32434E}"/>
              </a:ext>
            </a:extLst>
          </p:cNvPr>
          <p:cNvGrpSpPr>
            <a:grpSpLocks/>
          </p:cNvGrpSpPr>
          <p:nvPr/>
        </p:nvGrpSpPr>
        <p:grpSpPr bwMode="auto">
          <a:xfrm>
            <a:off x="3298141" y="2676466"/>
            <a:ext cx="6931025" cy="2863850"/>
            <a:chOff x="576" y="1563"/>
            <a:chExt cx="4192" cy="1512"/>
          </a:xfrm>
        </p:grpSpPr>
        <p:grpSp>
          <p:nvGrpSpPr>
            <p:cNvPr id="6" name="Group 72">
              <a:extLst>
                <a:ext uri="{FF2B5EF4-FFF2-40B4-BE49-F238E27FC236}">
                  <a16:creationId xmlns:a16="http://schemas.microsoft.com/office/drawing/2014/main" id="{AC04879A-475E-D47B-DD3C-585AC4B808C7}"/>
                </a:ext>
              </a:extLst>
            </p:cNvPr>
            <p:cNvGrpSpPr>
              <a:grpSpLocks/>
            </p:cNvGrpSpPr>
            <p:nvPr/>
          </p:nvGrpSpPr>
          <p:grpSpPr bwMode="auto">
            <a:xfrm>
              <a:off x="576" y="1582"/>
              <a:ext cx="1112" cy="1448"/>
              <a:chOff x="576" y="1582"/>
              <a:chExt cx="1112" cy="1448"/>
            </a:xfrm>
          </p:grpSpPr>
          <p:sp>
            <p:nvSpPr>
              <p:cNvPr id="35" name="Line 12">
                <a:extLst>
                  <a:ext uri="{FF2B5EF4-FFF2-40B4-BE49-F238E27FC236}">
                    <a16:creationId xmlns:a16="http://schemas.microsoft.com/office/drawing/2014/main" id="{9FEE4C04-ED8E-8161-3C3B-A470914A7682}"/>
                  </a:ext>
                </a:extLst>
              </p:cNvPr>
              <p:cNvSpPr>
                <a:spLocks noChangeShapeType="1"/>
              </p:cNvSpPr>
              <p:nvPr/>
            </p:nvSpPr>
            <p:spPr bwMode="auto">
              <a:xfrm>
                <a:off x="1152" y="1801"/>
                <a:ext cx="0" cy="249"/>
              </a:xfrm>
              <a:prstGeom prst="line">
                <a:avLst/>
              </a:prstGeom>
              <a:noFill/>
              <a:ln w="1270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6" name="Oval 13">
                <a:extLst>
                  <a:ext uri="{FF2B5EF4-FFF2-40B4-BE49-F238E27FC236}">
                    <a16:creationId xmlns:a16="http://schemas.microsoft.com/office/drawing/2014/main" id="{EA947C79-C337-941A-21A8-6E3D4BC6791B}"/>
                  </a:ext>
                </a:extLst>
              </p:cNvPr>
              <p:cNvSpPr>
                <a:spLocks noChangeArrowheads="1"/>
              </p:cNvSpPr>
              <p:nvPr/>
            </p:nvSpPr>
            <p:spPr bwMode="auto">
              <a:xfrm>
                <a:off x="842" y="2048"/>
                <a:ext cx="620" cy="700"/>
              </a:xfrm>
              <a:prstGeom prst="ellipse">
                <a:avLst/>
              </a:prstGeom>
              <a:solidFill>
                <a:srgbClr val="CCFFFF"/>
              </a:solidFill>
              <a:ln w="9525">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Font typeface="Wingdings" panose="05000000000000000000" pitchFamily="2" charset="2"/>
                  <a:buChar char="Ø"/>
                </a:pPr>
                <a:endParaRPr lang="zh-CN" altLang="en-US" sz="1400">
                  <a:solidFill>
                    <a:srgbClr val="4138FA"/>
                  </a:solidFill>
                </a:endParaRPr>
              </a:p>
            </p:txBody>
          </p:sp>
          <p:sp>
            <p:nvSpPr>
              <p:cNvPr id="37" name="Rectangle 14">
                <a:extLst>
                  <a:ext uri="{FF2B5EF4-FFF2-40B4-BE49-F238E27FC236}">
                    <a16:creationId xmlns:a16="http://schemas.microsoft.com/office/drawing/2014/main" id="{FBB148EA-1A59-068D-A6C0-57BBEBF322A6}"/>
                  </a:ext>
                </a:extLst>
              </p:cNvPr>
              <p:cNvSpPr>
                <a:spLocks noChangeArrowheads="1"/>
              </p:cNvSpPr>
              <p:nvPr/>
            </p:nvSpPr>
            <p:spPr bwMode="auto">
              <a:xfrm>
                <a:off x="1152" y="2048"/>
                <a:ext cx="398" cy="721"/>
              </a:xfrm>
              <a:prstGeom prst="rect">
                <a:avLst/>
              </a:prstGeom>
              <a:noFill/>
              <a:ln>
                <a:noFill/>
              </a:ln>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0"/>
                  </a:spcBef>
                  <a:buClrTx/>
                  <a:buSzTx/>
                  <a:buFontTx/>
                  <a:buNone/>
                </a:pPr>
                <a:endParaRPr kumimoji="1" lang="zh-CN" altLang="zh-CN" sz="1600">
                  <a:solidFill>
                    <a:srgbClr val="CCECFF"/>
                  </a:solidFill>
                  <a:latin typeface="Times New Roman" panose="02020603050405020304" pitchFamily="18" charset="0"/>
                </a:endParaRPr>
              </a:p>
            </p:txBody>
          </p:sp>
          <p:sp>
            <p:nvSpPr>
              <p:cNvPr id="38" name="Oval 15">
                <a:extLst>
                  <a:ext uri="{FF2B5EF4-FFF2-40B4-BE49-F238E27FC236}">
                    <a16:creationId xmlns:a16="http://schemas.microsoft.com/office/drawing/2014/main" id="{A10F9579-9AA0-F39E-0600-0994E304022E}"/>
                  </a:ext>
                </a:extLst>
              </p:cNvPr>
              <p:cNvSpPr>
                <a:spLocks noChangeArrowheads="1"/>
              </p:cNvSpPr>
              <p:nvPr/>
            </p:nvSpPr>
            <p:spPr bwMode="auto">
              <a:xfrm>
                <a:off x="1019" y="2048"/>
                <a:ext cx="266" cy="424"/>
              </a:xfrm>
              <a:prstGeom prst="ellipse">
                <a:avLst/>
              </a:prstGeom>
              <a:solidFill>
                <a:srgbClr val="CCFFFF"/>
              </a:solidFill>
              <a:ln w="9525">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Font typeface="Wingdings" panose="05000000000000000000" pitchFamily="2" charset="2"/>
                  <a:buChar char="Ø"/>
                </a:pPr>
                <a:endParaRPr lang="zh-CN" altLang="en-US" sz="1400">
                  <a:solidFill>
                    <a:srgbClr val="4138FA"/>
                  </a:solidFill>
                </a:endParaRPr>
              </a:p>
            </p:txBody>
          </p:sp>
          <p:sp>
            <p:nvSpPr>
              <p:cNvPr id="39" name="Line 16">
                <a:extLst>
                  <a:ext uri="{FF2B5EF4-FFF2-40B4-BE49-F238E27FC236}">
                    <a16:creationId xmlns:a16="http://schemas.microsoft.com/office/drawing/2014/main" id="{BB5B5459-EEB2-5CFC-37CC-D0C25AF9B830}"/>
                  </a:ext>
                </a:extLst>
              </p:cNvPr>
              <p:cNvSpPr>
                <a:spLocks noChangeShapeType="1"/>
              </p:cNvSpPr>
              <p:nvPr/>
            </p:nvSpPr>
            <p:spPr bwMode="auto">
              <a:xfrm>
                <a:off x="1090" y="2444"/>
                <a:ext cx="40" cy="37"/>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0" name="Line 17">
                <a:extLst>
                  <a:ext uri="{FF2B5EF4-FFF2-40B4-BE49-F238E27FC236}">
                    <a16:creationId xmlns:a16="http://schemas.microsoft.com/office/drawing/2014/main" id="{CB0063ED-1623-DFA8-1899-E1F759136BFC}"/>
                  </a:ext>
                </a:extLst>
              </p:cNvPr>
              <p:cNvSpPr>
                <a:spLocks noChangeShapeType="1"/>
              </p:cNvSpPr>
              <p:nvPr/>
            </p:nvSpPr>
            <p:spPr bwMode="auto">
              <a:xfrm flipH="1">
                <a:off x="1190" y="2430"/>
                <a:ext cx="50" cy="42"/>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1" name="Text Box 18">
                <a:extLst>
                  <a:ext uri="{FF2B5EF4-FFF2-40B4-BE49-F238E27FC236}">
                    <a16:creationId xmlns:a16="http://schemas.microsoft.com/office/drawing/2014/main" id="{C8C9D173-1889-0609-3B4E-3CE394F0172E}"/>
                  </a:ext>
                </a:extLst>
              </p:cNvPr>
              <p:cNvSpPr txBox="1">
                <a:spLocks noChangeArrowheads="1"/>
              </p:cNvSpPr>
              <p:nvPr/>
            </p:nvSpPr>
            <p:spPr bwMode="auto">
              <a:xfrm>
                <a:off x="874" y="2295"/>
                <a:ext cx="260"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chemeClr val="tx1"/>
                    </a:solidFill>
                    <a:latin typeface="Times New Roman" panose="02020603050405020304" pitchFamily="18" charset="0"/>
                  </a:rPr>
                  <a:t>p</a:t>
                </a:r>
                <a:r>
                  <a:rPr kumimoji="1" lang="en-US" altLang="zh-CN" sz="1600" baseline="-25000">
                    <a:solidFill>
                      <a:schemeClr val="tx1"/>
                    </a:solidFill>
                    <a:latin typeface="Times New Roman" panose="02020603050405020304" pitchFamily="18" charset="0"/>
                  </a:rPr>
                  <a:t>3</a:t>
                </a:r>
                <a:endParaRPr kumimoji="1" lang="en-US" altLang="zh-CN" sz="1600">
                  <a:solidFill>
                    <a:schemeClr val="tx1"/>
                  </a:solidFill>
                  <a:latin typeface="Times New Roman" panose="02020603050405020304" pitchFamily="18" charset="0"/>
                </a:endParaRPr>
              </a:p>
            </p:txBody>
          </p:sp>
          <p:grpSp>
            <p:nvGrpSpPr>
              <p:cNvPr id="42" name="Group 56">
                <a:extLst>
                  <a:ext uri="{FF2B5EF4-FFF2-40B4-BE49-F238E27FC236}">
                    <a16:creationId xmlns:a16="http://schemas.microsoft.com/office/drawing/2014/main" id="{24206006-ABAD-370B-BCCD-C5137AC88F4E}"/>
                  </a:ext>
                </a:extLst>
              </p:cNvPr>
              <p:cNvGrpSpPr>
                <a:grpSpLocks/>
              </p:cNvGrpSpPr>
              <p:nvPr/>
            </p:nvGrpSpPr>
            <p:grpSpPr bwMode="auto">
              <a:xfrm>
                <a:off x="1024" y="1582"/>
                <a:ext cx="261" cy="228"/>
                <a:chOff x="1024" y="1582"/>
                <a:chExt cx="261" cy="228"/>
              </a:xfrm>
            </p:grpSpPr>
            <p:sp>
              <p:nvSpPr>
                <p:cNvPr id="52" name="Oval 20">
                  <a:extLst>
                    <a:ext uri="{FF2B5EF4-FFF2-40B4-BE49-F238E27FC236}">
                      <a16:creationId xmlns:a16="http://schemas.microsoft.com/office/drawing/2014/main" id="{5440AAE7-C788-FA23-DC1C-164916EEC35D}"/>
                    </a:ext>
                  </a:extLst>
                </p:cNvPr>
                <p:cNvSpPr>
                  <a:spLocks noChangeArrowheads="1"/>
                </p:cNvSpPr>
                <p:nvPr/>
              </p:nvSpPr>
              <p:spPr bwMode="auto">
                <a:xfrm>
                  <a:off x="1024" y="1582"/>
                  <a:ext cx="261" cy="228"/>
                </a:xfrm>
                <a:prstGeom prst="ellipse">
                  <a:avLst/>
                </a:prstGeom>
                <a:solidFill>
                  <a:srgbClr val="CCFFFF"/>
                </a:solidFill>
                <a:ln w="9525">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Font typeface="Wingdings" panose="05000000000000000000" pitchFamily="2" charset="2"/>
                    <a:buChar char="Ø"/>
                  </a:pPr>
                  <a:endParaRPr lang="zh-CN" altLang="en-US" sz="1400">
                    <a:solidFill>
                      <a:srgbClr val="4138FA"/>
                    </a:solidFill>
                  </a:endParaRPr>
                </a:p>
              </p:txBody>
            </p:sp>
            <p:sp>
              <p:nvSpPr>
                <p:cNvPr id="53" name="Text Box 21">
                  <a:extLst>
                    <a:ext uri="{FF2B5EF4-FFF2-40B4-BE49-F238E27FC236}">
                      <a16:creationId xmlns:a16="http://schemas.microsoft.com/office/drawing/2014/main" id="{CB2E150E-1110-3E84-776D-80F73377E2C6}"/>
                    </a:ext>
                  </a:extLst>
                </p:cNvPr>
                <p:cNvSpPr txBox="1">
                  <a:spLocks noChangeArrowheads="1"/>
                </p:cNvSpPr>
                <p:nvPr/>
              </p:nvSpPr>
              <p:spPr bwMode="auto">
                <a:xfrm>
                  <a:off x="1046" y="1585"/>
                  <a:ext cx="222"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chemeClr val="tx1"/>
                      </a:solidFill>
                      <a:latin typeface="Times New Roman" panose="02020603050405020304" pitchFamily="18" charset="0"/>
                    </a:rPr>
                    <a:t> s</a:t>
                  </a:r>
                </a:p>
              </p:txBody>
            </p:sp>
          </p:grpSp>
          <p:grpSp>
            <p:nvGrpSpPr>
              <p:cNvPr id="43" name="Group 64">
                <a:extLst>
                  <a:ext uri="{FF2B5EF4-FFF2-40B4-BE49-F238E27FC236}">
                    <a16:creationId xmlns:a16="http://schemas.microsoft.com/office/drawing/2014/main" id="{FD7A2A06-2C2F-7D82-74C3-8F41E2876688}"/>
                  </a:ext>
                </a:extLst>
              </p:cNvPr>
              <p:cNvGrpSpPr>
                <a:grpSpLocks/>
              </p:cNvGrpSpPr>
              <p:nvPr/>
            </p:nvGrpSpPr>
            <p:grpSpPr bwMode="auto">
              <a:xfrm>
                <a:off x="1019" y="2751"/>
                <a:ext cx="261" cy="279"/>
                <a:chOff x="1019" y="2769"/>
                <a:chExt cx="261" cy="279"/>
              </a:xfrm>
            </p:grpSpPr>
            <p:sp>
              <p:nvSpPr>
                <p:cNvPr id="50" name="Oval 23">
                  <a:extLst>
                    <a:ext uri="{FF2B5EF4-FFF2-40B4-BE49-F238E27FC236}">
                      <a16:creationId xmlns:a16="http://schemas.microsoft.com/office/drawing/2014/main" id="{832BE810-26A1-014F-6A29-BB02826F0277}"/>
                    </a:ext>
                  </a:extLst>
                </p:cNvPr>
                <p:cNvSpPr>
                  <a:spLocks noChangeArrowheads="1"/>
                </p:cNvSpPr>
                <p:nvPr/>
              </p:nvSpPr>
              <p:spPr bwMode="auto">
                <a:xfrm>
                  <a:off x="1019" y="2769"/>
                  <a:ext cx="261" cy="228"/>
                </a:xfrm>
                <a:prstGeom prst="ellipse">
                  <a:avLst/>
                </a:prstGeom>
                <a:solidFill>
                  <a:srgbClr val="CCFFFF"/>
                </a:solidFill>
                <a:ln w="9525">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Font typeface="Wingdings" panose="05000000000000000000" pitchFamily="2" charset="2"/>
                    <a:buChar char="Ø"/>
                  </a:pPr>
                  <a:endParaRPr lang="zh-CN" altLang="en-US" sz="1400">
                    <a:solidFill>
                      <a:srgbClr val="4138FA"/>
                    </a:solidFill>
                  </a:endParaRPr>
                </a:p>
              </p:txBody>
            </p:sp>
            <p:sp>
              <p:nvSpPr>
                <p:cNvPr id="51" name="Text Box 24">
                  <a:extLst>
                    <a:ext uri="{FF2B5EF4-FFF2-40B4-BE49-F238E27FC236}">
                      <a16:creationId xmlns:a16="http://schemas.microsoft.com/office/drawing/2014/main" id="{2432DD92-F9B4-00B9-9069-88F3B4CE5FA7}"/>
                    </a:ext>
                  </a:extLst>
                </p:cNvPr>
                <p:cNvSpPr txBox="1">
                  <a:spLocks noChangeArrowheads="1"/>
                </p:cNvSpPr>
                <p:nvPr/>
              </p:nvSpPr>
              <p:spPr bwMode="auto">
                <a:xfrm>
                  <a:off x="1045" y="2778"/>
                  <a:ext cx="222"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chemeClr val="tx1"/>
                      </a:solidFill>
                      <a:latin typeface="Times New Roman" panose="02020603050405020304" pitchFamily="18" charset="0"/>
                    </a:rPr>
                    <a:t> f</a:t>
                  </a:r>
                </a:p>
              </p:txBody>
            </p:sp>
          </p:grpSp>
          <p:sp>
            <p:nvSpPr>
              <p:cNvPr id="44" name="Text Box 25">
                <a:extLst>
                  <a:ext uri="{FF2B5EF4-FFF2-40B4-BE49-F238E27FC236}">
                    <a16:creationId xmlns:a16="http://schemas.microsoft.com/office/drawing/2014/main" id="{28FF320E-0694-6140-7C7D-B1087AE23556}"/>
                  </a:ext>
                </a:extLst>
              </p:cNvPr>
              <p:cNvSpPr txBox="1">
                <a:spLocks noChangeArrowheads="1"/>
              </p:cNvSpPr>
              <p:nvPr/>
            </p:nvSpPr>
            <p:spPr bwMode="auto">
              <a:xfrm>
                <a:off x="1428" y="2176"/>
                <a:ext cx="260"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chemeClr val="tx1"/>
                    </a:solidFill>
                    <a:latin typeface="Times New Roman" panose="02020603050405020304" pitchFamily="18" charset="0"/>
                  </a:rPr>
                  <a:t>p</a:t>
                </a:r>
                <a:r>
                  <a:rPr kumimoji="1" lang="en-US" altLang="zh-CN" sz="1600" baseline="-25000">
                    <a:solidFill>
                      <a:schemeClr val="tx1"/>
                    </a:solidFill>
                    <a:latin typeface="Times New Roman" panose="02020603050405020304" pitchFamily="18" charset="0"/>
                  </a:rPr>
                  <a:t>5</a:t>
                </a:r>
                <a:endParaRPr kumimoji="1" lang="en-US" altLang="zh-CN" sz="1600">
                  <a:solidFill>
                    <a:schemeClr val="tx1"/>
                  </a:solidFill>
                  <a:latin typeface="Times New Roman" panose="02020603050405020304" pitchFamily="18" charset="0"/>
                </a:endParaRPr>
              </a:p>
            </p:txBody>
          </p:sp>
          <p:sp>
            <p:nvSpPr>
              <p:cNvPr id="45" name="Text Box 26">
                <a:extLst>
                  <a:ext uri="{FF2B5EF4-FFF2-40B4-BE49-F238E27FC236}">
                    <a16:creationId xmlns:a16="http://schemas.microsoft.com/office/drawing/2014/main" id="{06CBE13B-E437-5D68-233E-131DAD037696}"/>
                  </a:ext>
                </a:extLst>
              </p:cNvPr>
              <p:cNvSpPr txBox="1">
                <a:spLocks noChangeArrowheads="1"/>
              </p:cNvSpPr>
              <p:nvPr/>
            </p:nvSpPr>
            <p:spPr bwMode="auto">
              <a:xfrm>
                <a:off x="1230" y="1819"/>
                <a:ext cx="260"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chemeClr val="tx1"/>
                    </a:solidFill>
                    <a:latin typeface="Times New Roman" panose="02020603050405020304" pitchFamily="18" charset="0"/>
                  </a:rPr>
                  <a:t>p</a:t>
                </a:r>
                <a:r>
                  <a:rPr kumimoji="1" lang="en-US" altLang="zh-CN" sz="1600" baseline="-25000">
                    <a:solidFill>
                      <a:schemeClr val="tx1"/>
                    </a:solidFill>
                    <a:latin typeface="Times New Roman" panose="02020603050405020304" pitchFamily="18" charset="0"/>
                  </a:rPr>
                  <a:t>1</a:t>
                </a:r>
                <a:endParaRPr kumimoji="1" lang="en-US" altLang="zh-CN" sz="1600">
                  <a:solidFill>
                    <a:schemeClr val="tx1"/>
                  </a:solidFill>
                  <a:latin typeface="Times New Roman" panose="02020603050405020304" pitchFamily="18" charset="0"/>
                </a:endParaRPr>
              </a:p>
            </p:txBody>
          </p:sp>
          <p:sp>
            <p:nvSpPr>
              <p:cNvPr id="46" name="Text Box 27">
                <a:extLst>
                  <a:ext uri="{FF2B5EF4-FFF2-40B4-BE49-F238E27FC236}">
                    <a16:creationId xmlns:a16="http://schemas.microsoft.com/office/drawing/2014/main" id="{818D7C01-146D-4675-E86D-4C775304DBAF}"/>
                  </a:ext>
                </a:extLst>
              </p:cNvPr>
              <p:cNvSpPr txBox="1">
                <a:spLocks noChangeArrowheads="1"/>
              </p:cNvSpPr>
              <p:nvPr/>
            </p:nvSpPr>
            <p:spPr bwMode="auto">
              <a:xfrm>
                <a:off x="576" y="2218"/>
                <a:ext cx="260"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chemeClr val="tx1"/>
                    </a:solidFill>
                    <a:latin typeface="Times New Roman" panose="02020603050405020304" pitchFamily="18" charset="0"/>
                  </a:rPr>
                  <a:t>p</a:t>
                </a:r>
                <a:r>
                  <a:rPr kumimoji="1" lang="en-US" altLang="zh-CN" sz="1600" baseline="-25000">
                    <a:solidFill>
                      <a:schemeClr val="tx1"/>
                    </a:solidFill>
                    <a:latin typeface="Times New Roman" panose="02020603050405020304" pitchFamily="18" charset="0"/>
                  </a:rPr>
                  <a:t>2</a:t>
                </a:r>
                <a:endParaRPr kumimoji="1" lang="en-US" altLang="zh-CN" sz="1600">
                  <a:solidFill>
                    <a:schemeClr val="tx1"/>
                  </a:solidFill>
                  <a:latin typeface="Times New Roman" panose="02020603050405020304" pitchFamily="18" charset="0"/>
                </a:endParaRPr>
              </a:p>
            </p:txBody>
          </p:sp>
          <p:sp>
            <p:nvSpPr>
              <p:cNvPr id="47" name="Text Box 63">
                <a:extLst>
                  <a:ext uri="{FF2B5EF4-FFF2-40B4-BE49-F238E27FC236}">
                    <a16:creationId xmlns:a16="http://schemas.microsoft.com/office/drawing/2014/main" id="{F6A89672-00B0-7B00-3DE3-280D756525A0}"/>
                  </a:ext>
                </a:extLst>
              </p:cNvPr>
              <p:cNvSpPr txBox="1">
                <a:spLocks noChangeArrowheads="1"/>
              </p:cNvSpPr>
              <p:nvPr/>
            </p:nvSpPr>
            <p:spPr bwMode="auto">
              <a:xfrm>
                <a:off x="1239" y="2322"/>
                <a:ext cx="260"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chemeClr val="tx1"/>
                    </a:solidFill>
                    <a:latin typeface="Times New Roman" panose="02020603050405020304" pitchFamily="18" charset="0"/>
                  </a:rPr>
                  <a:t>p</a:t>
                </a:r>
                <a:r>
                  <a:rPr kumimoji="1" lang="en-US" altLang="zh-CN" sz="1600" baseline="-25000">
                    <a:solidFill>
                      <a:schemeClr val="tx1"/>
                    </a:solidFill>
                    <a:latin typeface="Times New Roman" panose="02020603050405020304" pitchFamily="18" charset="0"/>
                  </a:rPr>
                  <a:t>4</a:t>
                </a:r>
                <a:endParaRPr kumimoji="1" lang="en-US" altLang="zh-CN" sz="1600">
                  <a:solidFill>
                    <a:schemeClr val="tx1"/>
                  </a:solidFill>
                  <a:latin typeface="Times New Roman" panose="02020603050405020304" pitchFamily="18" charset="0"/>
                </a:endParaRPr>
              </a:p>
            </p:txBody>
          </p:sp>
          <p:sp>
            <p:nvSpPr>
              <p:cNvPr id="48" name="Line 65">
                <a:extLst>
                  <a:ext uri="{FF2B5EF4-FFF2-40B4-BE49-F238E27FC236}">
                    <a16:creationId xmlns:a16="http://schemas.microsoft.com/office/drawing/2014/main" id="{10580A08-AB68-F294-B60E-BAB4D2F78EDD}"/>
                  </a:ext>
                </a:extLst>
              </p:cNvPr>
              <p:cNvSpPr>
                <a:spLocks noChangeShapeType="1"/>
              </p:cNvSpPr>
              <p:nvPr/>
            </p:nvSpPr>
            <p:spPr bwMode="auto">
              <a:xfrm>
                <a:off x="1153" y="2468"/>
                <a:ext cx="0" cy="283"/>
              </a:xfrm>
              <a:prstGeom prst="line">
                <a:avLst/>
              </a:prstGeom>
              <a:noFill/>
              <a:ln w="1270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9" name="Text Box 66">
                <a:extLst>
                  <a:ext uri="{FF2B5EF4-FFF2-40B4-BE49-F238E27FC236}">
                    <a16:creationId xmlns:a16="http://schemas.microsoft.com/office/drawing/2014/main" id="{C26017C5-C3C2-3D7A-2C23-F0D3DEFD369C}"/>
                  </a:ext>
                </a:extLst>
              </p:cNvPr>
              <p:cNvSpPr txBox="1">
                <a:spLocks noChangeArrowheads="1"/>
              </p:cNvSpPr>
              <p:nvPr/>
            </p:nvSpPr>
            <p:spPr bwMode="auto">
              <a:xfrm>
                <a:off x="978" y="2491"/>
                <a:ext cx="260"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chemeClr val="tx1"/>
                    </a:solidFill>
                    <a:latin typeface="Times New Roman" panose="02020603050405020304" pitchFamily="18" charset="0"/>
                  </a:rPr>
                  <a:t>p</a:t>
                </a:r>
                <a:r>
                  <a:rPr kumimoji="1" lang="en-US" altLang="zh-CN" sz="1600" baseline="-25000">
                    <a:solidFill>
                      <a:schemeClr val="tx1"/>
                    </a:solidFill>
                    <a:latin typeface="Times New Roman" panose="02020603050405020304" pitchFamily="18" charset="0"/>
                  </a:rPr>
                  <a:t>6</a:t>
                </a:r>
                <a:endParaRPr kumimoji="1" lang="en-US" altLang="zh-CN" sz="1600">
                  <a:solidFill>
                    <a:schemeClr val="tx1"/>
                  </a:solidFill>
                  <a:latin typeface="Times New Roman" panose="02020603050405020304" pitchFamily="18" charset="0"/>
                </a:endParaRPr>
              </a:p>
            </p:txBody>
          </p:sp>
        </p:grpSp>
        <p:grpSp>
          <p:nvGrpSpPr>
            <p:cNvPr id="7" name="Group 74">
              <a:extLst>
                <a:ext uri="{FF2B5EF4-FFF2-40B4-BE49-F238E27FC236}">
                  <a16:creationId xmlns:a16="http://schemas.microsoft.com/office/drawing/2014/main" id="{3B2DD75A-308B-C4AF-FBD5-9A7E4698F43A}"/>
                </a:ext>
              </a:extLst>
            </p:cNvPr>
            <p:cNvGrpSpPr>
              <a:grpSpLocks/>
            </p:cNvGrpSpPr>
            <p:nvPr/>
          </p:nvGrpSpPr>
          <p:grpSpPr bwMode="auto">
            <a:xfrm>
              <a:off x="3799" y="1563"/>
              <a:ext cx="969" cy="1443"/>
              <a:chOff x="3799" y="1608"/>
              <a:chExt cx="969" cy="1443"/>
            </a:xfrm>
          </p:grpSpPr>
          <p:sp>
            <p:nvSpPr>
              <p:cNvPr id="22" name="Oval 29">
                <a:extLst>
                  <a:ext uri="{FF2B5EF4-FFF2-40B4-BE49-F238E27FC236}">
                    <a16:creationId xmlns:a16="http://schemas.microsoft.com/office/drawing/2014/main" id="{240D642D-76C9-34BD-E414-E94B96C9098E}"/>
                  </a:ext>
                </a:extLst>
              </p:cNvPr>
              <p:cNvSpPr>
                <a:spLocks noChangeArrowheads="1"/>
              </p:cNvSpPr>
              <p:nvPr/>
            </p:nvSpPr>
            <p:spPr bwMode="auto">
              <a:xfrm>
                <a:off x="3979" y="2260"/>
                <a:ext cx="531" cy="551"/>
              </a:xfrm>
              <a:prstGeom prst="ellipse">
                <a:avLst/>
              </a:prstGeom>
              <a:solidFill>
                <a:srgbClr val="CCFFFF"/>
              </a:solidFill>
              <a:ln w="9525">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Font typeface="Wingdings" panose="05000000000000000000" pitchFamily="2" charset="2"/>
                  <a:buChar char="Ø"/>
                </a:pPr>
                <a:endParaRPr lang="zh-CN" altLang="en-US" sz="1400">
                  <a:solidFill>
                    <a:srgbClr val="4138FA"/>
                  </a:solidFill>
                </a:endParaRPr>
              </a:p>
            </p:txBody>
          </p:sp>
          <p:sp>
            <p:nvSpPr>
              <p:cNvPr id="23" name="Line 31">
                <a:extLst>
                  <a:ext uri="{FF2B5EF4-FFF2-40B4-BE49-F238E27FC236}">
                    <a16:creationId xmlns:a16="http://schemas.microsoft.com/office/drawing/2014/main" id="{23A63CDD-5FE4-E196-9CE0-088C6AB4C8B9}"/>
                  </a:ext>
                </a:extLst>
              </p:cNvPr>
              <p:cNvSpPr>
                <a:spLocks noChangeShapeType="1"/>
              </p:cNvSpPr>
              <p:nvPr/>
            </p:nvSpPr>
            <p:spPr bwMode="auto">
              <a:xfrm flipH="1">
                <a:off x="4270" y="2788"/>
                <a:ext cx="98" cy="32"/>
              </a:xfrm>
              <a:prstGeom prst="line">
                <a:avLst/>
              </a:prstGeom>
              <a:noFill/>
              <a:ln w="190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4" name="Line 38">
                <a:extLst>
                  <a:ext uri="{FF2B5EF4-FFF2-40B4-BE49-F238E27FC236}">
                    <a16:creationId xmlns:a16="http://schemas.microsoft.com/office/drawing/2014/main" id="{40A5CF04-2142-FAEE-020A-48074248FA0E}"/>
                  </a:ext>
                </a:extLst>
              </p:cNvPr>
              <p:cNvSpPr>
                <a:spLocks noChangeShapeType="1"/>
              </p:cNvSpPr>
              <p:nvPr/>
            </p:nvSpPr>
            <p:spPr bwMode="auto">
              <a:xfrm>
                <a:off x="4250" y="1837"/>
                <a:ext cx="0" cy="423"/>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5" name="Text Box 39">
                <a:extLst>
                  <a:ext uri="{FF2B5EF4-FFF2-40B4-BE49-F238E27FC236}">
                    <a16:creationId xmlns:a16="http://schemas.microsoft.com/office/drawing/2014/main" id="{76439B5D-7677-B4E3-DDE4-B3A26B2D5581}"/>
                  </a:ext>
                </a:extLst>
              </p:cNvPr>
              <p:cNvSpPr txBox="1">
                <a:spLocks noChangeArrowheads="1"/>
              </p:cNvSpPr>
              <p:nvPr/>
            </p:nvSpPr>
            <p:spPr bwMode="auto">
              <a:xfrm>
                <a:off x="3799" y="2296"/>
                <a:ext cx="260"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chemeClr val="tx1"/>
                    </a:solidFill>
                    <a:latin typeface="Times New Roman" panose="02020603050405020304" pitchFamily="18" charset="0"/>
                  </a:rPr>
                  <a:t>p</a:t>
                </a:r>
                <a:r>
                  <a:rPr kumimoji="1" lang="en-US" altLang="zh-CN" sz="1600" baseline="-25000">
                    <a:solidFill>
                      <a:schemeClr val="tx1"/>
                    </a:solidFill>
                    <a:latin typeface="Times New Roman" panose="02020603050405020304" pitchFamily="18" charset="0"/>
                  </a:rPr>
                  <a:t>9</a:t>
                </a:r>
                <a:endParaRPr kumimoji="1" lang="en-US" altLang="zh-CN" sz="1600">
                  <a:solidFill>
                    <a:schemeClr val="tx1"/>
                  </a:solidFill>
                  <a:latin typeface="Times New Roman" panose="02020603050405020304" pitchFamily="18" charset="0"/>
                </a:endParaRPr>
              </a:p>
            </p:txBody>
          </p:sp>
          <p:sp>
            <p:nvSpPr>
              <p:cNvPr id="26" name="Text Box 40">
                <a:extLst>
                  <a:ext uri="{FF2B5EF4-FFF2-40B4-BE49-F238E27FC236}">
                    <a16:creationId xmlns:a16="http://schemas.microsoft.com/office/drawing/2014/main" id="{5955B95C-514D-6B07-B9E6-EE15B154B3F8}"/>
                  </a:ext>
                </a:extLst>
              </p:cNvPr>
              <p:cNvSpPr txBox="1">
                <a:spLocks noChangeArrowheads="1"/>
              </p:cNvSpPr>
              <p:nvPr/>
            </p:nvSpPr>
            <p:spPr bwMode="auto">
              <a:xfrm>
                <a:off x="4491" y="2303"/>
                <a:ext cx="27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chemeClr val="tx1"/>
                    </a:solidFill>
                    <a:latin typeface="Times New Roman" panose="02020603050405020304" pitchFamily="18" charset="0"/>
                  </a:rPr>
                  <a:t>p</a:t>
                </a:r>
                <a:r>
                  <a:rPr kumimoji="1" lang="en-US" altLang="zh-CN" sz="1600" baseline="-25000">
                    <a:solidFill>
                      <a:schemeClr val="tx1"/>
                    </a:solidFill>
                    <a:latin typeface="Times New Roman" panose="02020603050405020304" pitchFamily="18" charset="0"/>
                  </a:rPr>
                  <a:t>10</a:t>
                </a:r>
                <a:endParaRPr kumimoji="1" lang="en-US" altLang="zh-CN" sz="1600">
                  <a:solidFill>
                    <a:schemeClr val="tx1"/>
                  </a:solidFill>
                  <a:latin typeface="Times New Roman" panose="02020603050405020304" pitchFamily="18" charset="0"/>
                </a:endParaRPr>
              </a:p>
            </p:txBody>
          </p:sp>
          <p:sp>
            <p:nvSpPr>
              <p:cNvPr id="27" name="Text Box 41">
                <a:extLst>
                  <a:ext uri="{FF2B5EF4-FFF2-40B4-BE49-F238E27FC236}">
                    <a16:creationId xmlns:a16="http://schemas.microsoft.com/office/drawing/2014/main" id="{777787B3-21A1-20F3-04CD-A701381D7E10}"/>
                  </a:ext>
                </a:extLst>
              </p:cNvPr>
              <p:cNvSpPr txBox="1">
                <a:spLocks noChangeArrowheads="1"/>
              </p:cNvSpPr>
              <p:nvPr/>
            </p:nvSpPr>
            <p:spPr bwMode="auto">
              <a:xfrm>
                <a:off x="3984" y="1879"/>
                <a:ext cx="260"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chemeClr val="tx1"/>
                    </a:solidFill>
                    <a:latin typeface="Times New Roman" panose="02020603050405020304" pitchFamily="18" charset="0"/>
                  </a:rPr>
                  <a:t>p</a:t>
                </a:r>
                <a:r>
                  <a:rPr kumimoji="1" lang="en-US" altLang="zh-CN" sz="1600" baseline="-25000">
                    <a:solidFill>
                      <a:schemeClr val="tx1"/>
                    </a:solidFill>
                    <a:latin typeface="Times New Roman" panose="02020603050405020304" pitchFamily="18" charset="0"/>
                  </a:rPr>
                  <a:t>8</a:t>
                </a:r>
                <a:endParaRPr kumimoji="1" lang="en-US" altLang="zh-CN" sz="1600">
                  <a:solidFill>
                    <a:schemeClr val="tx1"/>
                  </a:solidFill>
                  <a:latin typeface="Times New Roman" panose="02020603050405020304" pitchFamily="18" charset="0"/>
                </a:endParaRPr>
              </a:p>
            </p:txBody>
          </p:sp>
          <p:grpSp>
            <p:nvGrpSpPr>
              <p:cNvPr id="28" name="Group 67">
                <a:extLst>
                  <a:ext uri="{FF2B5EF4-FFF2-40B4-BE49-F238E27FC236}">
                    <a16:creationId xmlns:a16="http://schemas.microsoft.com/office/drawing/2014/main" id="{13EF659F-6597-4D94-FDC5-9B4DF10375F4}"/>
                  </a:ext>
                </a:extLst>
              </p:cNvPr>
              <p:cNvGrpSpPr>
                <a:grpSpLocks/>
              </p:cNvGrpSpPr>
              <p:nvPr/>
            </p:nvGrpSpPr>
            <p:grpSpPr bwMode="auto">
              <a:xfrm>
                <a:off x="4118" y="2823"/>
                <a:ext cx="265" cy="228"/>
                <a:chOff x="2563" y="2795"/>
                <a:chExt cx="265" cy="228"/>
              </a:xfrm>
            </p:grpSpPr>
            <p:sp>
              <p:nvSpPr>
                <p:cNvPr id="33" name="Oval 50">
                  <a:extLst>
                    <a:ext uri="{FF2B5EF4-FFF2-40B4-BE49-F238E27FC236}">
                      <a16:creationId xmlns:a16="http://schemas.microsoft.com/office/drawing/2014/main" id="{ADCE80F2-33CE-C405-929F-4B22D6D83584}"/>
                    </a:ext>
                  </a:extLst>
                </p:cNvPr>
                <p:cNvSpPr>
                  <a:spLocks noChangeArrowheads="1"/>
                </p:cNvSpPr>
                <p:nvPr/>
              </p:nvSpPr>
              <p:spPr bwMode="auto">
                <a:xfrm>
                  <a:off x="2568" y="2795"/>
                  <a:ext cx="260" cy="228"/>
                </a:xfrm>
                <a:prstGeom prst="ellipse">
                  <a:avLst/>
                </a:prstGeom>
                <a:solidFill>
                  <a:srgbClr val="CCFFFF"/>
                </a:solidFill>
                <a:ln w="9525">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Font typeface="Wingdings" panose="05000000000000000000" pitchFamily="2" charset="2"/>
                    <a:buChar char="Ø"/>
                  </a:pPr>
                  <a:endParaRPr lang="zh-CN" altLang="en-US" sz="1400">
                    <a:solidFill>
                      <a:srgbClr val="4138FA"/>
                    </a:solidFill>
                  </a:endParaRPr>
                </a:p>
              </p:txBody>
            </p:sp>
            <p:sp>
              <p:nvSpPr>
                <p:cNvPr id="34" name="Text Box 51">
                  <a:extLst>
                    <a:ext uri="{FF2B5EF4-FFF2-40B4-BE49-F238E27FC236}">
                      <a16:creationId xmlns:a16="http://schemas.microsoft.com/office/drawing/2014/main" id="{1A87F85F-F0EF-3FF4-2FDE-A9AF02E5933B}"/>
                    </a:ext>
                  </a:extLst>
                </p:cNvPr>
                <p:cNvSpPr txBox="1">
                  <a:spLocks noChangeArrowheads="1"/>
                </p:cNvSpPr>
                <p:nvPr/>
              </p:nvSpPr>
              <p:spPr bwMode="auto">
                <a:xfrm>
                  <a:off x="2563" y="2798"/>
                  <a:ext cx="221"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chemeClr val="tx1"/>
                      </a:solidFill>
                      <a:latin typeface="Times New Roman" panose="02020603050405020304" pitchFamily="18" charset="0"/>
                    </a:rPr>
                    <a:t> f</a:t>
                  </a:r>
                </a:p>
              </p:txBody>
            </p:sp>
          </p:grpSp>
          <p:grpSp>
            <p:nvGrpSpPr>
              <p:cNvPr id="29" name="Group 60">
                <a:extLst>
                  <a:ext uri="{FF2B5EF4-FFF2-40B4-BE49-F238E27FC236}">
                    <a16:creationId xmlns:a16="http://schemas.microsoft.com/office/drawing/2014/main" id="{65D32023-BD89-086C-4009-FB893F6781DD}"/>
                  </a:ext>
                </a:extLst>
              </p:cNvPr>
              <p:cNvGrpSpPr>
                <a:grpSpLocks/>
              </p:cNvGrpSpPr>
              <p:nvPr/>
            </p:nvGrpSpPr>
            <p:grpSpPr bwMode="auto">
              <a:xfrm>
                <a:off x="4113" y="1608"/>
                <a:ext cx="261" cy="228"/>
                <a:chOff x="1024" y="1582"/>
                <a:chExt cx="261" cy="228"/>
              </a:xfrm>
            </p:grpSpPr>
            <p:sp>
              <p:nvSpPr>
                <p:cNvPr id="31" name="Oval 61">
                  <a:extLst>
                    <a:ext uri="{FF2B5EF4-FFF2-40B4-BE49-F238E27FC236}">
                      <a16:creationId xmlns:a16="http://schemas.microsoft.com/office/drawing/2014/main" id="{DDDE47C0-1A05-63B2-4F35-FB98AFCE8C1A}"/>
                    </a:ext>
                  </a:extLst>
                </p:cNvPr>
                <p:cNvSpPr>
                  <a:spLocks noChangeArrowheads="1"/>
                </p:cNvSpPr>
                <p:nvPr/>
              </p:nvSpPr>
              <p:spPr bwMode="auto">
                <a:xfrm>
                  <a:off x="1024" y="1582"/>
                  <a:ext cx="261" cy="228"/>
                </a:xfrm>
                <a:prstGeom prst="ellipse">
                  <a:avLst/>
                </a:prstGeom>
                <a:solidFill>
                  <a:srgbClr val="CCFFFF"/>
                </a:solidFill>
                <a:ln w="9525">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Font typeface="Wingdings" panose="05000000000000000000" pitchFamily="2" charset="2"/>
                    <a:buChar char="Ø"/>
                  </a:pPr>
                  <a:endParaRPr lang="zh-CN" altLang="en-US" sz="1400">
                    <a:solidFill>
                      <a:srgbClr val="4138FA"/>
                    </a:solidFill>
                  </a:endParaRPr>
                </a:p>
              </p:txBody>
            </p:sp>
            <p:sp>
              <p:nvSpPr>
                <p:cNvPr id="32" name="Text Box 62">
                  <a:extLst>
                    <a:ext uri="{FF2B5EF4-FFF2-40B4-BE49-F238E27FC236}">
                      <a16:creationId xmlns:a16="http://schemas.microsoft.com/office/drawing/2014/main" id="{41EED443-1682-D80F-570D-960977F4FACA}"/>
                    </a:ext>
                  </a:extLst>
                </p:cNvPr>
                <p:cNvSpPr txBox="1">
                  <a:spLocks noChangeArrowheads="1"/>
                </p:cNvSpPr>
                <p:nvPr/>
              </p:nvSpPr>
              <p:spPr bwMode="auto">
                <a:xfrm>
                  <a:off x="1046" y="1585"/>
                  <a:ext cx="222"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chemeClr val="tx1"/>
                      </a:solidFill>
                      <a:latin typeface="Times New Roman" panose="02020603050405020304" pitchFamily="18" charset="0"/>
                    </a:rPr>
                    <a:t> s</a:t>
                  </a:r>
                </a:p>
              </p:txBody>
            </p:sp>
          </p:grpSp>
          <p:sp>
            <p:nvSpPr>
              <p:cNvPr id="30" name="Line 68">
                <a:extLst>
                  <a:ext uri="{FF2B5EF4-FFF2-40B4-BE49-F238E27FC236}">
                    <a16:creationId xmlns:a16="http://schemas.microsoft.com/office/drawing/2014/main" id="{328B5993-1D0F-463F-F649-209285553FC5}"/>
                  </a:ext>
                </a:extLst>
              </p:cNvPr>
              <p:cNvSpPr>
                <a:spLocks noChangeShapeType="1"/>
              </p:cNvSpPr>
              <p:nvPr/>
            </p:nvSpPr>
            <p:spPr bwMode="auto">
              <a:xfrm>
                <a:off x="4143" y="2787"/>
                <a:ext cx="95" cy="32"/>
              </a:xfrm>
              <a:prstGeom prst="line">
                <a:avLst/>
              </a:prstGeom>
              <a:noFill/>
              <a:ln w="190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8" name="Group 73">
              <a:extLst>
                <a:ext uri="{FF2B5EF4-FFF2-40B4-BE49-F238E27FC236}">
                  <a16:creationId xmlns:a16="http://schemas.microsoft.com/office/drawing/2014/main" id="{BE9B4CE2-C83B-3DB2-7315-7F8B566FAEDE}"/>
                </a:ext>
              </a:extLst>
            </p:cNvPr>
            <p:cNvGrpSpPr>
              <a:grpSpLocks/>
            </p:cNvGrpSpPr>
            <p:nvPr/>
          </p:nvGrpSpPr>
          <p:grpSpPr bwMode="auto">
            <a:xfrm>
              <a:off x="2259" y="1573"/>
              <a:ext cx="918" cy="1502"/>
              <a:chOff x="2259" y="1573"/>
              <a:chExt cx="918" cy="1502"/>
            </a:xfrm>
          </p:grpSpPr>
          <p:sp>
            <p:nvSpPr>
              <p:cNvPr id="9" name="Oval 43">
                <a:extLst>
                  <a:ext uri="{FF2B5EF4-FFF2-40B4-BE49-F238E27FC236}">
                    <a16:creationId xmlns:a16="http://schemas.microsoft.com/office/drawing/2014/main" id="{088C643B-3C0F-C568-13DD-EBEEC5C3C229}"/>
                  </a:ext>
                </a:extLst>
              </p:cNvPr>
              <p:cNvSpPr>
                <a:spLocks noChangeArrowheads="1"/>
              </p:cNvSpPr>
              <p:nvPr/>
            </p:nvSpPr>
            <p:spPr bwMode="auto">
              <a:xfrm>
                <a:off x="2430" y="1794"/>
                <a:ext cx="531" cy="551"/>
              </a:xfrm>
              <a:prstGeom prst="ellipse">
                <a:avLst/>
              </a:prstGeom>
              <a:solidFill>
                <a:srgbClr val="CCFFFF"/>
              </a:solidFill>
              <a:ln w="9525">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Font typeface="Wingdings" panose="05000000000000000000" pitchFamily="2" charset="2"/>
                  <a:buChar char="Ø"/>
                </a:pPr>
                <a:endParaRPr lang="zh-CN" altLang="en-US" sz="1400">
                  <a:solidFill>
                    <a:srgbClr val="4138FA"/>
                  </a:solidFill>
                </a:endParaRPr>
              </a:p>
            </p:txBody>
          </p:sp>
          <p:sp>
            <p:nvSpPr>
              <p:cNvPr id="10" name="Line 44">
                <a:extLst>
                  <a:ext uri="{FF2B5EF4-FFF2-40B4-BE49-F238E27FC236}">
                    <a16:creationId xmlns:a16="http://schemas.microsoft.com/office/drawing/2014/main" id="{D8981E71-658E-929B-69E9-A1AB725AE794}"/>
                  </a:ext>
                </a:extLst>
              </p:cNvPr>
              <p:cNvSpPr>
                <a:spLocks noChangeShapeType="1"/>
              </p:cNvSpPr>
              <p:nvPr/>
            </p:nvSpPr>
            <p:spPr bwMode="auto">
              <a:xfrm>
                <a:off x="2590" y="2322"/>
                <a:ext cx="95" cy="32"/>
              </a:xfrm>
              <a:prstGeom prst="line">
                <a:avLst/>
              </a:prstGeom>
              <a:noFill/>
              <a:ln w="190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1" name="Line 45">
                <a:extLst>
                  <a:ext uri="{FF2B5EF4-FFF2-40B4-BE49-F238E27FC236}">
                    <a16:creationId xmlns:a16="http://schemas.microsoft.com/office/drawing/2014/main" id="{00C6D2BA-897A-E642-ADA9-61C5DBF37433}"/>
                  </a:ext>
                </a:extLst>
              </p:cNvPr>
              <p:cNvSpPr>
                <a:spLocks noChangeShapeType="1"/>
              </p:cNvSpPr>
              <p:nvPr/>
            </p:nvSpPr>
            <p:spPr bwMode="auto">
              <a:xfrm flipH="1">
                <a:off x="2703" y="2322"/>
                <a:ext cx="98" cy="32"/>
              </a:xfrm>
              <a:prstGeom prst="line">
                <a:avLst/>
              </a:prstGeom>
              <a:noFill/>
              <a:ln w="190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2" name="Text Box 52">
                <a:extLst>
                  <a:ext uri="{FF2B5EF4-FFF2-40B4-BE49-F238E27FC236}">
                    <a16:creationId xmlns:a16="http://schemas.microsoft.com/office/drawing/2014/main" id="{52FA1FA2-61C1-A543-F486-5C1DAF9F8877}"/>
                  </a:ext>
                </a:extLst>
              </p:cNvPr>
              <p:cNvSpPr txBox="1">
                <a:spLocks noChangeArrowheads="1"/>
              </p:cNvSpPr>
              <p:nvPr/>
            </p:nvSpPr>
            <p:spPr bwMode="auto">
              <a:xfrm>
                <a:off x="2259" y="1857"/>
                <a:ext cx="260"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chemeClr val="tx1"/>
                    </a:solidFill>
                    <a:latin typeface="Times New Roman" panose="02020603050405020304" pitchFamily="18" charset="0"/>
                  </a:rPr>
                  <a:t>p</a:t>
                </a:r>
                <a:r>
                  <a:rPr kumimoji="1" lang="en-US" altLang="zh-CN" sz="1600" baseline="-25000">
                    <a:solidFill>
                      <a:schemeClr val="tx1"/>
                    </a:solidFill>
                    <a:latin typeface="Times New Roman" panose="02020603050405020304" pitchFamily="18" charset="0"/>
                  </a:rPr>
                  <a:t>5</a:t>
                </a:r>
                <a:endParaRPr kumimoji="1" lang="en-US" altLang="zh-CN" sz="1600">
                  <a:solidFill>
                    <a:schemeClr val="tx1"/>
                  </a:solidFill>
                  <a:latin typeface="Times New Roman" panose="02020603050405020304" pitchFamily="18" charset="0"/>
                </a:endParaRPr>
              </a:p>
            </p:txBody>
          </p:sp>
          <p:sp>
            <p:nvSpPr>
              <p:cNvPr id="13" name="Text Box 53">
                <a:extLst>
                  <a:ext uri="{FF2B5EF4-FFF2-40B4-BE49-F238E27FC236}">
                    <a16:creationId xmlns:a16="http://schemas.microsoft.com/office/drawing/2014/main" id="{2208BE8F-6D79-76CB-3AC1-68CC9EB31E37}"/>
                  </a:ext>
                </a:extLst>
              </p:cNvPr>
              <p:cNvSpPr txBox="1">
                <a:spLocks noChangeArrowheads="1"/>
              </p:cNvSpPr>
              <p:nvPr/>
            </p:nvSpPr>
            <p:spPr bwMode="auto">
              <a:xfrm>
                <a:off x="2917" y="1863"/>
                <a:ext cx="260"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chemeClr val="tx1"/>
                    </a:solidFill>
                    <a:latin typeface="Times New Roman" panose="02020603050405020304" pitchFamily="18" charset="0"/>
                  </a:rPr>
                  <a:t>p</a:t>
                </a:r>
                <a:r>
                  <a:rPr kumimoji="1" lang="en-US" altLang="zh-CN" sz="1600" baseline="-25000">
                    <a:solidFill>
                      <a:schemeClr val="tx1"/>
                    </a:solidFill>
                    <a:latin typeface="Times New Roman" panose="02020603050405020304" pitchFamily="18" charset="0"/>
                  </a:rPr>
                  <a:t>6</a:t>
                </a:r>
                <a:endParaRPr kumimoji="1" lang="en-US" altLang="zh-CN" sz="1600">
                  <a:solidFill>
                    <a:schemeClr val="tx1"/>
                  </a:solidFill>
                  <a:latin typeface="Times New Roman" panose="02020603050405020304" pitchFamily="18" charset="0"/>
                </a:endParaRPr>
              </a:p>
            </p:txBody>
          </p:sp>
          <p:sp>
            <p:nvSpPr>
              <p:cNvPr id="14" name="Text Box 54">
                <a:extLst>
                  <a:ext uri="{FF2B5EF4-FFF2-40B4-BE49-F238E27FC236}">
                    <a16:creationId xmlns:a16="http://schemas.microsoft.com/office/drawing/2014/main" id="{44FD4E19-5297-5082-0B20-97CE49A6F7A9}"/>
                  </a:ext>
                </a:extLst>
              </p:cNvPr>
              <p:cNvSpPr txBox="1">
                <a:spLocks noChangeArrowheads="1"/>
              </p:cNvSpPr>
              <p:nvPr/>
            </p:nvSpPr>
            <p:spPr bwMode="auto">
              <a:xfrm>
                <a:off x="2701" y="2515"/>
                <a:ext cx="260"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chemeClr val="tx1"/>
                    </a:solidFill>
                    <a:latin typeface="Times New Roman" panose="02020603050405020304" pitchFamily="18" charset="0"/>
                  </a:rPr>
                  <a:t>p</a:t>
                </a:r>
                <a:r>
                  <a:rPr kumimoji="1" lang="en-US" altLang="zh-CN" sz="1600" baseline="-25000">
                    <a:solidFill>
                      <a:schemeClr val="tx1"/>
                    </a:solidFill>
                    <a:latin typeface="Times New Roman" panose="02020603050405020304" pitchFamily="18" charset="0"/>
                  </a:rPr>
                  <a:t>7</a:t>
                </a:r>
                <a:endParaRPr kumimoji="1" lang="en-US" altLang="zh-CN" sz="1600">
                  <a:solidFill>
                    <a:schemeClr val="tx1"/>
                  </a:solidFill>
                  <a:latin typeface="Times New Roman" panose="02020603050405020304" pitchFamily="18" charset="0"/>
                </a:endParaRPr>
              </a:p>
            </p:txBody>
          </p:sp>
          <p:sp>
            <p:nvSpPr>
              <p:cNvPr id="15" name="Line 55">
                <a:extLst>
                  <a:ext uri="{FF2B5EF4-FFF2-40B4-BE49-F238E27FC236}">
                    <a16:creationId xmlns:a16="http://schemas.microsoft.com/office/drawing/2014/main" id="{F358B19D-7977-50DD-A8BC-E958057D6741}"/>
                  </a:ext>
                </a:extLst>
              </p:cNvPr>
              <p:cNvSpPr>
                <a:spLocks noChangeShapeType="1"/>
              </p:cNvSpPr>
              <p:nvPr/>
            </p:nvSpPr>
            <p:spPr bwMode="auto">
              <a:xfrm>
                <a:off x="2701" y="2345"/>
                <a:ext cx="0" cy="466"/>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nvGrpSpPr>
              <p:cNvPr id="16" name="Group 57">
                <a:extLst>
                  <a:ext uri="{FF2B5EF4-FFF2-40B4-BE49-F238E27FC236}">
                    <a16:creationId xmlns:a16="http://schemas.microsoft.com/office/drawing/2014/main" id="{4816B531-7271-9972-A1F5-565CF40619E5}"/>
                  </a:ext>
                </a:extLst>
              </p:cNvPr>
              <p:cNvGrpSpPr>
                <a:grpSpLocks/>
              </p:cNvGrpSpPr>
              <p:nvPr/>
            </p:nvGrpSpPr>
            <p:grpSpPr bwMode="auto">
              <a:xfrm>
                <a:off x="2560" y="1573"/>
                <a:ext cx="261" cy="228"/>
                <a:chOff x="1024" y="1582"/>
                <a:chExt cx="261" cy="228"/>
              </a:xfrm>
            </p:grpSpPr>
            <p:sp>
              <p:nvSpPr>
                <p:cNvPr id="20" name="Oval 58">
                  <a:extLst>
                    <a:ext uri="{FF2B5EF4-FFF2-40B4-BE49-F238E27FC236}">
                      <a16:creationId xmlns:a16="http://schemas.microsoft.com/office/drawing/2014/main" id="{2880D35F-1B33-5A26-F708-384F629DEA69}"/>
                    </a:ext>
                  </a:extLst>
                </p:cNvPr>
                <p:cNvSpPr>
                  <a:spLocks noChangeArrowheads="1"/>
                </p:cNvSpPr>
                <p:nvPr/>
              </p:nvSpPr>
              <p:spPr bwMode="auto">
                <a:xfrm>
                  <a:off x="1024" y="1582"/>
                  <a:ext cx="261" cy="228"/>
                </a:xfrm>
                <a:prstGeom prst="ellipse">
                  <a:avLst/>
                </a:prstGeom>
                <a:solidFill>
                  <a:srgbClr val="CCFFFF"/>
                </a:solidFill>
                <a:ln w="9525">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Font typeface="Wingdings" panose="05000000000000000000" pitchFamily="2" charset="2"/>
                    <a:buChar char="Ø"/>
                  </a:pPr>
                  <a:endParaRPr lang="zh-CN" altLang="en-US" sz="1400">
                    <a:solidFill>
                      <a:srgbClr val="4138FA"/>
                    </a:solidFill>
                  </a:endParaRPr>
                </a:p>
              </p:txBody>
            </p:sp>
            <p:sp>
              <p:nvSpPr>
                <p:cNvPr id="21" name="Text Box 59">
                  <a:extLst>
                    <a:ext uri="{FF2B5EF4-FFF2-40B4-BE49-F238E27FC236}">
                      <a16:creationId xmlns:a16="http://schemas.microsoft.com/office/drawing/2014/main" id="{20FD06C7-B848-EE81-FCC0-0BB9F9B9C639}"/>
                    </a:ext>
                  </a:extLst>
                </p:cNvPr>
                <p:cNvSpPr txBox="1">
                  <a:spLocks noChangeArrowheads="1"/>
                </p:cNvSpPr>
                <p:nvPr/>
              </p:nvSpPr>
              <p:spPr bwMode="auto">
                <a:xfrm>
                  <a:off x="1046" y="1585"/>
                  <a:ext cx="222"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chemeClr val="tx1"/>
                      </a:solidFill>
                      <a:latin typeface="Times New Roman" panose="02020603050405020304" pitchFamily="18" charset="0"/>
                    </a:rPr>
                    <a:t> s</a:t>
                  </a:r>
                </a:p>
              </p:txBody>
            </p:sp>
          </p:grpSp>
          <p:grpSp>
            <p:nvGrpSpPr>
              <p:cNvPr id="17" name="Group 69">
                <a:extLst>
                  <a:ext uri="{FF2B5EF4-FFF2-40B4-BE49-F238E27FC236}">
                    <a16:creationId xmlns:a16="http://schemas.microsoft.com/office/drawing/2014/main" id="{488D74BE-435B-E1E3-2B8B-FD559CF6FABA}"/>
                  </a:ext>
                </a:extLst>
              </p:cNvPr>
              <p:cNvGrpSpPr>
                <a:grpSpLocks/>
              </p:cNvGrpSpPr>
              <p:nvPr/>
            </p:nvGrpSpPr>
            <p:grpSpPr bwMode="auto">
              <a:xfrm>
                <a:off x="2564" y="2796"/>
                <a:ext cx="261" cy="279"/>
                <a:chOff x="1019" y="2769"/>
                <a:chExt cx="261" cy="279"/>
              </a:xfrm>
            </p:grpSpPr>
            <p:sp>
              <p:nvSpPr>
                <p:cNvPr id="18" name="Oval 70">
                  <a:extLst>
                    <a:ext uri="{FF2B5EF4-FFF2-40B4-BE49-F238E27FC236}">
                      <a16:creationId xmlns:a16="http://schemas.microsoft.com/office/drawing/2014/main" id="{C98E933D-D88D-3993-B0FB-57DD8753029C}"/>
                    </a:ext>
                  </a:extLst>
                </p:cNvPr>
                <p:cNvSpPr>
                  <a:spLocks noChangeArrowheads="1"/>
                </p:cNvSpPr>
                <p:nvPr/>
              </p:nvSpPr>
              <p:spPr bwMode="auto">
                <a:xfrm>
                  <a:off x="1019" y="2769"/>
                  <a:ext cx="261" cy="228"/>
                </a:xfrm>
                <a:prstGeom prst="ellipse">
                  <a:avLst/>
                </a:prstGeom>
                <a:solidFill>
                  <a:srgbClr val="CCFFFF"/>
                </a:solidFill>
                <a:ln w="9525">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Font typeface="Wingdings" panose="05000000000000000000" pitchFamily="2" charset="2"/>
                    <a:buChar char="Ø"/>
                  </a:pPr>
                  <a:endParaRPr lang="zh-CN" altLang="en-US" sz="1400">
                    <a:solidFill>
                      <a:srgbClr val="4138FA"/>
                    </a:solidFill>
                  </a:endParaRPr>
                </a:p>
              </p:txBody>
            </p:sp>
            <p:sp>
              <p:nvSpPr>
                <p:cNvPr id="19" name="Text Box 71">
                  <a:extLst>
                    <a:ext uri="{FF2B5EF4-FFF2-40B4-BE49-F238E27FC236}">
                      <a16:creationId xmlns:a16="http://schemas.microsoft.com/office/drawing/2014/main" id="{E7A12F6C-DD4D-56AA-BF76-58FAA91380F9}"/>
                    </a:ext>
                  </a:extLst>
                </p:cNvPr>
                <p:cNvSpPr txBox="1">
                  <a:spLocks noChangeArrowheads="1"/>
                </p:cNvSpPr>
                <p:nvPr/>
              </p:nvSpPr>
              <p:spPr bwMode="auto">
                <a:xfrm>
                  <a:off x="1045" y="2778"/>
                  <a:ext cx="222"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chemeClr val="tx1"/>
                      </a:solidFill>
                      <a:latin typeface="Times New Roman" panose="02020603050405020304" pitchFamily="18" charset="0"/>
                    </a:rPr>
                    <a:t> f</a:t>
                  </a:r>
                </a:p>
              </p:txBody>
            </p:sp>
          </p:grpSp>
        </p:grpSp>
      </p:grpSp>
      <p:sp>
        <p:nvSpPr>
          <p:cNvPr id="54" name="Text Box 77">
            <a:extLst>
              <a:ext uri="{FF2B5EF4-FFF2-40B4-BE49-F238E27FC236}">
                <a16:creationId xmlns:a16="http://schemas.microsoft.com/office/drawing/2014/main" id="{86BD40B5-CD02-9B8F-7382-8CA6E026BCC7}"/>
              </a:ext>
            </a:extLst>
          </p:cNvPr>
          <p:cNvSpPr txBox="1">
            <a:spLocks noChangeArrowheads="1"/>
          </p:cNvSpPr>
          <p:nvPr/>
        </p:nvSpPr>
        <p:spPr bwMode="auto">
          <a:xfrm>
            <a:off x="6008004" y="5767329"/>
            <a:ext cx="1874837" cy="38576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0"/>
              </a:spcBef>
              <a:buFont typeface="Wingdings" panose="05000000000000000000" pitchFamily="2" charset="2"/>
              <a:buNone/>
            </a:pPr>
            <a:r>
              <a:rPr lang="zh-CN" altLang="en-US" sz="1600" b="0">
                <a:solidFill>
                  <a:schemeClr val="tx1"/>
                </a:solidFill>
                <a:latin typeface="Times New Roman" panose="02020603050405020304" pitchFamily="18" charset="0"/>
              </a:rPr>
              <a:t>进程流图示例</a:t>
            </a:r>
          </a:p>
        </p:txBody>
      </p:sp>
    </p:spTree>
    <p:extLst>
      <p:ext uri="{BB962C8B-B14F-4D97-AF65-F5344CB8AC3E}">
        <p14:creationId xmlns:p14="http://schemas.microsoft.com/office/powerpoint/2010/main" val="66263229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206345-DCBE-D9A7-11D6-09F5731C3A5A}"/>
              </a:ext>
            </a:extLst>
          </p:cNvPr>
          <p:cNvSpPr>
            <a:spLocks noGrp="1"/>
          </p:cNvSpPr>
          <p:nvPr>
            <p:ph type="title"/>
          </p:nvPr>
        </p:nvSpPr>
        <p:spPr/>
        <p:txBody>
          <a:bodyPr>
            <a:normAutofit/>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进程互斥与同步的实现</a:t>
            </a:r>
            <a:endParaRPr lang="zh-CN" altLang="en-US" dirty="0"/>
          </a:p>
        </p:txBody>
      </p:sp>
      <p:sp>
        <p:nvSpPr>
          <p:cNvPr id="3" name="Rectangle 5">
            <a:extLst>
              <a:ext uri="{FF2B5EF4-FFF2-40B4-BE49-F238E27FC236}">
                <a16:creationId xmlns:a16="http://schemas.microsoft.com/office/drawing/2014/main" id="{BC11C0BB-E022-F076-713B-F914129B20DA}"/>
              </a:ext>
            </a:extLst>
          </p:cNvPr>
          <p:cNvSpPr>
            <a:spLocks noChangeArrowheads="1"/>
          </p:cNvSpPr>
          <p:nvPr/>
        </p:nvSpPr>
        <p:spPr bwMode="auto">
          <a:xfrm>
            <a:off x="564022" y="830079"/>
            <a:ext cx="9837278"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20000"/>
              </a:lnSpc>
              <a:spcBef>
                <a:spcPct val="20000"/>
              </a:spcBef>
              <a:buFont typeface="Wingdings" panose="05000000000000000000" pitchFamily="2" charset="2"/>
              <a:buNone/>
            </a:pPr>
            <a:r>
              <a:rPr lang="en-US" altLang="zh-CN" sz="2400" dirty="0">
                <a:solidFill>
                  <a:srgbClr val="000099"/>
                </a:solidFill>
                <a:latin typeface="Times New Roman" panose="02020603050405020304" pitchFamily="18" charset="0"/>
              </a:rPr>
              <a:t>②</a:t>
            </a:r>
            <a:r>
              <a:rPr lang="en-US" altLang="zh-CN" sz="2400" dirty="0">
                <a:solidFill>
                  <a:srgbClr val="000099"/>
                </a:solidFill>
                <a:latin typeface="宋体" panose="02010600030101010101" pitchFamily="2" charset="-122"/>
              </a:rPr>
              <a:t> </a:t>
            </a:r>
            <a:r>
              <a:rPr lang="zh-CN" altLang="en-US" sz="2400" dirty="0">
                <a:solidFill>
                  <a:srgbClr val="000099"/>
                </a:solidFill>
                <a:latin typeface="Times New Roman" panose="02020603050405020304" pitchFamily="18" charset="0"/>
              </a:rPr>
              <a:t>例：</a:t>
            </a:r>
            <a:r>
              <a:rPr lang="en-US" altLang="zh-CN" sz="2400" dirty="0">
                <a:solidFill>
                  <a:srgbClr val="000099"/>
                </a:solidFill>
                <a:latin typeface="Times New Roman" panose="02020603050405020304" pitchFamily="18" charset="0"/>
              </a:rPr>
              <a:t>P</a:t>
            </a:r>
            <a:r>
              <a:rPr lang="en-US" altLang="zh-CN" sz="2000" dirty="0">
                <a:solidFill>
                  <a:srgbClr val="000099"/>
                </a:solidFill>
                <a:latin typeface="Times New Roman" panose="02020603050405020304" pitchFamily="18" charset="0"/>
              </a:rPr>
              <a:t>a</a:t>
            </a:r>
            <a:r>
              <a:rPr lang="zh-CN" altLang="en-US" sz="2400" dirty="0">
                <a:solidFill>
                  <a:srgbClr val="000099"/>
                </a:solidFill>
                <a:latin typeface="Times New Roman" panose="02020603050405020304" pitchFamily="18" charset="0"/>
              </a:rPr>
              <a:t>、</a:t>
            </a:r>
            <a:r>
              <a:rPr lang="en-US" altLang="zh-CN" sz="2400" dirty="0">
                <a:solidFill>
                  <a:srgbClr val="000099"/>
                </a:solidFill>
                <a:latin typeface="Times New Roman" panose="02020603050405020304" pitchFamily="18" charset="0"/>
              </a:rPr>
              <a:t>P</a:t>
            </a:r>
            <a:r>
              <a:rPr lang="en-US" altLang="zh-CN" sz="2000" dirty="0">
                <a:solidFill>
                  <a:srgbClr val="000099"/>
                </a:solidFill>
                <a:latin typeface="Times New Roman" panose="02020603050405020304" pitchFamily="18" charset="0"/>
              </a:rPr>
              <a:t>b</a:t>
            </a:r>
            <a:r>
              <a:rPr lang="zh-CN" altLang="en-US" sz="2400" dirty="0">
                <a:solidFill>
                  <a:srgbClr val="000099"/>
                </a:solidFill>
                <a:latin typeface="Times New Roman" panose="02020603050405020304" pitchFamily="18" charset="0"/>
              </a:rPr>
              <a:t>、</a:t>
            </a:r>
            <a:r>
              <a:rPr lang="en-US" altLang="zh-CN" sz="2400" dirty="0">
                <a:solidFill>
                  <a:srgbClr val="000099"/>
                </a:solidFill>
                <a:latin typeface="Times New Roman" panose="02020603050405020304" pitchFamily="18" charset="0"/>
              </a:rPr>
              <a:t>P</a:t>
            </a:r>
            <a:r>
              <a:rPr lang="en-US" altLang="zh-CN" sz="2000" dirty="0">
                <a:solidFill>
                  <a:srgbClr val="000099"/>
                </a:solidFill>
                <a:latin typeface="Times New Roman" panose="02020603050405020304" pitchFamily="18" charset="0"/>
              </a:rPr>
              <a:t>c</a:t>
            </a:r>
            <a:r>
              <a:rPr lang="zh-CN" altLang="en-US" sz="2400" dirty="0">
                <a:solidFill>
                  <a:srgbClr val="000099"/>
                </a:solidFill>
                <a:latin typeface="Times New Roman" panose="02020603050405020304" pitchFamily="18" charset="0"/>
              </a:rPr>
              <a:t>为一组合作进程，其进程流图如图所示，</a:t>
            </a:r>
          </a:p>
          <a:p>
            <a:pPr eaLnBrk="1" hangingPunct="1">
              <a:lnSpc>
                <a:spcPct val="120000"/>
              </a:lnSpc>
              <a:spcBef>
                <a:spcPct val="20000"/>
              </a:spcBef>
              <a:buFont typeface="Wingdings" panose="05000000000000000000" pitchFamily="2" charset="2"/>
              <a:buNone/>
            </a:pPr>
            <a:r>
              <a:rPr lang="zh-CN" altLang="en-US" sz="2400" dirty="0">
                <a:solidFill>
                  <a:srgbClr val="000099"/>
                </a:solidFill>
                <a:latin typeface="Times New Roman" panose="02020603050405020304" pitchFamily="18" charset="0"/>
              </a:rPr>
              <a:t>      试用信号灯的</a:t>
            </a:r>
            <a:r>
              <a:rPr lang="en-US" altLang="zh-CN" sz="2400" dirty="0">
                <a:solidFill>
                  <a:srgbClr val="000099"/>
                </a:solidFill>
                <a:latin typeface="Times New Roman" panose="02020603050405020304" pitchFamily="18" charset="0"/>
              </a:rPr>
              <a:t>p</a:t>
            </a:r>
            <a:r>
              <a:rPr lang="zh-CN" altLang="en-US" sz="2400" dirty="0">
                <a:solidFill>
                  <a:srgbClr val="000099"/>
                </a:solidFill>
                <a:latin typeface="Times New Roman" panose="02020603050405020304" pitchFamily="18" charset="0"/>
              </a:rPr>
              <a:t>、</a:t>
            </a:r>
            <a:r>
              <a:rPr lang="en-US" altLang="zh-CN" sz="2400" dirty="0">
                <a:solidFill>
                  <a:srgbClr val="000099"/>
                </a:solidFill>
                <a:latin typeface="Times New Roman" panose="02020603050405020304" pitchFamily="18" charset="0"/>
              </a:rPr>
              <a:t>v</a:t>
            </a:r>
            <a:r>
              <a:rPr lang="zh-CN" altLang="en-US" sz="2400" dirty="0">
                <a:solidFill>
                  <a:srgbClr val="000099"/>
                </a:solidFill>
                <a:latin typeface="Times New Roman" panose="02020603050405020304" pitchFamily="18" charset="0"/>
              </a:rPr>
              <a:t>操作实现这三个进程的同步。</a:t>
            </a:r>
          </a:p>
        </p:txBody>
      </p:sp>
      <p:grpSp>
        <p:nvGrpSpPr>
          <p:cNvPr id="4" name="Group 60">
            <a:extLst>
              <a:ext uri="{FF2B5EF4-FFF2-40B4-BE49-F238E27FC236}">
                <a16:creationId xmlns:a16="http://schemas.microsoft.com/office/drawing/2014/main" id="{AA0B423A-7B44-41B8-26C8-381D03CC5EE0}"/>
              </a:ext>
            </a:extLst>
          </p:cNvPr>
          <p:cNvGrpSpPr>
            <a:grpSpLocks/>
          </p:cNvGrpSpPr>
          <p:nvPr/>
        </p:nvGrpSpPr>
        <p:grpSpPr bwMode="auto">
          <a:xfrm>
            <a:off x="1192672" y="2049279"/>
            <a:ext cx="1708150" cy="2290763"/>
            <a:chOff x="381" y="1132"/>
            <a:chExt cx="1076" cy="1443"/>
          </a:xfrm>
        </p:grpSpPr>
        <p:sp>
          <p:nvSpPr>
            <p:cNvPr id="5" name="Oval 27">
              <a:extLst>
                <a:ext uri="{FF2B5EF4-FFF2-40B4-BE49-F238E27FC236}">
                  <a16:creationId xmlns:a16="http://schemas.microsoft.com/office/drawing/2014/main" id="{B0233EF5-0BDB-F2B4-D0F5-32672D10D678}"/>
                </a:ext>
              </a:extLst>
            </p:cNvPr>
            <p:cNvSpPr>
              <a:spLocks noChangeArrowheads="1"/>
            </p:cNvSpPr>
            <p:nvPr/>
          </p:nvSpPr>
          <p:spPr bwMode="auto">
            <a:xfrm>
              <a:off x="633" y="1784"/>
              <a:ext cx="531" cy="551"/>
            </a:xfrm>
            <a:prstGeom prst="ellipse">
              <a:avLst/>
            </a:prstGeom>
            <a:solidFill>
              <a:srgbClr val="CCFFFF"/>
            </a:solidFill>
            <a:ln w="9525">
              <a:solidFill>
                <a:srgbClr val="000000"/>
              </a:solidFill>
              <a:round/>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000000"/>
                  </a:outerShdw>
                </a:effectLst>
              </a:endParaRPr>
            </a:p>
          </p:txBody>
        </p:sp>
        <p:sp>
          <p:nvSpPr>
            <p:cNvPr id="6" name="Line 28">
              <a:extLst>
                <a:ext uri="{FF2B5EF4-FFF2-40B4-BE49-F238E27FC236}">
                  <a16:creationId xmlns:a16="http://schemas.microsoft.com/office/drawing/2014/main" id="{B8AEC512-122A-D4FB-A290-6D7CD7300F20}"/>
                </a:ext>
              </a:extLst>
            </p:cNvPr>
            <p:cNvSpPr>
              <a:spLocks noChangeShapeType="1"/>
            </p:cNvSpPr>
            <p:nvPr/>
          </p:nvSpPr>
          <p:spPr bwMode="auto">
            <a:xfrm flipH="1">
              <a:off x="924" y="2312"/>
              <a:ext cx="98" cy="32"/>
            </a:xfrm>
            <a:prstGeom prst="line">
              <a:avLst/>
            </a:prstGeom>
            <a:noFill/>
            <a:ln w="190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7" name="Line 29">
              <a:extLst>
                <a:ext uri="{FF2B5EF4-FFF2-40B4-BE49-F238E27FC236}">
                  <a16:creationId xmlns:a16="http://schemas.microsoft.com/office/drawing/2014/main" id="{5EBB76A0-AA12-925F-B2AC-481F4FC0232D}"/>
                </a:ext>
              </a:extLst>
            </p:cNvPr>
            <p:cNvSpPr>
              <a:spLocks noChangeShapeType="1"/>
            </p:cNvSpPr>
            <p:nvPr/>
          </p:nvSpPr>
          <p:spPr bwMode="auto">
            <a:xfrm>
              <a:off x="904" y="1361"/>
              <a:ext cx="0" cy="423"/>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8" name="Text Box 30">
              <a:extLst>
                <a:ext uri="{FF2B5EF4-FFF2-40B4-BE49-F238E27FC236}">
                  <a16:creationId xmlns:a16="http://schemas.microsoft.com/office/drawing/2014/main" id="{488F66D5-1D9F-EAEA-4C5F-15D5DE7F975F}"/>
                </a:ext>
              </a:extLst>
            </p:cNvPr>
            <p:cNvSpPr txBox="1">
              <a:spLocks noChangeArrowheads="1"/>
            </p:cNvSpPr>
            <p:nvPr/>
          </p:nvSpPr>
          <p:spPr bwMode="auto">
            <a:xfrm>
              <a:off x="381" y="1820"/>
              <a:ext cx="315"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p</a:t>
              </a:r>
              <a:r>
                <a:rPr kumimoji="1" lang="en-US" altLang="zh-CN" sz="1600" b="1" baseline="-25000">
                  <a:solidFill>
                    <a:schemeClr val="tx1"/>
                  </a:solidFill>
                  <a:latin typeface="Times New Roman" panose="02020603050405020304" pitchFamily="18" charset="0"/>
                </a:rPr>
                <a:t>b</a:t>
              </a:r>
              <a:endParaRPr kumimoji="1" lang="en-US" altLang="zh-CN" sz="1600" b="1">
                <a:solidFill>
                  <a:schemeClr val="tx1"/>
                </a:solidFill>
                <a:latin typeface="Times New Roman" panose="02020603050405020304" pitchFamily="18" charset="0"/>
              </a:endParaRPr>
            </a:p>
          </p:txBody>
        </p:sp>
        <p:sp>
          <p:nvSpPr>
            <p:cNvPr id="9" name="Text Box 31">
              <a:extLst>
                <a:ext uri="{FF2B5EF4-FFF2-40B4-BE49-F238E27FC236}">
                  <a16:creationId xmlns:a16="http://schemas.microsoft.com/office/drawing/2014/main" id="{0C7A4697-83FF-9B48-7554-6050CABF74BE}"/>
                </a:ext>
              </a:extLst>
            </p:cNvPr>
            <p:cNvSpPr txBox="1">
              <a:spLocks noChangeArrowheads="1"/>
            </p:cNvSpPr>
            <p:nvPr/>
          </p:nvSpPr>
          <p:spPr bwMode="auto">
            <a:xfrm>
              <a:off x="1172" y="1827"/>
              <a:ext cx="285"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p</a:t>
              </a:r>
              <a:r>
                <a:rPr kumimoji="1" lang="en-US" altLang="zh-CN" sz="1600" b="1" baseline="-25000">
                  <a:solidFill>
                    <a:schemeClr val="tx1"/>
                  </a:solidFill>
                  <a:latin typeface="Times New Roman" panose="02020603050405020304" pitchFamily="18" charset="0"/>
                </a:rPr>
                <a:t>c</a:t>
              </a:r>
              <a:endParaRPr kumimoji="1" lang="en-US" altLang="zh-CN" sz="1600" b="1">
                <a:solidFill>
                  <a:schemeClr val="tx1"/>
                </a:solidFill>
                <a:latin typeface="Times New Roman" panose="02020603050405020304" pitchFamily="18" charset="0"/>
              </a:endParaRPr>
            </a:p>
          </p:txBody>
        </p:sp>
        <p:sp>
          <p:nvSpPr>
            <p:cNvPr id="10" name="Text Box 32">
              <a:extLst>
                <a:ext uri="{FF2B5EF4-FFF2-40B4-BE49-F238E27FC236}">
                  <a16:creationId xmlns:a16="http://schemas.microsoft.com/office/drawing/2014/main" id="{935A90EA-787E-FF15-70FC-9F14AAB74354}"/>
                </a:ext>
              </a:extLst>
            </p:cNvPr>
            <p:cNvSpPr txBox="1">
              <a:spLocks noChangeArrowheads="1"/>
            </p:cNvSpPr>
            <p:nvPr/>
          </p:nvSpPr>
          <p:spPr bwMode="auto">
            <a:xfrm>
              <a:off x="638" y="1403"/>
              <a:ext cx="260"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p</a:t>
              </a:r>
              <a:r>
                <a:rPr kumimoji="1" lang="en-US" altLang="zh-CN" sz="1600" b="1" baseline="-25000">
                  <a:solidFill>
                    <a:schemeClr val="tx1"/>
                  </a:solidFill>
                  <a:latin typeface="Times New Roman" panose="02020603050405020304" pitchFamily="18" charset="0"/>
                </a:rPr>
                <a:t>a</a:t>
              </a:r>
              <a:endParaRPr kumimoji="1" lang="en-US" altLang="zh-CN" sz="1600" b="1">
                <a:solidFill>
                  <a:schemeClr val="tx1"/>
                </a:solidFill>
                <a:latin typeface="Times New Roman" panose="02020603050405020304" pitchFamily="18" charset="0"/>
              </a:endParaRPr>
            </a:p>
          </p:txBody>
        </p:sp>
        <p:sp>
          <p:nvSpPr>
            <p:cNvPr id="11" name="Oval 34">
              <a:extLst>
                <a:ext uri="{FF2B5EF4-FFF2-40B4-BE49-F238E27FC236}">
                  <a16:creationId xmlns:a16="http://schemas.microsoft.com/office/drawing/2014/main" id="{C4E7C29A-492E-2A28-001E-B61F349341B9}"/>
                </a:ext>
              </a:extLst>
            </p:cNvPr>
            <p:cNvSpPr>
              <a:spLocks noChangeArrowheads="1"/>
            </p:cNvSpPr>
            <p:nvPr/>
          </p:nvSpPr>
          <p:spPr bwMode="auto">
            <a:xfrm>
              <a:off x="777" y="2347"/>
              <a:ext cx="260" cy="228"/>
            </a:xfrm>
            <a:prstGeom prst="ellipse">
              <a:avLst/>
            </a:prstGeom>
            <a:solidFill>
              <a:srgbClr val="CCFFFF"/>
            </a:solidFill>
            <a:ln w="9525">
              <a:solidFill>
                <a:srgbClr val="000000"/>
              </a:solidFill>
              <a:round/>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000000"/>
                  </a:outerShdw>
                </a:effectLst>
              </a:endParaRPr>
            </a:p>
          </p:txBody>
        </p:sp>
        <p:sp>
          <p:nvSpPr>
            <p:cNvPr id="12" name="Text Box 35">
              <a:extLst>
                <a:ext uri="{FF2B5EF4-FFF2-40B4-BE49-F238E27FC236}">
                  <a16:creationId xmlns:a16="http://schemas.microsoft.com/office/drawing/2014/main" id="{B89D1927-95CB-213E-E609-FDCD66EBA0B5}"/>
                </a:ext>
              </a:extLst>
            </p:cNvPr>
            <p:cNvSpPr txBox="1">
              <a:spLocks noChangeArrowheads="1"/>
            </p:cNvSpPr>
            <p:nvPr/>
          </p:nvSpPr>
          <p:spPr bwMode="auto">
            <a:xfrm>
              <a:off x="772" y="2350"/>
              <a:ext cx="349"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f</a:t>
              </a:r>
            </a:p>
          </p:txBody>
        </p:sp>
        <p:grpSp>
          <p:nvGrpSpPr>
            <p:cNvPr id="13" name="Group 36">
              <a:extLst>
                <a:ext uri="{FF2B5EF4-FFF2-40B4-BE49-F238E27FC236}">
                  <a16:creationId xmlns:a16="http://schemas.microsoft.com/office/drawing/2014/main" id="{579F9910-547A-9797-2961-E5E125669A6D}"/>
                </a:ext>
              </a:extLst>
            </p:cNvPr>
            <p:cNvGrpSpPr>
              <a:grpSpLocks/>
            </p:cNvGrpSpPr>
            <p:nvPr/>
          </p:nvGrpSpPr>
          <p:grpSpPr bwMode="auto">
            <a:xfrm>
              <a:off x="767" y="1132"/>
              <a:ext cx="261" cy="228"/>
              <a:chOff x="1024" y="1582"/>
              <a:chExt cx="261" cy="228"/>
            </a:xfrm>
          </p:grpSpPr>
          <p:sp>
            <p:nvSpPr>
              <p:cNvPr id="15" name="Oval 37">
                <a:extLst>
                  <a:ext uri="{FF2B5EF4-FFF2-40B4-BE49-F238E27FC236}">
                    <a16:creationId xmlns:a16="http://schemas.microsoft.com/office/drawing/2014/main" id="{43E624A1-B009-7430-39F9-AA92EDC86FE2}"/>
                  </a:ext>
                </a:extLst>
              </p:cNvPr>
              <p:cNvSpPr>
                <a:spLocks noChangeArrowheads="1"/>
              </p:cNvSpPr>
              <p:nvPr/>
            </p:nvSpPr>
            <p:spPr bwMode="auto">
              <a:xfrm>
                <a:off x="1024" y="1582"/>
                <a:ext cx="261" cy="228"/>
              </a:xfrm>
              <a:prstGeom prst="ellipse">
                <a:avLst/>
              </a:prstGeom>
              <a:solidFill>
                <a:srgbClr val="CCFFFF"/>
              </a:solidFill>
              <a:ln w="9525">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Font typeface="Wingdings" panose="05000000000000000000" pitchFamily="2" charset="2"/>
                  <a:buChar char="Ø"/>
                </a:pPr>
                <a:endParaRPr lang="zh-CN" altLang="en-US" sz="1400" b="1">
                  <a:solidFill>
                    <a:srgbClr val="4138FA"/>
                  </a:solidFill>
                </a:endParaRPr>
              </a:p>
            </p:txBody>
          </p:sp>
          <p:sp>
            <p:nvSpPr>
              <p:cNvPr id="16" name="Text Box 38">
                <a:extLst>
                  <a:ext uri="{FF2B5EF4-FFF2-40B4-BE49-F238E27FC236}">
                    <a16:creationId xmlns:a16="http://schemas.microsoft.com/office/drawing/2014/main" id="{463298E3-A611-B2A4-B8F5-82650F281BBC}"/>
                  </a:ext>
                </a:extLst>
              </p:cNvPr>
              <p:cNvSpPr txBox="1">
                <a:spLocks noChangeArrowheads="1"/>
              </p:cNvSpPr>
              <p:nvPr/>
            </p:nvSpPr>
            <p:spPr bwMode="auto">
              <a:xfrm>
                <a:off x="1046" y="1585"/>
                <a:ext cx="222"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s</a:t>
                </a:r>
              </a:p>
            </p:txBody>
          </p:sp>
        </p:grpSp>
        <p:sp>
          <p:nvSpPr>
            <p:cNvPr id="14" name="Line 39">
              <a:extLst>
                <a:ext uri="{FF2B5EF4-FFF2-40B4-BE49-F238E27FC236}">
                  <a16:creationId xmlns:a16="http://schemas.microsoft.com/office/drawing/2014/main" id="{70B30754-4EC5-1864-9A47-48293B16A985}"/>
                </a:ext>
              </a:extLst>
            </p:cNvPr>
            <p:cNvSpPr>
              <a:spLocks noChangeShapeType="1"/>
            </p:cNvSpPr>
            <p:nvPr/>
          </p:nvSpPr>
          <p:spPr bwMode="auto">
            <a:xfrm>
              <a:off x="797" y="2311"/>
              <a:ext cx="95" cy="32"/>
            </a:xfrm>
            <a:prstGeom prst="line">
              <a:avLst/>
            </a:prstGeom>
            <a:noFill/>
            <a:ln w="190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grpSp>
      <p:sp>
        <p:nvSpPr>
          <p:cNvPr id="17" name="Rectangle 54">
            <a:extLst>
              <a:ext uri="{FF2B5EF4-FFF2-40B4-BE49-F238E27FC236}">
                <a16:creationId xmlns:a16="http://schemas.microsoft.com/office/drawing/2014/main" id="{74EB1FC4-740A-1E75-C68D-9E1DD902B850}"/>
              </a:ext>
            </a:extLst>
          </p:cNvPr>
          <p:cNvSpPr>
            <a:spLocks noChangeArrowheads="1"/>
          </p:cNvSpPr>
          <p:nvPr/>
        </p:nvSpPr>
        <p:spPr bwMode="auto">
          <a:xfrm>
            <a:off x="3154822" y="1871479"/>
            <a:ext cx="7246478" cy="12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20000"/>
              </a:lnSpc>
              <a:spcBef>
                <a:spcPct val="20000"/>
              </a:spcBef>
              <a:buFont typeface="Wingdings" panose="05000000000000000000" pitchFamily="2" charset="2"/>
              <a:buNone/>
            </a:pPr>
            <a:r>
              <a:rPr lang="en-US" altLang="zh-CN" sz="2000" b="1" dirty="0">
                <a:solidFill>
                  <a:schemeClr val="tx1"/>
                </a:solidFill>
                <a:latin typeface="宋体" panose="02010600030101010101" pitchFamily="2" charset="-122"/>
              </a:rPr>
              <a:t> ⅰ </a:t>
            </a:r>
            <a:r>
              <a:rPr lang="zh-CN" altLang="en-US" sz="2000" b="1" dirty="0">
                <a:solidFill>
                  <a:schemeClr val="tx1"/>
                </a:solidFill>
                <a:latin typeface="Times New Roman" panose="02020603050405020304" pitchFamily="18" charset="0"/>
              </a:rPr>
              <a:t>分析任务的同步关系</a:t>
            </a:r>
          </a:p>
          <a:p>
            <a:pPr eaLnBrk="1" hangingPunct="1">
              <a:lnSpc>
                <a:spcPct val="120000"/>
              </a:lnSpc>
              <a:spcBef>
                <a:spcPct val="20000"/>
              </a:spcBef>
              <a:buFont typeface="Wingdings" panose="05000000000000000000" pitchFamily="2" charset="2"/>
              <a:buNone/>
            </a:pPr>
            <a:r>
              <a:rPr lang="zh-CN" altLang="en-US" sz="2000" b="0" dirty="0">
                <a:solidFill>
                  <a:schemeClr val="tx1"/>
                </a:solidFill>
                <a:latin typeface="Times New Roman" panose="02020603050405020304" pitchFamily="18" charset="0"/>
              </a:rPr>
              <a:t>        任务启动后 </a:t>
            </a:r>
            <a:r>
              <a:rPr lang="en-US" altLang="zh-CN" sz="2000" b="0" dirty="0">
                <a:solidFill>
                  <a:schemeClr val="tx1"/>
                </a:solidFill>
                <a:latin typeface="Times New Roman" panose="02020603050405020304" pitchFamily="18" charset="0"/>
              </a:rPr>
              <a:t>p</a:t>
            </a:r>
            <a:r>
              <a:rPr lang="en-US" altLang="zh-CN" sz="2000" b="0" baseline="-25000" dirty="0">
                <a:solidFill>
                  <a:schemeClr val="tx1"/>
                </a:solidFill>
                <a:latin typeface="Times New Roman" panose="02020603050405020304" pitchFamily="18" charset="0"/>
              </a:rPr>
              <a:t>a</a:t>
            </a:r>
            <a:r>
              <a:rPr lang="zh-CN" altLang="en-US" sz="2000" b="0" dirty="0">
                <a:solidFill>
                  <a:schemeClr val="tx1"/>
                </a:solidFill>
                <a:latin typeface="Times New Roman" panose="02020603050405020304" pitchFamily="18" charset="0"/>
              </a:rPr>
              <a:t>先执行，当它结束后，</a:t>
            </a:r>
            <a:r>
              <a:rPr lang="en-US" altLang="zh-CN" sz="2000" b="0" dirty="0">
                <a:solidFill>
                  <a:schemeClr val="tx1"/>
                </a:solidFill>
                <a:latin typeface="Times New Roman" panose="02020603050405020304" pitchFamily="18" charset="0"/>
              </a:rPr>
              <a:t>p</a:t>
            </a:r>
            <a:r>
              <a:rPr lang="en-US" altLang="zh-CN" sz="2000" b="0" baseline="-25000" dirty="0">
                <a:solidFill>
                  <a:schemeClr val="tx1"/>
                </a:solidFill>
                <a:latin typeface="Times New Roman" panose="02020603050405020304" pitchFamily="18" charset="0"/>
              </a:rPr>
              <a:t>b</a:t>
            </a:r>
            <a:r>
              <a:rPr lang="zh-CN" altLang="en-US" sz="2000" b="0" dirty="0">
                <a:solidFill>
                  <a:schemeClr val="tx1"/>
                </a:solidFill>
                <a:latin typeface="Times New Roman" panose="02020603050405020304" pitchFamily="18" charset="0"/>
              </a:rPr>
              <a:t>、</a:t>
            </a:r>
            <a:r>
              <a:rPr lang="en-US" altLang="zh-CN" sz="2000" b="0" dirty="0">
                <a:solidFill>
                  <a:schemeClr val="tx1"/>
                </a:solidFill>
                <a:latin typeface="Times New Roman" panose="02020603050405020304" pitchFamily="18" charset="0"/>
              </a:rPr>
              <a:t>p</a:t>
            </a:r>
            <a:r>
              <a:rPr lang="en-US" altLang="zh-CN" sz="2000" b="0" baseline="-25000" dirty="0">
                <a:solidFill>
                  <a:schemeClr val="tx1"/>
                </a:solidFill>
                <a:latin typeface="Times New Roman" panose="02020603050405020304" pitchFamily="18" charset="0"/>
              </a:rPr>
              <a:t>c</a:t>
            </a:r>
            <a:r>
              <a:rPr lang="zh-CN" altLang="en-US" sz="2000" b="0" dirty="0">
                <a:solidFill>
                  <a:schemeClr val="tx1"/>
                </a:solidFill>
                <a:latin typeface="Times New Roman" panose="02020603050405020304" pitchFamily="18" charset="0"/>
              </a:rPr>
              <a:t>可以开始执行， </a:t>
            </a:r>
            <a:r>
              <a:rPr lang="en-US" altLang="zh-CN" sz="2000" b="0" dirty="0">
                <a:solidFill>
                  <a:schemeClr val="tx1"/>
                </a:solidFill>
                <a:latin typeface="Times New Roman" panose="02020603050405020304" pitchFamily="18" charset="0"/>
              </a:rPr>
              <a:t>p</a:t>
            </a:r>
            <a:r>
              <a:rPr lang="en-US" altLang="zh-CN" sz="2000" b="0" baseline="-25000" dirty="0">
                <a:solidFill>
                  <a:schemeClr val="tx1"/>
                </a:solidFill>
                <a:latin typeface="Times New Roman" panose="02020603050405020304" pitchFamily="18" charset="0"/>
              </a:rPr>
              <a:t>b</a:t>
            </a:r>
            <a:r>
              <a:rPr lang="zh-CN" altLang="en-US" sz="2000" b="0" dirty="0">
                <a:solidFill>
                  <a:schemeClr val="tx1"/>
                </a:solidFill>
                <a:latin typeface="Times New Roman" panose="02020603050405020304" pitchFamily="18" charset="0"/>
              </a:rPr>
              <a:t>、</a:t>
            </a:r>
            <a:r>
              <a:rPr lang="en-US" altLang="zh-CN" sz="2000" b="0" dirty="0">
                <a:solidFill>
                  <a:schemeClr val="tx1"/>
                </a:solidFill>
                <a:latin typeface="Times New Roman" panose="02020603050405020304" pitchFamily="18" charset="0"/>
              </a:rPr>
              <a:t>p</a:t>
            </a:r>
            <a:r>
              <a:rPr lang="en-US" altLang="zh-CN" sz="2000" b="0" baseline="-25000" dirty="0">
                <a:solidFill>
                  <a:schemeClr val="tx1"/>
                </a:solidFill>
                <a:latin typeface="Times New Roman" panose="02020603050405020304" pitchFamily="18" charset="0"/>
              </a:rPr>
              <a:t>c</a:t>
            </a:r>
            <a:r>
              <a:rPr lang="en-US" altLang="zh-CN" sz="2000" b="0" dirty="0">
                <a:solidFill>
                  <a:schemeClr val="tx1"/>
                </a:solidFill>
                <a:latin typeface="Times New Roman" panose="02020603050405020304" pitchFamily="18" charset="0"/>
              </a:rPr>
              <a:t> </a:t>
            </a:r>
            <a:r>
              <a:rPr lang="zh-CN" altLang="en-US" sz="2000" b="0" dirty="0">
                <a:solidFill>
                  <a:schemeClr val="tx1"/>
                </a:solidFill>
                <a:latin typeface="Times New Roman" panose="02020603050405020304" pitchFamily="18" charset="0"/>
              </a:rPr>
              <a:t>都执行完毕后，任务终止。    </a:t>
            </a:r>
          </a:p>
        </p:txBody>
      </p:sp>
      <p:sp>
        <p:nvSpPr>
          <p:cNvPr id="18" name="Rectangle 55">
            <a:extLst>
              <a:ext uri="{FF2B5EF4-FFF2-40B4-BE49-F238E27FC236}">
                <a16:creationId xmlns:a16="http://schemas.microsoft.com/office/drawing/2014/main" id="{88191F90-0816-776C-B0BB-E9E1ACF0A302}"/>
              </a:ext>
            </a:extLst>
          </p:cNvPr>
          <p:cNvSpPr>
            <a:spLocks noChangeArrowheads="1"/>
          </p:cNvSpPr>
          <p:nvPr/>
        </p:nvSpPr>
        <p:spPr bwMode="auto">
          <a:xfrm>
            <a:off x="3299284" y="3078158"/>
            <a:ext cx="7169580" cy="12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20000"/>
              </a:lnSpc>
              <a:spcBef>
                <a:spcPct val="20000"/>
              </a:spcBef>
              <a:buFont typeface="Wingdings" panose="05000000000000000000" pitchFamily="2" charset="2"/>
              <a:buNone/>
            </a:pPr>
            <a:r>
              <a:rPr lang="en-US" altLang="zh-CN" sz="2000" b="1" dirty="0">
                <a:solidFill>
                  <a:schemeClr val="tx1"/>
                </a:solidFill>
                <a:latin typeface="宋体" panose="02010600030101010101" pitchFamily="2" charset="-122"/>
              </a:rPr>
              <a:t>ⅱ </a:t>
            </a:r>
            <a:r>
              <a:rPr lang="zh-CN" altLang="en-US" sz="2000" b="1" dirty="0">
                <a:solidFill>
                  <a:schemeClr val="tx1"/>
                </a:solidFill>
                <a:latin typeface="Times New Roman" panose="02020603050405020304" pitchFamily="18" charset="0"/>
              </a:rPr>
              <a:t>信号灯设置</a:t>
            </a:r>
          </a:p>
          <a:p>
            <a:pPr eaLnBrk="1" hangingPunct="1">
              <a:lnSpc>
                <a:spcPct val="120000"/>
              </a:lnSpc>
              <a:spcBef>
                <a:spcPct val="20000"/>
              </a:spcBef>
              <a:buFont typeface="Wingdings" panose="05000000000000000000" pitchFamily="2" charset="2"/>
              <a:buNone/>
            </a:pPr>
            <a:r>
              <a:rPr lang="zh-CN" altLang="en-US" sz="2000" b="0" dirty="0">
                <a:solidFill>
                  <a:schemeClr val="tx1"/>
                </a:solidFill>
                <a:latin typeface="Times New Roman" panose="02020603050405020304" pitchFamily="18" charset="0"/>
              </a:rPr>
              <a:t>      设两个同步信号灯</a:t>
            </a:r>
            <a:r>
              <a:rPr lang="en-US" altLang="zh-CN" sz="2000" b="0" dirty="0">
                <a:solidFill>
                  <a:schemeClr val="tx1"/>
                </a:solidFill>
                <a:latin typeface="Times New Roman" panose="02020603050405020304" pitchFamily="18" charset="0"/>
              </a:rPr>
              <a:t>s</a:t>
            </a:r>
            <a:r>
              <a:rPr lang="en-US" altLang="zh-CN" sz="2000" b="0" baseline="-25000" dirty="0">
                <a:solidFill>
                  <a:schemeClr val="tx1"/>
                </a:solidFill>
                <a:latin typeface="Times New Roman" panose="02020603050405020304" pitchFamily="18" charset="0"/>
              </a:rPr>
              <a:t>b</a:t>
            </a:r>
            <a:r>
              <a:rPr lang="zh-CN" altLang="en-US" sz="2000" b="0" dirty="0">
                <a:solidFill>
                  <a:schemeClr val="tx1"/>
                </a:solidFill>
                <a:latin typeface="Times New Roman" panose="02020603050405020304" pitchFamily="18" charset="0"/>
              </a:rPr>
              <a:t>、</a:t>
            </a:r>
            <a:r>
              <a:rPr lang="en-US" altLang="zh-CN" sz="2000" b="0" dirty="0" err="1">
                <a:solidFill>
                  <a:schemeClr val="tx1"/>
                </a:solidFill>
                <a:latin typeface="Times New Roman" panose="02020603050405020304" pitchFamily="18" charset="0"/>
              </a:rPr>
              <a:t>s</a:t>
            </a:r>
            <a:r>
              <a:rPr lang="en-US" altLang="zh-CN" sz="2000" b="0" baseline="-25000" dirty="0" err="1">
                <a:solidFill>
                  <a:schemeClr val="tx1"/>
                </a:solidFill>
                <a:latin typeface="Times New Roman" panose="02020603050405020304" pitchFamily="18" charset="0"/>
              </a:rPr>
              <a:t>c</a:t>
            </a:r>
            <a:r>
              <a:rPr lang="zh-CN" altLang="en-US" sz="2000" b="0" dirty="0">
                <a:solidFill>
                  <a:schemeClr val="tx1"/>
                </a:solidFill>
                <a:latin typeface="Times New Roman" panose="02020603050405020304" pitchFamily="18" charset="0"/>
              </a:rPr>
              <a:t>分别表示进程</a:t>
            </a:r>
            <a:r>
              <a:rPr lang="en-US" altLang="zh-CN" sz="2000" b="0" dirty="0">
                <a:solidFill>
                  <a:schemeClr val="tx1"/>
                </a:solidFill>
                <a:latin typeface="Times New Roman" panose="02020603050405020304" pitchFamily="18" charset="0"/>
              </a:rPr>
              <a:t>p</a:t>
            </a:r>
            <a:r>
              <a:rPr lang="en-US" altLang="zh-CN" sz="2000" b="0" baseline="-25000" dirty="0">
                <a:solidFill>
                  <a:schemeClr val="tx1"/>
                </a:solidFill>
                <a:latin typeface="Times New Roman" panose="02020603050405020304" pitchFamily="18" charset="0"/>
              </a:rPr>
              <a:t>b</a:t>
            </a:r>
            <a:r>
              <a:rPr lang="zh-CN" altLang="en-US" sz="2000" b="0" dirty="0">
                <a:solidFill>
                  <a:schemeClr val="tx1"/>
                </a:solidFill>
                <a:latin typeface="Times New Roman" panose="02020603050405020304" pitchFamily="18" charset="0"/>
              </a:rPr>
              <a:t>和</a:t>
            </a:r>
            <a:r>
              <a:rPr lang="en-US" altLang="zh-CN" sz="2000" b="0" dirty="0">
                <a:solidFill>
                  <a:schemeClr val="tx1"/>
                </a:solidFill>
                <a:latin typeface="Times New Roman" panose="02020603050405020304" pitchFamily="18" charset="0"/>
              </a:rPr>
              <a:t>p</a:t>
            </a:r>
            <a:r>
              <a:rPr lang="en-US" altLang="zh-CN" sz="2000" b="0" baseline="-25000" dirty="0">
                <a:solidFill>
                  <a:schemeClr val="tx1"/>
                </a:solidFill>
                <a:latin typeface="Times New Roman" panose="02020603050405020304" pitchFamily="18" charset="0"/>
              </a:rPr>
              <a:t>c</a:t>
            </a:r>
            <a:r>
              <a:rPr lang="zh-CN" altLang="en-US" sz="2000" b="0" dirty="0">
                <a:solidFill>
                  <a:schemeClr val="tx1"/>
                </a:solidFill>
                <a:latin typeface="Times New Roman" panose="02020603050405020304" pitchFamily="18" charset="0"/>
              </a:rPr>
              <a:t>能否开始执行，其初值均为</a:t>
            </a:r>
            <a:r>
              <a:rPr lang="en-US" altLang="zh-CN" sz="2000" b="0" dirty="0">
                <a:solidFill>
                  <a:schemeClr val="tx1"/>
                </a:solidFill>
                <a:latin typeface="Times New Roman" panose="02020603050405020304" pitchFamily="18" charset="0"/>
              </a:rPr>
              <a:t>0</a:t>
            </a:r>
            <a:r>
              <a:rPr lang="zh-CN" altLang="en-US" sz="2000" b="0" dirty="0">
                <a:solidFill>
                  <a:schemeClr val="tx1"/>
                </a:solidFill>
                <a:latin typeface="Times New Roman" panose="02020603050405020304" pitchFamily="18" charset="0"/>
              </a:rPr>
              <a:t>。</a:t>
            </a:r>
          </a:p>
        </p:txBody>
      </p:sp>
      <p:sp>
        <p:nvSpPr>
          <p:cNvPr id="19" name="Rectangle 56">
            <a:extLst>
              <a:ext uri="{FF2B5EF4-FFF2-40B4-BE49-F238E27FC236}">
                <a16:creationId xmlns:a16="http://schemas.microsoft.com/office/drawing/2014/main" id="{AEDE0506-A86C-662B-3D63-C297D2862703}"/>
              </a:ext>
            </a:extLst>
          </p:cNvPr>
          <p:cNvSpPr>
            <a:spLocks noChangeArrowheads="1"/>
          </p:cNvSpPr>
          <p:nvPr/>
        </p:nvSpPr>
        <p:spPr bwMode="auto">
          <a:xfrm>
            <a:off x="3299284" y="4274510"/>
            <a:ext cx="7332140" cy="2492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20000"/>
              </a:lnSpc>
              <a:buFont typeface="Wingdings" panose="05000000000000000000" pitchFamily="2" charset="2"/>
              <a:buNone/>
            </a:pPr>
            <a:r>
              <a:rPr lang="en-US" altLang="zh-CN" sz="2000" b="1" dirty="0">
                <a:solidFill>
                  <a:schemeClr val="tx1"/>
                </a:solidFill>
                <a:latin typeface="宋体" panose="02010600030101010101" pitchFamily="2" charset="-122"/>
              </a:rPr>
              <a:t>ⅲ </a:t>
            </a:r>
            <a:r>
              <a:rPr lang="zh-CN" altLang="en-US" sz="2000" b="1" dirty="0">
                <a:solidFill>
                  <a:schemeClr val="tx1"/>
                </a:solidFill>
                <a:latin typeface="Times New Roman" panose="02020603050405020304" pitchFamily="18" charset="0"/>
              </a:rPr>
              <a:t>同步描述</a:t>
            </a:r>
          </a:p>
          <a:p>
            <a:pPr>
              <a:lnSpc>
                <a:spcPct val="120000"/>
              </a:lnSpc>
              <a:buNone/>
            </a:pPr>
            <a:r>
              <a:rPr lang="zh-CN" altLang="en-US" sz="2000" b="0" dirty="0">
                <a:solidFill>
                  <a:schemeClr val="tx1"/>
                </a:solidFill>
                <a:latin typeface="Times New Roman" panose="02020603050405020304" pitchFamily="18" charset="0"/>
              </a:rPr>
              <a:t>      </a:t>
            </a:r>
            <a:r>
              <a:rPr lang="en-US" altLang="zh-CN" sz="2000" b="0" dirty="0">
                <a:solidFill>
                  <a:schemeClr val="tx1"/>
                </a:solidFill>
                <a:latin typeface="Times New Roman" panose="02020603050405020304" pitchFamily="18" charset="0"/>
              </a:rPr>
              <a:t>p</a:t>
            </a:r>
            <a:r>
              <a:rPr lang="en-US" altLang="zh-CN" sz="2000" b="0" baseline="-25000" dirty="0">
                <a:solidFill>
                  <a:schemeClr val="tx1"/>
                </a:solidFill>
                <a:latin typeface="Times New Roman" panose="02020603050405020304" pitchFamily="18" charset="0"/>
              </a:rPr>
              <a:t>a</a:t>
            </a:r>
            <a:r>
              <a:rPr lang="en-US" altLang="zh-CN" sz="2000" b="0" dirty="0">
                <a:solidFill>
                  <a:schemeClr val="tx1"/>
                </a:solidFill>
                <a:latin typeface="Times New Roman" panose="02020603050405020304" pitchFamily="18" charset="0"/>
              </a:rPr>
              <a:t>(){                     </a:t>
            </a:r>
            <a:r>
              <a:rPr lang="en-US" altLang="zh-CN" sz="2000" b="0" dirty="0" err="1">
                <a:solidFill>
                  <a:schemeClr val="tx1"/>
                </a:solidFill>
                <a:latin typeface="Times New Roman" panose="02020603050405020304" pitchFamily="18" charset="0"/>
              </a:rPr>
              <a:t>p</a:t>
            </a:r>
            <a:r>
              <a:rPr lang="en-US" altLang="zh-CN" sz="2000" b="0" baseline="-25000" dirty="0" err="1">
                <a:solidFill>
                  <a:schemeClr val="tx1"/>
                </a:solidFill>
                <a:latin typeface="Times New Roman" panose="02020603050405020304" pitchFamily="18" charset="0"/>
              </a:rPr>
              <a:t>b</a:t>
            </a:r>
            <a:r>
              <a:rPr lang="en-US" altLang="zh-CN" sz="2000" dirty="0">
                <a:solidFill>
                  <a:schemeClr val="tx1"/>
                </a:solidFill>
                <a:latin typeface="Times New Roman" panose="02020603050405020304" pitchFamily="18" charset="0"/>
              </a:rPr>
              <a:t> (){                  </a:t>
            </a:r>
            <a:r>
              <a:rPr lang="en-US" altLang="zh-CN" sz="2000" b="0" dirty="0">
                <a:solidFill>
                  <a:schemeClr val="tx1"/>
                </a:solidFill>
                <a:latin typeface="Times New Roman" panose="02020603050405020304" pitchFamily="18" charset="0"/>
              </a:rPr>
              <a:t>p</a:t>
            </a:r>
            <a:r>
              <a:rPr lang="en-US" altLang="zh-CN" sz="2000" b="0" baseline="-25000" dirty="0">
                <a:solidFill>
                  <a:schemeClr val="tx1"/>
                </a:solidFill>
                <a:latin typeface="Times New Roman" panose="02020603050405020304" pitchFamily="18" charset="0"/>
              </a:rPr>
              <a:t>c</a:t>
            </a:r>
            <a:r>
              <a:rPr lang="en-US" altLang="zh-CN" sz="2000" dirty="0">
                <a:solidFill>
                  <a:schemeClr val="tx1"/>
                </a:solidFill>
                <a:latin typeface="Times New Roman" panose="02020603050405020304" pitchFamily="18" charset="0"/>
              </a:rPr>
              <a:t> (){</a:t>
            </a:r>
          </a:p>
          <a:p>
            <a:pPr>
              <a:lnSpc>
                <a:spcPct val="120000"/>
              </a:lnSpc>
              <a:buNone/>
            </a:pPr>
            <a:r>
              <a:rPr lang="en-US" altLang="zh-CN" sz="2000" b="0" dirty="0">
                <a:solidFill>
                  <a:schemeClr val="tx1"/>
                </a:solidFill>
                <a:latin typeface="Times New Roman" panose="02020603050405020304" pitchFamily="18" charset="0"/>
                <a:sym typeface="MT Extra" panose="05050102010205020202" pitchFamily="18" charset="2"/>
              </a:rPr>
              <a:t>                                   </a:t>
            </a:r>
            <a:r>
              <a:rPr lang="en-US" altLang="zh-CN" sz="2000" b="0" dirty="0">
                <a:solidFill>
                  <a:schemeClr val="tx1"/>
                </a:solidFill>
                <a:latin typeface="Times New Roman" panose="02020603050405020304" pitchFamily="18" charset="0"/>
              </a:rPr>
              <a:t>p(s</a:t>
            </a:r>
            <a:r>
              <a:rPr lang="en-US" altLang="zh-CN" sz="2000" b="0" baseline="-25000" dirty="0">
                <a:solidFill>
                  <a:schemeClr val="tx1"/>
                </a:solidFill>
                <a:latin typeface="Times New Roman" panose="02020603050405020304" pitchFamily="18" charset="0"/>
              </a:rPr>
              <a:t>b</a:t>
            </a:r>
            <a:r>
              <a:rPr lang="en-US" altLang="zh-CN" sz="2000" b="0" dirty="0">
                <a:solidFill>
                  <a:schemeClr val="tx1"/>
                </a:solidFill>
                <a:latin typeface="Times New Roman" panose="02020603050405020304" pitchFamily="18" charset="0"/>
              </a:rPr>
              <a:t> )</a:t>
            </a:r>
            <a:r>
              <a:rPr lang="zh-CN" altLang="en-US" sz="2000" b="0" dirty="0">
                <a:solidFill>
                  <a:schemeClr val="tx1"/>
                </a:solidFill>
                <a:latin typeface="Times New Roman" panose="02020603050405020304" pitchFamily="18" charset="0"/>
              </a:rPr>
              <a:t>；               </a:t>
            </a:r>
            <a:r>
              <a:rPr lang="en-US" altLang="zh-CN" sz="2000" b="0" dirty="0">
                <a:solidFill>
                  <a:schemeClr val="tx1"/>
                </a:solidFill>
                <a:latin typeface="Times New Roman" panose="02020603050405020304" pitchFamily="18" charset="0"/>
              </a:rPr>
              <a:t>p(</a:t>
            </a:r>
            <a:r>
              <a:rPr lang="en-US" altLang="zh-CN" sz="2000" b="0" dirty="0" err="1">
                <a:solidFill>
                  <a:schemeClr val="tx1"/>
                </a:solidFill>
                <a:latin typeface="Times New Roman" panose="02020603050405020304" pitchFamily="18" charset="0"/>
              </a:rPr>
              <a:t>s</a:t>
            </a:r>
            <a:r>
              <a:rPr lang="en-US" altLang="zh-CN" sz="2000" b="0" baseline="-25000" dirty="0" err="1">
                <a:solidFill>
                  <a:schemeClr val="tx1"/>
                </a:solidFill>
                <a:latin typeface="Times New Roman" panose="02020603050405020304" pitchFamily="18" charset="0"/>
              </a:rPr>
              <a:t>c</a:t>
            </a:r>
            <a:r>
              <a:rPr lang="en-US" altLang="zh-CN" sz="2000" b="0" dirty="0">
                <a:solidFill>
                  <a:schemeClr val="tx1"/>
                </a:solidFill>
                <a:latin typeface="Times New Roman" panose="02020603050405020304" pitchFamily="18" charset="0"/>
              </a:rPr>
              <a:t> )</a:t>
            </a:r>
            <a:r>
              <a:rPr lang="zh-CN" altLang="en-US" sz="2000" b="0" dirty="0">
                <a:solidFill>
                  <a:schemeClr val="tx1"/>
                </a:solidFill>
                <a:latin typeface="Times New Roman" panose="02020603050405020304" pitchFamily="18" charset="0"/>
              </a:rPr>
              <a:t>；</a:t>
            </a:r>
          </a:p>
          <a:p>
            <a:pPr algn="just" eaLnBrk="1" hangingPunct="1">
              <a:buFont typeface="Wingdings" panose="05000000000000000000" pitchFamily="2" charset="2"/>
              <a:buNone/>
            </a:pPr>
            <a:r>
              <a:rPr lang="zh-CN" altLang="en-US" sz="2000" b="0" dirty="0">
                <a:solidFill>
                  <a:schemeClr val="tx1"/>
                </a:solidFill>
                <a:latin typeface="Times New Roman" panose="02020603050405020304" pitchFamily="18" charset="0"/>
              </a:rPr>
              <a:t>          </a:t>
            </a:r>
            <a:r>
              <a:rPr lang="en-US" altLang="zh-CN" sz="2000" b="0" dirty="0">
                <a:solidFill>
                  <a:schemeClr val="tx1"/>
                </a:solidFill>
                <a:latin typeface="Times New Roman" panose="02020603050405020304" pitchFamily="18" charset="0"/>
              </a:rPr>
              <a:t>v(s</a:t>
            </a:r>
            <a:r>
              <a:rPr lang="en-US" altLang="zh-CN" sz="2000" b="0" baseline="-25000" dirty="0">
                <a:solidFill>
                  <a:schemeClr val="tx1"/>
                </a:solidFill>
                <a:latin typeface="Times New Roman" panose="02020603050405020304" pitchFamily="18" charset="0"/>
              </a:rPr>
              <a:t>b</a:t>
            </a:r>
            <a:r>
              <a:rPr lang="en-US" altLang="zh-CN" sz="2000" b="0" dirty="0">
                <a:solidFill>
                  <a:schemeClr val="tx1"/>
                </a:solidFill>
                <a:latin typeface="Times New Roman" panose="02020603050405020304" pitchFamily="18" charset="0"/>
              </a:rPr>
              <a:t> )</a:t>
            </a:r>
            <a:r>
              <a:rPr lang="zh-CN" altLang="en-US" sz="2000" b="0" dirty="0">
                <a:solidFill>
                  <a:schemeClr val="tx1"/>
                </a:solidFill>
                <a:latin typeface="Times New Roman" panose="02020603050405020304" pitchFamily="18" charset="0"/>
              </a:rPr>
              <a:t>；                 </a:t>
            </a:r>
            <a:r>
              <a:rPr lang="zh-CN" altLang="en-US" sz="2000" b="0" dirty="0">
                <a:solidFill>
                  <a:schemeClr val="tx1"/>
                </a:solidFill>
                <a:latin typeface="Times New Roman" panose="02020603050405020304" pitchFamily="18" charset="0"/>
                <a:sym typeface="MT Extra" panose="05050102010205020202" pitchFamily="18" charset="2"/>
              </a:rPr>
              <a:t>                           </a:t>
            </a:r>
            <a:endParaRPr lang="zh-CN" altLang="en-US" sz="2000" b="0" dirty="0">
              <a:solidFill>
                <a:schemeClr val="tx1"/>
              </a:solidFill>
              <a:latin typeface="Times New Roman" panose="02020603050405020304" pitchFamily="18" charset="0"/>
            </a:endParaRPr>
          </a:p>
          <a:p>
            <a:pPr algn="just" eaLnBrk="1" hangingPunct="1">
              <a:buFont typeface="Wingdings" panose="05000000000000000000" pitchFamily="2" charset="2"/>
              <a:buNone/>
            </a:pPr>
            <a:r>
              <a:rPr lang="zh-CN" altLang="en-US" sz="2000" b="0" dirty="0">
                <a:solidFill>
                  <a:schemeClr val="tx1"/>
                </a:solidFill>
                <a:latin typeface="Times New Roman" panose="02020603050405020304" pitchFamily="18" charset="0"/>
              </a:rPr>
              <a:t>          </a:t>
            </a:r>
            <a:r>
              <a:rPr lang="en-US" altLang="zh-CN" sz="2000" b="0" dirty="0">
                <a:solidFill>
                  <a:schemeClr val="tx1"/>
                </a:solidFill>
                <a:latin typeface="Times New Roman" panose="02020603050405020304" pitchFamily="18" charset="0"/>
              </a:rPr>
              <a:t>v(</a:t>
            </a:r>
            <a:r>
              <a:rPr lang="en-US" altLang="zh-CN" sz="2000" b="0" dirty="0" err="1">
                <a:solidFill>
                  <a:schemeClr val="tx1"/>
                </a:solidFill>
                <a:latin typeface="Times New Roman" panose="02020603050405020304" pitchFamily="18" charset="0"/>
              </a:rPr>
              <a:t>s</a:t>
            </a:r>
            <a:r>
              <a:rPr lang="en-US" altLang="zh-CN" sz="2000" b="0" baseline="-25000" dirty="0" err="1">
                <a:solidFill>
                  <a:schemeClr val="tx1"/>
                </a:solidFill>
                <a:latin typeface="Times New Roman" panose="02020603050405020304" pitchFamily="18" charset="0"/>
              </a:rPr>
              <a:t>c</a:t>
            </a:r>
            <a:r>
              <a:rPr lang="en-US" altLang="zh-CN" sz="2000" b="0" dirty="0">
                <a:solidFill>
                  <a:schemeClr val="tx1"/>
                </a:solidFill>
                <a:latin typeface="Times New Roman" panose="02020603050405020304" pitchFamily="18" charset="0"/>
              </a:rPr>
              <a:t> )</a:t>
            </a:r>
            <a:r>
              <a:rPr lang="zh-CN" altLang="en-US" sz="2000" b="0" dirty="0">
                <a:solidFill>
                  <a:schemeClr val="tx1"/>
                </a:solidFill>
                <a:latin typeface="Times New Roman" panose="02020603050405020304" pitchFamily="18" charset="0"/>
              </a:rPr>
              <a:t>；                 </a:t>
            </a:r>
            <a:r>
              <a:rPr lang="zh-CN" altLang="en-US" sz="2000" b="0" dirty="0">
                <a:solidFill>
                  <a:schemeClr val="tx1"/>
                </a:solidFill>
                <a:latin typeface="Times New Roman" panose="02020603050405020304" pitchFamily="18" charset="0"/>
                <a:sym typeface="MT Extra" panose="05050102010205020202" pitchFamily="18" charset="2"/>
              </a:rPr>
              <a:t>                          </a:t>
            </a:r>
            <a:endParaRPr lang="en-US" altLang="zh-CN" sz="2000" b="0" dirty="0">
              <a:solidFill>
                <a:schemeClr val="tx1"/>
              </a:solidFill>
              <a:latin typeface="Times New Roman" panose="02020603050405020304" pitchFamily="18" charset="0"/>
              <a:sym typeface="MT Extra" panose="05050102010205020202" pitchFamily="18" charset="2"/>
            </a:endParaRPr>
          </a:p>
          <a:p>
            <a:pPr algn="just" eaLnBrk="1" hangingPunct="1">
              <a:buFont typeface="Wingdings" panose="05000000000000000000" pitchFamily="2" charset="2"/>
              <a:buNone/>
            </a:pPr>
            <a:r>
              <a:rPr lang="en-US" altLang="zh-CN" sz="2000" dirty="0">
                <a:solidFill>
                  <a:schemeClr val="tx1"/>
                </a:solidFill>
                <a:latin typeface="Times New Roman" panose="02020603050405020304" pitchFamily="18" charset="0"/>
                <a:sym typeface="MT Extra" panose="05050102010205020202" pitchFamily="18" charset="2"/>
              </a:rPr>
              <a:t>        }                           }                         }</a:t>
            </a:r>
            <a:endParaRPr lang="zh-CN" altLang="en-US" sz="2000" b="0" dirty="0">
              <a:solidFill>
                <a:schemeClr val="tx1"/>
              </a:solidFill>
              <a:latin typeface="Times New Roman" panose="02020603050405020304" pitchFamily="18" charset="0"/>
              <a:sym typeface="MT Extra" panose="05050102010205020202" pitchFamily="18" charset="2"/>
            </a:endParaRPr>
          </a:p>
        </p:txBody>
      </p:sp>
      <p:sp>
        <p:nvSpPr>
          <p:cNvPr id="20" name="Text Box 61">
            <a:extLst>
              <a:ext uri="{FF2B5EF4-FFF2-40B4-BE49-F238E27FC236}">
                <a16:creationId xmlns:a16="http://schemas.microsoft.com/office/drawing/2014/main" id="{D83F13C2-9CD4-4DD2-1308-5AA802E4FF47}"/>
              </a:ext>
            </a:extLst>
          </p:cNvPr>
          <p:cNvSpPr txBox="1">
            <a:spLocks noChangeArrowheads="1"/>
          </p:cNvSpPr>
          <p:nvPr/>
        </p:nvSpPr>
        <p:spPr bwMode="auto">
          <a:xfrm>
            <a:off x="1319672" y="4646429"/>
            <a:ext cx="1512887" cy="6794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0"/>
              </a:spcBef>
              <a:buFont typeface="Wingdings" panose="05000000000000000000" pitchFamily="2" charset="2"/>
              <a:buNone/>
            </a:pPr>
            <a:r>
              <a:rPr lang="en-US" altLang="zh-CN" sz="1600" b="0">
                <a:solidFill>
                  <a:schemeClr val="tx1"/>
                </a:solidFill>
                <a:latin typeface="Times New Roman" panose="02020603050405020304" pitchFamily="18" charset="0"/>
              </a:rPr>
              <a:t>3</a:t>
            </a:r>
            <a:r>
              <a:rPr lang="zh-CN" altLang="en-US" sz="1600" b="0">
                <a:solidFill>
                  <a:schemeClr val="tx1"/>
                </a:solidFill>
                <a:latin typeface="Times New Roman" panose="02020603050405020304" pitchFamily="18" charset="0"/>
              </a:rPr>
              <a:t>个合作进程</a:t>
            </a:r>
          </a:p>
          <a:p>
            <a:pPr algn="just" eaLnBrk="1" hangingPunct="1">
              <a:lnSpc>
                <a:spcPct val="120000"/>
              </a:lnSpc>
              <a:spcBef>
                <a:spcPct val="0"/>
              </a:spcBef>
              <a:buFont typeface="Wingdings" panose="05000000000000000000" pitchFamily="2" charset="2"/>
              <a:buNone/>
            </a:pPr>
            <a:r>
              <a:rPr lang="zh-CN" altLang="en-US" sz="1600" b="0">
                <a:solidFill>
                  <a:schemeClr val="tx1"/>
                </a:solidFill>
                <a:latin typeface="Times New Roman" panose="02020603050405020304" pitchFamily="18" charset="0"/>
              </a:rPr>
              <a:t> 的进程流图</a:t>
            </a:r>
          </a:p>
        </p:txBody>
      </p:sp>
    </p:spTree>
    <p:extLst>
      <p:ext uri="{BB962C8B-B14F-4D97-AF65-F5344CB8AC3E}">
        <p14:creationId xmlns:p14="http://schemas.microsoft.com/office/powerpoint/2010/main" val="198718944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206345-DCBE-D9A7-11D6-09F5731C3A5A}"/>
              </a:ext>
            </a:extLst>
          </p:cNvPr>
          <p:cNvSpPr>
            <a:spLocks noGrp="1"/>
          </p:cNvSpPr>
          <p:nvPr>
            <p:ph type="title"/>
          </p:nvPr>
        </p:nvSpPr>
        <p:spPr/>
        <p:txBody>
          <a:bodyPr>
            <a:normAutofit/>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进程互斥与同步的实现</a:t>
            </a:r>
            <a:endParaRPr lang="zh-CN" altLang="en-US" dirty="0"/>
          </a:p>
        </p:txBody>
      </p:sp>
      <p:grpSp>
        <p:nvGrpSpPr>
          <p:cNvPr id="3" name="Group 5">
            <a:extLst>
              <a:ext uri="{FF2B5EF4-FFF2-40B4-BE49-F238E27FC236}">
                <a16:creationId xmlns:a16="http://schemas.microsoft.com/office/drawing/2014/main" id="{0291F282-C6EA-EE4E-1E4D-4DBF2030CB3D}"/>
              </a:ext>
            </a:extLst>
          </p:cNvPr>
          <p:cNvGrpSpPr>
            <a:grpSpLocks/>
          </p:cNvGrpSpPr>
          <p:nvPr/>
        </p:nvGrpSpPr>
        <p:grpSpPr bwMode="auto">
          <a:xfrm>
            <a:off x="7618412" y="1320617"/>
            <a:ext cx="1538288" cy="2290762"/>
            <a:chOff x="3799" y="1608"/>
            <a:chExt cx="969" cy="1443"/>
          </a:xfrm>
        </p:grpSpPr>
        <p:sp>
          <p:nvSpPr>
            <p:cNvPr id="4" name="Oval 6">
              <a:extLst>
                <a:ext uri="{FF2B5EF4-FFF2-40B4-BE49-F238E27FC236}">
                  <a16:creationId xmlns:a16="http://schemas.microsoft.com/office/drawing/2014/main" id="{6C84AAFA-F8E7-DC6C-DF60-CF0B983BB56B}"/>
                </a:ext>
              </a:extLst>
            </p:cNvPr>
            <p:cNvSpPr>
              <a:spLocks noChangeArrowheads="1"/>
            </p:cNvSpPr>
            <p:nvPr/>
          </p:nvSpPr>
          <p:spPr bwMode="auto">
            <a:xfrm>
              <a:off x="3979" y="2260"/>
              <a:ext cx="531" cy="551"/>
            </a:xfrm>
            <a:prstGeom prst="ellipse">
              <a:avLst/>
            </a:prstGeom>
            <a:solidFill>
              <a:srgbClr val="CCFFFF"/>
            </a:solidFill>
            <a:ln w="9525">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Font typeface="Wingdings" panose="05000000000000000000" pitchFamily="2" charset="2"/>
                <a:buChar char="Ø"/>
              </a:pPr>
              <a:endParaRPr lang="zh-CN" altLang="en-US" sz="1400" b="1">
                <a:solidFill>
                  <a:srgbClr val="4138FA"/>
                </a:solidFill>
              </a:endParaRPr>
            </a:p>
          </p:txBody>
        </p:sp>
        <p:sp>
          <p:nvSpPr>
            <p:cNvPr id="5" name="Line 7">
              <a:extLst>
                <a:ext uri="{FF2B5EF4-FFF2-40B4-BE49-F238E27FC236}">
                  <a16:creationId xmlns:a16="http://schemas.microsoft.com/office/drawing/2014/main" id="{9B2B3344-74D8-C9D3-A25E-37E5A200248D}"/>
                </a:ext>
              </a:extLst>
            </p:cNvPr>
            <p:cNvSpPr>
              <a:spLocks noChangeShapeType="1"/>
            </p:cNvSpPr>
            <p:nvPr/>
          </p:nvSpPr>
          <p:spPr bwMode="auto">
            <a:xfrm flipH="1">
              <a:off x="4270" y="2788"/>
              <a:ext cx="98" cy="32"/>
            </a:xfrm>
            <a:prstGeom prst="line">
              <a:avLst/>
            </a:prstGeom>
            <a:noFill/>
            <a:ln w="190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6" name="Line 8">
              <a:extLst>
                <a:ext uri="{FF2B5EF4-FFF2-40B4-BE49-F238E27FC236}">
                  <a16:creationId xmlns:a16="http://schemas.microsoft.com/office/drawing/2014/main" id="{00C09ABE-C1FC-C132-859F-84C9584301F4}"/>
                </a:ext>
              </a:extLst>
            </p:cNvPr>
            <p:cNvSpPr>
              <a:spLocks noChangeShapeType="1"/>
            </p:cNvSpPr>
            <p:nvPr/>
          </p:nvSpPr>
          <p:spPr bwMode="auto">
            <a:xfrm>
              <a:off x="4250" y="1837"/>
              <a:ext cx="0" cy="423"/>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7" name="Text Box 9">
              <a:extLst>
                <a:ext uri="{FF2B5EF4-FFF2-40B4-BE49-F238E27FC236}">
                  <a16:creationId xmlns:a16="http://schemas.microsoft.com/office/drawing/2014/main" id="{6FB864BF-5CB7-268B-2585-741D407D238A}"/>
                </a:ext>
              </a:extLst>
            </p:cNvPr>
            <p:cNvSpPr txBox="1">
              <a:spLocks noChangeArrowheads="1"/>
            </p:cNvSpPr>
            <p:nvPr/>
          </p:nvSpPr>
          <p:spPr bwMode="auto">
            <a:xfrm>
              <a:off x="3799" y="2296"/>
              <a:ext cx="260"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p</a:t>
              </a:r>
              <a:r>
                <a:rPr kumimoji="1" lang="en-US" altLang="zh-CN" sz="1600" b="1" baseline="-25000">
                  <a:solidFill>
                    <a:schemeClr val="tx1"/>
                  </a:solidFill>
                  <a:latin typeface="Times New Roman" panose="02020603050405020304" pitchFamily="18" charset="0"/>
                </a:rPr>
                <a:t>b</a:t>
              </a:r>
              <a:endParaRPr kumimoji="1" lang="en-US" altLang="zh-CN" sz="1600" b="1">
                <a:solidFill>
                  <a:schemeClr val="tx1"/>
                </a:solidFill>
                <a:latin typeface="Times New Roman" panose="02020603050405020304" pitchFamily="18" charset="0"/>
              </a:endParaRPr>
            </a:p>
          </p:txBody>
        </p:sp>
        <p:sp>
          <p:nvSpPr>
            <p:cNvPr id="8" name="Text Box 10">
              <a:extLst>
                <a:ext uri="{FF2B5EF4-FFF2-40B4-BE49-F238E27FC236}">
                  <a16:creationId xmlns:a16="http://schemas.microsoft.com/office/drawing/2014/main" id="{50F5D86F-F2D2-0331-F5FB-45F09A993855}"/>
                </a:ext>
              </a:extLst>
            </p:cNvPr>
            <p:cNvSpPr txBox="1">
              <a:spLocks noChangeArrowheads="1"/>
            </p:cNvSpPr>
            <p:nvPr/>
          </p:nvSpPr>
          <p:spPr bwMode="auto">
            <a:xfrm>
              <a:off x="4491" y="2303"/>
              <a:ext cx="27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p</a:t>
              </a:r>
              <a:r>
                <a:rPr kumimoji="1" lang="en-US" altLang="zh-CN" sz="1600" b="1" baseline="-25000">
                  <a:solidFill>
                    <a:schemeClr val="tx1"/>
                  </a:solidFill>
                  <a:latin typeface="Times New Roman" panose="02020603050405020304" pitchFamily="18" charset="0"/>
                </a:rPr>
                <a:t>c</a:t>
              </a:r>
              <a:endParaRPr kumimoji="1" lang="en-US" altLang="zh-CN" sz="1600" b="1">
                <a:solidFill>
                  <a:schemeClr val="tx1"/>
                </a:solidFill>
                <a:latin typeface="Times New Roman" panose="02020603050405020304" pitchFamily="18" charset="0"/>
              </a:endParaRPr>
            </a:p>
          </p:txBody>
        </p:sp>
        <p:sp>
          <p:nvSpPr>
            <p:cNvPr id="9" name="Text Box 11">
              <a:extLst>
                <a:ext uri="{FF2B5EF4-FFF2-40B4-BE49-F238E27FC236}">
                  <a16:creationId xmlns:a16="http://schemas.microsoft.com/office/drawing/2014/main" id="{AC5A8C23-1A87-6CCD-C601-E2848F7CB716}"/>
                </a:ext>
              </a:extLst>
            </p:cNvPr>
            <p:cNvSpPr txBox="1">
              <a:spLocks noChangeArrowheads="1"/>
            </p:cNvSpPr>
            <p:nvPr/>
          </p:nvSpPr>
          <p:spPr bwMode="auto">
            <a:xfrm>
              <a:off x="3984" y="1879"/>
              <a:ext cx="260"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p</a:t>
              </a:r>
              <a:r>
                <a:rPr kumimoji="1" lang="en-US" altLang="zh-CN" sz="1600" b="1" baseline="-25000">
                  <a:solidFill>
                    <a:schemeClr val="tx1"/>
                  </a:solidFill>
                  <a:latin typeface="Times New Roman" panose="02020603050405020304" pitchFamily="18" charset="0"/>
                </a:rPr>
                <a:t>a</a:t>
              </a:r>
              <a:endParaRPr kumimoji="1" lang="en-US" altLang="zh-CN" sz="1600" b="1">
                <a:solidFill>
                  <a:schemeClr val="tx1"/>
                </a:solidFill>
                <a:latin typeface="Times New Roman" panose="02020603050405020304" pitchFamily="18" charset="0"/>
              </a:endParaRPr>
            </a:p>
          </p:txBody>
        </p:sp>
        <p:grpSp>
          <p:nvGrpSpPr>
            <p:cNvPr id="10" name="Group 12">
              <a:extLst>
                <a:ext uri="{FF2B5EF4-FFF2-40B4-BE49-F238E27FC236}">
                  <a16:creationId xmlns:a16="http://schemas.microsoft.com/office/drawing/2014/main" id="{6C47185F-7CEE-71DA-277F-BE2ED4C76E42}"/>
                </a:ext>
              </a:extLst>
            </p:cNvPr>
            <p:cNvGrpSpPr>
              <a:grpSpLocks/>
            </p:cNvGrpSpPr>
            <p:nvPr/>
          </p:nvGrpSpPr>
          <p:grpSpPr bwMode="auto">
            <a:xfrm>
              <a:off x="4118" y="2823"/>
              <a:ext cx="265" cy="228"/>
              <a:chOff x="2563" y="2795"/>
              <a:chExt cx="265" cy="228"/>
            </a:xfrm>
          </p:grpSpPr>
          <p:sp>
            <p:nvSpPr>
              <p:cNvPr id="15" name="Oval 13">
                <a:extLst>
                  <a:ext uri="{FF2B5EF4-FFF2-40B4-BE49-F238E27FC236}">
                    <a16:creationId xmlns:a16="http://schemas.microsoft.com/office/drawing/2014/main" id="{DA483F6F-BFB1-033E-C0A7-3076697F1D3C}"/>
                  </a:ext>
                </a:extLst>
              </p:cNvPr>
              <p:cNvSpPr>
                <a:spLocks noChangeArrowheads="1"/>
              </p:cNvSpPr>
              <p:nvPr/>
            </p:nvSpPr>
            <p:spPr bwMode="auto">
              <a:xfrm>
                <a:off x="2568" y="2795"/>
                <a:ext cx="260" cy="228"/>
              </a:xfrm>
              <a:prstGeom prst="ellipse">
                <a:avLst/>
              </a:prstGeom>
              <a:solidFill>
                <a:srgbClr val="CCFFFF"/>
              </a:solidFill>
              <a:ln w="9525">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Font typeface="Wingdings" panose="05000000000000000000" pitchFamily="2" charset="2"/>
                  <a:buChar char="Ø"/>
                </a:pPr>
                <a:endParaRPr lang="zh-CN" altLang="en-US" sz="1400" b="1">
                  <a:solidFill>
                    <a:srgbClr val="4138FA"/>
                  </a:solidFill>
                </a:endParaRPr>
              </a:p>
            </p:txBody>
          </p:sp>
          <p:sp>
            <p:nvSpPr>
              <p:cNvPr id="16" name="Text Box 14">
                <a:extLst>
                  <a:ext uri="{FF2B5EF4-FFF2-40B4-BE49-F238E27FC236}">
                    <a16:creationId xmlns:a16="http://schemas.microsoft.com/office/drawing/2014/main" id="{83C25707-7631-0EB2-71A4-66E7120EC2BA}"/>
                  </a:ext>
                </a:extLst>
              </p:cNvPr>
              <p:cNvSpPr txBox="1">
                <a:spLocks noChangeArrowheads="1"/>
              </p:cNvSpPr>
              <p:nvPr/>
            </p:nvSpPr>
            <p:spPr bwMode="auto">
              <a:xfrm>
                <a:off x="2563" y="2798"/>
                <a:ext cx="221"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f</a:t>
                </a:r>
              </a:p>
            </p:txBody>
          </p:sp>
        </p:grpSp>
        <p:grpSp>
          <p:nvGrpSpPr>
            <p:cNvPr id="11" name="Group 15">
              <a:extLst>
                <a:ext uri="{FF2B5EF4-FFF2-40B4-BE49-F238E27FC236}">
                  <a16:creationId xmlns:a16="http://schemas.microsoft.com/office/drawing/2014/main" id="{F9384913-394A-0713-9D8B-D693A470F0DB}"/>
                </a:ext>
              </a:extLst>
            </p:cNvPr>
            <p:cNvGrpSpPr>
              <a:grpSpLocks/>
            </p:cNvGrpSpPr>
            <p:nvPr/>
          </p:nvGrpSpPr>
          <p:grpSpPr bwMode="auto">
            <a:xfrm>
              <a:off x="4113" y="1608"/>
              <a:ext cx="261" cy="228"/>
              <a:chOff x="1024" y="1582"/>
              <a:chExt cx="261" cy="228"/>
            </a:xfrm>
          </p:grpSpPr>
          <p:sp>
            <p:nvSpPr>
              <p:cNvPr id="13" name="Oval 16">
                <a:extLst>
                  <a:ext uri="{FF2B5EF4-FFF2-40B4-BE49-F238E27FC236}">
                    <a16:creationId xmlns:a16="http://schemas.microsoft.com/office/drawing/2014/main" id="{45475E48-7129-0F3F-B1D1-0344FF71EA1C}"/>
                  </a:ext>
                </a:extLst>
              </p:cNvPr>
              <p:cNvSpPr>
                <a:spLocks noChangeArrowheads="1"/>
              </p:cNvSpPr>
              <p:nvPr/>
            </p:nvSpPr>
            <p:spPr bwMode="auto">
              <a:xfrm>
                <a:off x="1024" y="1582"/>
                <a:ext cx="261" cy="228"/>
              </a:xfrm>
              <a:prstGeom prst="ellipse">
                <a:avLst/>
              </a:prstGeom>
              <a:solidFill>
                <a:srgbClr val="CCFFFF"/>
              </a:solidFill>
              <a:ln w="9525">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Font typeface="Wingdings" panose="05000000000000000000" pitchFamily="2" charset="2"/>
                  <a:buChar char="Ø"/>
                </a:pPr>
                <a:endParaRPr lang="zh-CN" altLang="en-US" sz="1400" b="1">
                  <a:solidFill>
                    <a:srgbClr val="4138FA"/>
                  </a:solidFill>
                </a:endParaRPr>
              </a:p>
            </p:txBody>
          </p:sp>
          <p:sp>
            <p:nvSpPr>
              <p:cNvPr id="14" name="Text Box 17">
                <a:extLst>
                  <a:ext uri="{FF2B5EF4-FFF2-40B4-BE49-F238E27FC236}">
                    <a16:creationId xmlns:a16="http://schemas.microsoft.com/office/drawing/2014/main" id="{36E75C4C-BF66-9E7F-59D1-FE2A64208464}"/>
                  </a:ext>
                </a:extLst>
              </p:cNvPr>
              <p:cNvSpPr txBox="1">
                <a:spLocks noChangeArrowheads="1"/>
              </p:cNvSpPr>
              <p:nvPr/>
            </p:nvSpPr>
            <p:spPr bwMode="auto">
              <a:xfrm>
                <a:off x="1046" y="1585"/>
                <a:ext cx="222"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s</a:t>
                </a:r>
              </a:p>
            </p:txBody>
          </p:sp>
        </p:grpSp>
        <p:sp>
          <p:nvSpPr>
            <p:cNvPr id="12" name="Line 18">
              <a:extLst>
                <a:ext uri="{FF2B5EF4-FFF2-40B4-BE49-F238E27FC236}">
                  <a16:creationId xmlns:a16="http://schemas.microsoft.com/office/drawing/2014/main" id="{071173A2-35DD-1D09-BD36-C7E1F6C58F93}"/>
                </a:ext>
              </a:extLst>
            </p:cNvPr>
            <p:cNvSpPr>
              <a:spLocks noChangeShapeType="1"/>
            </p:cNvSpPr>
            <p:nvPr/>
          </p:nvSpPr>
          <p:spPr bwMode="auto">
            <a:xfrm>
              <a:off x="4143" y="2787"/>
              <a:ext cx="95" cy="32"/>
            </a:xfrm>
            <a:prstGeom prst="line">
              <a:avLst/>
            </a:prstGeom>
            <a:noFill/>
            <a:ln w="190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grpSp>
      <p:sp>
        <p:nvSpPr>
          <p:cNvPr id="17" name="Rectangle 21">
            <a:extLst>
              <a:ext uri="{FF2B5EF4-FFF2-40B4-BE49-F238E27FC236}">
                <a16:creationId xmlns:a16="http://schemas.microsoft.com/office/drawing/2014/main" id="{ADCC0BFB-199C-8966-4BE5-40114EB3454A}"/>
              </a:ext>
            </a:extLst>
          </p:cNvPr>
          <p:cNvSpPr>
            <a:spLocks noChangeArrowheads="1"/>
          </p:cNvSpPr>
          <p:nvPr/>
        </p:nvSpPr>
        <p:spPr bwMode="auto">
          <a:xfrm>
            <a:off x="708025" y="830079"/>
            <a:ext cx="5387975" cy="587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20000"/>
              </a:spcBef>
              <a:buFont typeface="Wingdings" panose="05000000000000000000" pitchFamily="2" charset="2"/>
              <a:buNone/>
            </a:pPr>
            <a:r>
              <a:rPr lang="zh-CN" altLang="en-US" sz="1600" b="1" dirty="0">
                <a:solidFill>
                  <a:schemeClr val="tx1"/>
                </a:solidFill>
                <a:latin typeface="Times New Roman" panose="02020603050405020304" pitchFamily="18" charset="0"/>
              </a:rPr>
              <a:t>程序描述：</a:t>
            </a:r>
            <a:endParaRPr lang="en-US" altLang="zh-CN" sz="1600" b="1" dirty="0">
              <a:solidFill>
                <a:schemeClr val="tx1"/>
              </a:solidFill>
              <a:latin typeface="Times New Roman" panose="02020603050405020304" pitchFamily="18" charset="0"/>
            </a:endParaRPr>
          </a:p>
          <a:p>
            <a:pPr algn="just" eaLnBrk="1" hangingPunct="1">
              <a:lnSpc>
                <a:spcPct val="120000"/>
              </a:lnSpc>
              <a:spcBef>
                <a:spcPct val="20000"/>
              </a:spcBef>
              <a:buFont typeface="Wingdings" panose="05000000000000000000" pitchFamily="2" charset="2"/>
              <a:buNone/>
            </a:pPr>
            <a:r>
              <a:rPr lang="en-US" altLang="zh-CN" sz="1600" b="1" dirty="0">
                <a:solidFill>
                  <a:schemeClr val="tx1"/>
                </a:solidFill>
                <a:latin typeface="Times New Roman" panose="02020603050405020304" pitchFamily="18" charset="0"/>
              </a:rPr>
              <a:t>    main( )</a:t>
            </a:r>
          </a:p>
          <a:p>
            <a:pPr algn="just" eaLnBrk="1" hangingPunct="1">
              <a:lnSpc>
                <a:spcPct val="120000"/>
              </a:lnSpc>
              <a:spcBef>
                <a:spcPct val="20000"/>
              </a:spcBef>
              <a:buFont typeface="Wingdings" panose="05000000000000000000" pitchFamily="2" charset="2"/>
              <a:buNone/>
            </a:pPr>
            <a:r>
              <a:rPr lang="en-US" altLang="zh-CN" sz="1600" b="1" dirty="0">
                <a:solidFill>
                  <a:schemeClr val="tx1"/>
                </a:solidFill>
                <a:latin typeface="Times New Roman" panose="02020603050405020304" pitchFamily="18" charset="0"/>
              </a:rPr>
              <a:t>    {</a:t>
            </a:r>
          </a:p>
          <a:p>
            <a:pPr algn="just" eaLnBrk="1" hangingPunct="1">
              <a:lnSpc>
                <a:spcPct val="120000"/>
              </a:lnSpc>
              <a:spcBef>
                <a:spcPct val="20000"/>
              </a:spcBef>
              <a:buFont typeface="Wingdings" panose="05000000000000000000" pitchFamily="2" charset="2"/>
              <a:buNone/>
            </a:pPr>
            <a:r>
              <a:rPr lang="en-US" altLang="zh-CN" sz="1600" b="1" dirty="0">
                <a:solidFill>
                  <a:schemeClr val="tx1"/>
                </a:solidFill>
                <a:latin typeface="Times New Roman" panose="02020603050405020304" pitchFamily="18" charset="0"/>
              </a:rPr>
              <a:t>        </a:t>
            </a:r>
            <a:r>
              <a:rPr lang="en-US" altLang="zh-CN" sz="1600" b="1" dirty="0" err="1">
                <a:solidFill>
                  <a:schemeClr val="tx1"/>
                </a:solidFill>
                <a:latin typeface="Times New Roman" panose="02020603050405020304" pitchFamily="18" charset="0"/>
              </a:rPr>
              <a:t>int</a:t>
            </a:r>
            <a:r>
              <a:rPr lang="en-US" altLang="zh-CN" sz="1600" b="1" dirty="0">
                <a:solidFill>
                  <a:schemeClr val="tx1"/>
                </a:solidFill>
                <a:latin typeface="Times New Roman" panose="02020603050405020304" pitchFamily="18" charset="0"/>
              </a:rPr>
              <a:t>  </a:t>
            </a:r>
            <a:r>
              <a:rPr lang="en-US" altLang="zh-CN" sz="1600" b="1" dirty="0" err="1">
                <a:solidFill>
                  <a:schemeClr val="tx1"/>
                </a:solidFill>
                <a:latin typeface="Times New Roman" panose="02020603050405020304" pitchFamily="18" charset="0"/>
              </a:rPr>
              <a:t>s</a:t>
            </a:r>
            <a:r>
              <a:rPr lang="en-US" altLang="zh-CN" sz="1600" b="1" baseline="-25000" dirty="0" err="1">
                <a:solidFill>
                  <a:schemeClr val="tx1"/>
                </a:solidFill>
                <a:latin typeface="Times New Roman" panose="02020603050405020304" pitchFamily="18" charset="0"/>
              </a:rPr>
              <a:t>b</a:t>
            </a:r>
            <a:r>
              <a:rPr lang="en-US" altLang="zh-CN" sz="1600" b="1" dirty="0">
                <a:solidFill>
                  <a:schemeClr val="tx1"/>
                </a:solidFill>
                <a:latin typeface="Times New Roman" panose="02020603050405020304" pitchFamily="18" charset="0"/>
              </a:rPr>
              <a:t>=0;   //</a:t>
            </a:r>
            <a:r>
              <a:rPr lang="zh-CN" altLang="en-US" sz="1600" b="1" dirty="0">
                <a:solidFill>
                  <a:schemeClr val="tx1"/>
                </a:solidFill>
                <a:latin typeface="Times New Roman" panose="02020603050405020304" pitchFamily="18" charset="0"/>
              </a:rPr>
              <a:t> 表示</a:t>
            </a:r>
            <a:r>
              <a:rPr lang="en-US" altLang="zh-CN" sz="1600" b="1" dirty="0">
                <a:solidFill>
                  <a:schemeClr val="tx1"/>
                </a:solidFill>
                <a:latin typeface="Times New Roman" panose="02020603050405020304" pitchFamily="18" charset="0"/>
              </a:rPr>
              <a:t>p</a:t>
            </a:r>
            <a:r>
              <a:rPr lang="en-US" altLang="zh-CN" sz="1600" b="1" baseline="-25000" dirty="0">
                <a:solidFill>
                  <a:schemeClr val="tx1"/>
                </a:solidFill>
                <a:latin typeface="Times New Roman" panose="02020603050405020304" pitchFamily="18" charset="0"/>
              </a:rPr>
              <a:t>b</a:t>
            </a:r>
            <a:r>
              <a:rPr lang="zh-CN" altLang="en-US" sz="1600" b="1" dirty="0">
                <a:solidFill>
                  <a:schemeClr val="tx1"/>
                </a:solidFill>
                <a:latin typeface="Times New Roman" panose="02020603050405020304" pitchFamily="18" charset="0"/>
              </a:rPr>
              <a:t>进程能否开始执行</a:t>
            </a:r>
          </a:p>
          <a:p>
            <a:pPr algn="just" eaLnBrk="1" hangingPunct="1">
              <a:lnSpc>
                <a:spcPct val="120000"/>
              </a:lnSpc>
              <a:spcBef>
                <a:spcPct val="20000"/>
              </a:spcBef>
              <a:buFont typeface="Wingdings" panose="05000000000000000000" pitchFamily="2" charset="2"/>
              <a:buNone/>
            </a:pPr>
            <a:r>
              <a:rPr lang="zh-CN" altLang="en-US" sz="1600" b="1" dirty="0">
                <a:solidFill>
                  <a:schemeClr val="tx1"/>
                </a:solidFill>
                <a:latin typeface="Times New Roman" panose="02020603050405020304" pitchFamily="18" charset="0"/>
              </a:rPr>
              <a:t>        </a:t>
            </a:r>
            <a:r>
              <a:rPr lang="en-US" altLang="zh-CN" sz="1600" b="1" dirty="0" err="1">
                <a:solidFill>
                  <a:schemeClr val="tx1"/>
                </a:solidFill>
                <a:latin typeface="Times New Roman" panose="02020603050405020304" pitchFamily="18" charset="0"/>
              </a:rPr>
              <a:t>int</a:t>
            </a:r>
            <a:r>
              <a:rPr lang="en-US" altLang="zh-CN" sz="1600" b="1" dirty="0">
                <a:solidFill>
                  <a:schemeClr val="tx1"/>
                </a:solidFill>
                <a:latin typeface="Times New Roman" panose="02020603050405020304" pitchFamily="18" charset="0"/>
              </a:rPr>
              <a:t>  </a:t>
            </a:r>
            <a:r>
              <a:rPr lang="en-US" altLang="zh-CN" sz="1600" b="1" dirty="0" err="1">
                <a:solidFill>
                  <a:schemeClr val="tx1"/>
                </a:solidFill>
                <a:latin typeface="Times New Roman" panose="02020603050405020304" pitchFamily="18" charset="0"/>
              </a:rPr>
              <a:t>s</a:t>
            </a:r>
            <a:r>
              <a:rPr lang="en-US" altLang="zh-CN" sz="1600" b="1" baseline="-25000" dirty="0" err="1">
                <a:solidFill>
                  <a:schemeClr val="tx1"/>
                </a:solidFill>
                <a:latin typeface="Times New Roman" panose="02020603050405020304" pitchFamily="18" charset="0"/>
              </a:rPr>
              <a:t>c</a:t>
            </a:r>
            <a:r>
              <a:rPr lang="en-US" altLang="zh-CN" sz="1600" b="1" dirty="0">
                <a:solidFill>
                  <a:schemeClr val="tx1"/>
                </a:solidFill>
                <a:latin typeface="Times New Roman" panose="02020603050405020304" pitchFamily="18" charset="0"/>
              </a:rPr>
              <a:t>=0;   //</a:t>
            </a:r>
            <a:r>
              <a:rPr lang="zh-CN" altLang="en-US" sz="1600" b="1" dirty="0">
                <a:solidFill>
                  <a:schemeClr val="tx1"/>
                </a:solidFill>
                <a:latin typeface="Times New Roman" panose="02020603050405020304" pitchFamily="18" charset="0"/>
              </a:rPr>
              <a:t> 表示</a:t>
            </a:r>
            <a:r>
              <a:rPr lang="en-US" altLang="zh-CN" sz="1600" b="1" dirty="0">
                <a:solidFill>
                  <a:schemeClr val="tx1"/>
                </a:solidFill>
                <a:latin typeface="Times New Roman" panose="02020603050405020304" pitchFamily="18" charset="0"/>
              </a:rPr>
              <a:t>p</a:t>
            </a:r>
            <a:r>
              <a:rPr lang="en-US" altLang="zh-CN" sz="1600" b="1" baseline="-25000" dirty="0">
                <a:solidFill>
                  <a:schemeClr val="tx1"/>
                </a:solidFill>
                <a:latin typeface="Times New Roman" panose="02020603050405020304" pitchFamily="18" charset="0"/>
              </a:rPr>
              <a:t>c</a:t>
            </a:r>
            <a:r>
              <a:rPr lang="zh-CN" altLang="en-US" sz="1600" b="1" dirty="0">
                <a:solidFill>
                  <a:schemeClr val="tx1"/>
                </a:solidFill>
                <a:latin typeface="Times New Roman" panose="02020603050405020304" pitchFamily="18" charset="0"/>
              </a:rPr>
              <a:t>进程能否开始执行</a:t>
            </a:r>
          </a:p>
          <a:p>
            <a:pPr algn="just" eaLnBrk="1" hangingPunct="1">
              <a:lnSpc>
                <a:spcPct val="120000"/>
              </a:lnSpc>
              <a:spcBef>
                <a:spcPct val="20000"/>
              </a:spcBef>
              <a:buFont typeface="Wingdings" panose="05000000000000000000" pitchFamily="2" charset="2"/>
              <a:buNone/>
            </a:pPr>
            <a:r>
              <a:rPr lang="zh-CN" altLang="en-US" sz="1600" b="1" dirty="0">
                <a:solidFill>
                  <a:schemeClr val="tx1"/>
                </a:solidFill>
                <a:latin typeface="Times New Roman" panose="02020603050405020304" pitchFamily="18" charset="0"/>
              </a:rPr>
              <a:t>        </a:t>
            </a:r>
            <a:r>
              <a:rPr lang="en-US" altLang="zh-CN" sz="1600" b="1" dirty="0" err="1">
                <a:solidFill>
                  <a:schemeClr val="tx1"/>
                </a:solidFill>
                <a:latin typeface="Times New Roman" panose="02020603050405020304" pitchFamily="18" charset="0"/>
              </a:rPr>
              <a:t>cobegin</a:t>
            </a:r>
            <a:endParaRPr lang="en-US" altLang="zh-CN" sz="1600" b="1" dirty="0">
              <a:solidFill>
                <a:schemeClr val="tx1"/>
              </a:solidFill>
              <a:latin typeface="Times New Roman" panose="02020603050405020304" pitchFamily="18" charset="0"/>
            </a:endParaRPr>
          </a:p>
          <a:p>
            <a:pPr algn="just" eaLnBrk="1" hangingPunct="1">
              <a:lnSpc>
                <a:spcPct val="120000"/>
              </a:lnSpc>
              <a:spcBef>
                <a:spcPct val="20000"/>
              </a:spcBef>
              <a:buFont typeface="Wingdings" panose="05000000000000000000" pitchFamily="2" charset="2"/>
              <a:buNone/>
            </a:pPr>
            <a:r>
              <a:rPr lang="en-US" altLang="zh-CN" sz="1600" b="1" dirty="0">
                <a:solidFill>
                  <a:schemeClr val="tx1"/>
                </a:solidFill>
                <a:latin typeface="Times New Roman" panose="02020603050405020304" pitchFamily="18" charset="0"/>
              </a:rPr>
              <a:t>            p</a:t>
            </a:r>
            <a:r>
              <a:rPr lang="en-US" altLang="zh-CN" sz="1600" b="1" baseline="-25000" dirty="0">
                <a:solidFill>
                  <a:schemeClr val="tx1"/>
                </a:solidFill>
                <a:latin typeface="Times New Roman" panose="02020603050405020304" pitchFamily="18" charset="0"/>
              </a:rPr>
              <a:t>a</a:t>
            </a:r>
            <a:r>
              <a:rPr lang="en-US" altLang="zh-CN" sz="1600" b="1" dirty="0">
                <a:solidFill>
                  <a:schemeClr val="tx1"/>
                </a:solidFill>
                <a:latin typeface="Times New Roman" panose="02020603050405020304" pitchFamily="18" charset="0"/>
              </a:rPr>
              <a:t>( )</a:t>
            </a:r>
            <a:r>
              <a:rPr lang="zh-CN" altLang="en-US" sz="1600" b="1" dirty="0">
                <a:solidFill>
                  <a:schemeClr val="tx1"/>
                </a:solidFill>
                <a:latin typeface="Times New Roman" panose="02020603050405020304" pitchFamily="18" charset="0"/>
              </a:rPr>
              <a:t>；</a:t>
            </a:r>
          </a:p>
          <a:p>
            <a:pPr algn="just" eaLnBrk="1" hangingPunct="1">
              <a:lnSpc>
                <a:spcPct val="120000"/>
              </a:lnSpc>
              <a:spcBef>
                <a:spcPct val="20000"/>
              </a:spcBef>
              <a:buFont typeface="Wingdings" panose="05000000000000000000" pitchFamily="2" charset="2"/>
              <a:buNone/>
            </a:pPr>
            <a:r>
              <a:rPr lang="zh-CN" altLang="en-US" sz="1600" b="1" dirty="0">
                <a:solidFill>
                  <a:schemeClr val="tx1"/>
                </a:solidFill>
                <a:latin typeface="Times New Roman" panose="02020603050405020304" pitchFamily="18" charset="0"/>
              </a:rPr>
              <a:t>            </a:t>
            </a:r>
            <a:r>
              <a:rPr lang="en-US" altLang="zh-CN" sz="1600" b="1" dirty="0">
                <a:solidFill>
                  <a:schemeClr val="tx1"/>
                </a:solidFill>
                <a:latin typeface="Times New Roman" panose="02020603050405020304" pitchFamily="18" charset="0"/>
              </a:rPr>
              <a:t>p</a:t>
            </a:r>
            <a:r>
              <a:rPr lang="en-US" altLang="zh-CN" sz="1600" b="1" baseline="-25000" dirty="0">
                <a:solidFill>
                  <a:schemeClr val="tx1"/>
                </a:solidFill>
                <a:latin typeface="Times New Roman" panose="02020603050405020304" pitchFamily="18" charset="0"/>
              </a:rPr>
              <a:t>b</a:t>
            </a:r>
            <a:r>
              <a:rPr lang="en-US" altLang="zh-CN" sz="1600" b="1" dirty="0">
                <a:solidFill>
                  <a:schemeClr val="tx1"/>
                </a:solidFill>
                <a:latin typeface="Times New Roman" panose="02020603050405020304" pitchFamily="18" charset="0"/>
              </a:rPr>
              <a:t>( )</a:t>
            </a:r>
            <a:r>
              <a:rPr lang="zh-CN" altLang="en-US" sz="1600" b="1" dirty="0">
                <a:solidFill>
                  <a:schemeClr val="tx1"/>
                </a:solidFill>
                <a:latin typeface="Times New Roman" panose="02020603050405020304" pitchFamily="18" charset="0"/>
              </a:rPr>
              <a:t>；</a:t>
            </a:r>
          </a:p>
          <a:p>
            <a:pPr algn="just" eaLnBrk="1" hangingPunct="1">
              <a:lnSpc>
                <a:spcPct val="120000"/>
              </a:lnSpc>
              <a:spcBef>
                <a:spcPct val="20000"/>
              </a:spcBef>
              <a:buFont typeface="Wingdings" panose="05000000000000000000" pitchFamily="2" charset="2"/>
              <a:buNone/>
            </a:pPr>
            <a:r>
              <a:rPr lang="zh-CN" altLang="en-US" sz="1600" b="1" dirty="0">
                <a:solidFill>
                  <a:schemeClr val="tx1"/>
                </a:solidFill>
                <a:latin typeface="Times New Roman" panose="02020603050405020304" pitchFamily="18" charset="0"/>
              </a:rPr>
              <a:t>            </a:t>
            </a:r>
            <a:r>
              <a:rPr lang="en-US" altLang="zh-CN" sz="1600" b="1" dirty="0">
                <a:solidFill>
                  <a:schemeClr val="tx1"/>
                </a:solidFill>
                <a:latin typeface="Times New Roman" panose="02020603050405020304" pitchFamily="18" charset="0"/>
              </a:rPr>
              <a:t>p</a:t>
            </a:r>
            <a:r>
              <a:rPr lang="en-US" altLang="zh-CN" sz="1600" b="1" baseline="-25000" dirty="0">
                <a:solidFill>
                  <a:schemeClr val="tx1"/>
                </a:solidFill>
                <a:latin typeface="Times New Roman" panose="02020603050405020304" pitchFamily="18" charset="0"/>
              </a:rPr>
              <a:t>c</a:t>
            </a:r>
            <a:r>
              <a:rPr lang="en-US" altLang="zh-CN" sz="1600" b="1" dirty="0">
                <a:solidFill>
                  <a:schemeClr val="tx1"/>
                </a:solidFill>
                <a:latin typeface="Times New Roman" panose="02020603050405020304" pitchFamily="18" charset="0"/>
              </a:rPr>
              <a:t>( )</a:t>
            </a:r>
            <a:r>
              <a:rPr lang="zh-CN" altLang="en-US" sz="1600" b="1" dirty="0">
                <a:solidFill>
                  <a:schemeClr val="tx1"/>
                </a:solidFill>
                <a:latin typeface="Times New Roman" panose="02020603050405020304" pitchFamily="18" charset="0"/>
              </a:rPr>
              <a:t>；</a:t>
            </a:r>
          </a:p>
          <a:p>
            <a:pPr algn="just" eaLnBrk="1" hangingPunct="1">
              <a:lnSpc>
                <a:spcPct val="120000"/>
              </a:lnSpc>
              <a:spcBef>
                <a:spcPct val="20000"/>
              </a:spcBef>
              <a:buFont typeface="Wingdings" panose="05000000000000000000" pitchFamily="2" charset="2"/>
              <a:buNone/>
            </a:pPr>
            <a:r>
              <a:rPr lang="zh-CN" altLang="en-US" sz="1600" b="1" dirty="0">
                <a:solidFill>
                  <a:schemeClr val="tx1"/>
                </a:solidFill>
                <a:latin typeface="Times New Roman" panose="02020603050405020304" pitchFamily="18" charset="0"/>
              </a:rPr>
              <a:t>        </a:t>
            </a:r>
            <a:r>
              <a:rPr lang="en-US" altLang="zh-CN" sz="1600" b="1" dirty="0" err="1">
                <a:solidFill>
                  <a:schemeClr val="tx1"/>
                </a:solidFill>
                <a:latin typeface="Times New Roman" panose="02020603050405020304" pitchFamily="18" charset="0"/>
              </a:rPr>
              <a:t>coend</a:t>
            </a:r>
            <a:r>
              <a:rPr lang="en-US" altLang="zh-CN" sz="1600" b="1" dirty="0">
                <a:solidFill>
                  <a:schemeClr val="tx1"/>
                </a:solidFill>
                <a:latin typeface="Times New Roman" panose="02020603050405020304" pitchFamily="18" charset="0"/>
              </a:rPr>
              <a:t>     </a:t>
            </a:r>
          </a:p>
          <a:p>
            <a:pPr algn="just" eaLnBrk="1" hangingPunct="1">
              <a:lnSpc>
                <a:spcPct val="120000"/>
              </a:lnSpc>
              <a:spcBef>
                <a:spcPct val="20000"/>
              </a:spcBef>
              <a:buFont typeface="Wingdings" panose="05000000000000000000" pitchFamily="2" charset="2"/>
              <a:buNone/>
            </a:pPr>
            <a:r>
              <a:rPr lang="en-US" altLang="zh-CN" sz="1600" b="1" dirty="0">
                <a:solidFill>
                  <a:schemeClr val="tx1"/>
                </a:solidFill>
                <a:latin typeface="Times New Roman" panose="02020603050405020304" pitchFamily="18" charset="0"/>
              </a:rPr>
              <a:t>    }</a:t>
            </a:r>
          </a:p>
          <a:p>
            <a:pPr eaLnBrk="1" hangingPunct="1">
              <a:lnSpc>
                <a:spcPct val="120000"/>
              </a:lnSpc>
              <a:spcBef>
                <a:spcPct val="20000"/>
              </a:spcBef>
              <a:buFont typeface="Wingdings" panose="05000000000000000000" pitchFamily="2" charset="2"/>
              <a:buNone/>
            </a:pPr>
            <a:r>
              <a:rPr lang="en-US" altLang="zh-CN" sz="1600" b="1" dirty="0">
                <a:solidFill>
                  <a:schemeClr val="tx1"/>
                </a:solidFill>
                <a:latin typeface="Times New Roman" panose="02020603050405020304" pitchFamily="18" charset="0"/>
              </a:rPr>
              <a:t>    p</a:t>
            </a:r>
            <a:r>
              <a:rPr lang="en-US" altLang="zh-CN" sz="1600" b="1" baseline="-25000" dirty="0">
                <a:solidFill>
                  <a:schemeClr val="tx1"/>
                </a:solidFill>
                <a:latin typeface="Times New Roman" panose="02020603050405020304" pitchFamily="18" charset="0"/>
              </a:rPr>
              <a:t>a</a:t>
            </a:r>
            <a:r>
              <a:rPr lang="en-US" altLang="zh-CN" sz="1600" b="1" dirty="0">
                <a:solidFill>
                  <a:schemeClr val="tx1"/>
                </a:solidFill>
                <a:latin typeface="Times New Roman" panose="02020603050405020304" pitchFamily="18" charset="0"/>
              </a:rPr>
              <a:t>( )                          p</a:t>
            </a:r>
            <a:r>
              <a:rPr lang="en-US" altLang="zh-CN" sz="1600" b="1" baseline="-25000" dirty="0">
                <a:solidFill>
                  <a:schemeClr val="tx1"/>
                </a:solidFill>
                <a:latin typeface="Times New Roman" panose="02020603050405020304" pitchFamily="18" charset="0"/>
              </a:rPr>
              <a:t>b</a:t>
            </a:r>
            <a:r>
              <a:rPr lang="en-US" altLang="zh-CN" sz="1600" b="1" dirty="0">
                <a:solidFill>
                  <a:schemeClr val="tx1"/>
                </a:solidFill>
                <a:latin typeface="Times New Roman" panose="02020603050405020304" pitchFamily="18" charset="0"/>
              </a:rPr>
              <a:t>( )                          p</a:t>
            </a:r>
            <a:r>
              <a:rPr lang="en-US" altLang="zh-CN" sz="1600" b="1" baseline="-25000" dirty="0">
                <a:solidFill>
                  <a:schemeClr val="tx1"/>
                </a:solidFill>
                <a:latin typeface="Times New Roman" panose="02020603050405020304" pitchFamily="18" charset="0"/>
              </a:rPr>
              <a:t>c</a:t>
            </a:r>
            <a:r>
              <a:rPr lang="en-US" altLang="zh-CN" sz="1600" b="1" dirty="0">
                <a:solidFill>
                  <a:schemeClr val="tx1"/>
                </a:solidFill>
                <a:latin typeface="Times New Roman" panose="02020603050405020304" pitchFamily="18" charset="0"/>
              </a:rPr>
              <a:t>( )</a:t>
            </a:r>
          </a:p>
          <a:p>
            <a:pPr algn="just" eaLnBrk="1" hangingPunct="1">
              <a:lnSpc>
                <a:spcPct val="120000"/>
              </a:lnSpc>
              <a:spcBef>
                <a:spcPct val="20000"/>
              </a:spcBef>
              <a:buFont typeface="Wingdings" panose="05000000000000000000" pitchFamily="2" charset="2"/>
              <a:buNone/>
            </a:pPr>
            <a:r>
              <a:rPr lang="en-US" altLang="zh-CN" sz="1600" b="1" dirty="0">
                <a:solidFill>
                  <a:schemeClr val="tx1"/>
                </a:solidFill>
                <a:latin typeface="Times New Roman" panose="02020603050405020304" pitchFamily="18" charset="0"/>
              </a:rPr>
              <a:t>    {                               {                                {</a:t>
            </a:r>
          </a:p>
          <a:p>
            <a:pPr algn="just" eaLnBrk="1" hangingPunct="1">
              <a:lnSpc>
                <a:spcPct val="120000"/>
              </a:lnSpc>
              <a:spcBef>
                <a:spcPct val="20000"/>
              </a:spcBef>
              <a:buFont typeface="Wingdings" panose="05000000000000000000" pitchFamily="2" charset="2"/>
              <a:buNone/>
            </a:pPr>
            <a:r>
              <a:rPr lang="en-US" altLang="zh-CN" sz="1600" b="1" dirty="0">
                <a:solidFill>
                  <a:schemeClr val="tx1"/>
                </a:solidFill>
                <a:latin typeface="Times New Roman" panose="02020603050405020304" pitchFamily="18" charset="0"/>
              </a:rPr>
              <a:t>          </a:t>
            </a:r>
            <a:r>
              <a:rPr lang="en-US" altLang="zh-CN" sz="1600" b="1" dirty="0">
                <a:solidFill>
                  <a:schemeClr val="tx1"/>
                </a:solidFill>
                <a:latin typeface="Times New Roman" panose="02020603050405020304" pitchFamily="18" charset="0"/>
                <a:sym typeface="MT Extra" panose="05050102010205020202" pitchFamily="18" charset="2"/>
              </a:rPr>
              <a:t>                             </a:t>
            </a:r>
            <a:r>
              <a:rPr lang="en-US" altLang="zh-CN" sz="1600" b="1" dirty="0">
                <a:solidFill>
                  <a:schemeClr val="tx1"/>
                </a:solidFill>
                <a:latin typeface="Times New Roman" panose="02020603050405020304" pitchFamily="18" charset="0"/>
              </a:rPr>
              <a:t>p(s</a:t>
            </a:r>
            <a:r>
              <a:rPr lang="en-US" altLang="zh-CN" sz="1600" b="1" baseline="-25000" dirty="0">
                <a:solidFill>
                  <a:schemeClr val="tx1"/>
                </a:solidFill>
                <a:latin typeface="Times New Roman" panose="02020603050405020304" pitchFamily="18" charset="0"/>
              </a:rPr>
              <a:t>b</a:t>
            </a:r>
            <a:r>
              <a:rPr lang="en-US" altLang="zh-CN" sz="1600" b="1" dirty="0">
                <a:solidFill>
                  <a:schemeClr val="tx1"/>
                </a:solidFill>
                <a:latin typeface="Times New Roman" panose="02020603050405020304" pitchFamily="18" charset="0"/>
              </a:rPr>
              <a:t>)</a:t>
            </a:r>
            <a:r>
              <a:rPr lang="zh-CN" altLang="en-US" sz="1600" b="1" dirty="0">
                <a:solidFill>
                  <a:schemeClr val="tx1"/>
                </a:solidFill>
                <a:latin typeface="Times New Roman" panose="02020603050405020304" pitchFamily="18" charset="0"/>
              </a:rPr>
              <a:t>；                    </a:t>
            </a:r>
            <a:r>
              <a:rPr lang="en-US" altLang="zh-CN" sz="1600" b="1" dirty="0">
                <a:solidFill>
                  <a:schemeClr val="tx1"/>
                </a:solidFill>
                <a:latin typeface="Times New Roman" panose="02020603050405020304" pitchFamily="18" charset="0"/>
              </a:rPr>
              <a:t>p(</a:t>
            </a:r>
            <a:r>
              <a:rPr lang="en-US" altLang="zh-CN" sz="1600" b="1" dirty="0" err="1">
                <a:solidFill>
                  <a:schemeClr val="tx1"/>
                </a:solidFill>
                <a:latin typeface="Times New Roman" panose="02020603050405020304" pitchFamily="18" charset="0"/>
              </a:rPr>
              <a:t>s</a:t>
            </a:r>
            <a:r>
              <a:rPr lang="en-US" altLang="zh-CN" sz="1600" b="1" baseline="-25000" dirty="0" err="1">
                <a:solidFill>
                  <a:schemeClr val="tx1"/>
                </a:solidFill>
                <a:latin typeface="Times New Roman" panose="02020603050405020304" pitchFamily="18" charset="0"/>
              </a:rPr>
              <a:t>c</a:t>
            </a:r>
            <a:r>
              <a:rPr lang="en-US" altLang="zh-CN" sz="1600" b="1" dirty="0">
                <a:solidFill>
                  <a:schemeClr val="tx1"/>
                </a:solidFill>
                <a:latin typeface="Times New Roman" panose="02020603050405020304" pitchFamily="18" charset="0"/>
              </a:rPr>
              <a:t>)</a:t>
            </a:r>
            <a:r>
              <a:rPr lang="zh-CN" altLang="en-US" sz="1600" b="1" dirty="0">
                <a:solidFill>
                  <a:schemeClr val="tx1"/>
                </a:solidFill>
                <a:latin typeface="Times New Roman" panose="02020603050405020304" pitchFamily="18" charset="0"/>
              </a:rPr>
              <a:t>；</a:t>
            </a:r>
          </a:p>
          <a:p>
            <a:pPr algn="just" eaLnBrk="1" hangingPunct="1">
              <a:lnSpc>
                <a:spcPct val="120000"/>
              </a:lnSpc>
              <a:spcBef>
                <a:spcPct val="20000"/>
              </a:spcBef>
              <a:buFont typeface="Wingdings" panose="05000000000000000000" pitchFamily="2" charset="2"/>
              <a:buNone/>
            </a:pPr>
            <a:r>
              <a:rPr lang="zh-CN" altLang="en-US" sz="1600" b="1" dirty="0">
                <a:solidFill>
                  <a:schemeClr val="tx1"/>
                </a:solidFill>
                <a:latin typeface="Times New Roman" panose="02020603050405020304" pitchFamily="18" charset="0"/>
              </a:rPr>
              <a:t>        </a:t>
            </a:r>
            <a:r>
              <a:rPr lang="en-US" altLang="zh-CN" sz="1600" b="1" dirty="0">
                <a:solidFill>
                  <a:schemeClr val="tx1"/>
                </a:solidFill>
                <a:latin typeface="Times New Roman" panose="02020603050405020304" pitchFamily="18" charset="0"/>
              </a:rPr>
              <a:t>v(s</a:t>
            </a:r>
            <a:r>
              <a:rPr lang="en-US" altLang="zh-CN" sz="1600" b="1" baseline="-25000" dirty="0">
                <a:solidFill>
                  <a:schemeClr val="tx1"/>
                </a:solidFill>
                <a:latin typeface="Times New Roman" panose="02020603050405020304" pitchFamily="18" charset="0"/>
              </a:rPr>
              <a:t>b</a:t>
            </a:r>
            <a:r>
              <a:rPr lang="en-US" altLang="zh-CN" sz="1600" b="1" dirty="0">
                <a:solidFill>
                  <a:schemeClr val="tx1"/>
                </a:solidFill>
                <a:latin typeface="Times New Roman" panose="02020603050405020304" pitchFamily="18" charset="0"/>
              </a:rPr>
              <a:t>)</a:t>
            </a:r>
            <a:r>
              <a:rPr lang="zh-CN" altLang="en-US" sz="1600" b="1" dirty="0">
                <a:solidFill>
                  <a:schemeClr val="tx1"/>
                </a:solidFill>
                <a:latin typeface="Times New Roman" panose="02020603050405020304" pitchFamily="18" charset="0"/>
              </a:rPr>
              <a:t>；                        </a:t>
            </a:r>
            <a:r>
              <a:rPr lang="zh-CN" altLang="en-US" sz="1600" b="1" dirty="0">
                <a:solidFill>
                  <a:schemeClr val="tx1"/>
                </a:solidFill>
                <a:latin typeface="Times New Roman" panose="02020603050405020304" pitchFamily="18" charset="0"/>
                <a:sym typeface="MT Extra" panose="05050102010205020202" pitchFamily="18" charset="2"/>
              </a:rPr>
              <a:t></a:t>
            </a:r>
            <a:r>
              <a:rPr lang="zh-CN" altLang="en-US" sz="1600" b="1" dirty="0">
                <a:solidFill>
                  <a:schemeClr val="tx1"/>
                </a:solidFill>
                <a:latin typeface="Times New Roman" panose="02020603050405020304" pitchFamily="18" charset="0"/>
              </a:rPr>
              <a:t>                             </a:t>
            </a:r>
            <a:r>
              <a:rPr lang="zh-CN" altLang="en-US" sz="1600" b="1" dirty="0">
                <a:solidFill>
                  <a:schemeClr val="tx1"/>
                </a:solidFill>
                <a:latin typeface="Times New Roman" panose="02020603050405020304" pitchFamily="18" charset="0"/>
                <a:sym typeface="MT Extra" panose="05050102010205020202" pitchFamily="18" charset="2"/>
              </a:rPr>
              <a:t></a:t>
            </a:r>
          </a:p>
          <a:p>
            <a:pPr algn="just" eaLnBrk="1" hangingPunct="1">
              <a:lnSpc>
                <a:spcPct val="120000"/>
              </a:lnSpc>
              <a:spcBef>
                <a:spcPct val="20000"/>
              </a:spcBef>
              <a:buFont typeface="Wingdings" panose="05000000000000000000" pitchFamily="2" charset="2"/>
              <a:buNone/>
            </a:pPr>
            <a:r>
              <a:rPr lang="zh-CN" altLang="en-US" sz="1600" b="1" dirty="0">
                <a:solidFill>
                  <a:schemeClr val="tx1"/>
                </a:solidFill>
                <a:latin typeface="Times New Roman" panose="02020603050405020304" pitchFamily="18" charset="0"/>
              </a:rPr>
              <a:t>        </a:t>
            </a:r>
            <a:r>
              <a:rPr lang="en-US" altLang="zh-CN" sz="1600" b="1" dirty="0">
                <a:solidFill>
                  <a:schemeClr val="tx1"/>
                </a:solidFill>
                <a:latin typeface="Times New Roman" panose="02020603050405020304" pitchFamily="18" charset="0"/>
              </a:rPr>
              <a:t>v(</a:t>
            </a:r>
            <a:r>
              <a:rPr lang="en-US" altLang="zh-CN" sz="1600" b="1" dirty="0" err="1">
                <a:solidFill>
                  <a:schemeClr val="tx1"/>
                </a:solidFill>
                <a:latin typeface="Times New Roman" panose="02020603050405020304" pitchFamily="18" charset="0"/>
              </a:rPr>
              <a:t>s</a:t>
            </a:r>
            <a:r>
              <a:rPr lang="en-US" altLang="zh-CN" sz="1600" b="1" baseline="-25000" dirty="0" err="1">
                <a:solidFill>
                  <a:schemeClr val="tx1"/>
                </a:solidFill>
                <a:latin typeface="Times New Roman" panose="02020603050405020304" pitchFamily="18" charset="0"/>
              </a:rPr>
              <a:t>c</a:t>
            </a:r>
            <a:r>
              <a:rPr lang="en-US" altLang="zh-CN" sz="1600" b="1" dirty="0">
                <a:solidFill>
                  <a:schemeClr val="tx1"/>
                </a:solidFill>
                <a:latin typeface="Times New Roman" panose="02020603050405020304" pitchFamily="18" charset="0"/>
              </a:rPr>
              <a:t>)</a:t>
            </a:r>
            <a:r>
              <a:rPr lang="zh-CN" altLang="en-US" sz="1600" b="1" dirty="0">
                <a:solidFill>
                  <a:schemeClr val="tx1"/>
                </a:solidFill>
                <a:latin typeface="Times New Roman" panose="02020603050405020304" pitchFamily="18" charset="0"/>
              </a:rPr>
              <a:t>；                        </a:t>
            </a:r>
            <a:r>
              <a:rPr lang="zh-CN" altLang="en-US" sz="1600" b="1" dirty="0">
                <a:solidFill>
                  <a:schemeClr val="tx1"/>
                </a:solidFill>
                <a:latin typeface="Times New Roman" panose="02020603050405020304" pitchFamily="18" charset="0"/>
                <a:sym typeface="MT Extra" panose="05050102010205020202" pitchFamily="18" charset="2"/>
              </a:rPr>
              <a:t>                             </a:t>
            </a:r>
          </a:p>
          <a:p>
            <a:pPr algn="just" eaLnBrk="1" hangingPunct="1">
              <a:lnSpc>
                <a:spcPct val="120000"/>
              </a:lnSpc>
              <a:spcBef>
                <a:spcPct val="20000"/>
              </a:spcBef>
              <a:buFont typeface="Wingdings" panose="05000000000000000000" pitchFamily="2" charset="2"/>
              <a:buNone/>
            </a:pPr>
            <a:r>
              <a:rPr lang="zh-CN" altLang="en-US" sz="1600" b="1" dirty="0">
                <a:solidFill>
                  <a:schemeClr val="tx1"/>
                </a:solidFill>
                <a:latin typeface="Times New Roman" panose="02020603050405020304" pitchFamily="18" charset="0"/>
              </a:rPr>
              <a:t>    </a:t>
            </a:r>
            <a:r>
              <a:rPr lang="en-US" altLang="zh-CN" sz="1600" b="1" dirty="0">
                <a:solidFill>
                  <a:schemeClr val="tx1"/>
                </a:solidFill>
                <a:latin typeface="Times New Roman" panose="02020603050405020304" pitchFamily="18" charset="0"/>
              </a:rPr>
              <a:t>}                               }                               }       </a:t>
            </a:r>
          </a:p>
        </p:txBody>
      </p:sp>
      <p:sp>
        <p:nvSpPr>
          <p:cNvPr id="18" name="Text Box 23">
            <a:extLst>
              <a:ext uri="{FF2B5EF4-FFF2-40B4-BE49-F238E27FC236}">
                <a16:creationId xmlns:a16="http://schemas.microsoft.com/office/drawing/2014/main" id="{38E93ECA-E517-32CA-E447-F90F560A5AF3}"/>
              </a:ext>
            </a:extLst>
          </p:cNvPr>
          <p:cNvSpPr txBox="1">
            <a:spLocks noChangeArrowheads="1"/>
          </p:cNvSpPr>
          <p:nvPr/>
        </p:nvSpPr>
        <p:spPr bwMode="auto">
          <a:xfrm>
            <a:off x="7751762" y="3873317"/>
            <a:ext cx="1512888" cy="6794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0"/>
              </a:spcBef>
              <a:buFont typeface="Wingdings" panose="05000000000000000000" pitchFamily="2" charset="2"/>
              <a:buNone/>
            </a:pPr>
            <a:r>
              <a:rPr lang="en-US" altLang="zh-CN" sz="1600" b="0" dirty="0">
                <a:solidFill>
                  <a:schemeClr val="tx1"/>
                </a:solidFill>
                <a:latin typeface="Times New Roman" panose="02020603050405020304" pitchFamily="18" charset="0"/>
              </a:rPr>
              <a:t>3</a:t>
            </a:r>
            <a:r>
              <a:rPr lang="zh-CN" altLang="en-US" sz="1600" b="0" dirty="0">
                <a:solidFill>
                  <a:schemeClr val="tx1"/>
                </a:solidFill>
                <a:latin typeface="Times New Roman" panose="02020603050405020304" pitchFamily="18" charset="0"/>
              </a:rPr>
              <a:t>个合作进程</a:t>
            </a:r>
          </a:p>
          <a:p>
            <a:pPr algn="just" eaLnBrk="1" hangingPunct="1">
              <a:lnSpc>
                <a:spcPct val="120000"/>
              </a:lnSpc>
              <a:spcBef>
                <a:spcPct val="0"/>
              </a:spcBef>
              <a:buFont typeface="Wingdings" panose="05000000000000000000" pitchFamily="2" charset="2"/>
              <a:buNone/>
            </a:pPr>
            <a:r>
              <a:rPr lang="zh-CN" altLang="en-US" sz="1600" b="0" dirty="0">
                <a:solidFill>
                  <a:schemeClr val="tx1"/>
                </a:solidFill>
                <a:latin typeface="Times New Roman" panose="02020603050405020304" pitchFamily="18" charset="0"/>
              </a:rPr>
              <a:t> 的进程流图</a:t>
            </a:r>
          </a:p>
        </p:txBody>
      </p:sp>
    </p:spTree>
    <p:extLst>
      <p:ext uri="{BB962C8B-B14F-4D97-AF65-F5344CB8AC3E}">
        <p14:creationId xmlns:p14="http://schemas.microsoft.com/office/powerpoint/2010/main" val="290757348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206345-DCBE-D9A7-11D6-09F5731C3A5A}"/>
              </a:ext>
            </a:extLst>
          </p:cNvPr>
          <p:cNvSpPr>
            <a:spLocks noGrp="1"/>
          </p:cNvSpPr>
          <p:nvPr>
            <p:ph type="title"/>
          </p:nvPr>
        </p:nvSpPr>
        <p:spPr/>
        <p:txBody>
          <a:bodyPr>
            <a:normAutofit/>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进程互斥与同步的实现</a:t>
            </a:r>
            <a:endParaRPr lang="zh-CN" altLang="en-US" dirty="0"/>
          </a:p>
        </p:txBody>
      </p:sp>
      <p:sp>
        <p:nvSpPr>
          <p:cNvPr id="3" name="Rectangle 3">
            <a:extLst>
              <a:ext uri="{FF2B5EF4-FFF2-40B4-BE49-F238E27FC236}">
                <a16:creationId xmlns:a16="http://schemas.microsoft.com/office/drawing/2014/main" id="{5276E438-A19B-3227-2AFC-7FFE980DF608}"/>
              </a:ext>
            </a:extLst>
          </p:cNvPr>
          <p:cNvSpPr>
            <a:spLocks noChangeArrowheads="1"/>
          </p:cNvSpPr>
          <p:nvPr/>
        </p:nvSpPr>
        <p:spPr bwMode="auto">
          <a:xfrm>
            <a:off x="642938" y="687388"/>
            <a:ext cx="10533062" cy="1763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spcBef>
                <a:spcPts val="1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(2) </a:t>
            </a:r>
            <a:r>
              <a:rPr lang="zh-CN" altLang="en-US" sz="2600" b="1" dirty="0">
                <a:solidFill>
                  <a:prstClr val="black"/>
                </a:solidFill>
                <a:effectLst/>
                <a:latin typeface="微软雅黑" panose="020B0503020204020204" pitchFamily="34" charset="-122"/>
                <a:ea typeface="微软雅黑" panose="020B0503020204020204" pitchFamily="34" charset="-122"/>
              </a:rPr>
              <a:t>共享缓冲区的合作进程的同步的解法</a:t>
            </a:r>
          </a:p>
          <a:p>
            <a:pPr eaLnBrk="1" hangingPunct="1">
              <a:lnSpc>
                <a:spcPct val="130000"/>
              </a:lnSpc>
              <a:buClr>
                <a:schemeClr val="tx2"/>
              </a:buClr>
              <a:buSzPct val="95000"/>
              <a:buFont typeface="Wingdings" panose="05000000000000000000" pitchFamily="2" charset="2"/>
              <a:buNone/>
              <a:defRPr/>
            </a:pPr>
            <a:r>
              <a:rPr lang="zh-CN" altLang="en-US" sz="2000" b="0" dirty="0">
                <a:effectLst/>
                <a:latin typeface="Times New Roman" panose="02020603050405020304" pitchFamily="18" charset="0"/>
              </a:rPr>
              <a:t>         </a:t>
            </a:r>
            <a:r>
              <a:rPr lang="zh-CN" altLang="en-US" sz="2400" b="0" dirty="0">
                <a:solidFill>
                  <a:schemeClr val="tx1"/>
                </a:solidFill>
                <a:effectLst/>
                <a:latin typeface="Times New Roman" panose="02020603050405020304" pitchFamily="18" charset="0"/>
              </a:rPr>
              <a:t>计算进程 </a:t>
            </a:r>
            <a:r>
              <a:rPr lang="en-US" altLang="zh-CN" sz="2400" b="0" dirty="0">
                <a:solidFill>
                  <a:schemeClr val="tx1"/>
                </a:solidFill>
                <a:effectLst/>
                <a:latin typeface="Times New Roman" panose="02020603050405020304" pitchFamily="18" charset="0"/>
              </a:rPr>
              <a:t>cp</a:t>
            </a:r>
            <a:r>
              <a:rPr lang="zh-CN" altLang="en-US" sz="2400" b="0" dirty="0">
                <a:solidFill>
                  <a:schemeClr val="tx1"/>
                </a:solidFill>
                <a:effectLst/>
                <a:latin typeface="Times New Roman" panose="02020603050405020304" pitchFamily="18" charset="0"/>
              </a:rPr>
              <a:t>和打印进程 </a:t>
            </a:r>
            <a:r>
              <a:rPr lang="en-US" altLang="zh-CN" sz="2400" b="0" dirty="0" err="1">
                <a:solidFill>
                  <a:schemeClr val="tx1"/>
                </a:solidFill>
                <a:effectLst/>
                <a:latin typeface="Times New Roman" panose="02020603050405020304" pitchFamily="18" charset="0"/>
              </a:rPr>
              <a:t>iop</a:t>
            </a:r>
            <a:r>
              <a:rPr lang="zh-CN" altLang="en-US" sz="2400" b="0" dirty="0">
                <a:solidFill>
                  <a:schemeClr val="tx1"/>
                </a:solidFill>
                <a:effectLst/>
                <a:latin typeface="Times New Roman" panose="02020603050405020304" pitchFamily="18" charset="0"/>
              </a:rPr>
              <a:t>公用一个单缓冲，为了完成正确的计算与打印，试用信号灯的</a:t>
            </a:r>
            <a:r>
              <a:rPr lang="en-US" altLang="zh-CN" sz="2400" b="0" dirty="0">
                <a:solidFill>
                  <a:schemeClr val="tx1"/>
                </a:solidFill>
                <a:effectLst/>
                <a:latin typeface="Times New Roman" panose="02020603050405020304" pitchFamily="18" charset="0"/>
              </a:rPr>
              <a:t>p</a:t>
            </a:r>
            <a:r>
              <a:rPr lang="zh-CN" altLang="en-US" sz="2400" b="0" dirty="0">
                <a:solidFill>
                  <a:schemeClr val="tx1"/>
                </a:solidFill>
                <a:effectLst/>
                <a:latin typeface="Times New Roman" panose="02020603050405020304" pitchFamily="18" charset="0"/>
              </a:rPr>
              <a:t>、</a:t>
            </a:r>
            <a:r>
              <a:rPr lang="en-US" altLang="zh-CN" sz="2400" b="0" dirty="0">
                <a:solidFill>
                  <a:schemeClr val="tx1"/>
                </a:solidFill>
                <a:effectLst/>
                <a:latin typeface="Times New Roman" panose="02020603050405020304" pitchFamily="18" charset="0"/>
              </a:rPr>
              <a:t>v</a:t>
            </a:r>
            <a:r>
              <a:rPr lang="zh-CN" altLang="en-US" sz="2400" b="0" dirty="0">
                <a:solidFill>
                  <a:schemeClr val="tx1"/>
                </a:solidFill>
                <a:effectLst/>
                <a:latin typeface="Times New Roman" panose="02020603050405020304" pitchFamily="18" charset="0"/>
              </a:rPr>
              <a:t>操作实现这两个进程的同步。</a:t>
            </a:r>
          </a:p>
        </p:txBody>
      </p:sp>
      <p:grpSp>
        <p:nvGrpSpPr>
          <p:cNvPr id="4" name="Group 65">
            <a:extLst>
              <a:ext uri="{FF2B5EF4-FFF2-40B4-BE49-F238E27FC236}">
                <a16:creationId xmlns:a16="http://schemas.microsoft.com/office/drawing/2014/main" id="{CB77B560-F1A3-59EC-0041-576480AA5C7D}"/>
              </a:ext>
            </a:extLst>
          </p:cNvPr>
          <p:cNvGrpSpPr>
            <a:grpSpLocks/>
          </p:cNvGrpSpPr>
          <p:nvPr/>
        </p:nvGrpSpPr>
        <p:grpSpPr bwMode="auto">
          <a:xfrm>
            <a:off x="4741990" y="2631454"/>
            <a:ext cx="2459037" cy="1620837"/>
            <a:chOff x="2213" y="1637"/>
            <a:chExt cx="1549" cy="1021"/>
          </a:xfrm>
        </p:grpSpPr>
        <p:sp>
          <p:nvSpPr>
            <p:cNvPr id="5" name="Line 59">
              <a:extLst>
                <a:ext uri="{FF2B5EF4-FFF2-40B4-BE49-F238E27FC236}">
                  <a16:creationId xmlns:a16="http://schemas.microsoft.com/office/drawing/2014/main" id="{60C8BD68-4613-4D2F-7850-3F4E4E0C4A61}"/>
                </a:ext>
              </a:extLst>
            </p:cNvPr>
            <p:cNvSpPr>
              <a:spLocks noChangeShapeType="1"/>
            </p:cNvSpPr>
            <p:nvPr/>
          </p:nvSpPr>
          <p:spPr bwMode="auto">
            <a:xfrm flipV="1">
              <a:off x="3036" y="1980"/>
              <a:ext cx="384" cy="410"/>
            </a:xfrm>
            <a:prstGeom prst="line">
              <a:avLst/>
            </a:prstGeom>
            <a:noFill/>
            <a:ln w="254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 name="Line 58">
              <a:extLst>
                <a:ext uri="{FF2B5EF4-FFF2-40B4-BE49-F238E27FC236}">
                  <a16:creationId xmlns:a16="http://schemas.microsoft.com/office/drawing/2014/main" id="{1F354C31-A57B-ECF5-9607-FDD07366EA53}"/>
                </a:ext>
              </a:extLst>
            </p:cNvPr>
            <p:cNvSpPr>
              <a:spLocks noChangeShapeType="1"/>
            </p:cNvSpPr>
            <p:nvPr/>
          </p:nvSpPr>
          <p:spPr bwMode="auto">
            <a:xfrm>
              <a:off x="2485" y="1964"/>
              <a:ext cx="384" cy="381"/>
            </a:xfrm>
            <a:prstGeom prst="line">
              <a:avLst/>
            </a:prstGeom>
            <a:noFill/>
            <a:ln w="254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 name="Text Box 55">
              <a:extLst>
                <a:ext uri="{FF2B5EF4-FFF2-40B4-BE49-F238E27FC236}">
                  <a16:creationId xmlns:a16="http://schemas.microsoft.com/office/drawing/2014/main" id="{46D01B36-D1E0-BA4E-7953-1EE83C62559C}"/>
                </a:ext>
              </a:extLst>
            </p:cNvPr>
            <p:cNvSpPr txBox="1">
              <a:spLocks noChangeArrowheads="1"/>
            </p:cNvSpPr>
            <p:nvPr/>
          </p:nvSpPr>
          <p:spPr bwMode="auto">
            <a:xfrm>
              <a:off x="2505" y="2356"/>
              <a:ext cx="906" cy="302"/>
            </a:xfrm>
            <a:prstGeom prst="rect">
              <a:avLst/>
            </a:prstGeom>
            <a:solidFill>
              <a:srgbClr val="CCECFF"/>
            </a:solidFill>
            <a:ln w="9525">
              <a:solidFill>
                <a:srgbClr val="000000"/>
              </a:solidFill>
              <a:miter lim="800000"/>
              <a:headEnd/>
              <a:tailEnd/>
            </a:ln>
          </p:spPr>
          <p:txBody>
            <a:bodyPr/>
            <a:lstStyle/>
            <a:p>
              <a:pPr algn="just" eaLnBrk="1" hangingPunct="1">
                <a:lnSpc>
                  <a:spcPct val="150000"/>
                </a:lnSpc>
                <a:spcBef>
                  <a:spcPct val="50000"/>
                </a:spcBef>
                <a:defRPr/>
              </a:pPr>
              <a:r>
                <a:rPr kumimoji="1" lang="en-US" altLang="zh-CN" sz="1600" b="0" dirty="0">
                  <a:solidFill>
                    <a:schemeClr val="tx1"/>
                  </a:solidFill>
                  <a:latin typeface="Times New Roman" panose="02020603050405020304" pitchFamily="18" charset="0"/>
                </a:rPr>
                <a:t>   </a:t>
              </a:r>
              <a:r>
                <a:rPr kumimoji="1" lang="zh-CN" altLang="en-US" sz="1600" dirty="0">
                  <a:solidFill>
                    <a:schemeClr val="tx1"/>
                  </a:solidFill>
                  <a:effectLst>
                    <a:outerShdw blurRad="38100" dist="38100" dir="2700000" algn="tl">
                      <a:srgbClr val="FFFFFF"/>
                    </a:outerShdw>
                  </a:effectLst>
                  <a:latin typeface="Times New Roman" panose="02020603050405020304" pitchFamily="18" charset="0"/>
                </a:rPr>
                <a:t>缓冲区</a:t>
              </a:r>
              <a:r>
                <a:rPr kumimoji="1" lang="en-US" altLang="zh-CN" sz="1600" dirty="0" err="1">
                  <a:solidFill>
                    <a:schemeClr val="tx1"/>
                  </a:solidFill>
                  <a:effectLst>
                    <a:outerShdw blurRad="38100" dist="38100" dir="2700000" algn="tl">
                      <a:srgbClr val="FFFFFF"/>
                    </a:outerShdw>
                  </a:effectLst>
                  <a:latin typeface="Times New Roman" panose="02020603050405020304" pitchFamily="18" charset="0"/>
                </a:rPr>
                <a:t>buf</a:t>
              </a:r>
              <a:endParaRPr kumimoji="1" lang="en-US" altLang="zh-CN" sz="1600" dirty="0">
                <a:solidFill>
                  <a:schemeClr val="tx1"/>
                </a:solidFill>
                <a:effectLst>
                  <a:outerShdw blurRad="38100" dist="38100" dir="2700000" algn="tl">
                    <a:srgbClr val="FFFFFF"/>
                  </a:outerShdw>
                </a:effectLst>
                <a:latin typeface="Times New Roman" panose="02020603050405020304" pitchFamily="18" charset="0"/>
              </a:endParaRPr>
            </a:p>
          </p:txBody>
        </p:sp>
        <p:sp>
          <p:nvSpPr>
            <p:cNvPr id="8" name="Oval 56">
              <a:extLst>
                <a:ext uri="{FF2B5EF4-FFF2-40B4-BE49-F238E27FC236}">
                  <a16:creationId xmlns:a16="http://schemas.microsoft.com/office/drawing/2014/main" id="{6D43A38E-8B77-B08B-19F6-B2C34807BDEB}"/>
                </a:ext>
              </a:extLst>
            </p:cNvPr>
            <p:cNvSpPr>
              <a:spLocks noChangeArrowheads="1"/>
            </p:cNvSpPr>
            <p:nvPr/>
          </p:nvSpPr>
          <p:spPr bwMode="auto">
            <a:xfrm>
              <a:off x="3354" y="1637"/>
              <a:ext cx="408" cy="408"/>
            </a:xfrm>
            <a:prstGeom prst="ellipse">
              <a:avLst/>
            </a:prstGeom>
            <a:solidFill>
              <a:srgbClr val="CCECFF"/>
            </a:solidFill>
            <a:ln w="9525">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chemeClr val="tx1"/>
                  </a:solidFill>
                  <a:latin typeface="Times New Roman" panose="02020603050405020304" pitchFamily="18" charset="0"/>
                </a:rPr>
                <a:t>iop</a:t>
              </a:r>
              <a:endParaRPr kumimoji="1" lang="en-US" altLang="zh-CN" sz="1600" b="0">
                <a:solidFill>
                  <a:schemeClr val="tx1"/>
                </a:solidFill>
                <a:latin typeface="Times New Roman" panose="02020603050405020304" pitchFamily="18" charset="0"/>
              </a:endParaRPr>
            </a:p>
          </p:txBody>
        </p:sp>
        <p:sp>
          <p:nvSpPr>
            <p:cNvPr id="9" name="Oval 57">
              <a:extLst>
                <a:ext uri="{FF2B5EF4-FFF2-40B4-BE49-F238E27FC236}">
                  <a16:creationId xmlns:a16="http://schemas.microsoft.com/office/drawing/2014/main" id="{4CF6B038-E550-4F7A-EE58-7752575A0537}"/>
                </a:ext>
              </a:extLst>
            </p:cNvPr>
            <p:cNvSpPr>
              <a:spLocks noChangeArrowheads="1"/>
            </p:cNvSpPr>
            <p:nvPr/>
          </p:nvSpPr>
          <p:spPr bwMode="auto">
            <a:xfrm>
              <a:off x="2213" y="1637"/>
              <a:ext cx="408" cy="408"/>
            </a:xfrm>
            <a:prstGeom prst="ellipse">
              <a:avLst/>
            </a:prstGeom>
            <a:solidFill>
              <a:srgbClr val="CCECFF"/>
            </a:solidFill>
            <a:ln w="9525">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chemeClr val="tx1"/>
                  </a:solidFill>
                  <a:latin typeface="Times New Roman" panose="02020603050405020304" pitchFamily="18" charset="0"/>
                </a:rPr>
                <a:t> cp</a:t>
              </a:r>
              <a:endParaRPr kumimoji="1" lang="en-US" altLang="zh-CN" sz="1600" b="0">
                <a:solidFill>
                  <a:schemeClr val="tx1"/>
                </a:solidFill>
                <a:latin typeface="Times New Roman" panose="02020603050405020304" pitchFamily="18" charset="0"/>
              </a:endParaRPr>
            </a:p>
          </p:txBody>
        </p:sp>
      </p:grpSp>
      <p:sp>
        <p:nvSpPr>
          <p:cNvPr id="10" name="Rectangle 63">
            <a:extLst>
              <a:ext uri="{FF2B5EF4-FFF2-40B4-BE49-F238E27FC236}">
                <a16:creationId xmlns:a16="http://schemas.microsoft.com/office/drawing/2014/main" id="{AB8EEFE2-4BDA-D340-23AA-C329EB7A9090}"/>
              </a:ext>
            </a:extLst>
          </p:cNvPr>
          <p:cNvSpPr>
            <a:spLocks noChangeArrowheads="1"/>
          </p:cNvSpPr>
          <p:nvPr/>
        </p:nvSpPr>
        <p:spPr bwMode="auto">
          <a:xfrm>
            <a:off x="687388" y="4894263"/>
            <a:ext cx="7318375" cy="1589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30000"/>
              </a:lnSpc>
              <a:buFont typeface="Wingdings" panose="05000000000000000000" pitchFamily="2" charset="2"/>
              <a:buNone/>
            </a:pPr>
            <a:r>
              <a:rPr lang="en-US" altLang="zh-CN" sz="2400" dirty="0">
                <a:solidFill>
                  <a:srgbClr val="000099"/>
                </a:solidFill>
                <a:latin typeface="Times New Roman" panose="02020603050405020304" pitchFamily="18" charset="0"/>
              </a:rPr>
              <a:t>① </a:t>
            </a:r>
            <a:r>
              <a:rPr lang="zh-CN" altLang="en-US" sz="2400" dirty="0">
                <a:solidFill>
                  <a:srgbClr val="000099"/>
                </a:solidFill>
                <a:latin typeface="Times New Roman" panose="02020603050405020304" pitchFamily="18" charset="0"/>
              </a:rPr>
              <a:t>两个进程的任务</a:t>
            </a:r>
          </a:p>
          <a:p>
            <a:pPr eaLnBrk="1" hangingPunct="1">
              <a:lnSpc>
                <a:spcPct val="110000"/>
              </a:lnSpc>
              <a:buFont typeface="Wingdings" panose="05000000000000000000" pitchFamily="2" charset="2"/>
              <a:buNone/>
            </a:pPr>
            <a:r>
              <a:rPr lang="zh-CN" altLang="en-US" sz="2400" b="0" dirty="0">
                <a:solidFill>
                  <a:schemeClr val="tx1"/>
                </a:solidFill>
                <a:latin typeface="Times New Roman" panose="02020603050405020304" pitchFamily="18" charset="0"/>
              </a:rPr>
              <a:t>       计算进程</a:t>
            </a:r>
            <a:r>
              <a:rPr lang="en-US" altLang="zh-CN" sz="2400" b="0" dirty="0">
                <a:solidFill>
                  <a:schemeClr val="tx1"/>
                </a:solidFill>
                <a:latin typeface="Times New Roman" panose="02020603050405020304" pitchFamily="18" charset="0"/>
              </a:rPr>
              <a:t>cp</a:t>
            </a:r>
            <a:r>
              <a:rPr lang="zh-CN" altLang="en-US" sz="2400" b="0" dirty="0">
                <a:solidFill>
                  <a:schemeClr val="tx1"/>
                </a:solidFill>
                <a:latin typeface="Times New Roman" panose="02020603050405020304" pitchFamily="18" charset="0"/>
              </a:rPr>
              <a:t>经过计算，将计算结果送入</a:t>
            </a:r>
            <a:r>
              <a:rPr lang="en-US" altLang="zh-CN" sz="2400" b="0" dirty="0" err="1">
                <a:solidFill>
                  <a:schemeClr val="tx1"/>
                </a:solidFill>
                <a:latin typeface="Times New Roman" panose="02020603050405020304" pitchFamily="18" charset="0"/>
              </a:rPr>
              <a:t>buf</a:t>
            </a:r>
            <a:r>
              <a:rPr lang="zh-CN" altLang="en-US" sz="2400" b="0" dirty="0">
                <a:solidFill>
                  <a:schemeClr val="tx1"/>
                </a:solidFill>
                <a:latin typeface="Times New Roman" panose="02020603050405020304" pitchFamily="18" charset="0"/>
              </a:rPr>
              <a:t>；</a:t>
            </a:r>
          </a:p>
          <a:p>
            <a:pPr eaLnBrk="1" hangingPunct="1">
              <a:lnSpc>
                <a:spcPct val="110000"/>
              </a:lnSpc>
              <a:buFont typeface="Wingdings" panose="05000000000000000000" pitchFamily="2" charset="2"/>
              <a:buNone/>
            </a:pPr>
            <a:r>
              <a:rPr lang="zh-CN" altLang="en-US" sz="2400" b="0" dirty="0">
                <a:solidFill>
                  <a:schemeClr val="tx1"/>
                </a:solidFill>
                <a:latin typeface="Times New Roman" panose="02020603050405020304" pitchFamily="18" charset="0"/>
              </a:rPr>
              <a:t>       打印进程</a:t>
            </a:r>
            <a:r>
              <a:rPr lang="en-US" altLang="zh-CN" sz="2400" b="0" dirty="0" err="1">
                <a:solidFill>
                  <a:schemeClr val="tx1"/>
                </a:solidFill>
                <a:latin typeface="Times New Roman" panose="02020603050405020304" pitchFamily="18" charset="0"/>
              </a:rPr>
              <a:t>iop</a:t>
            </a:r>
            <a:r>
              <a:rPr lang="zh-CN" altLang="en-US" sz="2400" b="0" dirty="0">
                <a:solidFill>
                  <a:schemeClr val="tx1"/>
                </a:solidFill>
                <a:latin typeface="Times New Roman" panose="02020603050405020304" pitchFamily="18" charset="0"/>
              </a:rPr>
              <a:t>把</a:t>
            </a:r>
            <a:r>
              <a:rPr lang="en-US" altLang="zh-CN" sz="2400" b="0" dirty="0" err="1">
                <a:solidFill>
                  <a:schemeClr val="tx1"/>
                </a:solidFill>
                <a:latin typeface="Times New Roman" panose="02020603050405020304" pitchFamily="18" charset="0"/>
              </a:rPr>
              <a:t>buf</a:t>
            </a:r>
            <a:r>
              <a:rPr lang="zh-CN" altLang="en-US" sz="2400" b="0" dirty="0">
                <a:solidFill>
                  <a:schemeClr val="tx1"/>
                </a:solidFill>
                <a:latin typeface="Times New Roman" panose="02020603050405020304" pitchFamily="18" charset="0"/>
              </a:rPr>
              <a:t>中的数据取出打印。    </a:t>
            </a:r>
          </a:p>
        </p:txBody>
      </p:sp>
      <p:sp>
        <p:nvSpPr>
          <p:cNvPr id="11" name="Text Box 66">
            <a:extLst>
              <a:ext uri="{FF2B5EF4-FFF2-40B4-BE49-F238E27FC236}">
                <a16:creationId xmlns:a16="http://schemas.microsoft.com/office/drawing/2014/main" id="{B344D1D4-C4B0-1231-9362-96CAC45C0A3B}"/>
              </a:ext>
            </a:extLst>
          </p:cNvPr>
          <p:cNvSpPr txBox="1">
            <a:spLocks noChangeArrowheads="1"/>
          </p:cNvSpPr>
          <p:nvPr/>
        </p:nvSpPr>
        <p:spPr bwMode="auto">
          <a:xfrm>
            <a:off x="4214940" y="4411041"/>
            <a:ext cx="3573462" cy="385763"/>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0"/>
              </a:spcBef>
              <a:buFont typeface="Wingdings" panose="05000000000000000000" pitchFamily="2" charset="2"/>
              <a:buNone/>
            </a:pPr>
            <a:r>
              <a:rPr lang="zh-CN" altLang="en-US" sz="1600" b="0">
                <a:solidFill>
                  <a:schemeClr val="tx1"/>
                </a:solidFill>
                <a:latin typeface="Times New Roman" panose="02020603050405020304" pitchFamily="18" charset="0"/>
              </a:rPr>
              <a:t>共享缓冲区的合作进程的同步示意图</a:t>
            </a:r>
          </a:p>
        </p:txBody>
      </p:sp>
    </p:spTree>
    <p:extLst>
      <p:ext uri="{BB962C8B-B14F-4D97-AF65-F5344CB8AC3E}">
        <p14:creationId xmlns:p14="http://schemas.microsoft.com/office/powerpoint/2010/main" val="381185939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206345-DCBE-D9A7-11D6-09F5731C3A5A}"/>
              </a:ext>
            </a:extLst>
          </p:cNvPr>
          <p:cNvSpPr>
            <a:spLocks noGrp="1"/>
          </p:cNvSpPr>
          <p:nvPr>
            <p:ph type="title"/>
          </p:nvPr>
        </p:nvSpPr>
        <p:spPr/>
        <p:txBody>
          <a:bodyPr>
            <a:normAutofit/>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进程互斥与同步的实现</a:t>
            </a:r>
            <a:endParaRPr lang="zh-CN" altLang="en-US" dirty="0"/>
          </a:p>
        </p:txBody>
      </p:sp>
      <p:sp>
        <p:nvSpPr>
          <p:cNvPr id="3" name="Rectangle 11">
            <a:extLst>
              <a:ext uri="{FF2B5EF4-FFF2-40B4-BE49-F238E27FC236}">
                <a16:creationId xmlns:a16="http://schemas.microsoft.com/office/drawing/2014/main" id="{12E4FBA2-A2FD-8B0E-1128-B4847AB7874A}"/>
              </a:ext>
            </a:extLst>
          </p:cNvPr>
          <p:cNvSpPr>
            <a:spLocks noChangeArrowheads="1"/>
          </p:cNvSpPr>
          <p:nvPr/>
        </p:nvSpPr>
        <p:spPr bwMode="auto">
          <a:xfrm>
            <a:off x="724357" y="3855597"/>
            <a:ext cx="5970587" cy="2611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30000"/>
              </a:lnSpc>
              <a:buFont typeface="Wingdings" panose="05000000000000000000" pitchFamily="2" charset="2"/>
              <a:buNone/>
            </a:pPr>
            <a:r>
              <a:rPr lang="en-US" altLang="zh-CN" sz="2400" dirty="0">
                <a:solidFill>
                  <a:srgbClr val="000099"/>
                </a:solidFill>
                <a:latin typeface="Times New Roman" panose="02020603050405020304" pitchFamily="18" charset="0"/>
              </a:rPr>
              <a:t>③ </a:t>
            </a:r>
            <a:r>
              <a:rPr lang="zh-CN" altLang="en-US" sz="2400" dirty="0">
                <a:solidFill>
                  <a:srgbClr val="000099"/>
                </a:solidFill>
                <a:latin typeface="Times New Roman" panose="02020603050405020304" pitchFamily="18" charset="0"/>
              </a:rPr>
              <a:t>信号灯设置</a:t>
            </a:r>
          </a:p>
          <a:p>
            <a:pPr eaLnBrk="1" hangingPunct="1">
              <a:lnSpc>
                <a:spcPct val="120000"/>
              </a:lnSpc>
              <a:spcBef>
                <a:spcPct val="20000"/>
              </a:spcBef>
              <a:buFont typeface="Wingdings" panose="05000000000000000000" pitchFamily="2" charset="2"/>
              <a:buNone/>
            </a:pPr>
            <a:r>
              <a:rPr lang="zh-CN" altLang="en-US" sz="2400" b="0" dirty="0">
                <a:solidFill>
                  <a:schemeClr val="tx1"/>
                </a:solidFill>
                <a:latin typeface="Times New Roman" panose="02020603050405020304" pitchFamily="18" charset="0"/>
              </a:rPr>
              <a:t>     </a:t>
            </a:r>
            <a:r>
              <a:rPr lang="en-US" altLang="zh-CN" sz="2400" b="1" dirty="0" err="1">
                <a:solidFill>
                  <a:schemeClr val="tx1"/>
                </a:solidFill>
                <a:latin typeface="Times New Roman" panose="02020603050405020304" pitchFamily="18" charset="0"/>
              </a:rPr>
              <a:t>s</a:t>
            </a:r>
            <a:r>
              <a:rPr lang="en-US" altLang="zh-CN" sz="2400" b="1" baseline="-25000" dirty="0" err="1">
                <a:solidFill>
                  <a:schemeClr val="tx1"/>
                </a:solidFill>
                <a:latin typeface="Times New Roman" panose="02020603050405020304" pitchFamily="18" charset="0"/>
              </a:rPr>
              <a:t>a</a:t>
            </a:r>
            <a:r>
              <a:rPr lang="zh-CN" altLang="en-US" sz="2400" baseline="-25000" dirty="0">
                <a:solidFill>
                  <a:schemeClr val="tx1"/>
                </a:solidFill>
                <a:latin typeface="Times New Roman" panose="02020603050405020304" pitchFamily="18" charset="0"/>
              </a:rPr>
              <a:t>：</a:t>
            </a:r>
            <a:r>
              <a:rPr lang="zh-CN" altLang="en-US" sz="2400" b="0" dirty="0">
                <a:solidFill>
                  <a:schemeClr val="tx1"/>
                </a:solidFill>
                <a:latin typeface="Times New Roman" panose="02020603050405020304" pitchFamily="18" charset="0"/>
              </a:rPr>
              <a:t>表示缓冲区中是否有可供打印的</a:t>
            </a:r>
          </a:p>
          <a:p>
            <a:pPr eaLnBrk="1" hangingPunct="1">
              <a:lnSpc>
                <a:spcPct val="120000"/>
              </a:lnSpc>
              <a:spcBef>
                <a:spcPct val="20000"/>
              </a:spcBef>
              <a:buFont typeface="Wingdings" panose="05000000000000000000" pitchFamily="2" charset="2"/>
              <a:buNone/>
            </a:pPr>
            <a:r>
              <a:rPr lang="zh-CN" altLang="en-US" sz="2400" b="0" dirty="0">
                <a:solidFill>
                  <a:schemeClr val="tx1"/>
                </a:solidFill>
                <a:latin typeface="Times New Roman" panose="02020603050405020304" pitchFamily="18" charset="0"/>
              </a:rPr>
              <a:t>     计算结果，其初值为</a:t>
            </a:r>
            <a:r>
              <a:rPr lang="en-US" altLang="zh-CN" sz="2400" b="0" dirty="0">
                <a:solidFill>
                  <a:schemeClr val="tx1"/>
                </a:solidFill>
                <a:latin typeface="Times New Roman" panose="02020603050405020304" pitchFamily="18" charset="0"/>
              </a:rPr>
              <a:t>0</a:t>
            </a:r>
            <a:r>
              <a:rPr lang="zh-CN" altLang="en-US" sz="2400" b="0" dirty="0">
                <a:solidFill>
                  <a:schemeClr val="tx1"/>
                </a:solidFill>
                <a:latin typeface="Times New Roman" panose="02020603050405020304" pitchFamily="18" charset="0"/>
              </a:rPr>
              <a:t>。</a:t>
            </a:r>
          </a:p>
          <a:p>
            <a:pPr eaLnBrk="1" hangingPunct="1">
              <a:lnSpc>
                <a:spcPct val="120000"/>
              </a:lnSpc>
              <a:spcBef>
                <a:spcPct val="20000"/>
              </a:spcBef>
              <a:buFont typeface="Wingdings" panose="05000000000000000000" pitchFamily="2" charset="2"/>
              <a:buNone/>
            </a:pPr>
            <a:r>
              <a:rPr lang="zh-CN" altLang="en-US" sz="2400" b="0" dirty="0">
                <a:solidFill>
                  <a:schemeClr val="tx1"/>
                </a:solidFill>
                <a:latin typeface="Times New Roman" panose="02020603050405020304" pitchFamily="18" charset="0"/>
              </a:rPr>
              <a:t>     </a:t>
            </a:r>
            <a:r>
              <a:rPr lang="en-US" altLang="zh-CN" sz="2400" b="1" dirty="0">
                <a:solidFill>
                  <a:schemeClr val="tx1"/>
                </a:solidFill>
                <a:latin typeface="Times New Roman" panose="02020603050405020304" pitchFamily="18" charset="0"/>
              </a:rPr>
              <a:t>s</a:t>
            </a:r>
            <a:r>
              <a:rPr lang="en-US" altLang="zh-CN" sz="2400" b="1" baseline="-25000" dirty="0">
                <a:solidFill>
                  <a:schemeClr val="tx1"/>
                </a:solidFill>
                <a:latin typeface="Times New Roman" panose="02020603050405020304" pitchFamily="18" charset="0"/>
              </a:rPr>
              <a:t>b</a:t>
            </a:r>
            <a:r>
              <a:rPr lang="zh-CN" altLang="en-US" sz="2400" baseline="-25000" dirty="0">
                <a:solidFill>
                  <a:schemeClr val="tx1"/>
                </a:solidFill>
                <a:latin typeface="Times New Roman" panose="02020603050405020304" pitchFamily="18" charset="0"/>
              </a:rPr>
              <a:t>：</a:t>
            </a:r>
            <a:r>
              <a:rPr lang="zh-CN" altLang="en-US" sz="2400" b="0" dirty="0">
                <a:solidFill>
                  <a:schemeClr val="tx1"/>
                </a:solidFill>
                <a:latin typeface="Times New Roman" panose="02020603050405020304" pitchFamily="18" charset="0"/>
              </a:rPr>
              <a:t>表示缓冲区有无空位置存放新的</a:t>
            </a:r>
          </a:p>
          <a:p>
            <a:pPr eaLnBrk="1" hangingPunct="1">
              <a:lnSpc>
                <a:spcPct val="120000"/>
              </a:lnSpc>
              <a:spcBef>
                <a:spcPct val="20000"/>
              </a:spcBef>
              <a:buFont typeface="Wingdings" panose="05000000000000000000" pitchFamily="2" charset="2"/>
              <a:buNone/>
            </a:pPr>
            <a:r>
              <a:rPr lang="zh-CN" altLang="en-US" sz="2400" b="0" dirty="0">
                <a:solidFill>
                  <a:schemeClr val="tx1"/>
                </a:solidFill>
                <a:latin typeface="Times New Roman" panose="02020603050405020304" pitchFamily="18" charset="0"/>
              </a:rPr>
              <a:t>    信息，其初值为</a:t>
            </a:r>
            <a:r>
              <a:rPr lang="en-US" altLang="zh-CN" sz="2400" b="0" dirty="0">
                <a:solidFill>
                  <a:schemeClr val="tx1"/>
                </a:solidFill>
                <a:latin typeface="Times New Roman" panose="02020603050405020304" pitchFamily="18" charset="0"/>
              </a:rPr>
              <a:t>1</a:t>
            </a:r>
            <a:r>
              <a:rPr lang="zh-CN" altLang="en-US" sz="2400" b="0" dirty="0">
                <a:solidFill>
                  <a:schemeClr val="tx1"/>
                </a:solidFill>
                <a:latin typeface="Times New Roman" panose="02020603050405020304" pitchFamily="18" charset="0"/>
              </a:rPr>
              <a:t>。    </a:t>
            </a:r>
          </a:p>
        </p:txBody>
      </p:sp>
      <p:sp>
        <p:nvSpPr>
          <p:cNvPr id="4" name="Rectangle 12">
            <a:extLst>
              <a:ext uri="{FF2B5EF4-FFF2-40B4-BE49-F238E27FC236}">
                <a16:creationId xmlns:a16="http://schemas.microsoft.com/office/drawing/2014/main" id="{0986D08D-FD45-7373-BE77-9B7A5EC1FDE1}"/>
              </a:ext>
            </a:extLst>
          </p:cNvPr>
          <p:cNvSpPr>
            <a:spLocks noChangeArrowheads="1"/>
          </p:cNvSpPr>
          <p:nvPr/>
        </p:nvSpPr>
        <p:spPr bwMode="auto">
          <a:xfrm>
            <a:off x="741820" y="990160"/>
            <a:ext cx="9767430" cy="2455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30000"/>
              </a:lnSpc>
              <a:buFont typeface="Wingdings" panose="05000000000000000000" pitchFamily="2" charset="2"/>
              <a:buNone/>
            </a:pPr>
            <a:r>
              <a:rPr lang="en-US" altLang="zh-CN" sz="2400" dirty="0">
                <a:solidFill>
                  <a:srgbClr val="000099"/>
                </a:solidFill>
                <a:latin typeface="Times New Roman" panose="02020603050405020304" pitchFamily="18" charset="0"/>
              </a:rPr>
              <a:t>② </a:t>
            </a:r>
            <a:r>
              <a:rPr lang="zh-CN" altLang="en-US" sz="2400" dirty="0">
                <a:solidFill>
                  <a:srgbClr val="000099"/>
                </a:solidFill>
                <a:latin typeface="Times New Roman" panose="02020603050405020304" pitchFamily="18" charset="0"/>
              </a:rPr>
              <a:t>分析任务的同步关系</a:t>
            </a:r>
          </a:p>
          <a:p>
            <a:pPr eaLnBrk="1" hangingPunct="1">
              <a:lnSpc>
                <a:spcPct val="120000"/>
              </a:lnSpc>
              <a:spcBef>
                <a:spcPct val="20000"/>
              </a:spcBef>
              <a:buFont typeface="Wingdings" panose="05000000000000000000" pitchFamily="2" charset="2"/>
              <a:buNone/>
            </a:pPr>
            <a:r>
              <a:rPr lang="zh-CN" altLang="en-US" sz="2000" b="0" dirty="0">
                <a:solidFill>
                  <a:schemeClr val="tx1"/>
                </a:solidFill>
                <a:latin typeface="Times New Roman" panose="02020603050405020304" pitchFamily="18" charset="0"/>
              </a:rPr>
              <a:t>      </a:t>
            </a:r>
            <a:r>
              <a:rPr lang="zh-CN" altLang="en-US" sz="2400" b="0" dirty="0">
                <a:solidFill>
                  <a:schemeClr val="tx1"/>
                </a:solidFill>
                <a:latin typeface="Times New Roman" panose="02020603050405020304" pitchFamily="18" charset="0"/>
              </a:rPr>
              <a:t>当</a:t>
            </a:r>
            <a:r>
              <a:rPr lang="en-US" altLang="zh-CN" sz="2400" b="0" dirty="0">
                <a:solidFill>
                  <a:schemeClr val="tx1"/>
                </a:solidFill>
                <a:latin typeface="Times New Roman" panose="02020603050405020304" pitchFamily="18" charset="0"/>
              </a:rPr>
              <a:t>cp</a:t>
            </a:r>
            <a:r>
              <a:rPr lang="zh-CN" altLang="en-US" sz="2400" b="0" dirty="0">
                <a:solidFill>
                  <a:schemeClr val="tx1"/>
                </a:solidFill>
                <a:latin typeface="Times New Roman" panose="02020603050405020304" pitchFamily="18" charset="0"/>
              </a:rPr>
              <a:t>进程把计算结果送入</a:t>
            </a:r>
            <a:r>
              <a:rPr lang="en-US" altLang="zh-CN" sz="2400" b="0" dirty="0" err="1">
                <a:solidFill>
                  <a:schemeClr val="tx1"/>
                </a:solidFill>
                <a:latin typeface="Times New Roman" panose="02020603050405020304" pitchFamily="18" charset="0"/>
              </a:rPr>
              <a:t>buf</a:t>
            </a:r>
            <a:r>
              <a:rPr lang="zh-CN" altLang="en-US" sz="2400" b="0" dirty="0">
                <a:solidFill>
                  <a:schemeClr val="tx1"/>
                </a:solidFill>
                <a:latin typeface="Times New Roman" panose="02020603050405020304" pitchFamily="18" charset="0"/>
              </a:rPr>
              <a:t>时，</a:t>
            </a:r>
            <a:r>
              <a:rPr lang="en-US" altLang="zh-CN" sz="2400" b="0" dirty="0" err="1">
                <a:solidFill>
                  <a:schemeClr val="tx1"/>
                </a:solidFill>
                <a:latin typeface="Times New Roman" panose="02020603050405020304" pitchFamily="18" charset="0"/>
              </a:rPr>
              <a:t>iop</a:t>
            </a:r>
            <a:r>
              <a:rPr lang="zh-CN" altLang="en-US" sz="2400" b="0" dirty="0">
                <a:solidFill>
                  <a:schemeClr val="tx1"/>
                </a:solidFill>
                <a:latin typeface="Times New Roman" panose="02020603050405020304" pitchFamily="18" charset="0"/>
              </a:rPr>
              <a:t>进程才能从</a:t>
            </a:r>
            <a:r>
              <a:rPr lang="en-US" altLang="zh-CN" sz="2400" b="0" dirty="0" err="1">
                <a:solidFill>
                  <a:schemeClr val="tx1"/>
                </a:solidFill>
                <a:latin typeface="Times New Roman" panose="02020603050405020304" pitchFamily="18" charset="0"/>
              </a:rPr>
              <a:t>buf</a:t>
            </a:r>
            <a:r>
              <a:rPr lang="zh-CN" altLang="en-US" sz="2400" b="0" dirty="0">
                <a:solidFill>
                  <a:schemeClr val="tx1"/>
                </a:solidFill>
                <a:latin typeface="Times New Roman" panose="02020603050405020304" pitchFamily="18" charset="0"/>
              </a:rPr>
              <a:t>中取出结果去打印，否则必须等待。</a:t>
            </a:r>
          </a:p>
          <a:p>
            <a:pPr eaLnBrk="1" hangingPunct="1">
              <a:lnSpc>
                <a:spcPct val="120000"/>
              </a:lnSpc>
              <a:spcBef>
                <a:spcPct val="20000"/>
              </a:spcBef>
              <a:buFont typeface="Wingdings" panose="05000000000000000000" pitchFamily="2" charset="2"/>
              <a:buNone/>
            </a:pPr>
            <a:r>
              <a:rPr lang="zh-CN" altLang="en-US" sz="2400" b="0" dirty="0">
                <a:solidFill>
                  <a:schemeClr val="tx1"/>
                </a:solidFill>
                <a:latin typeface="Times New Roman" panose="02020603050405020304" pitchFamily="18" charset="0"/>
              </a:rPr>
              <a:t>     当</a:t>
            </a:r>
            <a:r>
              <a:rPr lang="en-US" altLang="zh-CN" sz="2400" b="0" dirty="0" err="1">
                <a:solidFill>
                  <a:schemeClr val="tx1"/>
                </a:solidFill>
                <a:latin typeface="Times New Roman" panose="02020603050405020304" pitchFamily="18" charset="0"/>
              </a:rPr>
              <a:t>iop</a:t>
            </a:r>
            <a:r>
              <a:rPr lang="zh-CN" altLang="en-US" sz="2400" b="0" dirty="0">
                <a:solidFill>
                  <a:schemeClr val="tx1"/>
                </a:solidFill>
                <a:latin typeface="Times New Roman" panose="02020603050405020304" pitchFamily="18" charset="0"/>
              </a:rPr>
              <a:t>进程把</a:t>
            </a:r>
            <a:r>
              <a:rPr lang="en-US" altLang="zh-CN" sz="2400" b="0" dirty="0" err="1">
                <a:solidFill>
                  <a:schemeClr val="tx1"/>
                </a:solidFill>
                <a:latin typeface="Times New Roman" panose="02020603050405020304" pitchFamily="18" charset="0"/>
              </a:rPr>
              <a:t>buf</a:t>
            </a:r>
            <a:r>
              <a:rPr lang="zh-CN" altLang="en-US" sz="2400" b="0" dirty="0">
                <a:solidFill>
                  <a:schemeClr val="tx1"/>
                </a:solidFill>
                <a:latin typeface="Times New Roman" panose="02020603050405020304" pitchFamily="18" charset="0"/>
              </a:rPr>
              <a:t>中的数据取出打印后，</a:t>
            </a:r>
            <a:r>
              <a:rPr lang="en-US" altLang="zh-CN" sz="2400" b="0" dirty="0">
                <a:solidFill>
                  <a:schemeClr val="tx1"/>
                </a:solidFill>
                <a:latin typeface="Times New Roman" panose="02020603050405020304" pitchFamily="18" charset="0"/>
              </a:rPr>
              <a:t>cp</a:t>
            </a:r>
            <a:r>
              <a:rPr lang="zh-CN" altLang="en-US" sz="2400" b="0" dirty="0">
                <a:solidFill>
                  <a:schemeClr val="tx1"/>
                </a:solidFill>
                <a:latin typeface="Times New Roman" panose="02020603050405020304" pitchFamily="18" charset="0"/>
              </a:rPr>
              <a:t>进程才能把下一个计算结果数据送入</a:t>
            </a:r>
            <a:r>
              <a:rPr lang="en-US" altLang="zh-CN" sz="2400" b="0" dirty="0" err="1">
                <a:solidFill>
                  <a:schemeClr val="tx1"/>
                </a:solidFill>
                <a:latin typeface="Times New Roman" panose="02020603050405020304" pitchFamily="18" charset="0"/>
              </a:rPr>
              <a:t>buf</a:t>
            </a:r>
            <a:r>
              <a:rPr lang="zh-CN" altLang="en-US" sz="2400" b="0" dirty="0">
                <a:solidFill>
                  <a:schemeClr val="tx1"/>
                </a:solidFill>
                <a:latin typeface="Times New Roman" panose="02020603050405020304" pitchFamily="18" charset="0"/>
              </a:rPr>
              <a:t>中，否则必须等待。</a:t>
            </a:r>
          </a:p>
        </p:txBody>
      </p:sp>
      <p:grpSp>
        <p:nvGrpSpPr>
          <p:cNvPr id="5" name="Group 21">
            <a:extLst>
              <a:ext uri="{FF2B5EF4-FFF2-40B4-BE49-F238E27FC236}">
                <a16:creationId xmlns:a16="http://schemas.microsoft.com/office/drawing/2014/main" id="{818586FB-6D30-4E70-3965-D42D17A0666B}"/>
              </a:ext>
            </a:extLst>
          </p:cNvPr>
          <p:cNvGrpSpPr>
            <a:grpSpLocks/>
          </p:cNvGrpSpPr>
          <p:nvPr/>
        </p:nvGrpSpPr>
        <p:grpSpPr bwMode="auto">
          <a:xfrm>
            <a:off x="7237870" y="3605905"/>
            <a:ext cx="2459038" cy="1620837"/>
            <a:chOff x="2213" y="1637"/>
            <a:chExt cx="1549" cy="1021"/>
          </a:xfrm>
        </p:grpSpPr>
        <p:sp>
          <p:nvSpPr>
            <p:cNvPr id="6" name="Line 22">
              <a:extLst>
                <a:ext uri="{FF2B5EF4-FFF2-40B4-BE49-F238E27FC236}">
                  <a16:creationId xmlns:a16="http://schemas.microsoft.com/office/drawing/2014/main" id="{1D5F2E5D-93DA-968F-3257-DFDF8940F9EA}"/>
                </a:ext>
              </a:extLst>
            </p:cNvPr>
            <p:cNvSpPr>
              <a:spLocks noChangeShapeType="1"/>
            </p:cNvSpPr>
            <p:nvPr/>
          </p:nvSpPr>
          <p:spPr bwMode="auto">
            <a:xfrm flipV="1">
              <a:off x="3036" y="1980"/>
              <a:ext cx="384" cy="410"/>
            </a:xfrm>
            <a:prstGeom prst="line">
              <a:avLst/>
            </a:prstGeom>
            <a:noFill/>
            <a:ln w="254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 name="Line 23">
              <a:extLst>
                <a:ext uri="{FF2B5EF4-FFF2-40B4-BE49-F238E27FC236}">
                  <a16:creationId xmlns:a16="http://schemas.microsoft.com/office/drawing/2014/main" id="{D60C9AF9-37B5-C89D-1025-12C42AD3D5B1}"/>
                </a:ext>
              </a:extLst>
            </p:cNvPr>
            <p:cNvSpPr>
              <a:spLocks noChangeShapeType="1"/>
            </p:cNvSpPr>
            <p:nvPr/>
          </p:nvSpPr>
          <p:spPr bwMode="auto">
            <a:xfrm>
              <a:off x="2485" y="1964"/>
              <a:ext cx="384" cy="381"/>
            </a:xfrm>
            <a:prstGeom prst="line">
              <a:avLst/>
            </a:prstGeom>
            <a:noFill/>
            <a:ln w="254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8" name="Text Box 24">
              <a:extLst>
                <a:ext uri="{FF2B5EF4-FFF2-40B4-BE49-F238E27FC236}">
                  <a16:creationId xmlns:a16="http://schemas.microsoft.com/office/drawing/2014/main" id="{BAF4BEE6-13BD-F2F4-A358-B71A69C45AA3}"/>
                </a:ext>
              </a:extLst>
            </p:cNvPr>
            <p:cNvSpPr txBox="1">
              <a:spLocks noChangeArrowheads="1"/>
            </p:cNvSpPr>
            <p:nvPr/>
          </p:nvSpPr>
          <p:spPr bwMode="auto">
            <a:xfrm>
              <a:off x="2505" y="2356"/>
              <a:ext cx="906" cy="302"/>
            </a:xfrm>
            <a:prstGeom prst="rect">
              <a:avLst/>
            </a:prstGeom>
            <a:solidFill>
              <a:srgbClr val="CCECFF"/>
            </a:solidFill>
            <a:ln w="9525">
              <a:solidFill>
                <a:srgbClr val="000000"/>
              </a:solidFill>
              <a:miter lim="800000"/>
              <a:headEnd/>
              <a:tailEnd/>
            </a:ln>
          </p:spPr>
          <p:txBody>
            <a:bodyPr/>
            <a:lstStyle/>
            <a:p>
              <a:pPr algn="just" eaLnBrk="1" hangingPunct="1">
                <a:lnSpc>
                  <a:spcPct val="150000"/>
                </a:lnSpc>
                <a:spcBef>
                  <a:spcPct val="50000"/>
                </a:spcBef>
                <a:defRPr/>
              </a:pPr>
              <a:r>
                <a:rPr kumimoji="1" lang="en-US" altLang="zh-CN" sz="1600" b="0">
                  <a:solidFill>
                    <a:schemeClr val="tx1"/>
                  </a:solidFill>
                  <a:latin typeface="Times New Roman" panose="02020603050405020304" pitchFamily="18" charset="0"/>
                </a:rPr>
                <a:t>   </a:t>
              </a:r>
              <a:r>
                <a:rPr kumimoji="1" lang="zh-CN" altLang="en-US" sz="1600">
                  <a:solidFill>
                    <a:schemeClr val="tx1"/>
                  </a:solidFill>
                  <a:effectLst>
                    <a:outerShdw blurRad="38100" dist="38100" dir="2700000" algn="tl">
                      <a:srgbClr val="FFFFFF"/>
                    </a:outerShdw>
                  </a:effectLst>
                  <a:latin typeface="Times New Roman" panose="02020603050405020304" pitchFamily="18" charset="0"/>
                </a:rPr>
                <a:t>缓冲区</a:t>
              </a:r>
              <a:r>
                <a:rPr kumimoji="1" lang="en-US" altLang="zh-CN" sz="1600">
                  <a:solidFill>
                    <a:schemeClr val="tx1"/>
                  </a:solidFill>
                  <a:effectLst>
                    <a:outerShdw blurRad="38100" dist="38100" dir="2700000" algn="tl">
                      <a:srgbClr val="FFFFFF"/>
                    </a:outerShdw>
                  </a:effectLst>
                  <a:latin typeface="Times New Roman" panose="02020603050405020304" pitchFamily="18" charset="0"/>
                </a:rPr>
                <a:t>buf</a:t>
              </a:r>
            </a:p>
          </p:txBody>
        </p:sp>
        <p:sp>
          <p:nvSpPr>
            <p:cNvPr id="9" name="Oval 25">
              <a:extLst>
                <a:ext uri="{FF2B5EF4-FFF2-40B4-BE49-F238E27FC236}">
                  <a16:creationId xmlns:a16="http://schemas.microsoft.com/office/drawing/2014/main" id="{FAF94C96-F7EC-0177-E3E6-D3C4C44892B7}"/>
                </a:ext>
              </a:extLst>
            </p:cNvPr>
            <p:cNvSpPr>
              <a:spLocks noChangeArrowheads="1"/>
            </p:cNvSpPr>
            <p:nvPr/>
          </p:nvSpPr>
          <p:spPr bwMode="auto">
            <a:xfrm>
              <a:off x="3354" y="1637"/>
              <a:ext cx="408" cy="408"/>
            </a:xfrm>
            <a:prstGeom prst="ellipse">
              <a:avLst/>
            </a:prstGeom>
            <a:solidFill>
              <a:srgbClr val="CCECFF"/>
            </a:solidFill>
            <a:ln w="9525">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chemeClr val="tx1"/>
                  </a:solidFill>
                  <a:latin typeface="Times New Roman" panose="02020603050405020304" pitchFamily="18" charset="0"/>
                </a:rPr>
                <a:t>iop</a:t>
              </a:r>
              <a:endParaRPr kumimoji="1" lang="en-US" altLang="zh-CN" sz="1600" b="0">
                <a:solidFill>
                  <a:schemeClr val="tx1"/>
                </a:solidFill>
                <a:latin typeface="Times New Roman" panose="02020603050405020304" pitchFamily="18" charset="0"/>
              </a:endParaRPr>
            </a:p>
          </p:txBody>
        </p:sp>
        <p:sp>
          <p:nvSpPr>
            <p:cNvPr id="10" name="Oval 26">
              <a:extLst>
                <a:ext uri="{FF2B5EF4-FFF2-40B4-BE49-F238E27FC236}">
                  <a16:creationId xmlns:a16="http://schemas.microsoft.com/office/drawing/2014/main" id="{F5E694CF-4A48-3111-737D-3674F3FBA490}"/>
                </a:ext>
              </a:extLst>
            </p:cNvPr>
            <p:cNvSpPr>
              <a:spLocks noChangeArrowheads="1"/>
            </p:cNvSpPr>
            <p:nvPr/>
          </p:nvSpPr>
          <p:spPr bwMode="auto">
            <a:xfrm>
              <a:off x="2213" y="1637"/>
              <a:ext cx="408" cy="408"/>
            </a:xfrm>
            <a:prstGeom prst="ellipse">
              <a:avLst/>
            </a:prstGeom>
            <a:solidFill>
              <a:srgbClr val="CCECFF"/>
            </a:solidFill>
            <a:ln w="9525">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chemeClr val="tx1"/>
                  </a:solidFill>
                  <a:latin typeface="Times New Roman" panose="02020603050405020304" pitchFamily="18" charset="0"/>
                </a:rPr>
                <a:t> cp</a:t>
              </a:r>
              <a:endParaRPr kumimoji="1" lang="en-US" altLang="zh-CN" sz="1600" b="0">
                <a:solidFill>
                  <a:schemeClr val="tx1"/>
                </a:solidFill>
                <a:latin typeface="Times New Roman" panose="02020603050405020304" pitchFamily="18" charset="0"/>
              </a:endParaRPr>
            </a:p>
          </p:txBody>
        </p:sp>
      </p:grpSp>
      <p:sp>
        <p:nvSpPr>
          <p:cNvPr id="11" name="Text Box 27">
            <a:extLst>
              <a:ext uri="{FF2B5EF4-FFF2-40B4-BE49-F238E27FC236}">
                <a16:creationId xmlns:a16="http://schemas.microsoft.com/office/drawing/2014/main" id="{C79D2F94-9F4C-D038-F6C0-252356A1F83B}"/>
              </a:ext>
            </a:extLst>
          </p:cNvPr>
          <p:cNvSpPr txBox="1">
            <a:spLocks noChangeArrowheads="1"/>
          </p:cNvSpPr>
          <p:nvPr/>
        </p:nvSpPr>
        <p:spPr bwMode="auto">
          <a:xfrm>
            <a:off x="7337883" y="5444230"/>
            <a:ext cx="2311400" cy="6794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0"/>
              </a:spcBef>
              <a:buFont typeface="Wingdings" panose="05000000000000000000" pitchFamily="2" charset="2"/>
              <a:buNone/>
            </a:pPr>
            <a:r>
              <a:rPr lang="zh-CN" altLang="en-US" sz="1600" b="0">
                <a:solidFill>
                  <a:schemeClr val="tx1"/>
                </a:solidFill>
                <a:latin typeface="Times New Roman" panose="02020603050405020304" pitchFamily="18" charset="0"/>
              </a:rPr>
              <a:t>共享缓冲区的合作进程</a:t>
            </a:r>
          </a:p>
          <a:p>
            <a:pPr algn="just" eaLnBrk="1" hangingPunct="1">
              <a:lnSpc>
                <a:spcPct val="120000"/>
              </a:lnSpc>
              <a:spcBef>
                <a:spcPct val="0"/>
              </a:spcBef>
              <a:buFont typeface="Wingdings" panose="05000000000000000000" pitchFamily="2" charset="2"/>
              <a:buNone/>
            </a:pPr>
            <a:r>
              <a:rPr lang="zh-CN" altLang="en-US" sz="1600" b="0">
                <a:solidFill>
                  <a:schemeClr val="tx1"/>
                </a:solidFill>
                <a:latin typeface="Times New Roman" panose="02020603050405020304" pitchFamily="18" charset="0"/>
              </a:rPr>
              <a:t>      的同步示意图</a:t>
            </a:r>
          </a:p>
        </p:txBody>
      </p:sp>
    </p:spTree>
    <p:extLst>
      <p:ext uri="{BB962C8B-B14F-4D97-AF65-F5344CB8AC3E}">
        <p14:creationId xmlns:p14="http://schemas.microsoft.com/office/powerpoint/2010/main" val="204673303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206345-DCBE-D9A7-11D6-09F5731C3A5A}"/>
              </a:ext>
            </a:extLst>
          </p:cNvPr>
          <p:cNvSpPr>
            <a:spLocks noGrp="1"/>
          </p:cNvSpPr>
          <p:nvPr>
            <p:ph type="title"/>
          </p:nvPr>
        </p:nvSpPr>
        <p:spPr/>
        <p:txBody>
          <a:bodyPr>
            <a:normAutofit/>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进程互斥与同步的实现</a:t>
            </a:r>
            <a:endParaRPr lang="zh-CN" altLang="en-US" dirty="0"/>
          </a:p>
        </p:txBody>
      </p:sp>
      <p:sp>
        <p:nvSpPr>
          <p:cNvPr id="12" name="Rectangle 11">
            <a:extLst>
              <a:ext uri="{FF2B5EF4-FFF2-40B4-BE49-F238E27FC236}">
                <a16:creationId xmlns:a16="http://schemas.microsoft.com/office/drawing/2014/main" id="{2B4890D0-D449-F82C-FC22-5B762458944B}"/>
              </a:ext>
            </a:extLst>
          </p:cNvPr>
          <p:cNvSpPr>
            <a:spLocks noChangeArrowheads="1"/>
          </p:cNvSpPr>
          <p:nvPr/>
        </p:nvSpPr>
        <p:spPr bwMode="auto">
          <a:xfrm>
            <a:off x="884215" y="1008691"/>
            <a:ext cx="5387975" cy="4582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30000"/>
              </a:lnSpc>
              <a:buFont typeface="Wingdings" panose="05000000000000000000" pitchFamily="2" charset="2"/>
              <a:buNone/>
            </a:pPr>
            <a:r>
              <a:rPr lang="en-US" altLang="zh-CN" sz="2400" dirty="0">
                <a:solidFill>
                  <a:srgbClr val="000099"/>
                </a:solidFill>
                <a:latin typeface="Times New Roman" panose="02020603050405020304" pitchFamily="18" charset="0"/>
              </a:rPr>
              <a:t>④ </a:t>
            </a:r>
            <a:r>
              <a:rPr lang="zh-CN" altLang="en-US" sz="2400" dirty="0">
                <a:solidFill>
                  <a:srgbClr val="000099"/>
                </a:solidFill>
                <a:latin typeface="Times New Roman" panose="02020603050405020304" pitchFamily="18" charset="0"/>
              </a:rPr>
              <a:t>同步描述</a:t>
            </a:r>
          </a:p>
          <a:p>
            <a:pPr eaLnBrk="1" hangingPunct="1">
              <a:lnSpc>
                <a:spcPct val="130000"/>
              </a:lnSpc>
              <a:buFont typeface="Wingdings" panose="05000000000000000000" pitchFamily="2" charset="2"/>
              <a:buNone/>
            </a:pPr>
            <a:r>
              <a:rPr lang="zh-CN" altLang="en-US" sz="2000" b="1" dirty="0">
                <a:solidFill>
                  <a:schemeClr val="tx1"/>
                </a:solidFill>
                <a:latin typeface="Times New Roman" panose="02020603050405020304" pitchFamily="18" charset="0"/>
              </a:rPr>
              <a:t>      </a:t>
            </a:r>
            <a:r>
              <a:rPr lang="en-US" altLang="zh-CN" sz="1800" b="1" dirty="0">
                <a:solidFill>
                  <a:schemeClr val="tx1"/>
                </a:solidFill>
                <a:latin typeface="Times New Roman" panose="02020603050405020304" pitchFamily="18" charset="0"/>
                <a:sym typeface="Symbol" panose="05050102010706020507" pitchFamily="18" charset="2"/>
              </a:rPr>
              <a:t>cp:                                     </a:t>
            </a:r>
            <a:r>
              <a:rPr lang="en-US" altLang="zh-CN" sz="1800" b="1" dirty="0" err="1">
                <a:solidFill>
                  <a:schemeClr val="tx1"/>
                </a:solidFill>
                <a:latin typeface="Times New Roman" panose="02020603050405020304" pitchFamily="18" charset="0"/>
                <a:sym typeface="Symbol" panose="05050102010706020507" pitchFamily="18" charset="2"/>
              </a:rPr>
              <a:t>iop</a:t>
            </a:r>
            <a:r>
              <a:rPr lang="en-US" altLang="zh-CN" sz="1800" b="1" dirty="0">
                <a:solidFill>
                  <a:schemeClr val="tx1"/>
                </a:solidFill>
                <a:latin typeface="Times New Roman" panose="02020603050405020304" pitchFamily="18" charset="0"/>
                <a:sym typeface="Symbol" panose="05050102010706020507" pitchFamily="18" charset="2"/>
              </a:rPr>
              <a:t>:</a:t>
            </a:r>
            <a:endParaRPr lang="en-US" altLang="zh-CN" sz="1800" b="1" dirty="0">
              <a:solidFill>
                <a:schemeClr val="tx1"/>
              </a:solidFill>
              <a:latin typeface="Times New Roman" panose="02020603050405020304" pitchFamily="18" charset="0"/>
            </a:endParaRPr>
          </a:p>
          <a:p>
            <a:pPr eaLnBrk="1" hangingPunct="1">
              <a:lnSpc>
                <a:spcPct val="130000"/>
              </a:lnSpc>
              <a:buFont typeface="Wingdings" panose="05000000000000000000" pitchFamily="2" charset="2"/>
              <a:buNone/>
            </a:pPr>
            <a:endParaRPr lang="en-US" altLang="zh-CN" sz="1800" dirty="0">
              <a:solidFill>
                <a:schemeClr val="tx1"/>
              </a:solidFill>
              <a:latin typeface="Times New Roman" panose="02020603050405020304" pitchFamily="18" charset="0"/>
              <a:sym typeface="MT Extra" panose="05050102010205020202" pitchFamily="18" charset="2"/>
            </a:endParaRPr>
          </a:p>
          <a:p>
            <a:pPr eaLnBrk="1" hangingPunct="1">
              <a:lnSpc>
                <a:spcPct val="130000"/>
              </a:lnSpc>
              <a:buFont typeface="Wingdings" panose="05000000000000000000" pitchFamily="2" charset="2"/>
              <a:buNone/>
            </a:pPr>
            <a:r>
              <a:rPr lang="en-US" altLang="zh-CN" sz="1800" b="1" dirty="0">
                <a:solidFill>
                  <a:schemeClr val="tx1"/>
                </a:solidFill>
                <a:latin typeface="Times New Roman" panose="02020603050405020304" pitchFamily="18" charset="0"/>
                <a:sym typeface="MT Extra" panose="05050102010205020202" pitchFamily="18" charset="2"/>
              </a:rPr>
              <a:t>                                                          p(</a:t>
            </a:r>
            <a:r>
              <a:rPr lang="en-US" altLang="zh-CN" sz="1800" b="1" dirty="0" err="1">
                <a:solidFill>
                  <a:schemeClr val="tx1"/>
                </a:solidFill>
                <a:latin typeface="Times New Roman" panose="02020603050405020304" pitchFamily="18" charset="0"/>
              </a:rPr>
              <a:t>s</a:t>
            </a:r>
            <a:r>
              <a:rPr lang="en-US" altLang="zh-CN" sz="1800" b="1" baseline="-25000" dirty="0" err="1">
                <a:solidFill>
                  <a:schemeClr val="tx1"/>
                </a:solidFill>
                <a:latin typeface="Times New Roman" panose="02020603050405020304" pitchFamily="18" charset="0"/>
              </a:rPr>
              <a:t>a</a:t>
            </a:r>
            <a:r>
              <a:rPr lang="en-US" altLang="zh-CN" sz="1800" b="1" dirty="0">
                <a:solidFill>
                  <a:schemeClr val="tx1"/>
                </a:solidFill>
                <a:latin typeface="Times New Roman" panose="02020603050405020304" pitchFamily="18" charset="0"/>
                <a:sym typeface="MT Extra" panose="05050102010205020202" pitchFamily="18" charset="2"/>
              </a:rPr>
              <a:t>)</a:t>
            </a:r>
            <a:r>
              <a:rPr lang="zh-CN" altLang="en-US" sz="1800" b="1" dirty="0">
                <a:solidFill>
                  <a:schemeClr val="tx1"/>
                </a:solidFill>
                <a:latin typeface="Times New Roman" panose="02020603050405020304" pitchFamily="18" charset="0"/>
                <a:sym typeface="MT Extra" panose="05050102010205020202" pitchFamily="18" charset="2"/>
              </a:rPr>
              <a:t>；</a:t>
            </a:r>
          </a:p>
          <a:p>
            <a:pPr eaLnBrk="1" hangingPunct="1">
              <a:lnSpc>
                <a:spcPct val="130000"/>
              </a:lnSpc>
              <a:buFont typeface="Wingdings" panose="05000000000000000000" pitchFamily="2" charset="2"/>
              <a:buNone/>
            </a:pPr>
            <a:r>
              <a:rPr lang="zh-CN" altLang="en-US" sz="1800" b="1" dirty="0">
                <a:solidFill>
                  <a:schemeClr val="tx1"/>
                </a:solidFill>
                <a:latin typeface="Times New Roman" panose="02020603050405020304" pitchFamily="18" charset="0"/>
                <a:sym typeface="MT Extra" panose="05050102010205020202" pitchFamily="18" charset="2"/>
              </a:rPr>
              <a:t>             产生一个数据；               从</a:t>
            </a:r>
            <a:r>
              <a:rPr lang="en-US" altLang="zh-CN" sz="1800" b="1" dirty="0" err="1">
                <a:solidFill>
                  <a:schemeClr val="tx1"/>
                </a:solidFill>
                <a:latin typeface="Times New Roman" panose="02020603050405020304" pitchFamily="18" charset="0"/>
                <a:sym typeface="MT Extra" panose="05050102010205020202" pitchFamily="18" charset="2"/>
              </a:rPr>
              <a:t>buf</a:t>
            </a:r>
            <a:r>
              <a:rPr lang="zh-CN" altLang="en-US" sz="1800" b="1" dirty="0">
                <a:solidFill>
                  <a:schemeClr val="tx1"/>
                </a:solidFill>
                <a:latin typeface="Times New Roman" panose="02020603050405020304" pitchFamily="18" charset="0"/>
                <a:sym typeface="MT Extra" panose="05050102010205020202" pitchFamily="18" charset="2"/>
              </a:rPr>
              <a:t>中取 数据；</a:t>
            </a:r>
          </a:p>
          <a:p>
            <a:pPr eaLnBrk="1" hangingPunct="1">
              <a:lnSpc>
                <a:spcPct val="130000"/>
              </a:lnSpc>
              <a:buFont typeface="Wingdings" panose="05000000000000000000" pitchFamily="2" charset="2"/>
              <a:buNone/>
            </a:pPr>
            <a:r>
              <a:rPr lang="zh-CN" altLang="en-US" sz="1800" b="1" dirty="0">
                <a:solidFill>
                  <a:schemeClr val="tx1"/>
                </a:solidFill>
                <a:latin typeface="Times New Roman" panose="02020603050405020304" pitchFamily="18" charset="0"/>
                <a:sym typeface="MT Extra" panose="05050102010205020202" pitchFamily="18" charset="2"/>
              </a:rPr>
              <a:t>                </a:t>
            </a:r>
            <a:r>
              <a:rPr lang="en-US" altLang="zh-CN" sz="1800" b="1" dirty="0">
                <a:solidFill>
                  <a:schemeClr val="tx1"/>
                </a:solidFill>
                <a:latin typeface="Times New Roman" panose="02020603050405020304" pitchFamily="18" charset="0"/>
                <a:sym typeface="MT Extra" panose="05050102010205020202" pitchFamily="18" charset="2"/>
              </a:rPr>
              <a:t>p(</a:t>
            </a:r>
            <a:r>
              <a:rPr lang="en-US" altLang="zh-CN" sz="1800" b="1" dirty="0">
                <a:solidFill>
                  <a:schemeClr val="tx1"/>
                </a:solidFill>
                <a:latin typeface="Times New Roman" panose="02020603050405020304" pitchFamily="18" charset="0"/>
              </a:rPr>
              <a:t>s</a:t>
            </a:r>
            <a:r>
              <a:rPr lang="en-US" altLang="zh-CN" sz="1800" b="1" baseline="-25000" dirty="0">
                <a:solidFill>
                  <a:schemeClr val="tx1"/>
                </a:solidFill>
                <a:latin typeface="Times New Roman" panose="02020603050405020304" pitchFamily="18" charset="0"/>
              </a:rPr>
              <a:t>b</a:t>
            </a:r>
            <a:r>
              <a:rPr lang="en-US" altLang="zh-CN" sz="1800" b="1" dirty="0">
                <a:solidFill>
                  <a:schemeClr val="tx1"/>
                </a:solidFill>
                <a:latin typeface="Times New Roman" panose="02020603050405020304" pitchFamily="18" charset="0"/>
                <a:sym typeface="MT Extra" panose="05050102010205020202" pitchFamily="18" charset="2"/>
              </a:rPr>
              <a:t>)</a:t>
            </a:r>
            <a:r>
              <a:rPr lang="zh-CN" altLang="en-US" sz="1800" b="1" dirty="0">
                <a:solidFill>
                  <a:schemeClr val="tx1"/>
                </a:solidFill>
                <a:latin typeface="Times New Roman" panose="02020603050405020304" pitchFamily="18" charset="0"/>
                <a:sym typeface="MT Extra" panose="05050102010205020202" pitchFamily="18" charset="2"/>
              </a:rPr>
              <a:t>；                                 </a:t>
            </a:r>
            <a:r>
              <a:rPr lang="en-US" altLang="zh-CN" sz="1800" b="1" dirty="0">
                <a:solidFill>
                  <a:schemeClr val="tx1"/>
                </a:solidFill>
                <a:latin typeface="Times New Roman" panose="02020603050405020304" pitchFamily="18" charset="0"/>
                <a:sym typeface="MT Extra" panose="05050102010205020202" pitchFamily="18" charset="2"/>
              </a:rPr>
              <a:t>v(</a:t>
            </a:r>
            <a:r>
              <a:rPr lang="en-US" altLang="zh-CN" sz="1800" b="1" dirty="0">
                <a:solidFill>
                  <a:schemeClr val="tx1"/>
                </a:solidFill>
                <a:latin typeface="Times New Roman" panose="02020603050405020304" pitchFamily="18" charset="0"/>
              </a:rPr>
              <a:t>s</a:t>
            </a:r>
            <a:r>
              <a:rPr lang="en-US" altLang="zh-CN" sz="1800" b="1" baseline="-25000" dirty="0">
                <a:solidFill>
                  <a:schemeClr val="tx1"/>
                </a:solidFill>
                <a:latin typeface="Times New Roman" panose="02020603050405020304" pitchFamily="18" charset="0"/>
              </a:rPr>
              <a:t>b</a:t>
            </a:r>
            <a:r>
              <a:rPr lang="en-US" altLang="zh-CN" sz="1800" b="1" dirty="0">
                <a:solidFill>
                  <a:schemeClr val="tx1"/>
                </a:solidFill>
                <a:latin typeface="Times New Roman" panose="02020603050405020304" pitchFamily="18" charset="0"/>
                <a:sym typeface="MT Extra" panose="05050102010205020202" pitchFamily="18" charset="2"/>
              </a:rPr>
              <a:t>)</a:t>
            </a:r>
            <a:r>
              <a:rPr lang="zh-CN" altLang="en-US" sz="1800" b="1" dirty="0">
                <a:solidFill>
                  <a:schemeClr val="tx1"/>
                </a:solidFill>
                <a:latin typeface="Times New Roman" panose="02020603050405020304" pitchFamily="18" charset="0"/>
                <a:sym typeface="MT Extra" panose="05050102010205020202" pitchFamily="18" charset="2"/>
              </a:rPr>
              <a:t>； </a:t>
            </a:r>
          </a:p>
          <a:p>
            <a:pPr eaLnBrk="1" hangingPunct="1">
              <a:lnSpc>
                <a:spcPct val="130000"/>
              </a:lnSpc>
              <a:buFont typeface="Wingdings" panose="05000000000000000000" pitchFamily="2" charset="2"/>
              <a:buNone/>
            </a:pPr>
            <a:r>
              <a:rPr lang="zh-CN" altLang="en-US" sz="1800" b="1" dirty="0">
                <a:solidFill>
                  <a:schemeClr val="tx1"/>
                </a:solidFill>
                <a:latin typeface="Times New Roman" panose="02020603050405020304" pitchFamily="18" charset="0"/>
                <a:sym typeface="MT Extra" panose="05050102010205020202" pitchFamily="18" charset="2"/>
              </a:rPr>
              <a:t>             </a:t>
            </a:r>
            <a:r>
              <a:rPr lang="zh-CN" altLang="zh-CN" sz="1800" b="1" dirty="0">
                <a:solidFill>
                  <a:schemeClr val="tx1"/>
                </a:solidFill>
                <a:latin typeface="Times New Roman" panose="02020603050405020304" pitchFamily="18" charset="0"/>
                <a:sym typeface="MT Extra" panose="05050102010205020202" pitchFamily="18" charset="2"/>
              </a:rPr>
              <a:t>将数据放入</a:t>
            </a:r>
            <a:r>
              <a:rPr lang="en-US" altLang="zh-CN" sz="1800" b="1" dirty="0" err="1">
                <a:solidFill>
                  <a:schemeClr val="tx1"/>
                </a:solidFill>
                <a:latin typeface="Times New Roman" panose="02020603050405020304" pitchFamily="18" charset="0"/>
                <a:sym typeface="MT Extra" panose="05050102010205020202" pitchFamily="18" charset="2"/>
              </a:rPr>
              <a:t>buf</a:t>
            </a:r>
            <a:r>
              <a:rPr lang="en-US" altLang="zh-CN" sz="1800" b="1" dirty="0">
                <a:solidFill>
                  <a:schemeClr val="tx1"/>
                </a:solidFill>
                <a:latin typeface="Times New Roman" panose="02020603050405020304" pitchFamily="18" charset="0"/>
                <a:sym typeface="MT Extra" panose="05050102010205020202" pitchFamily="18" charset="2"/>
              </a:rPr>
              <a:t> </a:t>
            </a:r>
            <a:r>
              <a:rPr lang="zh-CN" altLang="en-US" sz="1800" b="1" dirty="0">
                <a:solidFill>
                  <a:schemeClr val="tx1"/>
                </a:solidFill>
                <a:latin typeface="Times New Roman" panose="02020603050405020304" pitchFamily="18" charset="0"/>
                <a:sym typeface="MT Extra" panose="05050102010205020202" pitchFamily="18" charset="2"/>
              </a:rPr>
              <a:t>；                 </a:t>
            </a:r>
            <a:r>
              <a:rPr lang="zh-CN" altLang="zh-CN" sz="1800" b="1" dirty="0">
                <a:solidFill>
                  <a:schemeClr val="tx1"/>
                </a:solidFill>
                <a:latin typeface="Times New Roman" panose="02020603050405020304" pitchFamily="18" charset="0"/>
                <a:sym typeface="MT Extra" panose="05050102010205020202" pitchFamily="18" charset="2"/>
              </a:rPr>
              <a:t>打印；</a:t>
            </a:r>
          </a:p>
          <a:p>
            <a:pPr eaLnBrk="1" hangingPunct="1">
              <a:lnSpc>
                <a:spcPct val="130000"/>
              </a:lnSpc>
              <a:buFont typeface="Wingdings" panose="05000000000000000000" pitchFamily="2" charset="2"/>
              <a:buNone/>
            </a:pPr>
            <a:r>
              <a:rPr lang="zh-CN" altLang="en-US" sz="1800" b="1" dirty="0">
                <a:solidFill>
                  <a:schemeClr val="tx1"/>
                </a:solidFill>
                <a:latin typeface="Times New Roman" panose="02020603050405020304" pitchFamily="18" charset="0"/>
                <a:sym typeface="MT Extra" panose="05050102010205020202" pitchFamily="18" charset="2"/>
              </a:rPr>
              <a:t>                 </a:t>
            </a:r>
            <a:r>
              <a:rPr lang="en-US" altLang="zh-CN" sz="1800" b="1" dirty="0">
                <a:solidFill>
                  <a:schemeClr val="tx1"/>
                </a:solidFill>
                <a:latin typeface="Times New Roman" panose="02020603050405020304" pitchFamily="18" charset="0"/>
                <a:sym typeface="MT Extra" panose="05050102010205020202" pitchFamily="18" charset="2"/>
              </a:rPr>
              <a:t>v(</a:t>
            </a:r>
            <a:r>
              <a:rPr lang="en-US" altLang="zh-CN" sz="1800" b="1" dirty="0" err="1">
                <a:solidFill>
                  <a:schemeClr val="tx1"/>
                </a:solidFill>
                <a:latin typeface="Times New Roman" panose="02020603050405020304" pitchFamily="18" charset="0"/>
              </a:rPr>
              <a:t>s</a:t>
            </a:r>
            <a:r>
              <a:rPr lang="en-US" altLang="zh-CN" sz="1800" b="1" baseline="-25000" dirty="0" err="1">
                <a:solidFill>
                  <a:schemeClr val="tx1"/>
                </a:solidFill>
                <a:latin typeface="Times New Roman" panose="02020603050405020304" pitchFamily="18" charset="0"/>
              </a:rPr>
              <a:t>a</a:t>
            </a:r>
            <a:r>
              <a:rPr lang="en-US" altLang="zh-CN" sz="1800" b="1" dirty="0">
                <a:solidFill>
                  <a:schemeClr val="tx1"/>
                </a:solidFill>
                <a:latin typeface="Times New Roman" panose="02020603050405020304" pitchFamily="18" charset="0"/>
                <a:sym typeface="MT Extra" panose="05050102010205020202" pitchFamily="18" charset="2"/>
              </a:rPr>
              <a:t>)</a:t>
            </a:r>
            <a:r>
              <a:rPr lang="zh-CN" altLang="en-US" sz="1800" b="1" dirty="0">
                <a:solidFill>
                  <a:schemeClr val="tx1"/>
                </a:solidFill>
                <a:latin typeface="Times New Roman" panose="02020603050405020304" pitchFamily="18" charset="0"/>
                <a:sym typeface="MT Extra" panose="05050102010205020202" pitchFamily="18" charset="2"/>
              </a:rPr>
              <a:t>；</a:t>
            </a:r>
          </a:p>
          <a:p>
            <a:pPr eaLnBrk="1" hangingPunct="1">
              <a:lnSpc>
                <a:spcPct val="130000"/>
              </a:lnSpc>
              <a:buFont typeface="Wingdings" panose="05000000000000000000" pitchFamily="2" charset="2"/>
              <a:buNone/>
            </a:pPr>
            <a:endParaRPr lang="zh-CN" altLang="en-US" sz="1800" dirty="0">
              <a:solidFill>
                <a:schemeClr val="tx1"/>
              </a:solidFill>
              <a:latin typeface="Times New Roman" panose="02020603050405020304" pitchFamily="18" charset="0"/>
              <a:sym typeface="MT Extra" panose="05050102010205020202" pitchFamily="18" charset="2"/>
            </a:endParaRPr>
          </a:p>
          <a:p>
            <a:pPr eaLnBrk="1" hangingPunct="1">
              <a:lnSpc>
                <a:spcPct val="120000"/>
              </a:lnSpc>
              <a:buFont typeface="Wingdings" panose="05000000000000000000" pitchFamily="2" charset="2"/>
              <a:buNone/>
            </a:pPr>
            <a:endParaRPr lang="zh-CN" altLang="en-US" sz="1800" dirty="0">
              <a:solidFill>
                <a:schemeClr val="tx1"/>
              </a:solidFill>
              <a:latin typeface="Times New Roman" panose="02020603050405020304" pitchFamily="18" charset="0"/>
              <a:sym typeface="MT Extra" panose="05050102010205020202" pitchFamily="18" charset="2"/>
            </a:endParaRPr>
          </a:p>
        </p:txBody>
      </p:sp>
      <p:grpSp>
        <p:nvGrpSpPr>
          <p:cNvPr id="13" name="Group 35">
            <a:extLst>
              <a:ext uri="{FF2B5EF4-FFF2-40B4-BE49-F238E27FC236}">
                <a16:creationId xmlns:a16="http://schemas.microsoft.com/office/drawing/2014/main" id="{720B7422-F176-88B6-F14E-8739BB2991C7}"/>
              </a:ext>
            </a:extLst>
          </p:cNvPr>
          <p:cNvGrpSpPr>
            <a:grpSpLocks/>
          </p:cNvGrpSpPr>
          <p:nvPr/>
        </p:nvGrpSpPr>
        <p:grpSpPr bwMode="auto">
          <a:xfrm>
            <a:off x="7933509" y="1995805"/>
            <a:ext cx="2459037" cy="1620838"/>
            <a:chOff x="2213" y="1637"/>
            <a:chExt cx="1549" cy="1021"/>
          </a:xfrm>
        </p:grpSpPr>
        <p:sp>
          <p:nvSpPr>
            <p:cNvPr id="14" name="Line 36">
              <a:extLst>
                <a:ext uri="{FF2B5EF4-FFF2-40B4-BE49-F238E27FC236}">
                  <a16:creationId xmlns:a16="http://schemas.microsoft.com/office/drawing/2014/main" id="{ED394093-A035-5AD0-4A4F-094FEBCB31D8}"/>
                </a:ext>
              </a:extLst>
            </p:cNvPr>
            <p:cNvSpPr>
              <a:spLocks noChangeShapeType="1"/>
            </p:cNvSpPr>
            <p:nvPr/>
          </p:nvSpPr>
          <p:spPr bwMode="auto">
            <a:xfrm flipV="1">
              <a:off x="3036" y="1980"/>
              <a:ext cx="384" cy="410"/>
            </a:xfrm>
            <a:prstGeom prst="line">
              <a:avLst/>
            </a:prstGeom>
            <a:noFill/>
            <a:ln w="254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5" name="Line 37">
              <a:extLst>
                <a:ext uri="{FF2B5EF4-FFF2-40B4-BE49-F238E27FC236}">
                  <a16:creationId xmlns:a16="http://schemas.microsoft.com/office/drawing/2014/main" id="{B850F5A6-B34D-7584-98B5-E314BD6F0FA1}"/>
                </a:ext>
              </a:extLst>
            </p:cNvPr>
            <p:cNvSpPr>
              <a:spLocks noChangeShapeType="1"/>
            </p:cNvSpPr>
            <p:nvPr/>
          </p:nvSpPr>
          <p:spPr bwMode="auto">
            <a:xfrm>
              <a:off x="2485" y="1964"/>
              <a:ext cx="384" cy="381"/>
            </a:xfrm>
            <a:prstGeom prst="line">
              <a:avLst/>
            </a:prstGeom>
            <a:noFill/>
            <a:ln w="254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 name="Text Box 38">
              <a:extLst>
                <a:ext uri="{FF2B5EF4-FFF2-40B4-BE49-F238E27FC236}">
                  <a16:creationId xmlns:a16="http://schemas.microsoft.com/office/drawing/2014/main" id="{16E67B1D-7457-E25D-D827-4EAFC84BF591}"/>
                </a:ext>
              </a:extLst>
            </p:cNvPr>
            <p:cNvSpPr txBox="1">
              <a:spLocks noChangeArrowheads="1"/>
            </p:cNvSpPr>
            <p:nvPr/>
          </p:nvSpPr>
          <p:spPr bwMode="auto">
            <a:xfrm>
              <a:off x="2505" y="2356"/>
              <a:ext cx="906" cy="302"/>
            </a:xfrm>
            <a:prstGeom prst="rect">
              <a:avLst/>
            </a:prstGeom>
            <a:solidFill>
              <a:srgbClr val="CCECFF"/>
            </a:solidFill>
            <a:ln w="9525">
              <a:solidFill>
                <a:srgbClr val="000000"/>
              </a:solidFill>
              <a:miter lim="800000"/>
              <a:headEnd/>
              <a:tailEnd/>
            </a:ln>
          </p:spPr>
          <p:txBody>
            <a:bodyPr/>
            <a:lstStyle/>
            <a:p>
              <a:pPr algn="just" eaLnBrk="1" hangingPunct="1">
                <a:lnSpc>
                  <a:spcPct val="150000"/>
                </a:lnSpc>
                <a:spcBef>
                  <a:spcPct val="50000"/>
                </a:spcBef>
                <a:defRPr/>
              </a:pPr>
              <a:r>
                <a:rPr kumimoji="1" lang="en-US" altLang="zh-CN" sz="1600" b="0">
                  <a:solidFill>
                    <a:schemeClr val="tx1"/>
                  </a:solidFill>
                  <a:latin typeface="Times New Roman" panose="02020603050405020304" pitchFamily="18" charset="0"/>
                </a:rPr>
                <a:t>   </a:t>
              </a:r>
              <a:r>
                <a:rPr kumimoji="1" lang="zh-CN" altLang="en-US" sz="1600">
                  <a:solidFill>
                    <a:schemeClr val="tx1"/>
                  </a:solidFill>
                  <a:effectLst>
                    <a:outerShdw blurRad="38100" dist="38100" dir="2700000" algn="tl">
                      <a:srgbClr val="FFFFFF"/>
                    </a:outerShdw>
                  </a:effectLst>
                  <a:latin typeface="Times New Roman" panose="02020603050405020304" pitchFamily="18" charset="0"/>
                </a:rPr>
                <a:t>缓冲区</a:t>
              </a:r>
              <a:r>
                <a:rPr kumimoji="1" lang="en-US" altLang="zh-CN" sz="1600">
                  <a:solidFill>
                    <a:schemeClr val="tx1"/>
                  </a:solidFill>
                  <a:effectLst>
                    <a:outerShdw blurRad="38100" dist="38100" dir="2700000" algn="tl">
                      <a:srgbClr val="FFFFFF"/>
                    </a:outerShdw>
                  </a:effectLst>
                  <a:latin typeface="Times New Roman" panose="02020603050405020304" pitchFamily="18" charset="0"/>
                </a:rPr>
                <a:t>buf</a:t>
              </a:r>
            </a:p>
          </p:txBody>
        </p:sp>
        <p:sp>
          <p:nvSpPr>
            <p:cNvPr id="17" name="Oval 39">
              <a:extLst>
                <a:ext uri="{FF2B5EF4-FFF2-40B4-BE49-F238E27FC236}">
                  <a16:creationId xmlns:a16="http://schemas.microsoft.com/office/drawing/2014/main" id="{701D5DCA-D0FB-7813-BAF6-CFA9B4469656}"/>
                </a:ext>
              </a:extLst>
            </p:cNvPr>
            <p:cNvSpPr>
              <a:spLocks noChangeArrowheads="1"/>
            </p:cNvSpPr>
            <p:nvPr/>
          </p:nvSpPr>
          <p:spPr bwMode="auto">
            <a:xfrm>
              <a:off x="3354" y="1637"/>
              <a:ext cx="408" cy="408"/>
            </a:xfrm>
            <a:prstGeom prst="ellipse">
              <a:avLst/>
            </a:prstGeom>
            <a:solidFill>
              <a:srgbClr val="CCECFF"/>
            </a:solidFill>
            <a:ln w="9525">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chemeClr val="tx1"/>
                  </a:solidFill>
                  <a:latin typeface="Times New Roman" panose="02020603050405020304" pitchFamily="18" charset="0"/>
                </a:rPr>
                <a:t>iop</a:t>
              </a:r>
              <a:endParaRPr kumimoji="1" lang="en-US" altLang="zh-CN" sz="1600" b="0">
                <a:solidFill>
                  <a:schemeClr val="tx1"/>
                </a:solidFill>
                <a:latin typeface="Times New Roman" panose="02020603050405020304" pitchFamily="18" charset="0"/>
              </a:endParaRPr>
            </a:p>
          </p:txBody>
        </p:sp>
        <p:sp>
          <p:nvSpPr>
            <p:cNvPr id="18" name="Oval 40">
              <a:extLst>
                <a:ext uri="{FF2B5EF4-FFF2-40B4-BE49-F238E27FC236}">
                  <a16:creationId xmlns:a16="http://schemas.microsoft.com/office/drawing/2014/main" id="{E6DC6C4F-9FD7-3BC8-78F4-0AD553A1E7F2}"/>
                </a:ext>
              </a:extLst>
            </p:cNvPr>
            <p:cNvSpPr>
              <a:spLocks noChangeArrowheads="1"/>
            </p:cNvSpPr>
            <p:nvPr/>
          </p:nvSpPr>
          <p:spPr bwMode="auto">
            <a:xfrm>
              <a:off x="2213" y="1637"/>
              <a:ext cx="408" cy="408"/>
            </a:xfrm>
            <a:prstGeom prst="ellipse">
              <a:avLst/>
            </a:prstGeom>
            <a:solidFill>
              <a:srgbClr val="CCECFF"/>
            </a:solidFill>
            <a:ln w="9525">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chemeClr val="tx1"/>
                  </a:solidFill>
                  <a:latin typeface="Times New Roman" panose="02020603050405020304" pitchFamily="18" charset="0"/>
                </a:rPr>
                <a:t> cp</a:t>
              </a:r>
              <a:endParaRPr kumimoji="1" lang="en-US" altLang="zh-CN" sz="1600" b="0">
                <a:solidFill>
                  <a:schemeClr val="tx1"/>
                </a:solidFill>
                <a:latin typeface="Times New Roman" panose="02020603050405020304" pitchFamily="18" charset="0"/>
              </a:endParaRPr>
            </a:p>
          </p:txBody>
        </p:sp>
      </p:grpSp>
      <p:sp>
        <p:nvSpPr>
          <p:cNvPr id="19" name="Text Box 41">
            <a:extLst>
              <a:ext uri="{FF2B5EF4-FFF2-40B4-BE49-F238E27FC236}">
                <a16:creationId xmlns:a16="http://schemas.microsoft.com/office/drawing/2014/main" id="{374D6701-0D33-C0ED-0CF8-01ABB135B9D9}"/>
              </a:ext>
            </a:extLst>
          </p:cNvPr>
          <p:cNvSpPr txBox="1">
            <a:spLocks noChangeArrowheads="1"/>
          </p:cNvSpPr>
          <p:nvPr/>
        </p:nvSpPr>
        <p:spPr bwMode="auto">
          <a:xfrm>
            <a:off x="8073209" y="3946843"/>
            <a:ext cx="2311400" cy="6794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0"/>
              </a:spcBef>
              <a:buFont typeface="Wingdings" panose="05000000000000000000" pitchFamily="2" charset="2"/>
              <a:buNone/>
            </a:pPr>
            <a:r>
              <a:rPr lang="zh-CN" altLang="en-US" sz="1600" b="0">
                <a:solidFill>
                  <a:schemeClr val="tx1"/>
                </a:solidFill>
                <a:latin typeface="Times New Roman" panose="02020603050405020304" pitchFamily="18" charset="0"/>
              </a:rPr>
              <a:t>共享缓冲区的合作进程</a:t>
            </a:r>
          </a:p>
          <a:p>
            <a:pPr algn="just" eaLnBrk="1" hangingPunct="1">
              <a:lnSpc>
                <a:spcPct val="120000"/>
              </a:lnSpc>
              <a:spcBef>
                <a:spcPct val="0"/>
              </a:spcBef>
              <a:buFont typeface="Wingdings" panose="05000000000000000000" pitchFamily="2" charset="2"/>
              <a:buNone/>
            </a:pPr>
            <a:r>
              <a:rPr lang="zh-CN" altLang="en-US" sz="1600" b="0">
                <a:solidFill>
                  <a:schemeClr val="tx1"/>
                </a:solidFill>
                <a:latin typeface="Times New Roman" panose="02020603050405020304" pitchFamily="18" charset="0"/>
              </a:rPr>
              <a:t>      的同步示意图</a:t>
            </a:r>
          </a:p>
        </p:txBody>
      </p:sp>
      <p:grpSp>
        <p:nvGrpSpPr>
          <p:cNvPr id="11" name="Group 28">
            <a:extLst>
              <a:ext uri="{FF2B5EF4-FFF2-40B4-BE49-F238E27FC236}">
                <a16:creationId xmlns:a16="http://schemas.microsoft.com/office/drawing/2014/main" id="{0EEAEE46-3260-CB32-76DB-71ADD8A67888}"/>
              </a:ext>
            </a:extLst>
          </p:cNvPr>
          <p:cNvGrpSpPr>
            <a:grpSpLocks/>
          </p:cNvGrpSpPr>
          <p:nvPr/>
        </p:nvGrpSpPr>
        <p:grpSpPr bwMode="auto">
          <a:xfrm>
            <a:off x="1307210" y="2313616"/>
            <a:ext cx="3435350" cy="2693987"/>
            <a:chOff x="436" y="1258"/>
            <a:chExt cx="2164" cy="1697"/>
          </a:xfrm>
        </p:grpSpPr>
        <p:grpSp>
          <p:nvGrpSpPr>
            <p:cNvPr id="20" name="Group 23">
              <a:extLst>
                <a:ext uri="{FF2B5EF4-FFF2-40B4-BE49-F238E27FC236}">
                  <a16:creationId xmlns:a16="http://schemas.microsoft.com/office/drawing/2014/main" id="{DEF9D1E9-3285-A6CF-BE66-6F0E45D01BFD}"/>
                </a:ext>
              </a:extLst>
            </p:cNvPr>
            <p:cNvGrpSpPr>
              <a:grpSpLocks/>
            </p:cNvGrpSpPr>
            <p:nvPr/>
          </p:nvGrpSpPr>
          <p:grpSpPr bwMode="auto">
            <a:xfrm>
              <a:off x="436" y="1277"/>
              <a:ext cx="482" cy="1673"/>
              <a:chOff x="463" y="905"/>
              <a:chExt cx="427" cy="1591"/>
            </a:xfrm>
          </p:grpSpPr>
          <p:sp>
            <p:nvSpPr>
              <p:cNvPr id="26" name="Line 14">
                <a:extLst>
                  <a:ext uri="{FF2B5EF4-FFF2-40B4-BE49-F238E27FC236}">
                    <a16:creationId xmlns:a16="http://schemas.microsoft.com/office/drawing/2014/main" id="{AD626C51-0CE0-3A48-B0D7-D28509490EAC}"/>
                  </a:ext>
                </a:extLst>
              </p:cNvPr>
              <p:cNvSpPr>
                <a:spLocks noChangeShapeType="1"/>
              </p:cNvSpPr>
              <p:nvPr/>
            </p:nvSpPr>
            <p:spPr bwMode="auto">
              <a:xfrm flipH="1">
                <a:off x="463" y="2496"/>
                <a:ext cx="4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7" name="Line 15">
                <a:extLst>
                  <a:ext uri="{FF2B5EF4-FFF2-40B4-BE49-F238E27FC236}">
                    <a16:creationId xmlns:a16="http://schemas.microsoft.com/office/drawing/2014/main" id="{8068052B-D3EF-AC80-C2EB-3DAD2FCBE789}"/>
                  </a:ext>
                </a:extLst>
              </p:cNvPr>
              <p:cNvSpPr>
                <a:spLocks noChangeShapeType="1"/>
              </p:cNvSpPr>
              <p:nvPr/>
            </p:nvSpPr>
            <p:spPr bwMode="auto">
              <a:xfrm>
                <a:off x="887" y="2337"/>
                <a:ext cx="0" cy="15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8" name="Line 16">
                <a:extLst>
                  <a:ext uri="{FF2B5EF4-FFF2-40B4-BE49-F238E27FC236}">
                    <a16:creationId xmlns:a16="http://schemas.microsoft.com/office/drawing/2014/main" id="{8361EA84-8FA3-D0B6-7053-1DB7B5557C4A}"/>
                  </a:ext>
                </a:extLst>
              </p:cNvPr>
              <p:cNvSpPr>
                <a:spLocks noChangeShapeType="1"/>
              </p:cNvSpPr>
              <p:nvPr/>
            </p:nvSpPr>
            <p:spPr bwMode="auto">
              <a:xfrm flipV="1">
                <a:off x="463" y="905"/>
                <a:ext cx="0" cy="159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9" name="Line 17">
                <a:extLst>
                  <a:ext uri="{FF2B5EF4-FFF2-40B4-BE49-F238E27FC236}">
                    <a16:creationId xmlns:a16="http://schemas.microsoft.com/office/drawing/2014/main" id="{6DCE7FE5-0652-060A-6D56-C72C547F4D5D}"/>
                  </a:ext>
                </a:extLst>
              </p:cNvPr>
              <p:cNvSpPr>
                <a:spLocks noChangeShapeType="1"/>
              </p:cNvSpPr>
              <p:nvPr/>
            </p:nvSpPr>
            <p:spPr bwMode="auto">
              <a:xfrm>
                <a:off x="463" y="905"/>
                <a:ext cx="427" cy="0"/>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pSp>
          <p:nvGrpSpPr>
            <p:cNvPr id="21" name="Group 24">
              <a:extLst>
                <a:ext uri="{FF2B5EF4-FFF2-40B4-BE49-F238E27FC236}">
                  <a16:creationId xmlns:a16="http://schemas.microsoft.com/office/drawing/2014/main" id="{B21AFB7F-BEBC-D67D-3241-04A106B07CC6}"/>
                </a:ext>
              </a:extLst>
            </p:cNvPr>
            <p:cNvGrpSpPr>
              <a:grpSpLocks/>
            </p:cNvGrpSpPr>
            <p:nvPr/>
          </p:nvGrpSpPr>
          <p:grpSpPr bwMode="auto">
            <a:xfrm>
              <a:off x="2057" y="1258"/>
              <a:ext cx="543" cy="1697"/>
              <a:chOff x="1716" y="905"/>
              <a:chExt cx="524" cy="1551"/>
            </a:xfrm>
          </p:grpSpPr>
          <p:sp>
            <p:nvSpPr>
              <p:cNvPr id="22" name="Line 19">
                <a:extLst>
                  <a:ext uri="{FF2B5EF4-FFF2-40B4-BE49-F238E27FC236}">
                    <a16:creationId xmlns:a16="http://schemas.microsoft.com/office/drawing/2014/main" id="{1F60CBAF-A2EC-8724-2FC8-7FFD927EC7F9}"/>
                  </a:ext>
                </a:extLst>
              </p:cNvPr>
              <p:cNvSpPr>
                <a:spLocks noChangeShapeType="1"/>
              </p:cNvSpPr>
              <p:nvPr/>
            </p:nvSpPr>
            <p:spPr bwMode="auto">
              <a:xfrm>
                <a:off x="2240" y="2058"/>
                <a:ext cx="0" cy="39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3" name="Line 20">
                <a:extLst>
                  <a:ext uri="{FF2B5EF4-FFF2-40B4-BE49-F238E27FC236}">
                    <a16:creationId xmlns:a16="http://schemas.microsoft.com/office/drawing/2014/main" id="{F0E15720-C508-546B-AEA4-372A3ABD2EA2}"/>
                  </a:ext>
                </a:extLst>
              </p:cNvPr>
              <p:cNvSpPr>
                <a:spLocks noChangeShapeType="1"/>
              </p:cNvSpPr>
              <p:nvPr/>
            </p:nvSpPr>
            <p:spPr bwMode="auto">
              <a:xfrm flipH="1">
                <a:off x="1716" y="2456"/>
                <a:ext cx="5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 name="Line 21">
                <a:extLst>
                  <a:ext uri="{FF2B5EF4-FFF2-40B4-BE49-F238E27FC236}">
                    <a16:creationId xmlns:a16="http://schemas.microsoft.com/office/drawing/2014/main" id="{0A177067-7570-B211-E649-42C26B8F4C0F}"/>
                  </a:ext>
                </a:extLst>
              </p:cNvPr>
              <p:cNvSpPr>
                <a:spLocks noChangeShapeType="1"/>
              </p:cNvSpPr>
              <p:nvPr/>
            </p:nvSpPr>
            <p:spPr bwMode="auto">
              <a:xfrm flipV="1">
                <a:off x="1716" y="905"/>
                <a:ext cx="0" cy="15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5" name="Line 22">
                <a:extLst>
                  <a:ext uri="{FF2B5EF4-FFF2-40B4-BE49-F238E27FC236}">
                    <a16:creationId xmlns:a16="http://schemas.microsoft.com/office/drawing/2014/main" id="{7C449ABA-01CA-D272-6373-5C2ACFB3B44B}"/>
                  </a:ext>
                </a:extLst>
              </p:cNvPr>
              <p:cNvSpPr>
                <a:spLocks noChangeShapeType="1"/>
              </p:cNvSpPr>
              <p:nvPr/>
            </p:nvSpPr>
            <p:spPr bwMode="auto">
              <a:xfrm>
                <a:off x="1716" y="905"/>
                <a:ext cx="497" cy="0"/>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pSp>
    </p:spTree>
    <p:extLst>
      <p:ext uri="{BB962C8B-B14F-4D97-AF65-F5344CB8AC3E}">
        <p14:creationId xmlns:p14="http://schemas.microsoft.com/office/powerpoint/2010/main" val="333980764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206345-DCBE-D9A7-11D6-09F5731C3A5A}"/>
              </a:ext>
            </a:extLst>
          </p:cNvPr>
          <p:cNvSpPr>
            <a:spLocks noGrp="1"/>
          </p:cNvSpPr>
          <p:nvPr>
            <p:ph type="title"/>
          </p:nvPr>
        </p:nvSpPr>
        <p:spPr/>
        <p:txBody>
          <a:bodyPr>
            <a:normAutofit/>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进程互斥与同步的实现</a:t>
            </a:r>
            <a:endParaRPr lang="zh-CN" altLang="en-US" dirty="0"/>
          </a:p>
        </p:txBody>
      </p:sp>
      <p:sp>
        <p:nvSpPr>
          <p:cNvPr id="3" name="Rectangle 10">
            <a:extLst>
              <a:ext uri="{FF2B5EF4-FFF2-40B4-BE49-F238E27FC236}">
                <a16:creationId xmlns:a16="http://schemas.microsoft.com/office/drawing/2014/main" id="{4D52EB8A-3FD0-B1F2-FA24-B31ED7A303D0}"/>
              </a:ext>
            </a:extLst>
          </p:cNvPr>
          <p:cNvSpPr>
            <a:spLocks noChangeArrowheads="1"/>
          </p:cNvSpPr>
          <p:nvPr/>
        </p:nvSpPr>
        <p:spPr bwMode="auto">
          <a:xfrm>
            <a:off x="487822" y="1698408"/>
            <a:ext cx="6170613"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nSpc>
                <a:spcPct val="120000"/>
              </a:lnSpc>
              <a:buNone/>
            </a:pPr>
            <a:r>
              <a:rPr lang="zh-CN" altLang="en-US" sz="1800" dirty="0">
                <a:solidFill>
                  <a:srgbClr val="000099"/>
                </a:solidFill>
                <a:latin typeface="Times New Roman" panose="02020603050405020304" pitchFamily="18" charset="0"/>
              </a:rPr>
              <a:t>⑤ 程序描述</a:t>
            </a:r>
          </a:p>
          <a:p>
            <a:pPr eaLnBrk="1" hangingPunct="1">
              <a:lnSpc>
                <a:spcPct val="110000"/>
              </a:lnSpc>
              <a:spcBef>
                <a:spcPct val="20000"/>
              </a:spcBef>
              <a:buFont typeface="Wingdings" panose="05000000000000000000" pitchFamily="2" charset="2"/>
              <a:buNone/>
            </a:pPr>
            <a:r>
              <a:rPr lang="en-US" altLang="zh-CN" sz="1800" b="1" dirty="0">
                <a:solidFill>
                  <a:schemeClr val="tx1"/>
                </a:solidFill>
                <a:latin typeface="Times New Roman" panose="02020603050405020304" pitchFamily="18" charset="0"/>
              </a:rPr>
              <a:t>main( )</a:t>
            </a:r>
          </a:p>
          <a:p>
            <a:pPr algn="just" eaLnBrk="1" hangingPunct="1">
              <a:lnSpc>
                <a:spcPct val="110000"/>
              </a:lnSpc>
              <a:spcBef>
                <a:spcPct val="20000"/>
              </a:spcBef>
              <a:buFont typeface="Wingdings" panose="05000000000000000000" pitchFamily="2" charset="2"/>
              <a:buNone/>
            </a:pPr>
            <a:r>
              <a:rPr lang="en-US" altLang="zh-CN" sz="1800" b="1" dirty="0">
                <a:solidFill>
                  <a:schemeClr val="tx1"/>
                </a:solidFill>
                <a:latin typeface="Times New Roman" panose="02020603050405020304" pitchFamily="18" charset="0"/>
              </a:rPr>
              <a:t>{</a:t>
            </a:r>
          </a:p>
          <a:p>
            <a:pPr algn="just" eaLnBrk="1" hangingPunct="1">
              <a:lnSpc>
                <a:spcPct val="110000"/>
              </a:lnSpc>
              <a:spcBef>
                <a:spcPct val="20000"/>
              </a:spcBef>
              <a:buFont typeface="Wingdings" panose="05000000000000000000" pitchFamily="2" charset="2"/>
              <a:buNone/>
            </a:pPr>
            <a:r>
              <a:rPr lang="en-US" altLang="zh-CN" sz="1800" b="1" dirty="0">
                <a:solidFill>
                  <a:schemeClr val="tx1"/>
                </a:solidFill>
                <a:latin typeface="Times New Roman" panose="02020603050405020304" pitchFamily="18" charset="0"/>
              </a:rPr>
              <a:t>        int </a:t>
            </a:r>
            <a:r>
              <a:rPr lang="en-US" altLang="zh-CN" sz="1800" b="1" dirty="0" err="1">
                <a:solidFill>
                  <a:schemeClr val="tx1"/>
                </a:solidFill>
                <a:latin typeface="Times New Roman" panose="02020603050405020304" pitchFamily="18" charset="0"/>
              </a:rPr>
              <a:t>s</a:t>
            </a:r>
            <a:r>
              <a:rPr lang="en-US" altLang="zh-CN" sz="1800" b="1" baseline="-25000" dirty="0" err="1">
                <a:solidFill>
                  <a:schemeClr val="tx1"/>
                </a:solidFill>
                <a:latin typeface="Times New Roman" panose="02020603050405020304" pitchFamily="18" charset="0"/>
              </a:rPr>
              <a:t>a</a:t>
            </a:r>
            <a:r>
              <a:rPr lang="en-US" altLang="zh-CN" sz="1800" b="1" dirty="0">
                <a:solidFill>
                  <a:schemeClr val="tx1"/>
                </a:solidFill>
                <a:latin typeface="Times New Roman" panose="02020603050405020304" pitchFamily="18" charset="0"/>
              </a:rPr>
              <a:t>=0</a:t>
            </a:r>
            <a:r>
              <a:rPr lang="zh-CN" altLang="en-US" sz="1800" b="1" dirty="0">
                <a:solidFill>
                  <a:schemeClr val="tx1"/>
                </a:solidFill>
                <a:latin typeface="Times New Roman" panose="02020603050405020304" pitchFamily="18" charset="0"/>
              </a:rPr>
              <a:t>；        </a:t>
            </a:r>
            <a:r>
              <a:rPr lang="en-US" altLang="zh-CN" sz="1800" b="1" dirty="0">
                <a:solidFill>
                  <a:schemeClr val="tx1"/>
                </a:solidFill>
                <a:latin typeface="Times New Roman" panose="02020603050405020304" pitchFamily="18" charset="0"/>
              </a:rPr>
              <a:t>// </a:t>
            </a:r>
            <a:r>
              <a:rPr lang="zh-CN" altLang="en-US" sz="1800" b="1" dirty="0">
                <a:solidFill>
                  <a:schemeClr val="tx1"/>
                </a:solidFill>
                <a:latin typeface="Times New Roman" panose="02020603050405020304" pitchFamily="18" charset="0"/>
              </a:rPr>
              <a:t>表示</a:t>
            </a:r>
            <a:r>
              <a:rPr lang="en-US" altLang="zh-CN" sz="1800" b="1" dirty="0" err="1">
                <a:solidFill>
                  <a:schemeClr val="tx1"/>
                </a:solidFill>
                <a:latin typeface="Times New Roman" panose="02020603050405020304" pitchFamily="18" charset="0"/>
              </a:rPr>
              <a:t>buf</a:t>
            </a:r>
            <a:r>
              <a:rPr lang="zh-CN" altLang="en-US" sz="1800" b="1" dirty="0">
                <a:solidFill>
                  <a:schemeClr val="tx1"/>
                </a:solidFill>
                <a:latin typeface="Times New Roman" panose="02020603050405020304" pitchFamily="18" charset="0"/>
              </a:rPr>
              <a:t>中有无信息</a:t>
            </a:r>
          </a:p>
          <a:p>
            <a:pPr algn="just" eaLnBrk="1" hangingPunct="1">
              <a:lnSpc>
                <a:spcPct val="110000"/>
              </a:lnSpc>
              <a:spcBef>
                <a:spcPct val="20000"/>
              </a:spcBef>
              <a:buFont typeface="Wingdings" panose="05000000000000000000" pitchFamily="2" charset="2"/>
              <a:buNone/>
            </a:pPr>
            <a:r>
              <a:rPr lang="zh-CN" altLang="en-US" sz="1800" b="1" dirty="0">
                <a:solidFill>
                  <a:schemeClr val="tx1"/>
                </a:solidFill>
                <a:latin typeface="Times New Roman" panose="02020603050405020304" pitchFamily="18" charset="0"/>
              </a:rPr>
              <a:t>        </a:t>
            </a:r>
            <a:r>
              <a:rPr lang="en-US" altLang="zh-CN" sz="1800" b="1" dirty="0">
                <a:solidFill>
                  <a:schemeClr val="tx1"/>
                </a:solidFill>
                <a:latin typeface="Times New Roman" panose="02020603050405020304" pitchFamily="18" charset="0"/>
              </a:rPr>
              <a:t>int s</a:t>
            </a:r>
            <a:r>
              <a:rPr lang="en-US" altLang="zh-CN" sz="1800" b="1" baseline="-25000" dirty="0">
                <a:solidFill>
                  <a:schemeClr val="tx1"/>
                </a:solidFill>
                <a:latin typeface="Times New Roman" panose="02020603050405020304" pitchFamily="18" charset="0"/>
              </a:rPr>
              <a:t>b</a:t>
            </a:r>
            <a:r>
              <a:rPr lang="en-US" altLang="zh-CN" sz="1800" b="1" dirty="0">
                <a:solidFill>
                  <a:schemeClr val="tx1"/>
                </a:solidFill>
                <a:latin typeface="Times New Roman" panose="02020603050405020304" pitchFamily="18" charset="0"/>
              </a:rPr>
              <a:t>=1</a:t>
            </a:r>
            <a:r>
              <a:rPr lang="zh-CN" altLang="en-US" sz="1800" b="1" dirty="0">
                <a:solidFill>
                  <a:schemeClr val="tx1"/>
                </a:solidFill>
                <a:latin typeface="Times New Roman" panose="02020603050405020304" pitchFamily="18" charset="0"/>
              </a:rPr>
              <a:t>；        </a:t>
            </a:r>
            <a:r>
              <a:rPr lang="en-US" altLang="zh-CN" sz="1800" b="1" dirty="0">
                <a:solidFill>
                  <a:schemeClr val="tx1"/>
                </a:solidFill>
                <a:latin typeface="Times New Roman" panose="02020603050405020304" pitchFamily="18" charset="0"/>
              </a:rPr>
              <a:t>// </a:t>
            </a:r>
            <a:r>
              <a:rPr lang="zh-CN" altLang="en-US" sz="1800" b="1" dirty="0">
                <a:solidFill>
                  <a:schemeClr val="tx1"/>
                </a:solidFill>
                <a:latin typeface="Times New Roman" panose="02020603050405020304" pitchFamily="18" charset="0"/>
              </a:rPr>
              <a:t>表示</a:t>
            </a:r>
            <a:r>
              <a:rPr lang="en-US" altLang="zh-CN" sz="1800" b="1" dirty="0" err="1">
                <a:solidFill>
                  <a:schemeClr val="tx1"/>
                </a:solidFill>
                <a:latin typeface="Times New Roman" panose="02020603050405020304" pitchFamily="18" charset="0"/>
              </a:rPr>
              <a:t>buf</a:t>
            </a:r>
            <a:r>
              <a:rPr lang="zh-CN" altLang="en-US" sz="1800" b="1" dirty="0">
                <a:solidFill>
                  <a:schemeClr val="tx1"/>
                </a:solidFill>
                <a:latin typeface="Times New Roman" panose="02020603050405020304" pitchFamily="18" charset="0"/>
              </a:rPr>
              <a:t>中有无空位置</a:t>
            </a:r>
          </a:p>
          <a:p>
            <a:pPr eaLnBrk="1" hangingPunct="1">
              <a:lnSpc>
                <a:spcPct val="110000"/>
              </a:lnSpc>
              <a:spcBef>
                <a:spcPct val="20000"/>
              </a:spcBef>
              <a:buFont typeface="Wingdings" panose="05000000000000000000" pitchFamily="2" charset="2"/>
              <a:buNone/>
            </a:pPr>
            <a:r>
              <a:rPr lang="zh-CN" altLang="en-US" sz="1800" b="1" dirty="0">
                <a:solidFill>
                  <a:schemeClr val="tx1"/>
                </a:solidFill>
                <a:latin typeface="Times New Roman" panose="02020603050405020304" pitchFamily="18" charset="0"/>
              </a:rPr>
              <a:t>        </a:t>
            </a:r>
            <a:r>
              <a:rPr lang="en-US" altLang="zh-CN" sz="1800" b="1" dirty="0" err="1">
                <a:solidFill>
                  <a:schemeClr val="tx1"/>
                </a:solidFill>
                <a:latin typeface="Times New Roman" panose="02020603050405020304" pitchFamily="18" charset="0"/>
              </a:rPr>
              <a:t>cobegin</a:t>
            </a:r>
            <a:endParaRPr lang="en-US" altLang="zh-CN" sz="1800" b="1" dirty="0">
              <a:solidFill>
                <a:schemeClr val="tx1"/>
              </a:solidFill>
              <a:latin typeface="Times New Roman" panose="02020603050405020304" pitchFamily="18" charset="0"/>
            </a:endParaRPr>
          </a:p>
          <a:p>
            <a:pPr algn="just" eaLnBrk="1" hangingPunct="1">
              <a:lnSpc>
                <a:spcPct val="110000"/>
              </a:lnSpc>
              <a:spcBef>
                <a:spcPct val="20000"/>
              </a:spcBef>
              <a:buFont typeface="Wingdings" panose="05000000000000000000" pitchFamily="2" charset="2"/>
              <a:buNone/>
            </a:pPr>
            <a:r>
              <a:rPr lang="en-US" altLang="zh-CN" sz="1800" b="1" dirty="0">
                <a:solidFill>
                  <a:schemeClr val="tx1"/>
                </a:solidFill>
                <a:latin typeface="Times New Roman" panose="02020603050405020304" pitchFamily="18" charset="0"/>
              </a:rPr>
              <a:t>                cp( )</a:t>
            </a:r>
            <a:r>
              <a:rPr lang="zh-CN" altLang="en-US" sz="1800" b="1" dirty="0">
                <a:solidFill>
                  <a:schemeClr val="tx1"/>
                </a:solidFill>
                <a:latin typeface="Times New Roman" panose="02020603050405020304" pitchFamily="18" charset="0"/>
              </a:rPr>
              <a:t>；</a:t>
            </a:r>
            <a:r>
              <a:rPr lang="en-US" altLang="zh-CN" sz="1800" b="1" dirty="0" err="1">
                <a:solidFill>
                  <a:schemeClr val="tx1"/>
                </a:solidFill>
                <a:latin typeface="Times New Roman" panose="02020603050405020304" pitchFamily="18" charset="0"/>
              </a:rPr>
              <a:t>iop</a:t>
            </a:r>
            <a:r>
              <a:rPr lang="en-US" altLang="zh-CN" sz="1800" b="1" dirty="0">
                <a:solidFill>
                  <a:schemeClr val="tx1"/>
                </a:solidFill>
                <a:latin typeface="Times New Roman" panose="02020603050405020304" pitchFamily="18" charset="0"/>
              </a:rPr>
              <a:t>( )</a:t>
            </a:r>
            <a:r>
              <a:rPr lang="zh-CN" altLang="en-US" sz="1800" b="1" dirty="0">
                <a:solidFill>
                  <a:schemeClr val="tx1"/>
                </a:solidFill>
                <a:latin typeface="Times New Roman" panose="02020603050405020304" pitchFamily="18" charset="0"/>
              </a:rPr>
              <a:t>；</a:t>
            </a:r>
          </a:p>
          <a:p>
            <a:pPr algn="just" eaLnBrk="1" hangingPunct="1">
              <a:lnSpc>
                <a:spcPct val="110000"/>
              </a:lnSpc>
              <a:spcBef>
                <a:spcPct val="20000"/>
              </a:spcBef>
              <a:buFont typeface="Wingdings" panose="05000000000000000000" pitchFamily="2" charset="2"/>
              <a:buNone/>
            </a:pPr>
            <a:r>
              <a:rPr lang="zh-CN" altLang="en-US" sz="1800" b="1" dirty="0">
                <a:solidFill>
                  <a:schemeClr val="tx1"/>
                </a:solidFill>
                <a:latin typeface="Times New Roman" panose="02020603050405020304" pitchFamily="18" charset="0"/>
              </a:rPr>
              <a:t>        </a:t>
            </a:r>
            <a:r>
              <a:rPr lang="en-US" altLang="zh-CN" sz="1800" b="1" dirty="0" err="1">
                <a:solidFill>
                  <a:schemeClr val="tx1"/>
                </a:solidFill>
                <a:latin typeface="Times New Roman" panose="02020603050405020304" pitchFamily="18" charset="0"/>
              </a:rPr>
              <a:t>coend</a:t>
            </a:r>
            <a:endParaRPr lang="en-US" altLang="zh-CN" sz="1800" b="1" dirty="0">
              <a:solidFill>
                <a:schemeClr val="tx1"/>
              </a:solidFill>
              <a:latin typeface="Times New Roman" panose="02020603050405020304" pitchFamily="18" charset="0"/>
            </a:endParaRPr>
          </a:p>
          <a:p>
            <a:pPr algn="just" eaLnBrk="1" hangingPunct="1">
              <a:lnSpc>
                <a:spcPct val="110000"/>
              </a:lnSpc>
              <a:spcBef>
                <a:spcPct val="20000"/>
              </a:spcBef>
              <a:buFont typeface="Wingdings" panose="05000000000000000000" pitchFamily="2" charset="2"/>
              <a:buNone/>
            </a:pPr>
            <a:r>
              <a:rPr lang="en-US" altLang="zh-CN" sz="1800" b="1" dirty="0">
                <a:solidFill>
                  <a:schemeClr val="tx1"/>
                </a:solidFill>
                <a:latin typeface="Times New Roman" panose="02020603050405020304" pitchFamily="18" charset="0"/>
              </a:rPr>
              <a:t>}</a:t>
            </a:r>
          </a:p>
        </p:txBody>
      </p:sp>
      <p:sp>
        <p:nvSpPr>
          <p:cNvPr id="12" name="文本框 11">
            <a:extLst>
              <a:ext uri="{FF2B5EF4-FFF2-40B4-BE49-F238E27FC236}">
                <a16:creationId xmlns:a16="http://schemas.microsoft.com/office/drawing/2014/main" id="{86148471-C198-C82D-E95B-3A5D830CBD8F}"/>
              </a:ext>
            </a:extLst>
          </p:cNvPr>
          <p:cNvSpPr txBox="1"/>
          <p:nvPr/>
        </p:nvSpPr>
        <p:spPr>
          <a:xfrm>
            <a:off x="5295933" y="1698408"/>
            <a:ext cx="6345342" cy="3615862"/>
          </a:xfrm>
          <a:prstGeom prst="rect">
            <a:avLst/>
          </a:prstGeom>
          <a:noFill/>
        </p:spPr>
        <p:txBody>
          <a:bodyPr wrap="square">
            <a:spAutoFit/>
          </a:bodyPr>
          <a:lstStyle/>
          <a:p>
            <a:pPr algn="just" eaLnBrk="1" hangingPunct="1">
              <a:lnSpc>
                <a:spcPct val="110000"/>
              </a:lnSpc>
              <a:spcBef>
                <a:spcPct val="20000"/>
              </a:spcBef>
              <a:buFont typeface="Wingdings" panose="05000000000000000000" pitchFamily="2" charset="2"/>
              <a:buNone/>
            </a:pPr>
            <a:r>
              <a:rPr lang="en-US" altLang="zh-CN" b="1" dirty="0">
                <a:solidFill>
                  <a:schemeClr val="tx1"/>
                </a:solidFill>
                <a:latin typeface="Times New Roman" panose="02020603050405020304" pitchFamily="18" charset="0"/>
              </a:rPr>
              <a:t>cp( )                                                    </a:t>
            </a:r>
            <a:r>
              <a:rPr lang="en-US" altLang="zh-CN" b="1" dirty="0" err="1">
                <a:solidFill>
                  <a:schemeClr val="tx1"/>
                </a:solidFill>
                <a:latin typeface="Times New Roman" panose="02020603050405020304" pitchFamily="18" charset="0"/>
              </a:rPr>
              <a:t>iop</a:t>
            </a:r>
            <a:r>
              <a:rPr lang="en-US" altLang="zh-CN" b="1" dirty="0">
                <a:solidFill>
                  <a:schemeClr val="tx1"/>
                </a:solidFill>
                <a:latin typeface="Times New Roman" panose="02020603050405020304" pitchFamily="18" charset="0"/>
              </a:rPr>
              <a:t>( ) </a:t>
            </a:r>
          </a:p>
          <a:p>
            <a:pPr algn="just" eaLnBrk="1" hangingPunct="1">
              <a:lnSpc>
                <a:spcPct val="110000"/>
              </a:lnSpc>
              <a:spcBef>
                <a:spcPct val="20000"/>
              </a:spcBef>
              <a:buFont typeface="Wingdings" panose="05000000000000000000" pitchFamily="2" charset="2"/>
              <a:buNone/>
            </a:pPr>
            <a:r>
              <a:rPr lang="en-US" altLang="zh-CN" b="1" dirty="0">
                <a:solidFill>
                  <a:schemeClr val="tx1"/>
                </a:solidFill>
                <a:latin typeface="Times New Roman" panose="02020603050405020304" pitchFamily="18" charset="0"/>
              </a:rPr>
              <a:t>{                                                         { </a:t>
            </a:r>
          </a:p>
          <a:p>
            <a:pPr algn="just" eaLnBrk="1" hangingPunct="1">
              <a:lnSpc>
                <a:spcPct val="110000"/>
              </a:lnSpc>
              <a:spcBef>
                <a:spcPct val="20000"/>
              </a:spcBef>
              <a:buFont typeface="Wingdings" panose="05000000000000000000" pitchFamily="2" charset="2"/>
              <a:buNone/>
            </a:pPr>
            <a:r>
              <a:rPr lang="en-US" altLang="zh-CN" b="1" dirty="0">
                <a:solidFill>
                  <a:schemeClr val="tx1"/>
                </a:solidFill>
                <a:latin typeface="Times New Roman" panose="02020603050405020304" pitchFamily="18" charset="0"/>
              </a:rPr>
              <a:t>        while(</a:t>
            </a:r>
            <a:r>
              <a:rPr lang="zh-CN" altLang="en-US" b="1" dirty="0">
                <a:solidFill>
                  <a:schemeClr val="tx1"/>
                </a:solidFill>
                <a:latin typeface="Times New Roman" panose="02020603050405020304" pitchFamily="18" charset="0"/>
              </a:rPr>
              <a:t>计算未完成</a:t>
            </a:r>
            <a:r>
              <a:rPr lang="en-US" altLang="zh-CN" b="1" dirty="0">
                <a:solidFill>
                  <a:schemeClr val="tx1"/>
                </a:solidFill>
                <a:latin typeface="Times New Roman" panose="02020603050405020304" pitchFamily="18" charset="0"/>
              </a:rPr>
              <a:t>)                           while(</a:t>
            </a:r>
            <a:r>
              <a:rPr lang="zh-CN" altLang="en-US" b="1" dirty="0">
                <a:solidFill>
                  <a:schemeClr val="tx1"/>
                </a:solidFill>
                <a:latin typeface="Times New Roman" panose="02020603050405020304" pitchFamily="18" charset="0"/>
              </a:rPr>
              <a:t>打印工作未完成</a:t>
            </a:r>
            <a:r>
              <a:rPr lang="en-US" altLang="zh-CN" b="1" dirty="0">
                <a:solidFill>
                  <a:schemeClr val="tx1"/>
                </a:solidFill>
                <a:latin typeface="Times New Roman" panose="02020603050405020304" pitchFamily="18" charset="0"/>
              </a:rPr>
              <a:t>) </a:t>
            </a:r>
          </a:p>
          <a:p>
            <a:pPr algn="just" eaLnBrk="1" hangingPunct="1">
              <a:lnSpc>
                <a:spcPct val="110000"/>
              </a:lnSpc>
              <a:spcBef>
                <a:spcPct val="20000"/>
              </a:spcBef>
              <a:buFont typeface="Wingdings" panose="05000000000000000000" pitchFamily="2" charset="2"/>
              <a:buNone/>
            </a:pPr>
            <a:r>
              <a:rPr lang="en-US" altLang="zh-CN" b="1" dirty="0">
                <a:solidFill>
                  <a:schemeClr val="tx1"/>
                </a:solidFill>
                <a:latin typeface="Times New Roman" panose="02020603050405020304" pitchFamily="18" charset="0"/>
              </a:rPr>
              <a:t>        {                                                        { </a:t>
            </a:r>
          </a:p>
          <a:p>
            <a:pPr algn="just" eaLnBrk="1" hangingPunct="1">
              <a:lnSpc>
                <a:spcPct val="110000"/>
              </a:lnSpc>
              <a:spcBef>
                <a:spcPct val="20000"/>
              </a:spcBef>
              <a:buFont typeface="Wingdings" panose="05000000000000000000" pitchFamily="2" charset="2"/>
              <a:buNone/>
            </a:pPr>
            <a:r>
              <a:rPr lang="en-US" altLang="zh-CN" b="1" dirty="0">
                <a:solidFill>
                  <a:schemeClr val="tx1"/>
                </a:solidFill>
                <a:latin typeface="Times New Roman" panose="02020603050405020304" pitchFamily="18" charset="0"/>
              </a:rPr>
              <a:t>                </a:t>
            </a:r>
            <a:r>
              <a:rPr lang="zh-CN" altLang="en-US" b="1" dirty="0">
                <a:solidFill>
                  <a:schemeClr val="tx1"/>
                </a:solidFill>
                <a:latin typeface="Times New Roman" panose="02020603050405020304" pitchFamily="18" charset="0"/>
              </a:rPr>
              <a:t>得到一个计算结果；                            </a:t>
            </a:r>
            <a:r>
              <a:rPr lang="en-US" altLang="zh-CN" b="1" dirty="0">
                <a:solidFill>
                  <a:schemeClr val="tx1"/>
                </a:solidFill>
                <a:latin typeface="Times New Roman" panose="02020603050405020304" pitchFamily="18" charset="0"/>
              </a:rPr>
              <a:t>p(</a:t>
            </a:r>
            <a:r>
              <a:rPr lang="en-US" altLang="zh-CN" b="1" dirty="0" err="1">
                <a:solidFill>
                  <a:schemeClr val="tx1"/>
                </a:solidFill>
                <a:latin typeface="Times New Roman" panose="02020603050405020304" pitchFamily="18" charset="0"/>
              </a:rPr>
              <a:t>s</a:t>
            </a:r>
            <a:r>
              <a:rPr lang="en-US" altLang="zh-CN" b="1" baseline="-25000" dirty="0" err="1">
                <a:solidFill>
                  <a:schemeClr val="tx1"/>
                </a:solidFill>
                <a:latin typeface="Times New Roman" panose="02020603050405020304" pitchFamily="18" charset="0"/>
              </a:rPr>
              <a:t>a</a:t>
            </a:r>
            <a:r>
              <a:rPr lang="en-US" altLang="zh-CN" b="1" dirty="0">
                <a:solidFill>
                  <a:schemeClr val="tx1"/>
                </a:solidFill>
                <a:latin typeface="Times New Roman" panose="02020603050405020304" pitchFamily="18" charset="0"/>
              </a:rPr>
              <a:t>)</a:t>
            </a:r>
            <a:r>
              <a:rPr lang="zh-CN" altLang="en-US" b="1" dirty="0">
                <a:solidFill>
                  <a:schemeClr val="tx1"/>
                </a:solidFill>
                <a:latin typeface="Times New Roman" panose="02020603050405020304" pitchFamily="18" charset="0"/>
              </a:rPr>
              <a:t>；</a:t>
            </a:r>
          </a:p>
          <a:p>
            <a:pPr algn="just" eaLnBrk="1" hangingPunct="1">
              <a:lnSpc>
                <a:spcPct val="110000"/>
              </a:lnSpc>
              <a:spcBef>
                <a:spcPct val="20000"/>
              </a:spcBef>
              <a:buFont typeface="Wingdings" panose="05000000000000000000" pitchFamily="2" charset="2"/>
              <a:buNone/>
            </a:pPr>
            <a:r>
              <a:rPr lang="zh-CN" altLang="en-US" b="1" dirty="0">
                <a:solidFill>
                  <a:schemeClr val="tx1"/>
                </a:solidFill>
                <a:latin typeface="Times New Roman" panose="02020603050405020304" pitchFamily="18" charset="0"/>
              </a:rPr>
              <a:t>                     </a:t>
            </a:r>
            <a:r>
              <a:rPr lang="en-US" altLang="zh-CN" b="1" dirty="0">
                <a:solidFill>
                  <a:schemeClr val="tx1"/>
                </a:solidFill>
                <a:latin typeface="Times New Roman" panose="02020603050405020304" pitchFamily="18" charset="0"/>
              </a:rPr>
              <a:t>p(s</a:t>
            </a:r>
            <a:r>
              <a:rPr lang="en-US" altLang="zh-CN" b="1" baseline="-25000" dirty="0">
                <a:solidFill>
                  <a:schemeClr val="tx1"/>
                </a:solidFill>
                <a:latin typeface="Times New Roman" panose="02020603050405020304" pitchFamily="18" charset="0"/>
              </a:rPr>
              <a:t>b</a:t>
            </a:r>
            <a:r>
              <a:rPr lang="en-US" altLang="zh-CN" b="1" dirty="0">
                <a:solidFill>
                  <a:schemeClr val="tx1"/>
                </a:solidFill>
                <a:latin typeface="Times New Roman" panose="02020603050405020304" pitchFamily="18" charset="0"/>
              </a:rPr>
              <a:t>)</a:t>
            </a:r>
            <a:r>
              <a:rPr lang="zh-CN" altLang="en-US" b="1" dirty="0">
                <a:solidFill>
                  <a:schemeClr val="tx1"/>
                </a:solidFill>
                <a:latin typeface="Times New Roman" panose="02020603050405020304" pitchFamily="18" charset="0"/>
              </a:rPr>
              <a:t>；                                         从缓冲区中取一数； </a:t>
            </a:r>
          </a:p>
          <a:p>
            <a:pPr algn="just" eaLnBrk="1" hangingPunct="1">
              <a:lnSpc>
                <a:spcPct val="110000"/>
              </a:lnSpc>
              <a:spcBef>
                <a:spcPct val="20000"/>
              </a:spcBef>
              <a:buFont typeface="Wingdings" panose="05000000000000000000" pitchFamily="2" charset="2"/>
              <a:buNone/>
            </a:pPr>
            <a:r>
              <a:rPr lang="zh-CN" altLang="en-US" b="1" dirty="0">
                <a:solidFill>
                  <a:schemeClr val="tx1"/>
                </a:solidFill>
                <a:latin typeface="Times New Roman" panose="02020603050405020304" pitchFamily="18" charset="0"/>
              </a:rPr>
              <a:t>                将数送到缓冲区中；                            </a:t>
            </a:r>
            <a:r>
              <a:rPr lang="en-US" altLang="zh-CN" b="1" dirty="0">
                <a:solidFill>
                  <a:schemeClr val="tx1"/>
                </a:solidFill>
                <a:latin typeface="Times New Roman" panose="02020603050405020304" pitchFamily="18" charset="0"/>
              </a:rPr>
              <a:t>v(s</a:t>
            </a:r>
            <a:r>
              <a:rPr lang="en-US" altLang="zh-CN" b="1" baseline="-25000" dirty="0">
                <a:solidFill>
                  <a:schemeClr val="tx1"/>
                </a:solidFill>
                <a:latin typeface="Times New Roman" panose="02020603050405020304" pitchFamily="18" charset="0"/>
              </a:rPr>
              <a:t>b</a:t>
            </a:r>
            <a:r>
              <a:rPr lang="en-US" altLang="zh-CN" b="1" dirty="0">
                <a:solidFill>
                  <a:schemeClr val="tx1"/>
                </a:solidFill>
                <a:latin typeface="Times New Roman" panose="02020603050405020304" pitchFamily="18" charset="0"/>
              </a:rPr>
              <a:t>)</a:t>
            </a:r>
            <a:r>
              <a:rPr lang="zh-CN" altLang="en-US" b="1" dirty="0">
                <a:solidFill>
                  <a:schemeClr val="tx1"/>
                </a:solidFill>
                <a:latin typeface="Times New Roman" panose="02020603050405020304" pitchFamily="18" charset="0"/>
              </a:rPr>
              <a:t>； </a:t>
            </a:r>
          </a:p>
          <a:p>
            <a:pPr algn="just" eaLnBrk="1" hangingPunct="1">
              <a:lnSpc>
                <a:spcPct val="110000"/>
              </a:lnSpc>
              <a:spcBef>
                <a:spcPct val="20000"/>
              </a:spcBef>
              <a:buFont typeface="Wingdings" panose="05000000000000000000" pitchFamily="2" charset="2"/>
              <a:buNone/>
            </a:pPr>
            <a:r>
              <a:rPr lang="zh-CN" altLang="en-US" b="1" dirty="0">
                <a:solidFill>
                  <a:schemeClr val="tx1"/>
                </a:solidFill>
                <a:latin typeface="Times New Roman" panose="02020603050405020304" pitchFamily="18" charset="0"/>
              </a:rPr>
              <a:t>                     </a:t>
            </a:r>
            <a:r>
              <a:rPr lang="en-US" altLang="zh-CN" b="1" dirty="0">
                <a:solidFill>
                  <a:schemeClr val="tx1"/>
                </a:solidFill>
                <a:latin typeface="Times New Roman" panose="02020603050405020304" pitchFamily="18" charset="0"/>
              </a:rPr>
              <a:t>v(</a:t>
            </a:r>
            <a:r>
              <a:rPr lang="en-US" altLang="zh-CN" b="1" dirty="0" err="1">
                <a:solidFill>
                  <a:schemeClr val="tx1"/>
                </a:solidFill>
                <a:latin typeface="Times New Roman" panose="02020603050405020304" pitchFamily="18" charset="0"/>
              </a:rPr>
              <a:t>s</a:t>
            </a:r>
            <a:r>
              <a:rPr lang="en-US" altLang="zh-CN" b="1" baseline="-25000" dirty="0" err="1">
                <a:solidFill>
                  <a:schemeClr val="tx1"/>
                </a:solidFill>
                <a:latin typeface="Times New Roman" panose="02020603050405020304" pitchFamily="18" charset="0"/>
              </a:rPr>
              <a:t>a</a:t>
            </a:r>
            <a:r>
              <a:rPr lang="en-US" altLang="zh-CN" b="1" dirty="0">
                <a:solidFill>
                  <a:schemeClr val="tx1"/>
                </a:solidFill>
                <a:latin typeface="Times New Roman" panose="02020603050405020304" pitchFamily="18" charset="0"/>
              </a:rPr>
              <a:t>)</a:t>
            </a:r>
            <a:r>
              <a:rPr lang="zh-CN" altLang="en-US" b="1" dirty="0">
                <a:solidFill>
                  <a:schemeClr val="tx1"/>
                </a:solidFill>
                <a:latin typeface="Times New Roman" panose="02020603050405020304" pitchFamily="18" charset="0"/>
              </a:rPr>
              <a:t>；                                          从打印机上输出；</a:t>
            </a:r>
          </a:p>
          <a:p>
            <a:pPr algn="just" eaLnBrk="1" hangingPunct="1">
              <a:lnSpc>
                <a:spcPct val="110000"/>
              </a:lnSpc>
              <a:spcBef>
                <a:spcPct val="20000"/>
              </a:spcBef>
              <a:buFont typeface="Wingdings" panose="05000000000000000000" pitchFamily="2" charset="2"/>
              <a:buNone/>
            </a:pPr>
            <a:r>
              <a:rPr lang="zh-CN" altLang="en-US" b="1" dirty="0">
                <a:solidFill>
                  <a:schemeClr val="tx1"/>
                </a:solidFill>
                <a:latin typeface="Times New Roman" panose="02020603050405020304" pitchFamily="18" charset="0"/>
              </a:rPr>
              <a:t>        </a:t>
            </a:r>
            <a:r>
              <a:rPr lang="en-US" altLang="zh-CN" b="1" dirty="0">
                <a:solidFill>
                  <a:schemeClr val="tx1"/>
                </a:solidFill>
                <a:latin typeface="Times New Roman" panose="02020603050405020304" pitchFamily="18" charset="0"/>
              </a:rPr>
              <a:t>}                                                        }</a:t>
            </a:r>
          </a:p>
          <a:p>
            <a:pPr algn="just" eaLnBrk="1" hangingPunct="1">
              <a:lnSpc>
                <a:spcPct val="110000"/>
              </a:lnSpc>
              <a:spcBef>
                <a:spcPct val="20000"/>
              </a:spcBef>
              <a:buFont typeface="Wingdings" panose="05000000000000000000" pitchFamily="2" charset="2"/>
              <a:buNone/>
            </a:pPr>
            <a:r>
              <a:rPr lang="en-US" altLang="zh-CN" b="1" dirty="0">
                <a:solidFill>
                  <a:schemeClr val="tx1"/>
                </a:solidFill>
                <a:latin typeface="Times New Roman" panose="02020603050405020304" pitchFamily="18" charset="0"/>
              </a:rPr>
              <a:t> }                                                        }  </a:t>
            </a:r>
          </a:p>
        </p:txBody>
      </p:sp>
    </p:spTree>
    <p:extLst>
      <p:ext uri="{BB962C8B-B14F-4D97-AF65-F5344CB8AC3E}">
        <p14:creationId xmlns:p14="http://schemas.microsoft.com/office/powerpoint/2010/main" val="393822590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思考</a:t>
            </a:r>
          </a:p>
        </p:txBody>
      </p:sp>
      <p:sp>
        <p:nvSpPr>
          <p:cNvPr id="3" name="内容占位符 2"/>
          <p:cNvSpPr>
            <a:spLocks noGrp="1"/>
          </p:cNvSpPr>
          <p:nvPr>
            <p:ph idx="1"/>
          </p:nvPr>
        </p:nvSpPr>
        <p:spPr/>
        <p:txBody>
          <a:bodyPr/>
          <a:lstStyle/>
          <a:p>
            <a:r>
              <a:rPr lang="en-US" altLang="zh-CN" dirty="0" err="1"/>
              <a:t>cp</a:t>
            </a:r>
            <a:r>
              <a:rPr lang="en-US" altLang="zh-CN" dirty="0"/>
              <a:t>/</a:t>
            </a:r>
            <a:r>
              <a:rPr lang="en-US" altLang="zh-CN" dirty="0" err="1"/>
              <a:t>iop</a:t>
            </a:r>
            <a:r>
              <a:rPr lang="zh-CN" altLang="en-US" dirty="0"/>
              <a:t>问题的最终目标是实现</a:t>
            </a:r>
            <a:r>
              <a:rPr lang="en-US" altLang="zh-CN" dirty="0" err="1"/>
              <a:t>cp</a:t>
            </a:r>
            <a:r>
              <a:rPr lang="zh-CN" altLang="en-US" dirty="0"/>
              <a:t>所产生的计算结果的逐个打印</a:t>
            </a:r>
            <a:endParaRPr lang="en-US" altLang="zh-CN" dirty="0"/>
          </a:p>
          <a:p>
            <a:r>
              <a:rPr lang="zh-CN" altLang="en-US" dirty="0"/>
              <a:t>比较以下两种方式的不同</a:t>
            </a:r>
            <a:endParaRPr lang="en-US" altLang="zh-CN" dirty="0"/>
          </a:p>
          <a:p>
            <a:pPr lvl="1"/>
            <a:r>
              <a:rPr lang="zh-CN" altLang="en-US" sz="2400" dirty="0"/>
              <a:t>顺序执行</a:t>
            </a:r>
            <a:r>
              <a:rPr lang="en-US" altLang="zh-CN" sz="2400" dirty="0" err="1"/>
              <a:t>cp</a:t>
            </a:r>
            <a:r>
              <a:rPr lang="zh-CN" altLang="en-US" sz="2400" dirty="0"/>
              <a:t>和</a:t>
            </a:r>
            <a:r>
              <a:rPr lang="en-US" altLang="zh-CN" sz="2400" dirty="0" err="1"/>
              <a:t>iop</a:t>
            </a:r>
            <a:endParaRPr lang="en-US" altLang="zh-CN" sz="2400" dirty="0"/>
          </a:p>
          <a:p>
            <a:pPr lvl="2"/>
            <a:r>
              <a:rPr lang="zh-CN" altLang="en-US" sz="2400" dirty="0"/>
              <a:t>设计一个程序，顺序执行</a:t>
            </a:r>
            <a:r>
              <a:rPr lang="en-US" altLang="zh-CN" sz="2400" dirty="0" err="1"/>
              <a:t>cp</a:t>
            </a:r>
            <a:r>
              <a:rPr lang="zh-CN" altLang="en-US" sz="2400" dirty="0"/>
              <a:t>计算，计算完成后执行</a:t>
            </a:r>
            <a:r>
              <a:rPr lang="en-US" altLang="zh-CN" sz="2400" dirty="0" err="1"/>
              <a:t>iop</a:t>
            </a:r>
            <a:r>
              <a:rPr lang="zh-CN" altLang="en-US" sz="2400" dirty="0"/>
              <a:t>打印动作。重复以上动作</a:t>
            </a:r>
            <a:endParaRPr lang="en-US" altLang="zh-CN" sz="2400" dirty="0"/>
          </a:p>
          <a:p>
            <a:pPr lvl="1"/>
            <a:r>
              <a:rPr lang="zh-CN" altLang="en-US" sz="2400" dirty="0"/>
              <a:t>并发执行</a:t>
            </a:r>
            <a:r>
              <a:rPr lang="en-US" altLang="zh-CN" sz="2400" dirty="0" err="1"/>
              <a:t>cp</a:t>
            </a:r>
            <a:r>
              <a:rPr lang="zh-CN" altLang="en-US" sz="2400" dirty="0"/>
              <a:t>和</a:t>
            </a:r>
            <a:r>
              <a:rPr lang="en-US" altLang="zh-CN" sz="2400" dirty="0" err="1"/>
              <a:t>iop</a:t>
            </a:r>
            <a:endParaRPr lang="en-US" altLang="zh-CN" sz="2400" dirty="0"/>
          </a:p>
          <a:p>
            <a:pPr lvl="2"/>
            <a:r>
              <a:rPr lang="en-US" altLang="zh-CN" sz="2400" dirty="0" err="1"/>
              <a:t>cp</a:t>
            </a:r>
            <a:r>
              <a:rPr lang="zh-CN" altLang="en-US" sz="2400" dirty="0"/>
              <a:t>和</a:t>
            </a:r>
            <a:r>
              <a:rPr lang="en-US" altLang="zh-CN" sz="2400" dirty="0" err="1"/>
              <a:t>iop</a:t>
            </a:r>
            <a:r>
              <a:rPr lang="zh-CN" altLang="en-US" sz="2400" dirty="0"/>
              <a:t>两个进程并行，通过信号灯和</a:t>
            </a:r>
            <a:r>
              <a:rPr lang="en-US" altLang="zh-CN" sz="2400" dirty="0"/>
              <a:t>P</a:t>
            </a:r>
            <a:r>
              <a:rPr lang="zh-CN" altLang="en-US" sz="2400" dirty="0"/>
              <a:t>、</a:t>
            </a:r>
            <a:r>
              <a:rPr lang="en-US" altLang="zh-CN" sz="2400" dirty="0"/>
              <a:t>V</a:t>
            </a:r>
            <a:r>
              <a:rPr lang="zh-CN" altLang="en-US" sz="2400" dirty="0"/>
              <a:t>操作实现同步</a:t>
            </a:r>
          </a:p>
        </p:txBody>
      </p:sp>
    </p:spTree>
    <p:extLst>
      <p:ext uri="{BB962C8B-B14F-4D97-AF65-F5344CB8AC3E}">
        <p14:creationId xmlns:p14="http://schemas.microsoft.com/office/powerpoint/2010/main" val="182263703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206345-DCBE-D9A7-11D6-09F5731C3A5A}"/>
              </a:ext>
            </a:extLst>
          </p:cNvPr>
          <p:cNvSpPr>
            <a:spLocks noGrp="1"/>
          </p:cNvSpPr>
          <p:nvPr>
            <p:ph type="title"/>
          </p:nvPr>
        </p:nvSpPr>
        <p:spPr/>
        <p:txBody>
          <a:bodyPr>
            <a:normAutofit/>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进程互斥与同步的实现</a:t>
            </a:r>
            <a:endParaRPr lang="zh-CN" altLang="en-US" dirty="0"/>
          </a:p>
        </p:txBody>
      </p:sp>
      <p:sp>
        <p:nvSpPr>
          <p:cNvPr id="6" name="Rectangle 3">
            <a:extLst>
              <a:ext uri="{FF2B5EF4-FFF2-40B4-BE49-F238E27FC236}">
                <a16:creationId xmlns:a16="http://schemas.microsoft.com/office/drawing/2014/main" id="{2DBEBA71-702E-4E6E-36BB-02D5AFE49936}"/>
              </a:ext>
            </a:extLst>
          </p:cNvPr>
          <p:cNvSpPr>
            <a:spLocks noChangeArrowheads="1"/>
          </p:cNvSpPr>
          <p:nvPr/>
        </p:nvSpPr>
        <p:spPr bwMode="auto">
          <a:xfrm>
            <a:off x="173419" y="1065329"/>
            <a:ext cx="8405812" cy="11685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a:lnSpc>
                <a:spcPct val="120000"/>
              </a:lnSpc>
              <a:buClr>
                <a:schemeClr val="tx2"/>
              </a:buClr>
              <a:buSzPct val="95000"/>
              <a:buFont typeface="Wingdings" panose="05000000000000000000" pitchFamily="2" charset="2"/>
              <a:buNone/>
              <a:defRPr/>
            </a:pPr>
            <a:r>
              <a:rPr lang="en-US" altLang="zh-CN" sz="2800" b="1" dirty="0">
                <a:solidFill>
                  <a:srgbClr val="335F90"/>
                </a:solidFill>
                <a:latin typeface="Times New Roman" panose="02020603050405020304" pitchFamily="18" charset="0"/>
              </a:rPr>
              <a:t>4.  </a:t>
            </a:r>
            <a:r>
              <a:rPr lang="zh-CN" altLang="en-US" sz="2800" b="1" dirty="0">
                <a:solidFill>
                  <a:srgbClr val="335F90"/>
                </a:solidFill>
                <a:latin typeface="Times New Roman" panose="02020603050405020304" pitchFamily="18" charset="0"/>
              </a:rPr>
              <a:t>生产者</a:t>
            </a:r>
            <a:r>
              <a:rPr lang="en-US" altLang="zh-CN" sz="2800" b="1" dirty="0">
                <a:solidFill>
                  <a:srgbClr val="335F90"/>
                </a:solidFill>
                <a:latin typeface="Times New Roman" panose="02020603050405020304" pitchFamily="18" charset="0"/>
              </a:rPr>
              <a:t>——</a:t>
            </a:r>
            <a:r>
              <a:rPr lang="zh-CN" altLang="en-US" sz="2800" b="1" dirty="0">
                <a:solidFill>
                  <a:srgbClr val="335F90"/>
                </a:solidFill>
                <a:latin typeface="Times New Roman" panose="02020603050405020304" pitchFamily="18" charset="0"/>
              </a:rPr>
              <a:t>消费者问题</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800" dirty="0">
                <a:solidFill>
                  <a:srgbClr val="A50021"/>
                </a:solidFill>
                <a:latin typeface="Times New Roman" panose="02020603050405020304" pitchFamily="18" charset="0"/>
              </a:rPr>
              <a:t>      </a:t>
            </a:r>
            <a:r>
              <a:rPr lang="en-US" altLang="zh-CN" sz="2800" dirty="0">
                <a:solidFill>
                  <a:srgbClr val="A50021"/>
                </a:solidFill>
                <a:latin typeface="Times New Roman" panose="02020603050405020304" pitchFamily="18" charset="0"/>
              </a:rPr>
              <a:t>(1) </a:t>
            </a:r>
            <a:r>
              <a:rPr lang="zh-CN" altLang="en-US" sz="2800" dirty="0">
                <a:solidFill>
                  <a:srgbClr val="A50021"/>
                </a:solidFill>
                <a:latin typeface="Times New Roman" panose="02020603050405020304" pitchFamily="18" charset="0"/>
              </a:rPr>
              <a:t>生产者</a:t>
            </a:r>
            <a:r>
              <a:rPr lang="en-US" altLang="zh-CN" sz="2800" dirty="0">
                <a:solidFill>
                  <a:srgbClr val="A50021"/>
                </a:solidFill>
                <a:latin typeface="Times New Roman" panose="02020603050405020304" pitchFamily="18" charset="0"/>
              </a:rPr>
              <a:t>——</a:t>
            </a:r>
            <a:r>
              <a:rPr lang="zh-CN" altLang="en-US" sz="2800" dirty="0">
                <a:solidFill>
                  <a:srgbClr val="A50021"/>
                </a:solidFill>
                <a:latin typeface="Times New Roman" panose="02020603050405020304" pitchFamily="18" charset="0"/>
              </a:rPr>
              <a:t>消费者问题的例子</a:t>
            </a:r>
            <a:r>
              <a:rPr lang="zh-CN" altLang="en-US" sz="2000" b="0" dirty="0">
                <a:effectLst/>
                <a:latin typeface="Times New Roman" panose="02020603050405020304" pitchFamily="18" charset="0"/>
              </a:rPr>
              <a:t>          </a:t>
            </a:r>
            <a:endParaRPr lang="zh-CN" altLang="en-US" sz="2000" b="0" dirty="0">
              <a:latin typeface="Times New Roman" panose="02020603050405020304" pitchFamily="18" charset="0"/>
            </a:endParaRPr>
          </a:p>
        </p:txBody>
      </p:sp>
      <p:sp>
        <p:nvSpPr>
          <p:cNvPr id="7" name="Rectangle 11">
            <a:extLst>
              <a:ext uri="{FF2B5EF4-FFF2-40B4-BE49-F238E27FC236}">
                <a16:creationId xmlns:a16="http://schemas.microsoft.com/office/drawing/2014/main" id="{535F11C0-8FD4-7FB7-5A8C-88D0E6F57C07}"/>
              </a:ext>
            </a:extLst>
          </p:cNvPr>
          <p:cNvSpPr>
            <a:spLocks noChangeArrowheads="1"/>
          </p:cNvSpPr>
          <p:nvPr/>
        </p:nvSpPr>
        <p:spPr bwMode="auto">
          <a:xfrm>
            <a:off x="697294" y="2443279"/>
            <a:ext cx="6186487" cy="173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30000"/>
              </a:lnSpc>
              <a:buFont typeface="Wingdings" panose="05000000000000000000" pitchFamily="2" charset="2"/>
              <a:buNone/>
            </a:pPr>
            <a:r>
              <a:rPr lang="en-US" altLang="zh-CN" sz="2400" dirty="0">
                <a:solidFill>
                  <a:srgbClr val="000099"/>
                </a:solidFill>
                <a:latin typeface="Times New Roman" panose="02020603050405020304" pitchFamily="18" charset="0"/>
              </a:rPr>
              <a:t>①</a:t>
            </a:r>
            <a:r>
              <a:rPr lang="en-US" altLang="zh-CN" sz="2400" dirty="0">
                <a:solidFill>
                  <a:srgbClr val="000099"/>
                </a:solidFill>
                <a:latin typeface="宋体" panose="02010600030101010101" pitchFamily="2" charset="-122"/>
              </a:rPr>
              <a:t> </a:t>
            </a:r>
            <a:r>
              <a:rPr lang="zh-CN" altLang="en-US" sz="2400" dirty="0">
                <a:solidFill>
                  <a:srgbClr val="000099"/>
                </a:solidFill>
                <a:latin typeface="Times New Roman" panose="02020603050405020304" pitchFamily="18" charset="0"/>
              </a:rPr>
              <a:t>计算进程和打印进程</a:t>
            </a:r>
          </a:p>
          <a:p>
            <a:pPr eaLnBrk="1" hangingPunct="1">
              <a:lnSpc>
                <a:spcPct val="130000"/>
              </a:lnSpc>
              <a:buFont typeface="Wingdings" panose="05000000000000000000" pitchFamily="2" charset="2"/>
              <a:buNone/>
            </a:pPr>
            <a:r>
              <a:rPr lang="zh-CN" altLang="en-US" sz="2400" b="0" dirty="0">
                <a:solidFill>
                  <a:schemeClr val="tx1"/>
                </a:solidFill>
                <a:latin typeface="Times New Roman" panose="02020603050405020304" pitchFamily="18" charset="0"/>
              </a:rPr>
              <a:t>      计算进程 </a:t>
            </a:r>
            <a:r>
              <a:rPr lang="en-US" altLang="zh-CN" sz="2400" b="0" dirty="0">
                <a:solidFill>
                  <a:schemeClr val="tx1"/>
                </a:solidFill>
                <a:latin typeface="Times New Roman" panose="02020603050405020304" pitchFamily="18" charset="0"/>
              </a:rPr>
              <a:t>cp</a:t>
            </a:r>
            <a:r>
              <a:rPr lang="zh-CN" altLang="en-US" sz="2400" b="0" dirty="0">
                <a:solidFill>
                  <a:schemeClr val="tx1"/>
                </a:solidFill>
                <a:latin typeface="Times New Roman" panose="02020603050405020304" pitchFamily="18" charset="0"/>
              </a:rPr>
              <a:t>不断产生数据，是生产者；</a:t>
            </a:r>
          </a:p>
          <a:p>
            <a:pPr eaLnBrk="1" hangingPunct="1">
              <a:lnSpc>
                <a:spcPct val="130000"/>
              </a:lnSpc>
              <a:buFont typeface="Wingdings" panose="05000000000000000000" pitchFamily="2" charset="2"/>
              <a:buNone/>
            </a:pPr>
            <a:r>
              <a:rPr lang="zh-CN" altLang="en-US" sz="2400" b="0" dirty="0">
                <a:solidFill>
                  <a:schemeClr val="tx1"/>
                </a:solidFill>
                <a:latin typeface="Times New Roman" panose="02020603050405020304" pitchFamily="18" charset="0"/>
              </a:rPr>
              <a:t>      打印进程 </a:t>
            </a:r>
            <a:r>
              <a:rPr lang="en-US" altLang="zh-CN" sz="2400" b="0" dirty="0" err="1">
                <a:solidFill>
                  <a:schemeClr val="tx1"/>
                </a:solidFill>
                <a:latin typeface="Times New Roman" panose="02020603050405020304" pitchFamily="18" charset="0"/>
              </a:rPr>
              <a:t>iop</a:t>
            </a:r>
            <a:r>
              <a:rPr lang="zh-CN" altLang="en-US" sz="2400" b="0" dirty="0">
                <a:solidFill>
                  <a:schemeClr val="tx1"/>
                </a:solidFill>
                <a:latin typeface="Times New Roman" panose="02020603050405020304" pitchFamily="18" charset="0"/>
              </a:rPr>
              <a:t>不断打印数据，是消费者。    </a:t>
            </a:r>
          </a:p>
        </p:txBody>
      </p:sp>
      <p:sp>
        <p:nvSpPr>
          <p:cNvPr id="8" name="Rectangle 12">
            <a:extLst>
              <a:ext uri="{FF2B5EF4-FFF2-40B4-BE49-F238E27FC236}">
                <a16:creationId xmlns:a16="http://schemas.microsoft.com/office/drawing/2014/main" id="{2B77BB74-45FF-934A-D5FC-D449CE6F4795}"/>
              </a:ext>
            </a:extLst>
          </p:cNvPr>
          <p:cNvSpPr>
            <a:spLocks noChangeArrowheads="1"/>
          </p:cNvSpPr>
          <p:nvPr/>
        </p:nvSpPr>
        <p:spPr bwMode="auto">
          <a:xfrm>
            <a:off x="698881" y="4359392"/>
            <a:ext cx="7129463" cy="173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30000"/>
              </a:lnSpc>
              <a:buFont typeface="Wingdings" panose="05000000000000000000" pitchFamily="2" charset="2"/>
              <a:buNone/>
            </a:pPr>
            <a:r>
              <a:rPr lang="en-US" altLang="zh-CN" sz="2400">
                <a:solidFill>
                  <a:srgbClr val="000099"/>
                </a:solidFill>
                <a:latin typeface="宋体" panose="02010600030101010101" pitchFamily="2" charset="-122"/>
              </a:rPr>
              <a:t>② </a:t>
            </a:r>
            <a:r>
              <a:rPr lang="zh-CN" altLang="en-US" sz="2400">
                <a:solidFill>
                  <a:srgbClr val="000099"/>
                </a:solidFill>
                <a:latin typeface="Times New Roman" panose="02020603050405020304" pitchFamily="18" charset="0"/>
              </a:rPr>
              <a:t>通信问题</a:t>
            </a:r>
          </a:p>
          <a:p>
            <a:pPr eaLnBrk="1" hangingPunct="1">
              <a:lnSpc>
                <a:spcPct val="130000"/>
              </a:lnSpc>
              <a:buFont typeface="Wingdings" panose="05000000000000000000" pitchFamily="2" charset="2"/>
              <a:buNone/>
            </a:pPr>
            <a:r>
              <a:rPr lang="zh-CN" altLang="en-US" sz="2400" b="0">
                <a:solidFill>
                  <a:schemeClr val="tx1"/>
                </a:solidFill>
                <a:latin typeface="Times New Roman" panose="02020603050405020304" pitchFamily="18" charset="0"/>
              </a:rPr>
              <a:t>      发消息进程 </a:t>
            </a:r>
            <a:r>
              <a:rPr lang="en-US" altLang="zh-CN" sz="2400" b="0">
                <a:solidFill>
                  <a:schemeClr val="tx1"/>
                </a:solidFill>
                <a:latin typeface="Times New Roman" panose="02020603050405020304" pitchFamily="18" charset="0"/>
              </a:rPr>
              <a:t>send</a:t>
            </a:r>
            <a:r>
              <a:rPr lang="zh-CN" altLang="en-US" sz="2400" b="0">
                <a:solidFill>
                  <a:schemeClr val="tx1"/>
                </a:solidFill>
                <a:latin typeface="Times New Roman" panose="02020603050405020304" pitchFamily="18" charset="0"/>
              </a:rPr>
              <a:t>不断产生消息，是生产者；</a:t>
            </a:r>
          </a:p>
          <a:p>
            <a:pPr eaLnBrk="1" hangingPunct="1">
              <a:lnSpc>
                <a:spcPct val="130000"/>
              </a:lnSpc>
              <a:buFont typeface="Wingdings" panose="05000000000000000000" pitchFamily="2" charset="2"/>
              <a:buNone/>
            </a:pPr>
            <a:r>
              <a:rPr lang="zh-CN" altLang="en-US" sz="2400" b="0">
                <a:solidFill>
                  <a:schemeClr val="tx1"/>
                </a:solidFill>
                <a:latin typeface="Times New Roman" panose="02020603050405020304" pitchFamily="18" charset="0"/>
              </a:rPr>
              <a:t>      收消息进程 </a:t>
            </a:r>
            <a:r>
              <a:rPr lang="en-US" altLang="zh-CN" sz="2400" b="0">
                <a:solidFill>
                  <a:schemeClr val="tx1"/>
                </a:solidFill>
                <a:latin typeface="Times New Roman" panose="02020603050405020304" pitchFamily="18" charset="0"/>
              </a:rPr>
              <a:t>receive</a:t>
            </a:r>
            <a:r>
              <a:rPr lang="zh-CN" altLang="en-US" sz="2400" b="0">
                <a:solidFill>
                  <a:schemeClr val="tx1"/>
                </a:solidFill>
                <a:latin typeface="Times New Roman" panose="02020603050405020304" pitchFamily="18" charset="0"/>
              </a:rPr>
              <a:t>不断接收消息，是消费者。 </a:t>
            </a:r>
          </a:p>
        </p:txBody>
      </p:sp>
    </p:spTree>
    <p:extLst>
      <p:ext uri="{BB962C8B-B14F-4D97-AF65-F5344CB8AC3E}">
        <p14:creationId xmlns:p14="http://schemas.microsoft.com/office/powerpoint/2010/main" val="49440405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206345-DCBE-D9A7-11D6-09F5731C3A5A}"/>
              </a:ext>
            </a:extLst>
          </p:cNvPr>
          <p:cNvSpPr>
            <a:spLocks noGrp="1"/>
          </p:cNvSpPr>
          <p:nvPr>
            <p:ph type="title"/>
          </p:nvPr>
        </p:nvSpPr>
        <p:spPr/>
        <p:txBody>
          <a:bodyPr>
            <a:normAutofit/>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进程互斥与同步的实现</a:t>
            </a:r>
            <a:endParaRPr lang="zh-CN" altLang="en-US" dirty="0"/>
          </a:p>
        </p:txBody>
      </p:sp>
      <p:sp>
        <p:nvSpPr>
          <p:cNvPr id="37" name="Rectangle 3">
            <a:extLst>
              <a:ext uri="{FF2B5EF4-FFF2-40B4-BE49-F238E27FC236}">
                <a16:creationId xmlns:a16="http://schemas.microsoft.com/office/drawing/2014/main" id="{BD94C6BA-A1FF-711B-2665-B0008D50C4EA}"/>
              </a:ext>
            </a:extLst>
          </p:cNvPr>
          <p:cNvSpPr>
            <a:spLocks noChangeArrowheads="1"/>
          </p:cNvSpPr>
          <p:nvPr/>
        </p:nvSpPr>
        <p:spPr bwMode="auto">
          <a:xfrm>
            <a:off x="720430" y="830079"/>
            <a:ext cx="8405812" cy="60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eaLnBrk="1" hangingPunct="1">
              <a:lnSpc>
                <a:spcPct val="120000"/>
              </a:lnSpc>
              <a:spcBef>
                <a:spcPct val="20000"/>
              </a:spcBef>
              <a:buClr>
                <a:schemeClr val="tx2"/>
              </a:buClr>
              <a:buSzPct val="95000"/>
              <a:buFont typeface="Wingdings" panose="05000000000000000000" pitchFamily="2" charset="2"/>
              <a:buNone/>
              <a:defRPr/>
            </a:pPr>
            <a:r>
              <a:rPr lang="en-US" altLang="zh-CN" sz="2800" dirty="0">
                <a:solidFill>
                  <a:srgbClr val="A50021"/>
                </a:solidFill>
                <a:latin typeface="Times New Roman" panose="02020603050405020304" pitchFamily="18" charset="0"/>
              </a:rPr>
              <a:t>(2) </a:t>
            </a:r>
            <a:r>
              <a:rPr lang="zh-CN" altLang="en-US" sz="2800" dirty="0">
                <a:solidFill>
                  <a:srgbClr val="A50021"/>
                </a:solidFill>
                <a:latin typeface="Times New Roman" panose="02020603050405020304" pitchFamily="18" charset="0"/>
              </a:rPr>
              <a:t>生产者</a:t>
            </a:r>
            <a:r>
              <a:rPr lang="en-US" altLang="zh-CN" sz="2800" dirty="0">
                <a:solidFill>
                  <a:srgbClr val="A50021"/>
                </a:solidFill>
                <a:latin typeface="Times New Roman" panose="02020603050405020304" pitchFamily="18" charset="0"/>
              </a:rPr>
              <a:t>——</a:t>
            </a:r>
            <a:r>
              <a:rPr lang="zh-CN" altLang="en-US" sz="2800" dirty="0">
                <a:solidFill>
                  <a:srgbClr val="A50021"/>
                </a:solidFill>
                <a:latin typeface="Times New Roman" panose="02020603050405020304" pitchFamily="18" charset="0"/>
              </a:rPr>
              <a:t>消费者问题的一般解答</a:t>
            </a:r>
            <a:r>
              <a:rPr lang="zh-CN" altLang="en-US" sz="2000" b="0" dirty="0">
                <a:effectLst/>
                <a:latin typeface="Times New Roman" panose="02020603050405020304" pitchFamily="18" charset="0"/>
              </a:rPr>
              <a:t>         </a:t>
            </a:r>
          </a:p>
        </p:txBody>
      </p:sp>
      <p:sp>
        <p:nvSpPr>
          <p:cNvPr id="38" name="Rectangle 5">
            <a:extLst>
              <a:ext uri="{FF2B5EF4-FFF2-40B4-BE49-F238E27FC236}">
                <a16:creationId xmlns:a16="http://schemas.microsoft.com/office/drawing/2014/main" id="{3C9C9776-B31E-49F0-107C-21C79D7B534A}"/>
              </a:ext>
            </a:extLst>
          </p:cNvPr>
          <p:cNvSpPr>
            <a:spLocks noChangeArrowheads="1"/>
          </p:cNvSpPr>
          <p:nvPr/>
        </p:nvSpPr>
        <p:spPr bwMode="auto">
          <a:xfrm>
            <a:off x="1030818" y="1404753"/>
            <a:ext cx="6186487"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20000"/>
              </a:lnSpc>
              <a:buFont typeface="Wingdings" panose="05000000000000000000" pitchFamily="2" charset="2"/>
              <a:buNone/>
            </a:pPr>
            <a:r>
              <a:rPr lang="en-US" altLang="zh-CN" sz="2400">
                <a:solidFill>
                  <a:srgbClr val="000099"/>
                </a:solidFill>
                <a:latin typeface="Times New Roman" panose="02020603050405020304" pitchFamily="18" charset="0"/>
              </a:rPr>
              <a:t>① </a:t>
            </a:r>
            <a:r>
              <a:rPr lang="zh-CN" altLang="en-US" sz="2400">
                <a:solidFill>
                  <a:srgbClr val="000099"/>
                </a:solidFill>
                <a:latin typeface="Times New Roman" panose="02020603050405020304" pitchFamily="18" charset="0"/>
              </a:rPr>
              <a:t>生产者</a:t>
            </a:r>
            <a:r>
              <a:rPr lang="en-US" altLang="zh-CN" sz="2400">
                <a:solidFill>
                  <a:srgbClr val="000099"/>
                </a:solidFill>
                <a:latin typeface="Times New Roman" panose="02020603050405020304" pitchFamily="18" charset="0"/>
              </a:rPr>
              <a:t>——</a:t>
            </a:r>
            <a:r>
              <a:rPr lang="zh-CN" altLang="en-US" sz="2400">
                <a:solidFill>
                  <a:srgbClr val="000099"/>
                </a:solidFill>
                <a:latin typeface="Times New Roman" panose="02020603050405020304" pitchFamily="18" charset="0"/>
              </a:rPr>
              <a:t>消费者问题图示</a:t>
            </a:r>
            <a:r>
              <a:rPr lang="zh-CN" altLang="en-US" sz="2000" b="0">
                <a:solidFill>
                  <a:schemeClr val="tx1"/>
                </a:solidFill>
                <a:latin typeface="Times New Roman" panose="02020603050405020304" pitchFamily="18" charset="0"/>
              </a:rPr>
              <a:t>         </a:t>
            </a:r>
          </a:p>
        </p:txBody>
      </p:sp>
      <p:sp>
        <p:nvSpPr>
          <p:cNvPr id="39" name="Rectangle 6">
            <a:extLst>
              <a:ext uri="{FF2B5EF4-FFF2-40B4-BE49-F238E27FC236}">
                <a16:creationId xmlns:a16="http://schemas.microsoft.com/office/drawing/2014/main" id="{B7FA8D7E-5CE5-8E09-31F4-73EF2024015D}"/>
              </a:ext>
            </a:extLst>
          </p:cNvPr>
          <p:cNvSpPr>
            <a:spLocks noChangeArrowheads="1"/>
          </p:cNvSpPr>
          <p:nvPr/>
        </p:nvSpPr>
        <p:spPr bwMode="auto">
          <a:xfrm>
            <a:off x="1030818" y="4013015"/>
            <a:ext cx="7885113" cy="2611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30000"/>
              </a:lnSpc>
              <a:buFont typeface="Wingdings" panose="05000000000000000000" pitchFamily="2" charset="2"/>
              <a:buNone/>
            </a:pPr>
            <a:r>
              <a:rPr lang="en-US" altLang="zh-CN" sz="2400" dirty="0">
                <a:solidFill>
                  <a:srgbClr val="000099"/>
                </a:solidFill>
                <a:latin typeface="Times New Roman" panose="02020603050405020304" pitchFamily="18" charset="0"/>
              </a:rPr>
              <a:t>② </a:t>
            </a:r>
            <a:r>
              <a:rPr lang="zh-CN" altLang="en-US" sz="2400" dirty="0">
                <a:solidFill>
                  <a:srgbClr val="000099"/>
                </a:solidFill>
                <a:latin typeface="Times New Roman" panose="02020603050405020304" pitchFamily="18" charset="0"/>
              </a:rPr>
              <a:t>生产者与消费者的同步关系</a:t>
            </a:r>
          </a:p>
          <a:p>
            <a:pPr eaLnBrk="1" hangingPunct="1">
              <a:lnSpc>
                <a:spcPct val="120000"/>
              </a:lnSpc>
              <a:spcBef>
                <a:spcPct val="20000"/>
              </a:spcBef>
              <a:buFont typeface="Wingdings" panose="05000000000000000000" pitchFamily="2" charset="2"/>
              <a:buNone/>
            </a:pPr>
            <a:r>
              <a:rPr lang="zh-CN" altLang="en-US" sz="2400" b="0" dirty="0">
                <a:solidFill>
                  <a:schemeClr val="tx1"/>
                </a:solidFill>
                <a:latin typeface="Times New Roman" panose="02020603050405020304" pitchFamily="18" charset="0"/>
              </a:rPr>
              <a:t>     生产者：当有界缓冲区中无空位置时，要等待；</a:t>
            </a:r>
          </a:p>
          <a:p>
            <a:pPr eaLnBrk="1" hangingPunct="1">
              <a:lnSpc>
                <a:spcPct val="120000"/>
              </a:lnSpc>
              <a:spcBef>
                <a:spcPct val="20000"/>
              </a:spcBef>
              <a:buFont typeface="Wingdings" panose="05000000000000000000" pitchFamily="2" charset="2"/>
              <a:buNone/>
            </a:pPr>
            <a:r>
              <a:rPr lang="zh-CN" altLang="en-US" sz="2400" b="0" dirty="0">
                <a:solidFill>
                  <a:schemeClr val="tx1"/>
                </a:solidFill>
                <a:latin typeface="Times New Roman" panose="02020603050405020304" pitchFamily="18" charset="0"/>
              </a:rPr>
              <a:t>                     向有界缓冲区放入物品后，要发消息。</a:t>
            </a:r>
          </a:p>
          <a:p>
            <a:pPr eaLnBrk="1" hangingPunct="1">
              <a:lnSpc>
                <a:spcPct val="120000"/>
              </a:lnSpc>
              <a:spcBef>
                <a:spcPct val="20000"/>
              </a:spcBef>
              <a:buFont typeface="Wingdings" panose="05000000000000000000" pitchFamily="2" charset="2"/>
              <a:buNone/>
            </a:pPr>
            <a:r>
              <a:rPr lang="zh-CN" altLang="en-US" sz="2400" b="0" dirty="0">
                <a:solidFill>
                  <a:schemeClr val="tx1"/>
                </a:solidFill>
                <a:latin typeface="Times New Roman" panose="02020603050405020304" pitchFamily="18" charset="0"/>
              </a:rPr>
              <a:t>     消费者：当有界缓冲区中无物品时，要等待；</a:t>
            </a:r>
          </a:p>
          <a:p>
            <a:pPr eaLnBrk="1" hangingPunct="1">
              <a:lnSpc>
                <a:spcPct val="120000"/>
              </a:lnSpc>
              <a:spcBef>
                <a:spcPct val="20000"/>
              </a:spcBef>
              <a:buFont typeface="Wingdings" panose="05000000000000000000" pitchFamily="2" charset="2"/>
              <a:buNone/>
            </a:pPr>
            <a:r>
              <a:rPr lang="zh-CN" altLang="en-US" sz="2400" b="0" dirty="0">
                <a:solidFill>
                  <a:schemeClr val="tx1"/>
                </a:solidFill>
                <a:latin typeface="Times New Roman" panose="02020603050405020304" pitchFamily="18" charset="0"/>
              </a:rPr>
              <a:t>                     从有界缓冲区取出物品后，要发消息。</a:t>
            </a:r>
          </a:p>
        </p:txBody>
      </p:sp>
      <p:grpSp>
        <p:nvGrpSpPr>
          <p:cNvPr id="40" name="Group 38">
            <a:extLst>
              <a:ext uri="{FF2B5EF4-FFF2-40B4-BE49-F238E27FC236}">
                <a16:creationId xmlns:a16="http://schemas.microsoft.com/office/drawing/2014/main" id="{874EC7FC-B5A9-55BA-A505-159BB2D219AB}"/>
              </a:ext>
            </a:extLst>
          </p:cNvPr>
          <p:cNvGrpSpPr>
            <a:grpSpLocks/>
          </p:cNvGrpSpPr>
          <p:nvPr/>
        </p:nvGrpSpPr>
        <p:grpSpPr bwMode="auto">
          <a:xfrm>
            <a:off x="1468968" y="2022290"/>
            <a:ext cx="5407025" cy="1670050"/>
            <a:chOff x="705" y="934"/>
            <a:chExt cx="3406" cy="1052"/>
          </a:xfrm>
        </p:grpSpPr>
        <p:sp>
          <p:nvSpPr>
            <p:cNvPr id="41" name="Text Box 8">
              <a:extLst>
                <a:ext uri="{FF2B5EF4-FFF2-40B4-BE49-F238E27FC236}">
                  <a16:creationId xmlns:a16="http://schemas.microsoft.com/office/drawing/2014/main" id="{AFEE5B66-F5FE-7D1D-CA74-E2188581105B}"/>
                </a:ext>
              </a:extLst>
            </p:cNvPr>
            <p:cNvSpPr txBox="1">
              <a:spLocks noChangeArrowheads="1"/>
            </p:cNvSpPr>
            <p:nvPr/>
          </p:nvSpPr>
          <p:spPr bwMode="auto">
            <a:xfrm>
              <a:off x="3651" y="934"/>
              <a:ext cx="276"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c</a:t>
              </a:r>
              <a:r>
                <a:rPr kumimoji="1" lang="en-US" altLang="zh-CN" sz="1600" b="1" baseline="-25000">
                  <a:solidFill>
                    <a:schemeClr val="tx1"/>
                  </a:solidFill>
                  <a:latin typeface="Times New Roman" panose="02020603050405020304" pitchFamily="18" charset="0"/>
                </a:rPr>
                <a:t>1</a:t>
              </a:r>
              <a:endParaRPr kumimoji="1" lang="en-US" altLang="zh-CN" sz="1600" b="1">
                <a:solidFill>
                  <a:schemeClr val="tx1"/>
                </a:solidFill>
                <a:latin typeface="Times New Roman" panose="02020603050405020304" pitchFamily="18" charset="0"/>
              </a:endParaRPr>
            </a:p>
          </p:txBody>
        </p:sp>
        <p:sp>
          <p:nvSpPr>
            <p:cNvPr id="42" name="Text Box 9">
              <a:extLst>
                <a:ext uri="{FF2B5EF4-FFF2-40B4-BE49-F238E27FC236}">
                  <a16:creationId xmlns:a16="http://schemas.microsoft.com/office/drawing/2014/main" id="{CA04E772-630E-1DA8-DBB7-AF9E71F61C3E}"/>
                </a:ext>
              </a:extLst>
            </p:cNvPr>
            <p:cNvSpPr txBox="1">
              <a:spLocks noChangeArrowheads="1"/>
            </p:cNvSpPr>
            <p:nvPr/>
          </p:nvSpPr>
          <p:spPr bwMode="auto">
            <a:xfrm>
              <a:off x="843" y="936"/>
              <a:ext cx="276"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p</a:t>
              </a:r>
              <a:r>
                <a:rPr kumimoji="1" lang="en-US" altLang="zh-CN" sz="1600" b="1" baseline="-25000">
                  <a:solidFill>
                    <a:schemeClr val="tx1"/>
                  </a:solidFill>
                  <a:latin typeface="Times New Roman" panose="02020603050405020304" pitchFamily="18" charset="0"/>
                </a:rPr>
                <a:t>1</a:t>
              </a:r>
              <a:endParaRPr kumimoji="1" lang="en-US" altLang="zh-CN" sz="1600" b="1">
                <a:solidFill>
                  <a:schemeClr val="tx1"/>
                </a:solidFill>
                <a:latin typeface="Times New Roman" panose="02020603050405020304" pitchFamily="18" charset="0"/>
              </a:endParaRPr>
            </a:p>
          </p:txBody>
        </p:sp>
        <p:sp>
          <p:nvSpPr>
            <p:cNvPr id="43" name="Rectangle 10">
              <a:extLst>
                <a:ext uri="{FF2B5EF4-FFF2-40B4-BE49-F238E27FC236}">
                  <a16:creationId xmlns:a16="http://schemas.microsoft.com/office/drawing/2014/main" id="{C36C5559-B688-D097-5722-C983B6E25842}"/>
                </a:ext>
              </a:extLst>
            </p:cNvPr>
            <p:cNvSpPr>
              <a:spLocks noChangeArrowheads="1"/>
            </p:cNvSpPr>
            <p:nvPr/>
          </p:nvSpPr>
          <p:spPr bwMode="auto">
            <a:xfrm>
              <a:off x="1466" y="1271"/>
              <a:ext cx="1770" cy="422"/>
            </a:xfrm>
            <a:prstGeom prst="rect">
              <a:avLst/>
            </a:prstGeom>
            <a:solidFill>
              <a:srgbClr val="FFC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Font typeface="Wingdings" panose="05000000000000000000" pitchFamily="2" charset="2"/>
                <a:buChar char="Ø"/>
              </a:pPr>
              <a:endParaRPr lang="zh-CN" altLang="en-US" sz="1400" b="1">
                <a:solidFill>
                  <a:srgbClr val="4138FA"/>
                </a:solidFill>
              </a:endParaRPr>
            </a:p>
          </p:txBody>
        </p:sp>
        <p:sp>
          <p:nvSpPr>
            <p:cNvPr id="44" name="Line 11">
              <a:extLst>
                <a:ext uri="{FF2B5EF4-FFF2-40B4-BE49-F238E27FC236}">
                  <a16:creationId xmlns:a16="http://schemas.microsoft.com/office/drawing/2014/main" id="{4FD434B9-0E0E-790A-D6EE-E1F6008687B4}"/>
                </a:ext>
              </a:extLst>
            </p:cNvPr>
            <p:cNvSpPr>
              <a:spLocks noChangeShapeType="1"/>
            </p:cNvSpPr>
            <p:nvPr/>
          </p:nvSpPr>
          <p:spPr bwMode="auto">
            <a:xfrm>
              <a:off x="1119" y="1145"/>
              <a:ext cx="236" cy="9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5" name="Line 12">
              <a:extLst>
                <a:ext uri="{FF2B5EF4-FFF2-40B4-BE49-F238E27FC236}">
                  <a16:creationId xmlns:a16="http://schemas.microsoft.com/office/drawing/2014/main" id="{4A133782-1FDC-AF45-7760-B1BB4CF4EF8B}"/>
                </a:ext>
              </a:extLst>
            </p:cNvPr>
            <p:cNvSpPr>
              <a:spLocks noChangeShapeType="1"/>
            </p:cNvSpPr>
            <p:nvPr/>
          </p:nvSpPr>
          <p:spPr bwMode="auto">
            <a:xfrm>
              <a:off x="1580" y="1271"/>
              <a:ext cx="0" cy="42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46" name="Line 13">
              <a:extLst>
                <a:ext uri="{FF2B5EF4-FFF2-40B4-BE49-F238E27FC236}">
                  <a16:creationId xmlns:a16="http://schemas.microsoft.com/office/drawing/2014/main" id="{66CD6739-33A8-EC4A-23E5-461FF679E49C}"/>
                </a:ext>
              </a:extLst>
            </p:cNvPr>
            <p:cNvSpPr>
              <a:spLocks noChangeShapeType="1"/>
            </p:cNvSpPr>
            <p:nvPr/>
          </p:nvSpPr>
          <p:spPr bwMode="auto">
            <a:xfrm>
              <a:off x="1718" y="1271"/>
              <a:ext cx="0" cy="42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47" name="Line 14">
              <a:extLst>
                <a:ext uri="{FF2B5EF4-FFF2-40B4-BE49-F238E27FC236}">
                  <a16:creationId xmlns:a16="http://schemas.microsoft.com/office/drawing/2014/main" id="{32617074-4537-E932-FB80-CD4EF99B6BDE}"/>
                </a:ext>
              </a:extLst>
            </p:cNvPr>
            <p:cNvSpPr>
              <a:spLocks noChangeShapeType="1"/>
            </p:cNvSpPr>
            <p:nvPr/>
          </p:nvSpPr>
          <p:spPr bwMode="auto">
            <a:xfrm>
              <a:off x="1856" y="1271"/>
              <a:ext cx="0" cy="42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48" name="Line 15">
              <a:extLst>
                <a:ext uri="{FF2B5EF4-FFF2-40B4-BE49-F238E27FC236}">
                  <a16:creationId xmlns:a16="http://schemas.microsoft.com/office/drawing/2014/main" id="{CC3BA2F9-26FC-A5CB-98B8-FAA8C4C7D3B7}"/>
                </a:ext>
              </a:extLst>
            </p:cNvPr>
            <p:cNvSpPr>
              <a:spLocks noChangeShapeType="1"/>
            </p:cNvSpPr>
            <p:nvPr/>
          </p:nvSpPr>
          <p:spPr bwMode="auto">
            <a:xfrm>
              <a:off x="1994" y="1271"/>
              <a:ext cx="0" cy="42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49" name="Line 16">
              <a:extLst>
                <a:ext uri="{FF2B5EF4-FFF2-40B4-BE49-F238E27FC236}">
                  <a16:creationId xmlns:a16="http://schemas.microsoft.com/office/drawing/2014/main" id="{E39FB46A-D85E-1863-22D2-F91886E8E349}"/>
                </a:ext>
              </a:extLst>
            </p:cNvPr>
            <p:cNvSpPr>
              <a:spLocks noChangeShapeType="1"/>
            </p:cNvSpPr>
            <p:nvPr/>
          </p:nvSpPr>
          <p:spPr bwMode="auto">
            <a:xfrm>
              <a:off x="2132" y="1271"/>
              <a:ext cx="0" cy="42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50" name="Line 17">
              <a:extLst>
                <a:ext uri="{FF2B5EF4-FFF2-40B4-BE49-F238E27FC236}">
                  <a16:creationId xmlns:a16="http://schemas.microsoft.com/office/drawing/2014/main" id="{A02799B0-ED9D-F88F-2804-DDACB931225A}"/>
                </a:ext>
              </a:extLst>
            </p:cNvPr>
            <p:cNvSpPr>
              <a:spLocks noChangeShapeType="1"/>
            </p:cNvSpPr>
            <p:nvPr/>
          </p:nvSpPr>
          <p:spPr bwMode="auto">
            <a:xfrm>
              <a:off x="2316" y="1271"/>
              <a:ext cx="0" cy="42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51" name="Line 18">
              <a:extLst>
                <a:ext uri="{FF2B5EF4-FFF2-40B4-BE49-F238E27FC236}">
                  <a16:creationId xmlns:a16="http://schemas.microsoft.com/office/drawing/2014/main" id="{E2A6CA12-1E14-B7A9-B8A0-72279A193DA6}"/>
                </a:ext>
              </a:extLst>
            </p:cNvPr>
            <p:cNvSpPr>
              <a:spLocks noChangeShapeType="1"/>
            </p:cNvSpPr>
            <p:nvPr/>
          </p:nvSpPr>
          <p:spPr bwMode="auto">
            <a:xfrm>
              <a:off x="3098" y="1271"/>
              <a:ext cx="0" cy="42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52" name="Line 19">
              <a:extLst>
                <a:ext uri="{FF2B5EF4-FFF2-40B4-BE49-F238E27FC236}">
                  <a16:creationId xmlns:a16="http://schemas.microsoft.com/office/drawing/2014/main" id="{F9378435-FBF9-69AD-09FD-99F3487B165B}"/>
                </a:ext>
              </a:extLst>
            </p:cNvPr>
            <p:cNvSpPr>
              <a:spLocks noChangeShapeType="1"/>
            </p:cNvSpPr>
            <p:nvPr/>
          </p:nvSpPr>
          <p:spPr bwMode="auto">
            <a:xfrm>
              <a:off x="2960" y="1271"/>
              <a:ext cx="0" cy="42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53" name="Text Box 20">
              <a:extLst>
                <a:ext uri="{FF2B5EF4-FFF2-40B4-BE49-F238E27FC236}">
                  <a16:creationId xmlns:a16="http://schemas.microsoft.com/office/drawing/2014/main" id="{5F9A5D7F-2647-D1E6-9785-8DED647E820B}"/>
                </a:ext>
              </a:extLst>
            </p:cNvPr>
            <p:cNvSpPr txBox="1">
              <a:spLocks noChangeArrowheads="1"/>
            </p:cNvSpPr>
            <p:nvPr/>
          </p:nvSpPr>
          <p:spPr bwMode="auto">
            <a:xfrm>
              <a:off x="2362" y="1313"/>
              <a:ext cx="621"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宋体" panose="02010600030101010101" pitchFamily="2" charset="-122"/>
                  <a:sym typeface="MT Extra" panose="05050102010205020202" pitchFamily="18" charset="2"/>
                </a:rPr>
                <a:t> </a:t>
              </a:r>
              <a:r>
                <a:rPr kumimoji="1" lang="en-US" altLang="zh-CN" sz="1400" b="1">
                  <a:solidFill>
                    <a:schemeClr val="tx1"/>
                  </a:solidFill>
                  <a:sym typeface="MT Extra" panose="05050102010205020202" pitchFamily="18" charset="2"/>
                </a:rPr>
                <a:t></a:t>
              </a:r>
            </a:p>
          </p:txBody>
        </p:sp>
        <p:sp>
          <p:nvSpPr>
            <p:cNvPr id="54" name="Line 21">
              <a:extLst>
                <a:ext uri="{FF2B5EF4-FFF2-40B4-BE49-F238E27FC236}">
                  <a16:creationId xmlns:a16="http://schemas.microsoft.com/office/drawing/2014/main" id="{5270F15D-250A-D0E1-ED13-506177F51E25}"/>
                </a:ext>
              </a:extLst>
            </p:cNvPr>
            <p:cNvSpPr>
              <a:spLocks noChangeShapeType="1"/>
            </p:cNvSpPr>
            <p:nvPr/>
          </p:nvSpPr>
          <p:spPr bwMode="auto">
            <a:xfrm>
              <a:off x="3421" y="1651"/>
              <a:ext cx="276" cy="8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55" name="Line 22">
              <a:extLst>
                <a:ext uri="{FF2B5EF4-FFF2-40B4-BE49-F238E27FC236}">
                  <a16:creationId xmlns:a16="http://schemas.microsoft.com/office/drawing/2014/main" id="{B694F211-1456-7F1D-FE50-D98AF9D849E9}"/>
                </a:ext>
              </a:extLst>
            </p:cNvPr>
            <p:cNvSpPr>
              <a:spLocks noChangeShapeType="1"/>
            </p:cNvSpPr>
            <p:nvPr/>
          </p:nvSpPr>
          <p:spPr bwMode="auto">
            <a:xfrm>
              <a:off x="3375" y="1735"/>
              <a:ext cx="230" cy="12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56" name="Line 23">
              <a:extLst>
                <a:ext uri="{FF2B5EF4-FFF2-40B4-BE49-F238E27FC236}">
                  <a16:creationId xmlns:a16="http://schemas.microsoft.com/office/drawing/2014/main" id="{C562B449-08BB-75A3-36E8-F627DB9D921F}"/>
                </a:ext>
              </a:extLst>
            </p:cNvPr>
            <p:cNvSpPr>
              <a:spLocks noChangeShapeType="1"/>
            </p:cNvSpPr>
            <p:nvPr/>
          </p:nvSpPr>
          <p:spPr bwMode="auto">
            <a:xfrm flipV="1">
              <a:off x="3375" y="1145"/>
              <a:ext cx="230" cy="12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57" name="Line 24">
              <a:extLst>
                <a:ext uri="{FF2B5EF4-FFF2-40B4-BE49-F238E27FC236}">
                  <a16:creationId xmlns:a16="http://schemas.microsoft.com/office/drawing/2014/main" id="{6DB4C410-9F25-0C05-140D-B5661324F8BF}"/>
                </a:ext>
              </a:extLst>
            </p:cNvPr>
            <p:cNvSpPr>
              <a:spLocks noChangeShapeType="1"/>
            </p:cNvSpPr>
            <p:nvPr/>
          </p:nvSpPr>
          <p:spPr bwMode="auto">
            <a:xfrm flipV="1">
              <a:off x="3421" y="1271"/>
              <a:ext cx="276" cy="8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58" name="Line 25">
              <a:extLst>
                <a:ext uri="{FF2B5EF4-FFF2-40B4-BE49-F238E27FC236}">
                  <a16:creationId xmlns:a16="http://schemas.microsoft.com/office/drawing/2014/main" id="{E30146DD-8D5A-79AA-005D-8AC49C5A7045}"/>
                </a:ext>
              </a:extLst>
            </p:cNvPr>
            <p:cNvSpPr>
              <a:spLocks noChangeShapeType="1"/>
            </p:cNvSpPr>
            <p:nvPr/>
          </p:nvSpPr>
          <p:spPr bwMode="auto">
            <a:xfrm>
              <a:off x="3467" y="1440"/>
              <a:ext cx="27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59" name="Text Box 26">
              <a:extLst>
                <a:ext uri="{FF2B5EF4-FFF2-40B4-BE49-F238E27FC236}">
                  <a16:creationId xmlns:a16="http://schemas.microsoft.com/office/drawing/2014/main" id="{777E48C9-0220-4BEF-B598-5267CB7F86BE}"/>
                </a:ext>
              </a:extLst>
            </p:cNvPr>
            <p:cNvSpPr txBox="1">
              <a:spLocks noChangeArrowheads="1"/>
            </p:cNvSpPr>
            <p:nvPr/>
          </p:nvSpPr>
          <p:spPr bwMode="auto">
            <a:xfrm>
              <a:off x="3399" y="1467"/>
              <a:ext cx="276"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sym typeface="MT Extra" panose="05050102010205020202" pitchFamily="18" charset="2"/>
                </a:rPr>
                <a:t></a:t>
              </a:r>
            </a:p>
          </p:txBody>
        </p:sp>
        <p:sp>
          <p:nvSpPr>
            <p:cNvPr id="60" name="Text Box 27">
              <a:extLst>
                <a:ext uri="{FF2B5EF4-FFF2-40B4-BE49-F238E27FC236}">
                  <a16:creationId xmlns:a16="http://schemas.microsoft.com/office/drawing/2014/main" id="{4BD41C8E-FF55-B69C-B148-1CBE9C1FF33E}"/>
                </a:ext>
              </a:extLst>
            </p:cNvPr>
            <p:cNvSpPr txBox="1">
              <a:spLocks noChangeArrowheads="1"/>
            </p:cNvSpPr>
            <p:nvPr/>
          </p:nvSpPr>
          <p:spPr bwMode="auto">
            <a:xfrm>
              <a:off x="3789" y="1103"/>
              <a:ext cx="276"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c</a:t>
              </a:r>
              <a:r>
                <a:rPr kumimoji="1" lang="en-US" altLang="zh-CN" sz="1600" b="1" baseline="-25000">
                  <a:solidFill>
                    <a:schemeClr val="tx1"/>
                  </a:solidFill>
                  <a:latin typeface="Times New Roman" panose="02020603050405020304" pitchFamily="18" charset="0"/>
                </a:rPr>
                <a:t>2</a:t>
              </a:r>
              <a:endParaRPr kumimoji="1" lang="en-US" altLang="zh-CN" sz="1600" b="1">
                <a:solidFill>
                  <a:schemeClr val="tx1"/>
                </a:solidFill>
                <a:latin typeface="Times New Roman" panose="02020603050405020304" pitchFamily="18" charset="0"/>
              </a:endParaRPr>
            </a:p>
          </p:txBody>
        </p:sp>
        <p:sp>
          <p:nvSpPr>
            <p:cNvPr id="61" name="Text Box 28">
              <a:extLst>
                <a:ext uri="{FF2B5EF4-FFF2-40B4-BE49-F238E27FC236}">
                  <a16:creationId xmlns:a16="http://schemas.microsoft.com/office/drawing/2014/main" id="{CE024AFB-1052-2F01-BA6A-ADBC1603E213}"/>
                </a:ext>
              </a:extLst>
            </p:cNvPr>
            <p:cNvSpPr txBox="1">
              <a:spLocks noChangeArrowheads="1"/>
            </p:cNvSpPr>
            <p:nvPr/>
          </p:nvSpPr>
          <p:spPr bwMode="auto">
            <a:xfrm>
              <a:off x="3835" y="1313"/>
              <a:ext cx="276"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c</a:t>
              </a:r>
              <a:r>
                <a:rPr kumimoji="1" lang="en-US" altLang="zh-CN" sz="1600" b="1" baseline="-25000">
                  <a:solidFill>
                    <a:schemeClr val="tx1"/>
                  </a:solidFill>
                  <a:latin typeface="Times New Roman" panose="02020603050405020304" pitchFamily="18" charset="0"/>
                </a:rPr>
                <a:t>3</a:t>
              </a:r>
              <a:endParaRPr kumimoji="1" lang="en-US" altLang="zh-CN" sz="1600" b="1">
                <a:solidFill>
                  <a:schemeClr val="tx1"/>
                </a:solidFill>
                <a:latin typeface="Times New Roman" panose="02020603050405020304" pitchFamily="18" charset="0"/>
              </a:endParaRPr>
            </a:p>
          </p:txBody>
        </p:sp>
        <p:sp>
          <p:nvSpPr>
            <p:cNvPr id="62" name="Text Box 29">
              <a:extLst>
                <a:ext uri="{FF2B5EF4-FFF2-40B4-BE49-F238E27FC236}">
                  <a16:creationId xmlns:a16="http://schemas.microsoft.com/office/drawing/2014/main" id="{6F63EAC8-27DA-B1BE-54D5-80CC987599CD}"/>
                </a:ext>
              </a:extLst>
            </p:cNvPr>
            <p:cNvSpPr txBox="1">
              <a:spLocks noChangeArrowheads="1"/>
            </p:cNvSpPr>
            <p:nvPr/>
          </p:nvSpPr>
          <p:spPr bwMode="auto">
            <a:xfrm>
              <a:off x="3651" y="1777"/>
              <a:ext cx="276"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c</a:t>
              </a:r>
              <a:r>
                <a:rPr kumimoji="1" lang="en-US" altLang="zh-CN" sz="1600" b="1" baseline="-25000">
                  <a:solidFill>
                    <a:schemeClr val="tx1"/>
                  </a:solidFill>
                  <a:latin typeface="Times New Roman" panose="02020603050405020304" pitchFamily="18" charset="0"/>
                </a:rPr>
                <a:t>k</a:t>
              </a:r>
              <a:endParaRPr kumimoji="1" lang="en-US" altLang="zh-CN" sz="1600" b="1">
                <a:solidFill>
                  <a:schemeClr val="tx1"/>
                </a:solidFill>
                <a:latin typeface="Times New Roman" panose="02020603050405020304" pitchFamily="18" charset="0"/>
              </a:endParaRPr>
            </a:p>
          </p:txBody>
        </p:sp>
        <p:sp>
          <p:nvSpPr>
            <p:cNvPr id="63" name="Line 30">
              <a:extLst>
                <a:ext uri="{FF2B5EF4-FFF2-40B4-BE49-F238E27FC236}">
                  <a16:creationId xmlns:a16="http://schemas.microsoft.com/office/drawing/2014/main" id="{DF1435C9-3462-BDA2-7671-D8C547D3BEFD}"/>
                </a:ext>
              </a:extLst>
            </p:cNvPr>
            <p:cNvSpPr>
              <a:spLocks noChangeShapeType="1"/>
            </p:cNvSpPr>
            <p:nvPr/>
          </p:nvSpPr>
          <p:spPr bwMode="auto">
            <a:xfrm flipH="1" flipV="1">
              <a:off x="1027" y="1271"/>
              <a:ext cx="276" cy="8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64" name="Line 31">
              <a:extLst>
                <a:ext uri="{FF2B5EF4-FFF2-40B4-BE49-F238E27FC236}">
                  <a16:creationId xmlns:a16="http://schemas.microsoft.com/office/drawing/2014/main" id="{B89D14BB-DBEB-7D33-5AD0-55058EEE9762}"/>
                </a:ext>
              </a:extLst>
            </p:cNvPr>
            <p:cNvSpPr>
              <a:spLocks noChangeShapeType="1"/>
            </p:cNvSpPr>
            <p:nvPr/>
          </p:nvSpPr>
          <p:spPr bwMode="auto">
            <a:xfrm flipH="1">
              <a:off x="981" y="1440"/>
              <a:ext cx="27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65" name="Text Box 32">
              <a:extLst>
                <a:ext uri="{FF2B5EF4-FFF2-40B4-BE49-F238E27FC236}">
                  <a16:creationId xmlns:a16="http://schemas.microsoft.com/office/drawing/2014/main" id="{B40BB85F-C7F5-513F-6839-AE39EDEFA880}"/>
                </a:ext>
              </a:extLst>
            </p:cNvPr>
            <p:cNvSpPr txBox="1">
              <a:spLocks noChangeArrowheads="1"/>
            </p:cNvSpPr>
            <p:nvPr/>
          </p:nvSpPr>
          <p:spPr bwMode="auto">
            <a:xfrm>
              <a:off x="1009" y="1467"/>
              <a:ext cx="276"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sym typeface="MT Extra" panose="05050102010205020202" pitchFamily="18" charset="2"/>
                </a:rPr>
                <a:t></a:t>
              </a:r>
            </a:p>
          </p:txBody>
        </p:sp>
        <p:sp>
          <p:nvSpPr>
            <p:cNvPr id="66" name="Line 33">
              <a:extLst>
                <a:ext uri="{FF2B5EF4-FFF2-40B4-BE49-F238E27FC236}">
                  <a16:creationId xmlns:a16="http://schemas.microsoft.com/office/drawing/2014/main" id="{29BAB4EC-B5A4-755C-7364-0EC13CED048C}"/>
                </a:ext>
              </a:extLst>
            </p:cNvPr>
            <p:cNvSpPr>
              <a:spLocks noChangeShapeType="1"/>
            </p:cNvSpPr>
            <p:nvPr/>
          </p:nvSpPr>
          <p:spPr bwMode="auto">
            <a:xfrm flipH="1">
              <a:off x="1027" y="1608"/>
              <a:ext cx="276" cy="8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67" name="Line 34">
              <a:extLst>
                <a:ext uri="{FF2B5EF4-FFF2-40B4-BE49-F238E27FC236}">
                  <a16:creationId xmlns:a16="http://schemas.microsoft.com/office/drawing/2014/main" id="{F521F4E1-8D7F-DCB0-94DF-EB8C68FA3C93}"/>
                </a:ext>
              </a:extLst>
            </p:cNvPr>
            <p:cNvSpPr>
              <a:spLocks noChangeShapeType="1"/>
            </p:cNvSpPr>
            <p:nvPr/>
          </p:nvSpPr>
          <p:spPr bwMode="auto">
            <a:xfrm flipH="1">
              <a:off x="1119" y="1693"/>
              <a:ext cx="230" cy="16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68" name="Text Box 35">
              <a:extLst>
                <a:ext uri="{FF2B5EF4-FFF2-40B4-BE49-F238E27FC236}">
                  <a16:creationId xmlns:a16="http://schemas.microsoft.com/office/drawing/2014/main" id="{CB8A36CC-A3F8-C98E-C73D-15B21C5502A8}"/>
                </a:ext>
              </a:extLst>
            </p:cNvPr>
            <p:cNvSpPr txBox="1">
              <a:spLocks noChangeArrowheads="1"/>
            </p:cNvSpPr>
            <p:nvPr/>
          </p:nvSpPr>
          <p:spPr bwMode="auto">
            <a:xfrm>
              <a:off x="751" y="1103"/>
              <a:ext cx="276"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p</a:t>
              </a:r>
              <a:r>
                <a:rPr kumimoji="1" lang="en-US" altLang="zh-CN" sz="1600" b="1" baseline="-25000">
                  <a:solidFill>
                    <a:schemeClr val="tx1"/>
                  </a:solidFill>
                  <a:latin typeface="Times New Roman" panose="02020603050405020304" pitchFamily="18" charset="0"/>
                </a:rPr>
                <a:t>2</a:t>
              </a:r>
              <a:endParaRPr kumimoji="1" lang="en-US" altLang="zh-CN" sz="1600" b="1">
                <a:solidFill>
                  <a:schemeClr val="tx1"/>
                </a:solidFill>
                <a:latin typeface="Times New Roman" panose="02020603050405020304" pitchFamily="18" charset="0"/>
              </a:endParaRPr>
            </a:p>
          </p:txBody>
        </p:sp>
        <p:sp>
          <p:nvSpPr>
            <p:cNvPr id="69" name="Text Box 36">
              <a:extLst>
                <a:ext uri="{FF2B5EF4-FFF2-40B4-BE49-F238E27FC236}">
                  <a16:creationId xmlns:a16="http://schemas.microsoft.com/office/drawing/2014/main" id="{8C5DE427-8972-6105-43CE-5189DB3C92C7}"/>
                </a:ext>
              </a:extLst>
            </p:cNvPr>
            <p:cNvSpPr txBox="1">
              <a:spLocks noChangeArrowheads="1"/>
            </p:cNvSpPr>
            <p:nvPr/>
          </p:nvSpPr>
          <p:spPr bwMode="auto">
            <a:xfrm>
              <a:off x="705" y="1271"/>
              <a:ext cx="276"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p</a:t>
              </a:r>
              <a:r>
                <a:rPr kumimoji="1" lang="en-US" altLang="zh-CN" sz="1600" b="1" baseline="-25000">
                  <a:solidFill>
                    <a:schemeClr val="tx1"/>
                  </a:solidFill>
                  <a:latin typeface="Times New Roman" panose="02020603050405020304" pitchFamily="18" charset="0"/>
                </a:rPr>
                <a:t>3</a:t>
              </a:r>
              <a:endParaRPr kumimoji="1" lang="en-US" altLang="zh-CN" sz="1600" b="1">
                <a:solidFill>
                  <a:schemeClr val="tx1"/>
                </a:solidFill>
                <a:latin typeface="Times New Roman" panose="02020603050405020304" pitchFamily="18" charset="0"/>
              </a:endParaRPr>
            </a:p>
          </p:txBody>
        </p:sp>
        <p:sp>
          <p:nvSpPr>
            <p:cNvPr id="70" name="Text Box 37">
              <a:extLst>
                <a:ext uri="{FF2B5EF4-FFF2-40B4-BE49-F238E27FC236}">
                  <a16:creationId xmlns:a16="http://schemas.microsoft.com/office/drawing/2014/main" id="{6D61462A-291B-B571-03D8-8DD9C78347ED}"/>
                </a:ext>
              </a:extLst>
            </p:cNvPr>
            <p:cNvSpPr txBox="1">
              <a:spLocks noChangeArrowheads="1"/>
            </p:cNvSpPr>
            <p:nvPr/>
          </p:nvSpPr>
          <p:spPr bwMode="auto">
            <a:xfrm>
              <a:off x="843" y="1735"/>
              <a:ext cx="36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p</a:t>
              </a:r>
              <a:r>
                <a:rPr kumimoji="1" lang="en-US" altLang="zh-CN" sz="1600" b="1" baseline="-25000">
                  <a:solidFill>
                    <a:schemeClr val="tx1"/>
                  </a:solidFill>
                  <a:latin typeface="Times New Roman" panose="02020603050405020304" pitchFamily="18" charset="0"/>
                </a:rPr>
                <a:t>m</a:t>
              </a:r>
              <a:endParaRPr kumimoji="1" lang="en-US" altLang="zh-CN" sz="1600" b="1">
                <a:solidFill>
                  <a:schemeClr val="tx1"/>
                </a:solidFill>
                <a:latin typeface="Times New Roman" panose="02020603050405020304" pitchFamily="18" charset="0"/>
              </a:endParaRPr>
            </a:p>
          </p:txBody>
        </p:sp>
      </p:grpSp>
    </p:spTree>
    <p:extLst>
      <p:ext uri="{BB962C8B-B14F-4D97-AF65-F5344CB8AC3E}">
        <p14:creationId xmlns:p14="http://schemas.microsoft.com/office/powerpoint/2010/main" val="425509039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206345-DCBE-D9A7-11D6-09F5731C3A5A}"/>
              </a:ext>
            </a:extLst>
          </p:cNvPr>
          <p:cNvSpPr>
            <a:spLocks noGrp="1"/>
          </p:cNvSpPr>
          <p:nvPr>
            <p:ph type="title"/>
          </p:nvPr>
        </p:nvSpPr>
        <p:spPr/>
        <p:txBody>
          <a:bodyPr>
            <a:normAutofit/>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进程互斥与同步的实现</a:t>
            </a:r>
            <a:endParaRPr lang="zh-CN" altLang="en-US" dirty="0"/>
          </a:p>
        </p:txBody>
      </p:sp>
      <p:sp>
        <p:nvSpPr>
          <p:cNvPr id="3" name="Rectangle 6">
            <a:extLst>
              <a:ext uri="{FF2B5EF4-FFF2-40B4-BE49-F238E27FC236}">
                <a16:creationId xmlns:a16="http://schemas.microsoft.com/office/drawing/2014/main" id="{B141CEF3-5357-5B26-20A5-DEDA5F6F43F9}"/>
              </a:ext>
            </a:extLst>
          </p:cNvPr>
          <p:cNvSpPr>
            <a:spLocks noChangeArrowheads="1"/>
          </p:cNvSpPr>
          <p:nvPr/>
        </p:nvSpPr>
        <p:spPr bwMode="auto">
          <a:xfrm>
            <a:off x="682249" y="3202391"/>
            <a:ext cx="7669213" cy="3487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30000"/>
              </a:lnSpc>
              <a:buFont typeface="Wingdings" panose="05000000000000000000" pitchFamily="2" charset="2"/>
              <a:buNone/>
            </a:pPr>
            <a:r>
              <a:rPr lang="en-US" altLang="zh-CN" sz="2400" dirty="0">
                <a:solidFill>
                  <a:srgbClr val="000099"/>
                </a:solidFill>
                <a:latin typeface="Times New Roman" panose="02020603050405020304" pitchFamily="18" charset="0"/>
              </a:rPr>
              <a:t>③ </a:t>
            </a:r>
            <a:r>
              <a:rPr lang="zh-CN" altLang="en-US" sz="2400" dirty="0">
                <a:solidFill>
                  <a:srgbClr val="000099"/>
                </a:solidFill>
                <a:latin typeface="Times New Roman" panose="02020603050405020304" pitchFamily="18" charset="0"/>
              </a:rPr>
              <a:t>信号灯设置</a:t>
            </a:r>
          </a:p>
          <a:p>
            <a:pPr eaLnBrk="1" hangingPunct="1">
              <a:lnSpc>
                <a:spcPct val="130000"/>
              </a:lnSpc>
              <a:buFont typeface="Wingdings" panose="05000000000000000000" pitchFamily="2" charset="2"/>
              <a:buNone/>
            </a:pPr>
            <a:r>
              <a:rPr lang="zh-CN" altLang="en-US" sz="2000" b="1" dirty="0">
                <a:solidFill>
                  <a:schemeClr val="tx1"/>
                </a:solidFill>
                <a:latin typeface="Times New Roman" panose="02020603050405020304" pitchFamily="18" charset="0"/>
              </a:rPr>
              <a:t>      </a:t>
            </a:r>
            <a:r>
              <a:rPr lang="en-US" altLang="zh-CN" sz="2000" b="1" dirty="0">
                <a:solidFill>
                  <a:schemeClr val="tx1"/>
                </a:solidFill>
                <a:latin typeface="宋体" panose="02010600030101010101" pitchFamily="2" charset="-122"/>
              </a:rPr>
              <a:t>ⅰ </a:t>
            </a:r>
            <a:r>
              <a:rPr lang="zh-CN" altLang="en-US" sz="2400" b="1" dirty="0">
                <a:solidFill>
                  <a:schemeClr val="tx1"/>
                </a:solidFill>
                <a:latin typeface="Times New Roman" panose="02020603050405020304" pitchFamily="18" charset="0"/>
              </a:rPr>
              <a:t>两个同步信号灯</a:t>
            </a:r>
            <a:r>
              <a:rPr lang="en-US" altLang="zh-CN" sz="2400" b="1" dirty="0">
                <a:solidFill>
                  <a:schemeClr val="tx1"/>
                </a:solidFill>
                <a:latin typeface="Times New Roman" panose="02020603050405020304" pitchFamily="18" charset="0"/>
              </a:rPr>
              <a:t>——</a:t>
            </a:r>
          </a:p>
          <a:p>
            <a:pPr eaLnBrk="1" hangingPunct="1">
              <a:lnSpc>
                <a:spcPct val="130000"/>
              </a:lnSpc>
              <a:buFont typeface="Wingdings" panose="05000000000000000000" pitchFamily="2" charset="2"/>
              <a:buNone/>
            </a:pPr>
            <a:r>
              <a:rPr lang="en-US" altLang="zh-CN" sz="2400" b="0" dirty="0">
                <a:solidFill>
                  <a:schemeClr val="tx1"/>
                </a:solidFill>
                <a:latin typeface="Times New Roman" panose="02020603050405020304" pitchFamily="18" charset="0"/>
              </a:rPr>
              <a:t>           s</a:t>
            </a:r>
            <a:r>
              <a:rPr lang="en-US" altLang="zh-CN" sz="2400" b="0" baseline="-25000" dirty="0">
                <a:solidFill>
                  <a:schemeClr val="tx1"/>
                </a:solidFill>
                <a:latin typeface="Times New Roman" panose="02020603050405020304" pitchFamily="18" charset="0"/>
              </a:rPr>
              <a:t>b</a:t>
            </a:r>
            <a:r>
              <a:rPr lang="en-US" altLang="zh-CN" sz="2400" b="0" dirty="0">
                <a:solidFill>
                  <a:schemeClr val="tx1"/>
                </a:solidFill>
                <a:latin typeface="Times New Roman" panose="02020603050405020304" pitchFamily="18" charset="0"/>
              </a:rPr>
              <a:t> </a:t>
            </a:r>
            <a:r>
              <a:rPr lang="zh-CN" altLang="en-US" sz="2400" b="0" dirty="0">
                <a:solidFill>
                  <a:schemeClr val="tx1"/>
                </a:solidFill>
                <a:latin typeface="Times New Roman" panose="02020603050405020304" pitchFamily="18" charset="0"/>
              </a:rPr>
              <a:t>：表示空缓冲区的数目，初值 </a:t>
            </a:r>
            <a:r>
              <a:rPr lang="en-US" altLang="zh-CN" sz="2400" b="0" dirty="0">
                <a:solidFill>
                  <a:schemeClr val="tx1"/>
                </a:solidFill>
                <a:latin typeface="Times New Roman" panose="02020603050405020304" pitchFamily="18" charset="0"/>
              </a:rPr>
              <a:t>= n</a:t>
            </a:r>
          </a:p>
          <a:p>
            <a:pPr eaLnBrk="1" hangingPunct="1">
              <a:lnSpc>
                <a:spcPct val="130000"/>
              </a:lnSpc>
              <a:buFont typeface="Wingdings" panose="05000000000000000000" pitchFamily="2" charset="2"/>
              <a:buNone/>
            </a:pPr>
            <a:r>
              <a:rPr lang="en-US" altLang="zh-CN" sz="2400" b="0" dirty="0">
                <a:solidFill>
                  <a:schemeClr val="tx1"/>
                </a:solidFill>
                <a:latin typeface="Times New Roman" panose="02020603050405020304" pitchFamily="18" charset="0"/>
              </a:rPr>
              <a:t>           </a:t>
            </a:r>
            <a:r>
              <a:rPr lang="en-US" altLang="zh-CN" sz="2400" b="0" dirty="0" err="1">
                <a:solidFill>
                  <a:schemeClr val="tx1"/>
                </a:solidFill>
                <a:latin typeface="Times New Roman" panose="02020603050405020304" pitchFamily="18" charset="0"/>
              </a:rPr>
              <a:t>s</a:t>
            </a:r>
            <a:r>
              <a:rPr lang="en-US" altLang="zh-CN" sz="2400" b="0" baseline="-25000" dirty="0" err="1">
                <a:solidFill>
                  <a:schemeClr val="tx1"/>
                </a:solidFill>
                <a:latin typeface="Times New Roman" panose="02020603050405020304" pitchFamily="18" charset="0"/>
              </a:rPr>
              <a:t>a</a:t>
            </a:r>
            <a:r>
              <a:rPr lang="en-US" altLang="zh-CN" sz="2400" b="0" dirty="0">
                <a:solidFill>
                  <a:schemeClr val="tx1"/>
                </a:solidFill>
                <a:latin typeface="Times New Roman" panose="02020603050405020304" pitchFamily="18" charset="0"/>
              </a:rPr>
              <a:t> </a:t>
            </a:r>
            <a:r>
              <a:rPr lang="zh-CN" altLang="en-US" sz="2400" b="0" dirty="0">
                <a:solidFill>
                  <a:schemeClr val="tx1"/>
                </a:solidFill>
                <a:latin typeface="Times New Roman" panose="02020603050405020304" pitchFamily="18" charset="0"/>
              </a:rPr>
              <a:t>： 表示满缓冲区 </a:t>
            </a:r>
            <a:r>
              <a:rPr lang="en-US" altLang="zh-CN" sz="2400" b="0" dirty="0">
                <a:solidFill>
                  <a:schemeClr val="tx1"/>
                </a:solidFill>
                <a:latin typeface="Times New Roman" panose="02020603050405020304" pitchFamily="18" charset="0"/>
              </a:rPr>
              <a:t>(</a:t>
            </a:r>
            <a:r>
              <a:rPr lang="zh-CN" altLang="en-US" sz="2400" b="0" dirty="0">
                <a:solidFill>
                  <a:schemeClr val="tx1"/>
                </a:solidFill>
                <a:latin typeface="Times New Roman" panose="02020603050405020304" pitchFamily="18" charset="0"/>
              </a:rPr>
              <a:t>即信息</a:t>
            </a:r>
            <a:r>
              <a:rPr lang="en-US" altLang="zh-CN" sz="2400" b="0" dirty="0">
                <a:solidFill>
                  <a:schemeClr val="tx1"/>
                </a:solidFill>
                <a:latin typeface="Times New Roman" panose="02020603050405020304" pitchFamily="18" charset="0"/>
              </a:rPr>
              <a:t>)</a:t>
            </a:r>
            <a:r>
              <a:rPr lang="zh-CN" altLang="en-US" sz="2400" b="0" dirty="0">
                <a:solidFill>
                  <a:schemeClr val="tx1"/>
                </a:solidFill>
                <a:latin typeface="Times New Roman" panose="02020603050405020304" pitchFamily="18" charset="0"/>
              </a:rPr>
              <a:t>的数目，初值 </a:t>
            </a:r>
            <a:r>
              <a:rPr lang="en-US" altLang="zh-CN" sz="2400" b="0" dirty="0">
                <a:solidFill>
                  <a:schemeClr val="tx1"/>
                </a:solidFill>
                <a:latin typeface="Times New Roman" panose="02020603050405020304" pitchFamily="18" charset="0"/>
              </a:rPr>
              <a:t>= 0 </a:t>
            </a:r>
          </a:p>
          <a:p>
            <a:pPr eaLnBrk="1" hangingPunct="1">
              <a:lnSpc>
                <a:spcPct val="130000"/>
              </a:lnSpc>
              <a:buFont typeface="Wingdings" panose="05000000000000000000" pitchFamily="2" charset="2"/>
              <a:buNone/>
            </a:pPr>
            <a:r>
              <a:rPr lang="en-US" altLang="zh-CN" sz="2400" b="1" dirty="0">
                <a:solidFill>
                  <a:schemeClr val="tx1"/>
                </a:solidFill>
                <a:latin typeface="Times New Roman" panose="02020603050405020304" pitchFamily="18" charset="0"/>
              </a:rPr>
              <a:t>     </a:t>
            </a:r>
            <a:r>
              <a:rPr lang="en-US" altLang="zh-CN" sz="2400" b="1" dirty="0">
                <a:solidFill>
                  <a:schemeClr val="tx1"/>
                </a:solidFill>
                <a:latin typeface="宋体" panose="02010600030101010101" pitchFamily="2" charset="-122"/>
              </a:rPr>
              <a:t>ⅱ </a:t>
            </a:r>
            <a:r>
              <a:rPr lang="zh-CN" altLang="en-US" sz="2400" b="1" dirty="0">
                <a:solidFill>
                  <a:schemeClr val="tx1"/>
                </a:solidFill>
                <a:latin typeface="Times New Roman" panose="02020603050405020304" pitchFamily="18" charset="0"/>
              </a:rPr>
              <a:t>一个互斥信号灯</a:t>
            </a:r>
            <a:r>
              <a:rPr lang="en-US" altLang="zh-CN" sz="2400" b="1" dirty="0">
                <a:solidFill>
                  <a:schemeClr val="tx1"/>
                </a:solidFill>
                <a:latin typeface="Times New Roman" panose="02020603050405020304" pitchFamily="18" charset="0"/>
              </a:rPr>
              <a:t>——        </a:t>
            </a:r>
          </a:p>
          <a:p>
            <a:pPr eaLnBrk="1" hangingPunct="1">
              <a:lnSpc>
                <a:spcPct val="130000"/>
              </a:lnSpc>
              <a:buFont typeface="Wingdings" panose="05000000000000000000" pitchFamily="2" charset="2"/>
              <a:buNone/>
            </a:pPr>
            <a:r>
              <a:rPr lang="en-US" altLang="zh-CN" sz="2400" b="0" dirty="0">
                <a:solidFill>
                  <a:schemeClr val="tx1"/>
                </a:solidFill>
                <a:latin typeface="Times New Roman" panose="02020603050405020304" pitchFamily="18" charset="0"/>
              </a:rPr>
              <a:t>           mutex</a:t>
            </a:r>
            <a:r>
              <a:rPr lang="zh-CN" altLang="en-US" sz="2400" b="0" dirty="0">
                <a:solidFill>
                  <a:schemeClr val="tx1"/>
                </a:solidFill>
                <a:latin typeface="Times New Roman" panose="02020603050405020304" pitchFamily="18" charset="0"/>
              </a:rPr>
              <a:t>：表示有界缓冲区是否被占用，初值 </a:t>
            </a:r>
            <a:r>
              <a:rPr lang="en-US" altLang="zh-CN" sz="2400" b="0" dirty="0">
                <a:solidFill>
                  <a:schemeClr val="tx1"/>
                </a:solidFill>
                <a:latin typeface="Times New Roman" panose="02020603050405020304" pitchFamily="18" charset="0"/>
              </a:rPr>
              <a:t>= 1</a:t>
            </a:r>
          </a:p>
        </p:txBody>
      </p:sp>
      <p:grpSp>
        <p:nvGrpSpPr>
          <p:cNvPr id="4" name="Group 7">
            <a:extLst>
              <a:ext uri="{FF2B5EF4-FFF2-40B4-BE49-F238E27FC236}">
                <a16:creationId xmlns:a16="http://schemas.microsoft.com/office/drawing/2014/main" id="{E9EB5836-76B7-13AE-7184-8ABE9F83775C}"/>
              </a:ext>
            </a:extLst>
          </p:cNvPr>
          <p:cNvGrpSpPr>
            <a:grpSpLocks/>
          </p:cNvGrpSpPr>
          <p:nvPr/>
        </p:nvGrpSpPr>
        <p:grpSpPr bwMode="auto">
          <a:xfrm>
            <a:off x="1134687" y="1006879"/>
            <a:ext cx="5407025" cy="1670050"/>
            <a:chOff x="705" y="934"/>
            <a:chExt cx="3406" cy="1052"/>
          </a:xfrm>
        </p:grpSpPr>
        <p:sp>
          <p:nvSpPr>
            <p:cNvPr id="5" name="Text Box 8">
              <a:extLst>
                <a:ext uri="{FF2B5EF4-FFF2-40B4-BE49-F238E27FC236}">
                  <a16:creationId xmlns:a16="http://schemas.microsoft.com/office/drawing/2014/main" id="{EDD4C832-5938-0C3C-4F47-1107296F0FD9}"/>
                </a:ext>
              </a:extLst>
            </p:cNvPr>
            <p:cNvSpPr txBox="1">
              <a:spLocks noChangeArrowheads="1"/>
            </p:cNvSpPr>
            <p:nvPr/>
          </p:nvSpPr>
          <p:spPr bwMode="auto">
            <a:xfrm>
              <a:off x="3651" y="934"/>
              <a:ext cx="276"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c</a:t>
              </a:r>
              <a:r>
                <a:rPr kumimoji="1" lang="en-US" altLang="zh-CN" sz="1600" b="1" baseline="-25000">
                  <a:solidFill>
                    <a:schemeClr val="tx1"/>
                  </a:solidFill>
                  <a:latin typeface="Times New Roman" panose="02020603050405020304" pitchFamily="18" charset="0"/>
                </a:rPr>
                <a:t>1</a:t>
              </a:r>
              <a:endParaRPr kumimoji="1" lang="en-US" altLang="zh-CN" sz="1600" b="1">
                <a:solidFill>
                  <a:schemeClr val="tx1"/>
                </a:solidFill>
                <a:latin typeface="Times New Roman" panose="02020603050405020304" pitchFamily="18" charset="0"/>
              </a:endParaRPr>
            </a:p>
          </p:txBody>
        </p:sp>
        <p:sp>
          <p:nvSpPr>
            <p:cNvPr id="6" name="Text Box 9">
              <a:extLst>
                <a:ext uri="{FF2B5EF4-FFF2-40B4-BE49-F238E27FC236}">
                  <a16:creationId xmlns:a16="http://schemas.microsoft.com/office/drawing/2014/main" id="{941F3890-DBDF-9D84-710A-CE41C892873E}"/>
                </a:ext>
              </a:extLst>
            </p:cNvPr>
            <p:cNvSpPr txBox="1">
              <a:spLocks noChangeArrowheads="1"/>
            </p:cNvSpPr>
            <p:nvPr/>
          </p:nvSpPr>
          <p:spPr bwMode="auto">
            <a:xfrm>
              <a:off x="843" y="936"/>
              <a:ext cx="276"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p</a:t>
              </a:r>
              <a:r>
                <a:rPr kumimoji="1" lang="en-US" altLang="zh-CN" sz="1600" b="1" baseline="-25000">
                  <a:solidFill>
                    <a:schemeClr val="tx1"/>
                  </a:solidFill>
                  <a:latin typeface="Times New Roman" panose="02020603050405020304" pitchFamily="18" charset="0"/>
                </a:rPr>
                <a:t>1</a:t>
              </a:r>
              <a:endParaRPr kumimoji="1" lang="en-US" altLang="zh-CN" sz="1600" b="1">
                <a:solidFill>
                  <a:schemeClr val="tx1"/>
                </a:solidFill>
                <a:latin typeface="Times New Roman" panose="02020603050405020304" pitchFamily="18" charset="0"/>
              </a:endParaRPr>
            </a:p>
          </p:txBody>
        </p:sp>
        <p:sp>
          <p:nvSpPr>
            <p:cNvPr id="7" name="Rectangle 10">
              <a:extLst>
                <a:ext uri="{FF2B5EF4-FFF2-40B4-BE49-F238E27FC236}">
                  <a16:creationId xmlns:a16="http://schemas.microsoft.com/office/drawing/2014/main" id="{995DE474-2058-8334-6491-FF748D81E806}"/>
                </a:ext>
              </a:extLst>
            </p:cNvPr>
            <p:cNvSpPr>
              <a:spLocks noChangeArrowheads="1"/>
            </p:cNvSpPr>
            <p:nvPr/>
          </p:nvSpPr>
          <p:spPr bwMode="auto">
            <a:xfrm>
              <a:off x="1466" y="1271"/>
              <a:ext cx="1770" cy="422"/>
            </a:xfrm>
            <a:prstGeom prst="rect">
              <a:avLst/>
            </a:prstGeom>
            <a:solidFill>
              <a:srgbClr val="FFC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Font typeface="Wingdings" panose="05000000000000000000" pitchFamily="2" charset="2"/>
                <a:buChar char="Ø"/>
              </a:pPr>
              <a:endParaRPr lang="zh-CN" altLang="en-US" sz="1400" b="1">
                <a:solidFill>
                  <a:srgbClr val="4138FA"/>
                </a:solidFill>
              </a:endParaRPr>
            </a:p>
          </p:txBody>
        </p:sp>
        <p:sp>
          <p:nvSpPr>
            <p:cNvPr id="8" name="Line 11">
              <a:extLst>
                <a:ext uri="{FF2B5EF4-FFF2-40B4-BE49-F238E27FC236}">
                  <a16:creationId xmlns:a16="http://schemas.microsoft.com/office/drawing/2014/main" id="{0DA88D55-B80D-3326-9A28-395F5D8CAB93}"/>
                </a:ext>
              </a:extLst>
            </p:cNvPr>
            <p:cNvSpPr>
              <a:spLocks noChangeShapeType="1"/>
            </p:cNvSpPr>
            <p:nvPr/>
          </p:nvSpPr>
          <p:spPr bwMode="auto">
            <a:xfrm>
              <a:off x="1119" y="1145"/>
              <a:ext cx="236" cy="9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9" name="Line 12">
              <a:extLst>
                <a:ext uri="{FF2B5EF4-FFF2-40B4-BE49-F238E27FC236}">
                  <a16:creationId xmlns:a16="http://schemas.microsoft.com/office/drawing/2014/main" id="{8F903C28-601E-E8B0-4930-E1555EB0B8D5}"/>
                </a:ext>
              </a:extLst>
            </p:cNvPr>
            <p:cNvSpPr>
              <a:spLocks noChangeShapeType="1"/>
            </p:cNvSpPr>
            <p:nvPr/>
          </p:nvSpPr>
          <p:spPr bwMode="auto">
            <a:xfrm>
              <a:off x="1580" y="1271"/>
              <a:ext cx="0" cy="42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10" name="Line 13">
              <a:extLst>
                <a:ext uri="{FF2B5EF4-FFF2-40B4-BE49-F238E27FC236}">
                  <a16:creationId xmlns:a16="http://schemas.microsoft.com/office/drawing/2014/main" id="{BDCCB031-6005-ADA0-1585-F7B20F69DA30}"/>
                </a:ext>
              </a:extLst>
            </p:cNvPr>
            <p:cNvSpPr>
              <a:spLocks noChangeShapeType="1"/>
            </p:cNvSpPr>
            <p:nvPr/>
          </p:nvSpPr>
          <p:spPr bwMode="auto">
            <a:xfrm>
              <a:off x="1718" y="1271"/>
              <a:ext cx="0" cy="42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11" name="Line 14">
              <a:extLst>
                <a:ext uri="{FF2B5EF4-FFF2-40B4-BE49-F238E27FC236}">
                  <a16:creationId xmlns:a16="http://schemas.microsoft.com/office/drawing/2014/main" id="{8B9D8C4E-11C8-C6B8-96AC-3B5AC806922D}"/>
                </a:ext>
              </a:extLst>
            </p:cNvPr>
            <p:cNvSpPr>
              <a:spLocks noChangeShapeType="1"/>
            </p:cNvSpPr>
            <p:nvPr/>
          </p:nvSpPr>
          <p:spPr bwMode="auto">
            <a:xfrm>
              <a:off x="1856" y="1271"/>
              <a:ext cx="0" cy="42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12" name="Line 15">
              <a:extLst>
                <a:ext uri="{FF2B5EF4-FFF2-40B4-BE49-F238E27FC236}">
                  <a16:creationId xmlns:a16="http://schemas.microsoft.com/office/drawing/2014/main" id="{0879EDB1-A50B-38A7-A456-F2CD712C2F02}"/>
                </a:ext>
              </a:extLst>
            </p:cNvPr>
            <p:cNvSpPr>
              <a:spLocks noChangeShapeType="1"/>
            </p:cNvSpPr>
            <p:nvPr/>
          </p:nvSpPr>
          <p:spPr bwMode="auto">
            <a:xfrm>
              <a:off x="1994" y="1271"/>
              <a:ext cx="0" cy="42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13" name="Line 16">
              <a:extLst>
                <a:ext uri="{FF2B5EF4-FFF2-40B4-BE49-F238E27FC236}">
                  <a16:creationId xmlns:a16="http://schemas.microsoft.com/office/drawing/2014/main" id="{D3ADF6E4-5288-7A1C-4E78-29B5E6AD9606}"/>
                </a:ext>
              </a:extLst>
            </p:cNvPr>
            <p:cNvSpPr>
              <a:spLocks noChangeShapeType="1"/>
            </p:cNvSpPr>
            <p:nvPr/>
          </p:nvSpPr>
          <p:spPr bwMode="auto">
            <a:xfrm>
              <a:off x="2132" y="1271"/>
              <a:ext cx="0" cy="42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14" name="Line 17">
              <a:extLst>
                <a:ext uri="{FF2B5EF4-FFF2-40B4-BE49-F238E27FC236}">
                  <a16:creationId xmlns:a16="http://schemas.microsoft.com/office/drawing/2014/main" id="{EDCCF57A-476E-9130-D278-76F433781968}"/>
                </a:ext>
              </a:extLst>
            </p:cNvPr>
            <p:cNvSpPr>
              <a:spLocks noChangeShapeType="1"/>
            </p:cNvSpPr>
            <p:nvPr/>
          </p:nvSpPr>
          <p:spPr bwMode="auto">
            <a:xfrm>
              <a:off x="2316" y="1271"/>
              <a:ext cx="0" cy="42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15" name="Line 18">
              <a:extLst>
                <a:ext uri="{FF2B5EF4-FFF2-40B4-BE49-F238E27FC236}">
                  <a16:creationId xmlns:a16="http://schemas.microsoft.com/office/drawing/2014/main" id="{30F3AF21-15C6-FED2-62A9-115DFB8ED263}"/>
                </a:ext>
              </a:extLst>
            </p:cNvPr>
            <p:cNvSpPr>
              <a:spLocks noChangeShapeType="1"/>
            </p:cNvSpPr>
            <p:nvPr/>
          </p:nvSpPr>
          <p:spPr bwMode="auto">
            <a:xfrm>
              <a:off x="3098" y="1271"/>
              <a:ext cx="0" cy="42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16" name="Line 19">
              <a:extLst>
                <a:ext uri="{FF2B5EF4-FFF2-40B4-BE49-F238E27FC236}">
                  <a16:creationId xmlns:a16="http://schemas.microsoft.com/office/drawing/2014/main" id="{B37545A7-1028-F122-1BEB-D7F2203ABD72}"/>
                </a:ext>
              </a:extLst>
            </p:cNvPr>
            <p:cNvSpPr>
              <a:spLocks noChangeShapeType="1"/>
            </p:cNvSpPr>
            <p:nvPr/>
          </p:nvSpPr>
          <p:spPr bwMode="auto">
            <a:xfrm>
              <a:off x="2960" y="1271"/>
              <a:ext cx="0" cy="42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17" name="Text Box 20">
              <a:extLst>
                <a:ext uri="{FF2B5EF4-FFF2-40B4-BE49-F238E27FC236}">
                  <a16:creationId xmlns:a16="http://schemas.microsoft.com/office/drawing/2014/main" id="{6B06B406-534F-3844-5CCA-71E60A7D2256}"/>
                </a:ext>
              </a:extLst>
            </p:cNvPr>
            <p:cNvSpPr txBox="1">
              <a:spLocks noChangeArrowheads="1"/>
            </p:cNvSpPr>
            <p:nvPr/>
          </p:nvSpPr>
          <p:spPr bwMode="auto">
            <a:xfrm>
              <a:off x="2362" y="1313"/>
              <a:ext cx="621"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宋体" panose="02010600030101010101" pitchFamily="2" charset="-122"/>
                  <a:sym typeface="MT Extra" panose="05050102010205020202" pitchFamily="18" charset="2"/>
                </a:rPr>
                <a:t> </a:t>
              </a:r>
              <a:r>
                <a:rPr kumimoji="1" lang="en-US" altLang="zh-CN" sz="1400" b="1">
                  <a:solidFill>
                    <a:schemeClr val="tx1"/>
                  </a:solidFill>
                  <a:sym typeface="MT Extra" panose="05050102010205020202" pitchFamily="18" charset="2"/>
                </a:rPr>
                <a:t></a:t>
              </a:r>
            </a:p>
          </p:txBody>
        </p:sp>
        <p:sp>
          <p:nvSpPr>
            <p:cNvPr id="18" name="Line 21">
              <a:extLst>
                <a:ext uri="{FF2B5EF4-FFF2-40B4-BE49-F238E27FC236}">
                  <a16:creationId xmlns:a16="http://schemas.microsoft.com/office/drawing/2014/main" id="{ABABA703-A31E-13C3-8A1D-F7413771106C}"/>
                </a:ext>
              </a:extLst>
            </p:cNvPr>
            <p:cNvSpPr>
              <a:spLocks noChangeShapeType="1"/>
            </p:cNvSpPr>
            <p:nvPr/>
          </p:nvSpPr>
          <p:spPr bwMode="auto">
            <a:xfrm>
              <a:off x="3421" y="1651"/>
              <a:ext cx="276" cy="8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19" name="Line 22">
              <a:extLst>
                <a:ext uri="{FF2B5EF4-FFF2-40B4-BE49-F238E27FC236}">
                  <a16:creationId xmlns:a16="http://schemas.microsoft.com/office/drawing/2014/main" id="{07059EF4-65BA-2265-A7BA-DB7A9220BCDA}"/>
                </a:ext>
              </a:extLst>
            </p:cNvPr>
            <p:cNvSpPr>
              <a:spLocks noChangeShapeType="1"/>
            </p:cNvSpPr>
            <p:nvPr/>
          </p:nvSpPr>
          <p:spPr bwMode="auto">
            <a:xfrm>
              <a:off x="3375" y="1735"/>
              <a:ext cx="230" cy="12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20" name="Line 23">
              <a:extLst>
                <a:ext uri="{FF2B5EF4-FFF2-40B4-BE49-F238E27FC236}">
                  <a16:creationId xmlns:a16="http://schemas.microsoft.com/office/drawing/2014/main" id="{EAC2930E-A43C-709E-1657-1A27B0BDC52E}"/>
                </a:ext>
              </a:extLst>
            </p:cNvPr>
            <p:cNvSpPr>
              <a:spLocks noChangeShapeType="1"/>
            </p:cNvSpPr>
            <p:nvPr/>
          </p:nvSpPr>
          <p:spPr bwMode="auto">
            <a:xfrm flipV="1">
              <a:off x="3375" y="1145"/>
              <a:ext cx="230" cy="12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21" name="Line 24">
              <a:extLst>
                <a:ext uri="{FF2B5EF4-FFF2-40B4-BE49-F238E27FC236}">
                  <a16:creationId xmlns:a16="http://schemas.microsoft.com/office/drawing/2014/main" id="{A1CD315B-75BC-EC4D-BF09-78FD2BB601C7}"/>
                </a:ext>
              </a:extLst>
            </p:cNvPr>
            <p:cNvSpPr>
              <a:spLocks noChangeShapeType="1"/>
            </p:cNvSpPr>
            <p:nvPr/>
          </p:nvSpPr>
          <p:spPr bwMode="auto">
            <a:xfrm flipV="1">
              <a:off x="3421" y="1271"/>
              <a:ext cx="276" cy="8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22" name="Line 25">
              <a:extLst>
                <a:ext uri="{FF2B5EF4-FFF2-40B4-BE49-F238E27FC236}">
                  <a16:creationId xmlns:a16="http://schemas.microsoft.com/office/drawing/2014/main" id="{0B5B6381-2FDE-14FD-6C6B-B7016DBFEA2A}"/>
                </a:ext>
              </a:extLst>
            </p:cNvPr>
            <p:cNvSpPr>
              <a:spLocks noChangeShapeType="1"/>
            </p:cNvSpPr>
            <p:nvPr/>
          </p:nvSpPr>
          <p:spPr bwMode="auto">
            <a:xfrm>
              <a:off x="3467" y="1440"/>
              <a:ext cx="27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23" name="Text Box 26">
              <a:extLst>
                <a:ext uri="{FF2B5EF4-FFF2-40B4-BE49-F238E27FC236}">
                  <a16:creationId xmlns:a16="http://schemas.microsoft.com/office/drawing/2014/main" id="{A162CE83-16C9-DE6E-3F03-E7BF5236AC4B}"/>
                </a:ext>
              </a:extLst>
            </p:cNvPr>
            <p:cNvSpPr txBox="1">
              <a:spLocks noChangeArrowheads="1"/>
            </p:cNvSpPr>
            <p:nvPr/>
          </p:nvSpPr>
          <p:spPr bwMode="auto">
            <a:xfrm>
              <a:off x="3399" y="1467"/>
              <a:ext cx="276" cy="19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400" b="1">
                  <a:solidFill>
                    <a:schemeClr val="tx1"/>
                  </a:solidFill>
                  <a:sym typeface="MT Extra" panose="05050102010205020202" pitchFamily="18" charset="2"/>
                </a:rPr>
                <a:t></a:t>
              </a:r>
            </a:p>
          </p:txBody>
        </p:sp>
        <p:sp>
          <p:nvSpPr>
            <p:cNvPr id="24" name="Text Box 27">
              <a:extLst>
                <a:ext uri="{FF2B5EF4-FFF2-40B4-BE49-F238E27FC236}">
                  <a16:creationId xmlns:a16="http://schemas.microsoft.com/office/drawing/2014/main" id="{F671E893-7696-4858-0ACB-663907F78DD0}"/>
                </a:ext>
              </a:extLst>
            </p:cNvPr>
            <p:cNvSpPr txBox="1">
              <a:spLocks noChangeArrowheads="1"/>
            </p:cNvSpPr>
            <p:nvPr/>
          </p:nvSpPr>
          <p:spPr bwMode="auto">
            <a:xfrm>
              <a:off x="3789" y="1103"/>
              <a:ext cx="276"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c</a:t>
              </a:r>
              <a:r>
                <a:rPr kumimoji="1" lang="en-US" altLang="zh-CN" sz="1600" b="1" baseline="-25000">
                  <a:solidFill>
                    <a:schemeClr val="tx1"/>
                  </a:solidFill>
                  <a:latin typeface="Times New Roman" panose="02020603050405020304" pitchFamily="18" charset="0"/>
                </a:rPr>
                <a:t>2</a:t>
              </a:r>
              <a:endParaRPr kumimoji="1" lang="en-US" altLang="zh-CN" sz="1600" b="1">
                <a:solidFill>
                  <a:schemeClr val="tx1"/>
                </a:solidFill>
                <a:latin typeface="Times New Roman" panose="02020603050405020304" pitchFamily="18" charset="0"/>
              </a:endParaRPr>
            </a:p>
          </p:txBody>
        </p:sp>
        <p:sp>
          <p:nvSpPr>
            <p:cNvPr id="25" name="Text Box 28">
              <a:extLst>
                <a:ext uri="{FF2B5EF4-FFF2-40B4-BE49-F238E27FC236}">
                  <a16:creationId xmlns:a16="http://schemas.microsoft.com/office/drawing/2014/main" id="{015B8C4E-64C8-1DB9-59F1-68D47519D994}"/>
                </a:ext>
              </a:extLst>
            </p:cNvPr>
            <p:cNvSpPr txBox="1">
              <a:spLocks noChangeArrowheads="1"/>
            </p:cNvSpPr>
            <p:nvPr/>
          </p:nvSpPr>
          <p:spPr bwMode="auto">
            <a:xfrm>
              <a:off x="3835" y="1313"/>
              <a:ext cx="276"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c</a:t>
              </a:r>
              <a:r>
                <a:rPr kumimoji="1" lang="en-US" altLang="zh-CN" sz="1600" b="1" baseline="-25000">
                  <a:solidFill>
                    <a:schemeClr val="tx1"/>
                  </a:solidFill>
                  <a:latin typeface="Times New Roman" panose="02020603050405020304" pitchFamily="18" charset="0"/>
                </a:rPr>
                <a:t>3</a:t>
              </a:r>
              <a:endParaRPr kumimoji="1" lang="en-US" altLang="zh-CN" sz="1600" b="1">
                <a:solidFill>
                  <a:schemeClr val="tx1"/>
                </a:solidFill>
                <a:latin typeface="Times New Roman" panose="02020603050405020304" pitchFamily="18" charset="0"/>
              </a:endParaRPr>
            </a:p>
          </p:txBody>
        </p:sp>
        <p:sp>
          <p:nvSpPr>
            <p:cNvPr id="26" name="Text Box 29">
              <a:extLst>
                <a:ext uri="{FF2B5EF4-FFF2-40B4-BE49-F238E27FC236}">
                  <a16:creationId xmlns:a16="http://schemas.microsoft.com/office/drawing/2014/main" id="{1107FCB8-17EF-F762-62EE-5C47CC3B3F32}"/>
                </a:ext>
              </a:extLst>
            </p:cNvPr>
            <p:cNvSpPr txBox="1">
              <a:spLocks noChangeArrowheads="1"/>
            </p:cNvSpPr>
            <p:nvPr/>
          </p:nvSpPr>
          <p:spPr bwMode="auto">
            <a:xfrm>
              <a:off x="3651" y="1777"/>
              <a:ext cx="276"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c</a:t>
              </a:r>
              <a:r>
                <a:rPr kumimoji="1" lang="en-US" altLang="zh-CN" sz="1600" b="1" baseline="-25000">
                  <a:solidFill>
                    <a:schemeClr val="tx1"/>
                  </a:solidFill>
                  <a:latin typeface="Times New Roman" panose="02020603050405020304" pitchFamily="18" charset="0"/>
                </a:rPr>
                <a:t>k</a:t>
              </a:r>
              <a:endParaRPr kumimoji="1" lang="en-US" altLang="zh-CN" sz="1600" b="1">
                <a:solidFill>
                  <a:schemeClr val="tx1"/>
                </a:solidFill>
                <a:latin typeface="Times New Roman" panose="02020603050405020304" pitchFamily="18" charset="0"/>
              </a:endParaRPr>
            </a:p>
          </p:txBody>
        </p:sp>
        <p:sp>
          <p:nvSpPr>
            <p:cNvPr id="27" name="Line 30">
              <a:extLst>
                <a:ext uri="{FF2B5EF4-FFF2-40B4-BE49-F238E27FC236}">
                  <a16:creationId xmlns:a16="http://schemas.microsoft.com/office/drawing/2014/main" id="{C88F9640-65B7-FB47-F60F-FDA159490DFB}"/>
                </a:ext>
              </a:extLst>
            </p:cNvPr>
            <p:cNvSpPr>
              <a:spLocks noChangeShapeType="1"/>
            </p:cNvSpPr>
            <p:nvPr/>
          </p:nvSpPr>
          <p:spPr bwMode="auto">
            <a:xfrm flipH="1" flipV="1">
              <a:off x="1027" y="1271"/>
              <a:ext cx="276" cy="8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28" name="Line 31">
              <a:extLst>
                <a:ext uri="{FF2B5EF4-FFF2-40B4-BE49-F238E27FC236}">
                  <a16:creationId xmlns:a16="http://schemas.microsoft.com/office/drawing/2014/main" id="{E8B883FD-A801-519E-3392-54C788583DB2}"/>
                </a:ext>
              </a:extLst>
            </p:cNvPr>
            <p:cNvSpPr>
              <a:spLocks noChangeShapeType="1"/>
            </p:cNvSpPr>
            <p:nvPr/>
          </p:nvSpPr>
          <p:spPr bwMode="auto">
            <a:xfrm flipH="1">
              <a:off x="981" y="1440"/>
              <a:ext cx="27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29" name="Text Box 32">
              <a:extLst>
                <a:ext uri="{FF2B5EF4-FFF2-40B4-BE49-F238E27FC236}">
                  <a16:creationId xmlns:a16="http://schemas.microsoft.com/office/drawing/2014/main" id="{8522942A-5645-E980-B80D-DDD13388D6D5}"/>
                </a:ext>
              </a:extLst>
            </p:cNvPr>
            <p:cNvSpPr txBox="1">
              <a:spLocks noChangeArrowheads="1"/>
            </p:cNvSpPr>
            <p:nvPr/>
          </p:nvSpPr>
          <p:spPr bwMode="auto">
            <a:xfrm>
              <a:off x="1009" y="1467"/>
              <a:ext cx="276"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sym typeface="MT Extra" panose="05050102010205020202" pitchFamily="18" charset="2"/>
                </a:rPr>
                <a:t></a:t>
              </a:r>
            </a:p>
          </p:txBody>
        </p:sp>
        <p:sp>
          <p:nvSpPr>
            <p:cNvPr id="30" name="Line 33">
              <a:extLst>
                <a:ext uri="{FF2B5EF4-FFF2-40B4-BE49-F238E27FC236}">
                  <a16:creationId xmlns:a16="http://schemas.microsoft.com/office/drawing/2014/main" id="{BEE8C822-33D1-DF6B-67D5-510CA70D5232}"/>
                </a:ext>
              </a:extLst>
            </p:cNvPr>
            <p:cNvSpPr>
              <a:spLocks noChangeShapeType="1"/>
            </p:cNvSpPr>
            <p:nvPr/>
          </p:nvSpPr>
          <p:spPr bwMode="auto">
            <a:xfrm flipH="1">
              <a:off x="1027" y="1608"/>
              <a:ext cx="276" cy="8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31" name="Line 34">
              <a:extLst>
                <a:ext uri="{FF2B5EF4-FFF2-40B4-BE49-F238E27FC236}">
                  <a16:creationId xmlns:a16="http://schemas.microsoft.com/office/drawing/2014/main" id="{049EEC0F-E962-5FDC-3A67-5FFCD26B8BF8}"/>
                </a:ext>
              </a:extLst>
            </p:cNvPr>
            <p:cNvSpPr>
              <a:spLocks noChangeShapeType="1"/>
            </p:cNvSpPr>
            <p:nvPr/>
          </p:nvSpPr>
          <p:spPr bwMode="auto">
            <a:xfrm flipH="1">
              <a:off x="1119" y="1693"/>
              <a:ext cx="230" cy="16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32" name="Text Box 35">
              <a:extLst>
                <a:ext uri="{FF2B5EF4-FFF2-40B4-BE49-F238E27FC236}">
                  <a16:creationId xmlns:a16="http://schemas.microsoft.com/office/drawing/2014/main" id="{E96CE79B-16A9-9A04-F390-42344E7D9BEA}"/>
                </a:ext>
              </a:extLst>
            </p:cNvPr>
            <p:cNvSpPr txBox="1">
              <a:spLocks noChangeArrowheads="1"/>
            </p:cNvSpPr>
            <p:nvPr/>
          </p:nvSpPr>
          <p:spPr bwMode="auto">
            <a:xfrm>
              <a:off x="751" y="1103"/>
              <a:ext cx="276"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p</a:t>
              </a:r>
              <a:r>
                <a:rPr kumimoji="1" lang="en-US" altLang="zh-CN" sz="1600" b="1" baseline="-25000">
                  <a:solidFill>
                    <a:schemeClr val="tx1"/>
                  </a:solidFill>
                  <a:latin typeface="Times New Roman" panose="02020603050405020304" pitchFamily="18" charset="0"/>
                </a:rPr>
                <a:t>2</a:t>
              </a:r>
              <a:endParaRPr kumimoji="1" lang="en-US" altLang="zh-CN" sz="1600" b="1">
                <a:solidFill>
                  <a:schemeClr val="tx1"/>
                </a:solidFill>
                <a:latin typeface="Times New Roman" panose="02020603050405020304" pitchFamily="18" charset="0"/>
              </a:endParaRPr>
            </a:p>
          </p:txBody>
        </p:sp>
        <p:sp>
          <p:nvSpPr>
            <p:cNvPr id="33" name="Text Box 36">
              <a:extLst>
                <a:ext uri="{FF2B5EF4-FFF2-40B4-BE49-F238E27FC236}">
                  <a16:creationId xmlns:a16="http://schemas.microsoft.com/office/drawing/2014/main" id="{10033E40-696A-642B-9516-EB9D02239E92}"/>
                </a:ext>
              </a:extLst>
            </p:cNvPr>
            <p:cNvSpPr txBox="1">
              <a:spLocks noChangeArrowheads="1"/>
            </p:cNvSpPr>
            <p:nvPr/>
          </p:nvSpPr>
          <p:spPr bwMode="auto">
            <a:xfrm>
              <a:off x="705" y="1271"/>
              <a:ext cx="276"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p</a:t>
              </a:r>
              <a:r>
                <a:rPr kumimoji="1" lang="en-US" altLang="zh-CN" sz="1600" b="1" baseline="-25000">
                  <a:solidFill>
                    <a:schemeClr val="tx1"/>
                  </a:solidFill>
                  <a:latin typeface="Times New Roman" panose="02020603050405020304" pitchFamily="18" charset="0"/>
                </a:rPr>
                <a:t>3</a:t>
              </a:r>
              <a:endParaRPr kumimoji="1" lang="en-US" altLang="zh-CN" sz="1600" b="1">
                <a:solidFill>
                  <a:schemeClr val="tx1"/>
                </a:solidFill>
                <a:latin typeface="Times New Roman" panose="02020603050405020304" pitchFamily="18" charset="0"/>
              </a:endParaRPr>
            </a:p>
          </p:txBody>
        </p:sp>
        <p:sp>
          <p:nvSpPr>
            <p:cNvPr id="34" name="Text Box 37">
              <a:extLst>
                <a:ext uri="{FF2B5EF4-FFF2-40B4-BE49-F238E27FC236}">
                  <a16:creationId xmlns:a16="http://schemas.microsoft.com/office/drawing/2014/main" id="{157D2990-7975-EB55-044C-9692AC474DBD}"/>
                </a:ext>
              </a:extLst>
            </p:cNvPr>
            <p:cNvSpPr txBox="1">
              <a:spLocks noChangeArrowheads="1"/>
            </p:cNvSpPr>
            <p:nvPr/>
          </p:nvSpPr>
          <p:spPr bwMode="auto">
            <a:xfrm>
              <a:off x="843" y="1735"/>
              <a:ext cx="36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p</a:t>
              </a:r>
              <a:r>
                <a:rPr kumimoji="1" lang="en-US" altLang="zh-CN" sz="1600" b="1" baseline="-25000">
                  <a:solidFill>
                    <a:schemeClr val="tx1"/>
                  </a:solidFill>
                  <a:latin typeface="Times New Roman" panose="02020603050405020304" pitchFamily="18" charset="0"/>
                </a:rPr>
                <a:t>m</a:t>
              </a:r>
              <a:endParaRPr kumimoji="1" lang="en-US" altLang="zh-CN" sz="1600" b="1">
                <a:solidFill>
                  <a:schemeClr val="tx1"/>
                </a:solidFill>
                <a:latin typeface="Times New Roman" panose="02020603050405020304" pitchFamily="18" charset="0"/>
              </a:endParaRPr>
            </a:p>
          </p:txBody>
        </p:sp>
      </p:grpSp>
      <p:sp>
        <p:nvSpPr>
          <p:cNvPr id="35" name="Text Box 39">
            <a:extLst>
              <a:ext uri="{FF2B5EF4-FFF2-40B4-BE49-F238E27FC236}">
                <a16:creationId xmlns:a16="http://schemas.microsoft.com/office/drawing/2014/main" id="{AE6C9044-402F-FB0E-1A08-CDF95FDD4CF5}"/>
              </a:ext>
            </a:extLst>
          </p:cNvPr>
          <p:cNvSpPr txBox="1">
            <a:spLocks noChangeArrowheads="1"/>
          </p:cNvSpPr>
          <p:nvPr/>
        </p:nvSpPr>
        <p:spPr bwMode="auto">
          <a:xfrm>
            <a:off x="2317374" y="2659466"/>
            <a:ext cx="3022600" cy="385763"/>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0"/>
              </a:spcBef>
              <a:buFont typeface="Wingdings" panose="05000000000000000000" pitchFamily="2" charset="2"/>
              <a:buNone/>
            </a:pPr>
            <a:r>
              <a:rPr lang="zh-CN" altLang="en-US" sz="1600" b="0">
                <a:solidFill>
                  <a:schemeClr val="tx1"/>
                </a:solidFill>
                <a:latin typeface="Times New Roman" panose="02020603050405020304" pitchFamily="18" charset="0"/>
              </a:rPr>
              <a:t>生产者</a:t>
            </a:r>
            <a:r>
              <a:rPr lang="en-US" altLang="zh-CN" sz="1600" b="0">
                <a:solidFill>
                  <a:schemeClr val="tx1"/>
                </a:solidFill>
                <a:latin typeface="Times New Roman" panose="02020603050405020304" pitchFamily="18" charset="0"/>
              </a:rPr>
              <a:t>——</a:t>
            </a:r>
            <a:r>
              <a:rPr lang="zh-CN" altLang="en-US" sz="1600" b="0">
                <a:solidFill>
                  <a:schemeClr val="tx1"/>
                </a:solidFill>
                <a:latin typeface="Times New Roman" panose="02020603050405020304" pitchFamily="18" charset="0"/>
              </a:rPr>
              <a:t>消费者问题示意图</a:t>
            </a:r>
          </a:p>
        </p:txBody>
      </p:sp>
    </p:spTree>
    <p:extLst>
      <p:ext uri="{BB962C8B-B14F-4D97-AF65-F5344CB8AC3E}">
        <p14:creationId xmlns:p14="http://schemas.microsoft.com/office/powerpoint/2010/main" val="12708213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206345-DCBE-D9A7-11D6-09F5731C3A5A}"/>
              </a:ext>
            </a:extLst>
          </p:cNvPr>
          <p:cNvSpPr>
            <a:spLocks noGrp="1"/>
          </p:cNvSpPr>
          <p:nvPr>
            <p:ph type="title"/>
          </p:nvPr>
        </p:nvSpPr>
        <p:spPr/>
        <p:txBody>
          <a:bodyPr>
            <a:normAutofit/>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进程互斥与同步的实现</a:t>
            </a:r>
            <a:endParaRPr lang="zh-CN" altLang="en-US" dirty="0"/>
          </a:p>
        </p:txBody>
      </p:sp>
      <p:sp>
        <p:nvSpPr>
          <p:cNvPr id="3" name="Rectangle 10">
            <a:extLst>
              <a:ext uri="{FF2B5EF4-FFF2-40B4-BE49-F238E27FC236}">
                <a16:creationId xmlns:a16="http://schemas.microsoft.com/office/drawing/2014/main" id="{19C30262-2C7B-63C2-B9FB-FC861F3E061A}"/>
              </a:ext>
            </a:extLst>
          </p:cNvPr>
          <p:cNvSpPr>
            <a:spLocks noChangeArrowheads="1"/>
          </p:cNvSpPr>
          <p:nvPr/>
        </p:nvSpPr>
        <p:spPr bwMode="auto">
          <a:xfrm>
            <a:off x="910338" y="1028055"/>
            <a:ext cx="7245350" cy="447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30000"/>
              </a:lnSpc>
              <a:buFont typeface="Wingdings" panose="05000000000000000000" pitchFamily="2" charset="2"/>
              <a:buNone/>
            </a:pPr>
            <a:r>
              <a:rPr lang="en-US" altLang="zh-CN" sz="2400" dirty="0">
                <a:solidFill>
                  <a:srgbClr val="000099"/>
                </a:solidFill>
                <a:latin typeface="Times New Roman" panose="02020603050405020304" pitchFamily="18" charset="0"/>
              </a:rPr>
              <a:t>④ </a:t>
            </a:r>
            <a:r>
              <a:rPr lang="zh-CN" altLang="en-US" sz="2400" dirty="0">
                <a:solidFill>
                  <a:srgbClr val="000099"/>
                </a:solidFill>
                <a:latin typeface="Times New Roman" panose="02020603050405020304" pitchFamily="18" charset="0"/>
              </a:rPr>
              <a:t>同步描述</a:t>
            </a:r>
          </a:p>
          <a:p>
            <a:pPr eaLnBrk="1" hangingPunct="1">
              <a:lnSpc>
                <a:spcPct val="130000"/>
              </a:lnSpc>
              <a:buFont typeface="Wingdings" panose="05000000000000000000" pitchFamily="2" charset="2"/>
              <a:buNone/>
            </a:pPr>
            <a:r>
              <a:rPr lang="zh-CN" altLang="en-US" sz="2000" b="0" dirty="0">
                <a:solidFill>
                  <a:schemeClr val="tx1"/>
                </a:solidFill>
                <a:latin typeface="Times New Roman" panose="02020603050405020304" pitchFamily="18" charset="0"/>
                <a:sym typeface="Symbol" panose="05050102010706020507" pitchFamily="18" charset="2"/>
              </a:rPr>
              <a:t>         </a:t>
            </a:r>
          </a:p>
          <a:p>
            <a:pPr eaLnBrk="1" hangingPunct="1">
              <a:lnSpc>
                <a:spcPct val="130000"/>
              </a:lnSpc>
              <a:buFont typeface="Wingdings" panose="05000000000000000000" pitchFamily="2" charset="2"/>
              <a:buNone/>
            </a:pPr>
            <a:r>
              <a:rPr lang="zh-CN" altLang="en-US" sz="2000" b="0" dirty="0">
                <a:solidFill>
                  <a:schemeClr val="tx1"/>
                </a:solidFill>
                <a:latin typeface="Times New Roman" panose="02020603050405020304" pitchFamily="18" charset="0"/>
                <a:sym typeface="Symbol" panose="05050102010706020507" pitchFamily="18" charset="2"/>
              </a:rPr>
              <a:t>             </a:t>
            </a:r>
            <a:r>
              <a:rPr lang="zh-CN" altLang="en-US" sz="2000" dirty="0">
                <a:solidFill>
                  <a:schemeClr val="tx1"/>
                </a:solidFill>
                <a:latin typeface="Times New Roman" panose="02020603050405020304" pitchFamily="18" charset="0"/>
                <a:sym typeface="Symbol" panose="05050102010706020507" pitchFamily="18" charset="2"/>
              </a:rPr>
              <a:t>生产者</a:t>
            </a:r>
            <a:r>
              <a:rPr lang="en-US" altLang="zh-CN" sz="2000" dirty="0">
                <a:solidFill>
                  <a:schemeClr val="tx1"/>
                </a:solidFill>
                <a:latin typeface="Times New Roman" panose="02020603050405020304" pitchFamily="18" charset="0"/>
                <a:sym typeface="Symbol" panose="05050102010706020507" pitchFamily="18" charset="2"/>
              </a:rPr>
              <a:t>:                                         </a:t>
            </a:r>
            <a:r>
              <a:rPr lang="zh-CN" altLang="en-US" sz="2000" dirty="0">
                <a:solidFill>
                  <a:schemeClr val="tx1"/>
                </a:solidFill>
                <a:latin typeface="Times New Roman" panose="02020603050405020304" pitchFamily="18" charset="0"/>
                <a:sym typeface="Symbol" panose="05050102010706020507" pitchFamily="18" charset="2"/>
              </a:rPr>
              <a:t>消费者</a:t>
            </a:r>
            <a:r>
              <a:rPr lang="en-US" altLang="zh-CN" sz="2000" dirty="0">
                <a:solidFill>
                  <a:schemeClr val="tx1"/>
                </a:solidFill>
                <a:latin typeface="Times New Roman" panose="02020603050405020304" pitchFamily="18" charset="0"/>
                <a:sym typeface="Symbol" panose="05050102010706020507" pitchFamily="18" charset="2"/>
              </a:rPr>
              <a:t>:</a:t>
            </a:r>
          </a:p>
          <a:p>
            <a:pPr eaLnBrk="1" hangingPunct="1">
              <a:lnSpc>
                <a:spcPct val="130000"/>
              </a:lnSpc>
              <a:buFont typeface="Wingdings" panose="05000000000000000000" pitchFamily="2" charset="2"/>
              <a:buNone/>
            </a:pPr>
            <a:r>
              <a:rPr lang="en-US" altLang="zh-CN" sz="2000" b="0" dirty="0">
                <a:solidFill>
                  <a:schemeClr val="tx1"/>
                </a:solidFill>
                <a:latin typeface="Times New Roman" panose="02020603050405020304" pitchFamily="18" charset="0"/>
                <a:sym typeface="Symbol" panose="05050102010706020507" pitchFamily="18" charset="2"/>
              </a:rPr>
              <a:t>                    </a:t>
            </a:r>
            <a:r>
              <a:rPr lang="en-US" altLang="zh-CN" sz="2000" dirty="0">
                <a:solidFill>
                  <a:schemeClr val="tx1"/>
                </a:solidFill>
                <a:latin typeface="Times New Roman" panose="02020603050405020304" pitchFamily="18" charset="0"/>
                <a:sym typeface="MT Extra" panose="05050102010205020202" pitchFamily="18" charset="2"/>
              </a:rPr>
              <a:t>                                                  p(</a:t>
            </a:r>
            <a:r>
              <a:rPr lang="en-US" altLang="zh-CN" sz="2000" dirty="0" err="1">
                <a:solidFill>
                  <a:schemeClr val="tx1"/>
                </a:solidFill>
                <a:latin typeface="Times New Roman" panose="02020603050405020304" pitchFamily="18" charset="0"/>
              </a:rPr>
              <a:t>s</a:t>
            </a:r>
            <a:r>
              <a:rPr lang="en-US" altLang="zh-CN" sz="2000" baseline="-25000" dirty="0" err="1">
                <a:solidFill>
                  <a:schemeClr val="tx1"/>
                </a:solidFill>
                <a:latin typeface="Times New Roman" panose="02020603050405020304" pitchFamily="18" charset="0"/>
              </a:rPr>
              <a:t>a</a:t>
            </a:r>
            <a:r>
              <a:rPr lang="en-US" altLang="zh-CN" sz="2000" dirty="0">
                <a:solidFill>
                  <a:schemeClr val="tx1"/>
                </a:solidFill>
                <a:latin typeface="Times New Roman" panose="02020603050405020304" pitchFamily="18" charset="0"/>
                <a:sym typeface="MT Extra" panose="05050102010205020202" pitchFamily="18" charset="2"/>
              </a:rPr>
              <a:t>)</a:t>
            </a:r>
          </a:p>
          <a:p>
            <a:pPr eaLnBrk="1" hangingPunct="1">
              <a:lnSpc>
                <a:spcPct val="130000"/>
              </a:lnSpc>
              <a:buFont typeface="Wingdings" panose="05000000000000000000" pitchFamily="2" charset="2"/>
              <a:buNone/>
            </a:pPr>
            <a:r>
              <a:rPr lang="en-US" altLang="zh-CN" sz="2000" dirty="0">
                <a:solidFill>
                  <a:schemeClr val="tx1"/>
                </a:solidFill>
                <a:latin typeface="Times New Roman" panose="02020603050405020304" pitchFamily="18" charset="0"/>
                <a:sym typeface="MT Extra" panose="05050102010205020202" pitchFamily="18" charset="2"/>
              </a:rPr>
              <a:t>                 p(</a:t>
            </a:r>
            <a:r>
              <a:rPr lang="en-US" altLang="zh-CN" sz="2000" dirty="0">
                <a:solidFill>
                  <a:schemeClr val="tx1"/>
                </a:solidFill>
                <a:latin typeface="Times New Roman" panose="02020603050405020304" pitchFamily="18" charset="0"/>
              </a:rPr>
              <a:t>s</a:t>
            </a:r>
            <a:r>
              <a:rPr lang="en-US" altLang="zh-CN" sz="2000" baseline="-25000" dirty="0">
                <a:solidFill>
                  <a:schemeClr val="tx1"/>
                </a:solidFill>
                <a:latin typeface="Times New Roman" panose="02020603050405020304" pitchFamily="18" charset="0"/>
              </a:rPr>
              <a:t>b</a:t>
            </a:r>
            <a:r>
              <a:rPr lang="en-US" altLang="zh-CN" sz="2000" dirty="0">
                <a:solidFill>
                  <a:schemeClr val="tx1"/>
                </a:solidFill>
                <a:latin typeface="Times New Roman" panose="02020603050405020304" pitchFamily="18" charset="0"/>
                <a:sym typeface="MT Extra" panose="05050102010205020202" pitchFamily="18" charset="2"/>
              </a:rPr>
              <a:t>)</a:t>
            </a:r>
            <a:r>
              <a:rPr lang="zh-CN" altLang="en-US" sz="2000" dirty="0">
                <a:solidFill>
                  <a:schemeClr val="tx1"/>
                </a:solidFill>
                <a:latin typeface="Times New Roman" panose="02020603050405020304" pitchFamily="18" charset="0"/>
                <a:sym typeface="MT Extra" panose="05050102010205020202" pitchFamily="18" charset="2"/>
              </a:rPr>
              <a:t>；                                          </a:t>
            </a:r>
            <a:r>
              <a:rPr lang="en-US" altLang="zh-CN" sz="2000" dirty="0">
                <a:solidFill>
                  <a:schemeClr val="tx1"/>
                </a:solidFill>
                <a:latin typeface="Times New Roman" panose="02020603050405020304" pitchFamily="18" charset="0"/>
                <a:sym typeface="MT Extra" panose="05050102010205020202" pitchFamily="18" charset="2"/>
              </a:rPr>
              <a:t>p(</a:t>
            </a:r>
            <a:r>
              <a:rPr lang="en-US" altLang="zh-CN" sz="2000" dirty="0">
                <a:solidFill>
                  <a:schemeClr val="tx1"/>
                </a:solidFill>
                <a:latin typeface="Times New Roman" panose="02020603050405020304" pitchFamily="18" charset="0"/>
              </a:rPr>
              <a:t>mutex</a:t>
            </a:r>
            <a:r>
              <a:rPr lang="en-US" altLang="zh-CN" sz="2000" dirty="0">
                <a:solidFill>
                  <a:schemeClr val="tx1"/>
                </a:solidFill>
                <a:latin typeface="Times New Roman" panose="02020603050405020304" pitchFamily="18" charset="0"/>
                <a:sym typeface="MT Extra" panose="05050102010205020202" pitchFamily="18" charset="2"/>
              </a:rPr>
              <a:t>)</a:t>
            </a:r>
            <a:r>
              <a:rPr lang="zh-CN" altLang="en-US" sz="2000" dirty="0">
                <a:solidFill>
                  <a:schemeClr val="tx1"/>
                </a:solidFill>
                <a:latin typeface="Times New Roman" panose="02020603050405020304" pitchFamily="18" charset="0"/>
                <a:sym typeface="MT Extra" panose="05050102010205020202" pitchFamily="18" charset="2"/>
              </a:rPr>
              <a:t>； </a:t>
            </a:r>
          </a:p>
          <a:p>
            <a:pPr eaLnBrk="1" hangingPunct="1">
              <a:lnSpc>
                <a:spcPct val="130000"/>
              </a:lnSpc>
              <a:buFont typeface="Wingdings" panose="05000000000000000000" pitchFamily="2" charset="2"/>
              <a:buNone/>
            </a:pPr>
            <a:r>
              <a:rPr lang="zh-CN" altLang="en-US" sz="2000" dirty="0">
                <a:solidFill>
                  <a:schemeClr val="tx1"/>
                </a:solidFill>
                <a:latin typeface="Times New Roman" panose="02020603050405020304" pitchFamily="18" charset="0"/>
                <a:sym typeface="MT Extra" panose="05050102010205020202" pitchFamily="18" charset="2"/>
              </a:rPr>
              <a:t>                 </a:t>
            </a:r>
            <a:r>
              <a:rPr lang="en-US" altLang="zh-CN" sz="2000" dirty="0">
                <a:solidFill>
                  <a:schemeClr val="tx1"/>
                </a:solidFill>
                <a:latin typeface="Times New Roman" panose="02020603050405020304" pitchFamily="18" charset="0"/>
                <a:sym typeface="MT Extra" panose="05050102010205020202" pitchFamily="18" charset="2"/>
              </a:rPr>
              <a:t>p(</a:t>
            </a:r>
            <a:r>
              <a:rPr lang="en-US" altLang="zh-CN" sz="2000" dirty="0">
                <a:solidFill>
                  <a:schemeClr val="tx1"/>
                </a:solidFill>
                <a:latin typeface="Times New Roman" panose="02020603050405020304" pitchFamily="18" charset="0"/>
              </a:rPr>
              <a:t>mutex</a:t>
            </a:r>
            <a:r>
              <a:rPr lang="en-US" altLang="zh-CN" sz="2000" dirty="0">
                <a:solidFill>
                  <a:schemeClr val="tx1"/>
                </a:solidFill>
                <a:latin typeface="Times New Roman" panose="02020603050405020304" pitchFamily="18" charset="0"/>
                <a:sym typeface="MT Extra" panose="05050102010205020202" pitchFamily="18" charset="2"/>
              </a:rPr>
              <a:t>)</a:t>
            </a:r>
            <a:r>
              <a:rPr lang="zh-CN" altLang="en-US" sz="2000" dirty="0">
                <a:solidFill>
                  <a:schemeClr val="tx1"/>
                </a:solidFill>
                <a:latin typeface="Times New Roman" panose="02020603050405020304" pitchFamily="18" charset="0"/>
                <a:sym typeface="MT Extra" panose="05050102010205020202" pitchFamily="18" charset="2"/>
              </a:rPr>
              <a:t>；                               从</a:t>
            </a:r>
            <a:r>
              <a:rPr lang="zh-CN" altLang="zh-CN" sz="2000" dirty="0">
                <a:solidFill>
                  <a:schemeClr val="tx1"/>
                </a:solidFill>
                <a:latin typeface="Times New Roman" panose="02020603050405020304" pitchFamily="18" charset="0"/>
                <a:sym typeface="MT Extra" panose="05050102010205020202" pitchFamily="18" charset="2"/>
              </a:rPr>
              <a:t>有界缓冲区</a:t>
            </a:r>
            <a:r>
              <a:rPr lang="zh-CN" altLang="en-US" sz="2000" dirty="0">
                <a:solidFill>
                  <a:schemeClr val="tx1"/>
                </a:solidFill>
                <a:latin typeface="Times New Roman" panose="02020603050405020304" pitchFamily="18" charset="0"/>
                <a:sym typeface="MT Extra" panose="05050102010205020202" pitchFamily="18" charset="2"/>
              </a:rPr>
              <a:t>中取数据；</a:t>
            </a:r>
          </a:p>
          <a:p>
            <a:pPr eaLnBrk="1" hangingPunct="1">
              <a:lnSpc>
                <a:spcPct val="130000"/>
              </a:lnSpc>
              <a:buFont typeface="Wingdings" panose="05000000000000000000" pitchFamily="2" charset="2"/>
              <a:buNone/>
            </a:pPr>
            <a:r>
              <a:rPr lang="zh-CN" altLang="en-US" sz="2000" dirty="0">
                <a:solidFill>
                  <a:schemeClr val="tx1"/>
                </a:solidFill>
                <a:latin typeface="Times New Roman" panose="02020603050405020304" pitchFamily="18" charset="0"/>
                <a:sym typeface="MT Extra" panose="05050102010205020202" pitchFamily="18" charset="2"/>
              </a:rPr>
              <a:t>             </a:t>
            </a:r>
            <a:r>
              <a:rPr lang="zh-CN" altLang="zh-CN" sz="2000" dirty="0">
                <a:solidFill>
                  <a:schemeClr val="tx1"/>
                </a:solidFill>
                <a:latin typeface="Times New Roman" panose="02020603050405020304" pitchFamily="18" charset="0"/>
                <a:sym typeface="MT Extra" panose="05050102010205020202" pitchFamily="18" charset="2"/>
              </a:rPr>
              <a:t>将数据放入有界缓冲区</a:t>
            </a:r>
            <a:r>
              <a:rPr lang="zh-CN" altLang="en-US" sz="2000" dirty="0">
                <a:solidFill>
                  <a:schemeClr val="tx1"/>
                </a:solidFill>
                <a:latin typeface="Times New Roman" panose="02020603050405020304" pitchFamily="18" charset="0"/>
                <a:sym typeface="MT Extra" panose="05050102010205020202" pitchFamily="18" charset="2"/>
              </a:rPr>
              <a:t>；              </a:t>
            </a:r>
            <a:r>
              <a:rPr lang="en-US" altLang="zh-CN" sz="2000" dirty="0">
                <a:solidFill>
                  <a:schemeClr val="tx1"/>
                </a:solidFill>
                <a:latin typeface="Times New Roman" panose="02020603050405020304" pitchFamily="18" charset="0"/>
                <a:sym typeface="MT Extra" panose="05050102010205020202" pitchFamily="18" charset="2"/>
              </a:rPr>
              <a:t>v(</a:t>
            </a:r>
            <a:r>
              <a:rPr lang="en-US" altLang="zh-CN" sz="2000" dirty="0">
                <a:solidFill>
                  <a:schemeClr val="tx1"/>
                </a:solidFill>
                <a:latin typeface="Times New Roman" panose="02020603050405020304" pitchFamily="18" charset="0"/>
              </a:rPr>
              <a:t>mutex</a:t>
            </a:r>
            <a:r>
              <a:rPr lang="en-US" altLang="zh-CN" sz="2000" dirty="0">
                <a:solidFill>
                  <a:schemeClr val="tx1"/>
                </a:solidFill>
                <a:latin typeface="Times New Roman" panose="02020603050405020304" pitchFamily="18" charset="0"/>
                <a:sym typeface="MT Extra" panose="05050102010205020202" pitchFamily="18" charset="2"/>
              </a:rPr>
              <a:t>)</a:t>
            </a:r>
            <a:r>
              <a:rPr lang="zh-CN" altLang="en-US" sz="2000" dirty="0">
                <a:solidFill>
                  <a:schemeClr val="tx1"/>
                </a:solidFill>
                <a:latin typeface="Times New Roman" panose="02020603050405020304" pitchFamily="18" charset="0"/>
                <a:sym typeface="MT Extra" panose="05050102010205020202" pitchFamily="18" charset="2"/>
              </a:rPr>
              <a:t>；</a:t>
            </a:r>
          </a:p>
          <a:p>
            <a:pPr eaLnBrk="1" hangingPunct="1">
              <a:lnSpc>
                <a:spcPct val="130000"/>
              </a:lnSpc>
              <a:buFont typeface="Wingdings" panose="05000000000000000000" pitchFamily="2" charset="2"/>
              <a:buNone/>
            </a:pPr>
            <a:r>
              <a:rPr lang="zh-CN" altLang="en-US" sz="2000" dirty="0">
                <a:solidFill>
                  <a:schemeClr val="tx1"/>
                </a:solidFill>
                <a:latin typeface="Times New Roman" panose="02020603050405020304" pitchFamily="18" charset="0"/>
                <a:sym typeface="MT Extra" panose="05050102010205020202" pitchFamily="18" charset="2"/>
              </a:rPr>
              <a:t>                 </a:t>
            </a:r>
            <a:r>
              <a:rPr lang="en-US" altLang="zh-CN" sz="2000" dirty="0">
                <a:solidFill>
                  <a:schemeClr val="tx1"/>
                </a:solidFill>
                <a:latin typeface="Times New Roman" panose="02020603050405020304" pitchFamily="18" charset="0"/>
                <a:sym typeface="MT Extra" panose="05050102010205020202" pitchFamily="18" charset="2"/>
              </a:rPr>
              <a:t>v(</a:t>
            </a:r>
            <a:r>
              <a:rPr lang="en-US" altLang="zh-CN" sz="2000" dirty="0">
                <a:solidFill>
                  <a:schemeClr val="tx1"/>
                </a:solidFill>
                <a:latin typeface="Times New Roman" panose="02020603050405020304" pitchFamily="18" charset="0"/>
              </a:rPr>
              <a:t>mutex</a:t>
            </a:r>
            <a:r>
              <a:rPr lang="en-US" altLang="zh-CN" sz="2000" dirty="0">
                <a:solidFill>
                  <a:schemeClr val="tx1"/>
                </a:solidFill>
                <a:latin typeface="Times New Roman" panose="02020603050405020304" pitchFamily="18" charset="0"/>
                <a:sym typeface="MT Extra" panose="05050102010205020202" pitchFamily="18" charset="2"/>
              </a:rPr>
              <a:t>)</a:t>
            </a:r>
            <a:r>
              <a:rPr lang="zh-CN" altLang="en-US" sz="2000" dirty="0">
                <a:solidFill>
                  <a:schemeClr val="tx1"/>
                </a:solidFill>
                <a:latin typeface="Times New Roman" panose="02020603050405020304" pitchFamily="18" charset="0"/>
                <a:sym typeface="MT Extra" panose="05050102010205020202" pitchFamily="18" charset="2"/>
              </a:rPr>
              <a:t>；                                    </a:t>
            </a:r>
            <a:r>
              <a:rPr lang="en-US" altLang="zh-CN" sz="2000" dirty="0">
                <a:solidFill>
                  <a:schemeClr val="tx1"/>
                </a:solidFill>
                <a:latin typeface="Times New Roman" panose="02020603050405020304" pitchFamily="18" charset="0"/>
                <a:sym typeface="MT Extra" panose="05050102010205020202" pitchFamily="18" charset="2"/>
              </a:rPr>
              <a:t>v(</a:t>
            </a:r>
            <a:r>
              <a:rPr lang="en-US" altLang="zh-CN" sz="2000" dirty="0">
                <a:solidFill>
                  <a:schemeClr val="tx1"/>
                </a:solidFill>
                <a:latin typeface="Times New Roman" panose="02020603050405020304" pitchFamily="18" charset="0"/>
              </a:rPr>
              <a:t>s</a:t>
            </a:r>
            <a:r>
              <a:rPr lang="en-US" altLang="zh-CN" sz="2000" baseline="-25000" dirty="0">
                <a:solidFill>
                  <a:schemeClr val="tx1"/>
                </a:solidFill>
                <a:latin typeface="Times New Roman" panose="02020603050405020304" pitchFamily="18" charset="0"/>
              </a:rPr>
              <a:t>b</a:t>
            </a:r>
            <a:r>
              <a:rPr lang="en-US" altLang="zh-CN" sz="2000" dirty="0">
                <a:solidFill>
                  <a:schemeClr val="tx1"/>
                </a:solidFill>
                <a:latin typeface="Times New Roman" panose="02020603050405020304" pitchFamily="18" charset="0"/>
                <a:sym typeface="MT Extra" panose="05050102010205020202" pitchFamily="18" charset="2"/>
              </a:rPr>
              <a:t>)</a:t>
            </a:r>
            <a:r>
              <a:rPr lang="zh-CN" altLang="en-US" sz="2000" dirty="0">
                <a:solidFill>
                  <a:schemeClr val="tx1"/>
                </a:solidFill>
                <a:latin typeface="Times New Roman" panose="02020603050405020304" pitchFamily="18" charset="0"/>
                <a:sym typeface="MT Extra" panose="05050102010205020202" pitchFamily="18" charset="2"/>
              </a:rPr>
              <a:t>； </a:t>
            </a:r>
          </a:p>
          <a:p>
            <a:pPr eaLnBrk="1" hangingPunct="1">
              <a:lnSpc>
                <a:spcPct val="130000"/>
              </a:lnSpc>
              <a:buFont typeface="Wingdings" panose="05000000000000000000" pitchFamily="2" charset="2"/>
              <a:buNone/>
            </a:pPr>
            <a:r>
              <a:rPr lang="zh-CN" altLang="en-US" sz="2000" dirty="0">
                <a:solidFill>
                  <a:schemeClr val="tx1"/>
                </a:solidFill>
                <a:latin typeface="Times New Roman" panose="02020603050405020304" pitchFamily="18" charset="0"/>
                <a:sym typeface="MT Extra" panose="05050102010205020202" pitchFamily="18" charset="2"/>
              </a:rPr>
              <a:t>                 </a:t>
            </a:r>
            <a:r>
              <a:rPr lang="en-US" altLang="zh-CN" sz="2000" dirty="0">
                <a:solidFill>
                  <a:schemeClr val="tx1"/>
                </a:solidFill>
                <a:latin typeface="Times New Roman" panose="02020603050405020304" pitchFamily="18" charset="0"/>
                <a:sym typeface="MT Extra" panose="05050102010205020202" pitchFamily="18" charset="2"/>
              </a:rPr>
              <a:t>v(</a:t>
            </a:r>
            <a:r>
              <a:rPr lang="en-US" altLang="zh-CN" sz="2000" dirty="0" err="1">
                <a:solidFill>
                  <a:schemeClr val="tx1"/>
                </a:solidFill>
                <a:latin typeface="Times New Roman" panose="02020603050405020304" pitchFamily="18" charset="0"/>
              </a:rPr>
              <a:t>s</a:t>
            </a:r>
            <a:r>
              <a:rPr lang="en-US" altLang="zh-CN" sz="2000" baseline="-25000" dirty="0" err="1">
                <a:solidFill>
                  <a:schemeClr val="tx1"/>
                </a:solidFill>
                <a:latin typeface="Times New Roman" panose="02020603050405020304" pitchFamily="18" charset="0"/>
              </a:rPr>
              <a:t>a</a:t>
            </a:r>
            <a:r>
              <a:rPr lang="en-US" altLang="zh-CN" sz="2000" dirty="0">
                <a:solidFill>
                  <a:schemeClr val="tx1"/>
                </a:solidFill>
                <a:latin typeface="Times New Roman" panose="02020603050405020304" pitchFamily="18" charset="0"/>
                <a:sym typeface="MT Extra" panose="05050102010205020202" pitchFamily="18" charset="2"/>
              </a:rPr>
              <a:t>)</a:t>
            </a:r>
            <a:r>
              <a:rPr lang="zh-CN" altLang="en-US" sz="2000" dirty="0">
                <a:solidFill>
                  <a:schemeClr val="tx1"/>
                </a:solidFill>
                <a:latin typeface="Times New Roman" panose="02020603050405020304" pitchFamily="18" charset="0"/>
                <a:sym typeface="MT Extra" panose="05050102010205020202" pitchFamily="18" charset="2"/>
              </a:rPr>
              <a:t>；                                           消费</a:t>
            </a:r>
            <a:r>
              <a:rPr lang="en-US" altLang="zh-CN" sz="2000" dirty="0">
                <a:solidFill>
                  <a:schemeClr val="tx1"/>
                </a:solidFill>
                <a:latin typeface="Times New Roman" panose="02020603050405020304" pitchFamily="18" charset="0"/>
                <a:sym typeface="MT Extra" panose="05050102010205020202" pitchFamily="18" charset="2"/>
              </a:rPr>
              <a:t>;</a:t>
            </a:r>
            <a:r>
              <a:rPr lang="en-US" altLang="zh-CN" sz="2000" b="0" dirty="0">
                <a:solidFill>
                  <a:schemeClr val="tx1"/>
                </a:solidFill>
                <a:latin typeface="Times New Roman" panose="02020603050405020304" pitchFamily="18" charset="0"/>
                <a:sym typeface="MT Extra" panose="05050102010205020202" pitchFamily="18" charset="2"/>
              </a:rPr>
              <a:t>   </a:t>
            </a:r>
            <a:endParaRPr lang="en-US" altLang="zh-CN" sz="2000" b="0" dirty="0">
              <a:solidFill>
                <a:schemeClr val="tx1"/>
              </a:solidFill>
              <a:latin typeface="Times New Roman" panose="02020603050405020304" pitchFamily="18" charset="0"/>
            </a:endParaRPr>
          </a:p>
        </p:txBody>
      </p:sp>
      <p:grpSp>
        <p:nvGrpSpPr>
          <p:cNvPr id="4" name="Group 57">
            <a:extLst>
              <a:ext uri="{FF2B5EF4-FFF2-40B4-BE49-F238E27FC236}">
                <a16:creationId xmlns:a16="http://schemas.microsoft.com/office/drawing/2014/main" id="{40EFD6D2-4A42-5F8B-E570-FD92DBFDAD89}"/>
              </a:ext>
            </a:extLst>
          </p:cNvPr>
          <p:cNvGrpSpPr>
            <a:grpSpLocks/>
          </p:cNvGrpSpPr>
          <p:nvPr/>
        </p:nvGrpSpPr>
        <p:grpSpPr bwMode="auto">
          <a:xfrm>
            <a:off x="1432625" y="1918643"/>
            <a:ext cx="4379913" cy="3987800"/>
            <a:chOff x="315" y="1012"/>
            <a:chExt cx="2759" cy="2166"/>
          </a:xfrm>
        </p:grpSpPr>
        <p:grpSp>
          <p:nvGrpSpPr>
            <p:cNvPr id="5" name="Group 56">
              <a:extLst>
                <a:ext uri="{FF2B5EF4-FFF2-40B4-BE49-F238E27FC236}">
                  <a16:creationId xmlns:a16="http://schemas.microsoft.com/office/drawing/2014/main" id="{A9E520EF-A295-FB9C-23D9-1B05F807638C}"/>
                </a:ext>
              </a:extLst>
            </p:cNvPr>
            <p:cNvGrpSpPr>
              <a:grpSpLocks/>
            </p:cNvGrpSpPr>
            <p:nvPr/>
          </p:nvGrpSpPr>
          <p:grpSpPr bwMode="auto">
            <a:xfrm>
              <a:off x="315" y="1012"/>
              <a:ext cx="687" cy="2166"/>
              <a:chOff x="315" y="1012"/>
              <a:chExt cx="687" cy="2166"/>
            </a:xfrm>
          </p:grpSpPr>
          <p:sp>
            <p:nvSpPr>
              <p:cNvPr id="11" name="Line 12">
                <a:extLst>
                  <a:ext uri="{FF2B5EF4-FFF2-40B4-BE49-F238E27FC236}">
                    <a16:creationId xmlns:a16="http://schemas.microsoft.com/office/drawing/2014/main" id="{76D9C9C9-CBAE-778D-A2B5-354FD5116B17}"/>
                  </a:ext>
                </a:extLst>
              </p:cNvPr>
              <p:cNvSpPr>
                <a:spLocks noChangeShapeType="1"/>
              </p:cNvSpPr>
              <p:nvPr/>
            </p:nvSpPr>
            <p:spPr bwMode="auto">
              <a:xfrm flipH="1">
                <a:off x="315" y="3178"/>
                <a:ext cx="68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2" name="Line 13">
                <a:extLst>
                  <a:ext uri="{FF2B5EF4-FFF2-40B4-BE49-F238E27FC236}">
                    <a16:creationId xmlns:a16="http://schemas.microsoft.com/office/drawing/2014/main" id="{8EB4E532-CC1D-2B1D-9E5C-A628C708DF8E}"/>
                  </a:ext>
                </a:extLst>
              </p:cNvPr>
              <p:cNvSpPr>
                <a:spLocks noChangeShapeType="1"/>
              </p:cNvSpPr>
              <p:nvPr/>
            </p:nvSpPr>
            <p:spPr bwMode="auto">
              <a:xfrm>
                <a:off x="1002" y="2962"/>
                <a:ext cx="0" cy="21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3" name="Line 14">
                <a:extLst>
                  <a:ext uri="{FF2B5EF4-FFF2-40B4-BE49-F238E27FC236}">
                    <a16:creationId xmlns:a16="http://schemas.microsoft.com/office/drawing/2014/main" id="{7BCDEF2B-70F5-66D6-0147-97ED754301F8}"/>
                  </a:ext>
                </a:extLst>
              </p:cNvPr>
              <p:cNvSpPr>
                <a:spLocks noChangeShapeType="1"/>
              </p:cNvSpPr>
              <p:nvPr/>
            </p:nvSpPr>
            <p:spPr bwMode="auto">
              <a:xfrm flipV="1">
                <a:off x="315" y="1012"/>
                <a:ext cx="0" cy="216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4" name="Line 15">
                <a:extLst>
                  <a:ext uri="{FF2B5EF4-FFF2-40B4-BE49-F238E27FC236}">
                    <a16:creationId xmlns:a16="http://schemas.microsoft.com/office/drawing/2014/main" id="{8AC010A5-CD4B-3A0E-A813-164BA5CD3E33}"/>
                  </a:ext>
                </a:extLst>
              </p:cNvPr>
              <p:cNvSpPr>
                <a:spLocks noChangeShapeType="1"/>
              </p:cNvSpPr>
              <p:nvPr/>
            </p:nvSpPr>
            <p:spPr bwMode="auto">
              <a:xfrm>
                <a:off x="315" y="1012"/>
                <a:ext cx="647" cy="0"/>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pSp>
          <p:nvGrpSpPr>
            <p:cNvPr id="6" name="Group 21">
              <a:extLst>
                <a:ext uri="{FF2B5EF4-FFF2-40B4-BE49-F238E27FC236}">
                  <a16:creationId xmlns:a16="http://schemas.microsoft.com/office/drawing/2014/main" id="{A5F1380E-E1AC-B18A-7D0D-1C8A245A5A6A}"/>
                </a:ext>
              </a:extLst>
            </p:cNvPr>
            <p:cNvGrpSpPr>
              <a:grpSpLocks/>
            </p:cNvGrpSpPr>
            <p:nvPr/>
          </p:nvGrpSpPr>
          <p:grpSpPr bwMode="auto">
            <a:xfrm>
              <a:off x="2405" y="1059"/>
              <a:ext cx="669" cy="2073"/>
              <a:chOff x="2350" y="814"/>
              <a:chExt cx="588" cy="2173"/>
            </a:xfrm>
          </p:grpSpPr>
          <p:sp>
            <p:nvSpPr>
              <p:cNvPr id="7" name="Line 17">
                <a:extLst>
                  <a:ext uri="{FF2B5EF4-FFF2-40B4-BE49-F238E27FC236}">
                    <a16:creationId xmlns:a16="http://schemas.microsoft.com/office/drawing/2014/main" id="{FB90B8C3-9020-A8DB-87C1-48B64443C45F}"/>
                  </a:ext>
                </a:extLst>
              </p:cNvPr>
              <p:cNvSpPr>
                <a:spLocks noChangeShapeType="1"/>
              </p:cNvSpPr>
              <p:nvPr/>
            </p:nvSpPr>
            <p:spPr bwMode="auto">
              <a:xfrm>
                <a:off x="2938" y="2813"/>
                <a:ext cx="0" cy="17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8" name="Line 18">
                <a:extLst>
                  <a:ext uri="{FF2B5EF4-FFF2-40B4-BE49-F238E27FC236}">
                    <a16:creationId xmlns:a16="http://schemas.microsoft.com/office/drawing/2014/main" id="{A42DC826-7317-87F4-8F6E-370E70526A34}"/>
                  </a:ext>
                </a:extLst>
              </p:cNvPr>
              <p:cNvSpPr>
                <a:spLocks noChangeShapeType="1"/>
              </p:cNvSpPr>
              <p:nvPr/>
            </p:nvSpPr>
            <p:spPr bwMode="auto">
              <a:xfrm flipH="1">
                <a:off x="2350" y="2987"/>
                <a:ext cx="5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 name="Line 19">
                <a:extLst>
                  <a:ext uri="{FF2B5EF4-FFF2-40B4-BE49-F238E27FC236}">
                    <a16:creationId xmlns:a16="http://schemas.microsoft.com/office/drawing/2014/main" id="{EDD69D45-F671-DA9F-E1E7-AA32045A3591}"/>
                  </a:ext>
                </a:extLst>
              </p:cNvPr>
              <p:cNvSpPr>
                <a:spLocks noChangeShapeType="1"/>
              </p:cNvSpPr>
              <p:nvPr/>
            </p:nvSpPr>
            <p:spPr bwMode="auto">
              <a:xfrm flipV="1">
                <a:off x="2350" y="814"/>
                <a:ext cx="0" cy="217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0" name="Line 20">
                <a:extLst>
                  <a:ext uri="{FF2B5EF4-FFF2-40B4-BE49-F238E27FC236}">
                    <a16:creationId xmlns:a16="http://schemas.microsoft.com/office/drawing/2014/main" id="{8FD9DC79-DE6D-663F-1724-13C7AD852241}"/>
                  </a:ext>
                </a:extLst>
              </p:cNvPr>
              <p:cNvSpPr>
                <a:spLocks noChangeShapeType="1"/>
              </p:cNvSpPr>
              <p:nvPr/>
            </p:nvSpPr>
            <p:spPr bwMode="auto">
              <a:xfrm>
                <a:off x="2350" y="814"/>
                <a:ext cx="558" cy="0"/>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pSp>
    </p:spTree>
    <p:extLst>
      <p:ext uri="{BB962C8B-B14F-4D97-AF65-F5344CB8AC3E}">
        <p14:creationId xmlns:p14="http://schemas.microsoft.com/office/powerpoint/2010/main" val="138978329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206345-DCBE-D9A7-11D6-09F5731C3A5A}"/>
              </a:ext>
            </a:extLst>
          </p:cNvPr>
          <p:cNvSpPr>
            <a:spLocks noGrp="1"/>
          </p:cNvSpPr>
          <p:nvPr>
            <p:ph type="title"/>
          </p:nvPr>
        </p:nvSpPr>
        <p:spPr/>
        <p:txBody>
          <a:bodyPr>
            <a:normAutofit/>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进程互斥与同步的实现</a:t>
            </a:r>
            <a:endParaRPr lang="zh-CN" altLang="en-US" dirty="0"/>
          </a:p>
        </p:txBody>
      </p:sp>
      <p:sp>
        <p:nvSpPr>
          <p:cNvPr id="3" name="Rectangle 10">
            <a:extLst>
              <a:ext uri="{FF2B5EF4-FFF2-40B4-BE49-F238E27FC236}">
                <a16:creationId xmlns:a16="http://schemas.microsoft.com/office/drawing/2014/main" id="{326E7FA7-1841-3492-08B4-E423822DE0EF}"/>
              </a:ext>
            </a:extLst>
          </p:cNvPr>
          <p:cNvSpPr>
            <a:spLocks noChangeArrowheads="1"/>
          </p:cNvSpPr>
          <p:nvPr/>
        </p:nvSpPr>
        <p:spPr bwMode="auto">
          <a:xfrm>
            <a:off x="456097" y="830079"/>
            <a:ext cx="8099425" cy="54968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30000"/>
              </a:lnSpc>
              <a:buFont typeface="Wingdings" panose="05000000000000000000" pitchFamily="2" charset="2"/>
              <a:buNone/>
            </a:pPr>
            <a:r>
              <a:rPr lang="en-US" altLang="zh-CN" sz="2400" dirty="0">
                <a:solidFill>
                  <a:srgbClr val="000099"/>
                </a:solidFill>
                <a:latin typeface="Times New Roman" panose="02020603050405020304" pitchFamily="18" charset="0"/>
                <a:ea typeface="微软雅黑" panose="020B0503020204020204" pitchFamily="34" charset="-122"/>
              </a:rPr>
              <a:t>⑤ </a:t>
            </a:r>
            <a:r>
              <a:rPr lang="zh-CN" altLang="en-US" sz="2400" dirty="0">
                <a:solidFill>
                  <a:srgbClr val="000099"/>
                </a:solidFill>
                <a:latin typeface="Times New Roman" panose="02020603050405020304" pitchFamily="18" charset="0"/>
                <a:ea typeface="微软雅黑" panose="020B0503020204020204" pitchFamily="34" charset="-122"/>
              </a:rPr>
              <a:t>程序描述</a:t>
            </a:r>
          </a:p>
          <a:p>
            <a:pPr algn="just" eaLnBrk="1" hangingPunct="1">
              <a:lnSpc>
                <a:spcPct val="130000"/>
              </a:lnSpc>
              <a:buFont typeface="Wingdings" panose="05000000000000000000" pitchFamily="2" charset="2"/>
              <a:buNone/>
            </a:pPr>
            <a:r>
              <a:rPr lang="en-US" altLang="zh-CN" sz="2000" b="1" dirty="0">
                <a:solidFill>
                  <a:schemeClr val="tx1"/>
                </a:solidFill>
                <a:latin typeface="Times New Roman" panose="02020603050405020304" pitchFamily="18" charset="0"/>
                <a:ea typeface="微软雅黑" panose="020B0503020204020204" pitchFamily="34" charset="-122"/>
              </a:rPr>
              <a:t>main( )</a:t>
            </a:r>
          </a:p>
          <a:p>
            <a:pPr algn="just" eaLnBrk="1" hangingPunct="1">
              <a:lnSpc>
                <a:spcPct val="130000"/>
              </a:lnSpc>
              <a:buFont typeface="Wingdings" panose="05000000000000000000" pitchFamily="2" charset="2"/>
              <a:buNone/>
            </a:pPr>
            <a:r>
              <a:rPr lang="en-US" altLang="zh-CN" sz="2000" b="1" dirty="0">
                <a:solidFill>
                  <a:schemeClr val="tx1"/>
                </a:solidFill>
                <a:latin typeface="Times New Roman" panose="02020603050405020304" pitchFamily="18" charset="0"/>
                <a:ea typeface="微软雅黑" panose="020B0503020204020204" pitchFamily="34" charset="-122"/>
              </a:rPr>
              <a:t>{</a:t>
            </a:r>
          </a:p>
          <a:p>
            <a:pPr algn="just" eaLnBrk="1" hangingPunct="1">
              <a:lnSpc>
                <a:spcPct val="130000"/>
              </a:lnSpc>
              <a:buFont typeface="Wingdings" panose="05000000000000000000" pitchFamily="2" charset="2"/>
              <a:buNone/>
            </a:pPr>
            <a:r>
              <a:rPr lang="en-US" altLang="zh-CN" sz="2000" b="1" dirty="0">
                <a:solidFill>
                  <a:schemeClr val="tx1"/>
                </a:solidFill>
                <a:latin typeface="Times New Roman" panose="02020603050405020304" pitchFamily="18" charset="0"/>
                <a:ea typeface="微软雅黑" panose="020B0503020204020204" pitchFamily="34" charset="-122"/>
              </a:rPr>
              <a:t>        int  </a:t>
            </a:r>
            <a:r>
              <a:rPr lang="en-US" altLang="zh-CN" sz="2000" b="1" dirty="0" err="1">
                <a:solidFill>
                  <a:schemeClr val="tx1"/>
                </a:solidFill>
                <a:latin typeface="Times New Roman" panose="02020603050405020304" pitchFamily="18" charset="0"/>
                <a:ea typeface="微软雅黑" panose="020B0503020204020204" pitchFamily="34" charset="-122"/>
              </a:rPr>
              <a:t>s</a:t>
            </a:r>
            <a:r>
              <a:rPr lang="en-US" altLang="zh-CN" sz="2000" b="1" baseline="-25000" dirty="0" err="1">
                <a:solidFill>
                  <a:schemeClr val="tx1"/>
                </a:solidFill>
                <a:latin typeface="Times New Roman" panose="02020603050405020304" pitchFamily="18" charset="0"/>
                <a:ea typeface="微软雅黑" panose="020B0503020204020204" pitchFamily="34" charset="-122"/>
              </a:rPr>
              <a:t>a</a:t>
            </a:r>
            <a:r>
              <a:rPr lang="en-US" altLang="zh-CN" sz="2000" b="1" dirty="0">
                <a:solidFill>
                  <a:schemeClr val="tx1"/>
                </a:solidFill>
                <a:latin typeface="Times New Roman" panose="02020603050405020304" pitchFamily="18" charset="0"/>
                <a:ea typeface="微软雅黑" panose="020B0503020204020204" pitchFamily="34" charset="-122"/>
              </a:rPr>
              <a:t>=0</a:t>
            </a:r>
            <a:r>
              <a:rPr lang="zh-CN" altLang="en-US" sz="2000" b="1" dirty="0">
                <a:solidFill>
                  <a:schemeClr val="tx1"/>
                </a:solidFill>
                <a:latin typeface="Times New Roman" panose="02020603050405020304" pitchFamily="18" charset="0"/>
                <a:ea typeface="微软雅黑" panose="020B0503020204020204" pitchFamily="34" charset="-122"/>
              </a:rPr>
              <a:t>；        </a:t>
            </a:r>
            <a:r>
              <a:rPr lang="en-US" altLang="zh-CN" sz="2000" b="1" dirty="0">
                <a:solidFill>
                  <a:schemeClr val="tx1"/>
                </a:solidFill>
                <a:latin typeface="Times New Roman" panose="02020603050405020304" pitchFamily="18" charset="0"/>
                <a:ea typeface="微软雅黑" panose="020B0503020204020204" pitchFamily="34" charset="-122"/>
              </a:rPr>
              <a:t>// </a:t>
            </a:r>
            <a:r>
              <a:rPr lang="zh-CN" altLang="en-US" sz="2000" b="1" dirty="0">
                <a:solidFill>
                  <a:schemeClr val="tx1"/>
                </a:solidFill>
                <a:latin typeface="Times New Roman" panose="02020603050405020304" pitchFamily="18" charset="0"/>
                <a:ea typeface="微软雅黑" panose="020B0503020204020204" pitchFamily="34" charset="-122"/>
              </a:rPr>
              <a:t>满缓冲区的数目</a:t>
            </a:r>
          </a:p>
          <a:p>
            <a:pPr algn="just" eaLnBrk="1" hangingPunct="1">
              <a:lnSpc>
                <a:spcPct val="130000"/>
              </a:lnSpc>
              <a:buFont typeface="Wingdings" panose="05000000000000000000" pitchFamily="2" charset="2"/>
              <a:buNone/>
            </a:pPr>
            <a:r>
              <a:rPr lang="zh-CN" altLang="en-US" sz="2000" b="1" dirty="0">
                <a:solidFill>
                  <a:schemeClr val="tx1"/>
                </a:solidFill>
                <a:latin typeface="Times New Roman" panose="02020603050405020304" pitchFamily="18" charset="0"/>
                <a:ea typeface="微软雅黑" panose="020B0503020204020204" pitchFamily="34" charset="-122"/>
              </a:rPr>
              <a:t>        </a:t>
            </a:r>
            <a:r>
              <a:rPr lang="en-US" altLang="zh-CN" sz="2000" b="1" dirty="0">
                <a:solidFill>
                  <a:schemeClr val="tx1"/>
                </a:solidFill>
                <a:latin typeface="Times New Roman" panose="02020603050405020304" pitchFamily="18" charset="0"/>
                <a:ea typeface="微软雅黑" panose="020B0503020204020204" pitchFamily="34" charset="-122"/>
              </a:rPr>
              <a:t>int  s</a:t>
            </a:r>
            <a:r>
              <a:rPr lang="en-US" altLang="zh-CN" sz="2000" b="1" baseline="-25000" dirty="0">
                <a:solidFill>
                  <a:schemeClr val="tx1"/>
                </a:solidFill>
                <a:latin typeface="Times New Roman" panose="02020603050405020304" pitchFamily="18" charset="0"/>
                <a:ea typeface="微软雅黑" panose="020B0503020204020204" pitchFamily="34" charset="-122"/>
              </a:rPr>
              <a:t>b</a:t>
            </a:r>
            <a:r>
              <a:rPr lang="en-US" altLang="zh-CN" sz="2000" b="1" dirty="0">
                <a:solidFill>
                  <a:schemeClr val="tx1"/>
                </a:solidFill>
                <a:latin typeface="Times New Roman" panose="02020603050405020304" pitchFamily="18" charset="0"/>
                <a:ea typeface="微软雅黑" panose="020B0503020204020204" pitchFamily="34" charset="-122"/>
              </a:rPr>
              <a:t>=n</a:t>
            </a:r>
            <a:r>
              <a:rPr lang="zh-CN" altLang="en-US" sz="2000" b="1" dirty="0">
                <a:solidFill>
                  <a:schemeClr val="tx1"/>
                </a:solidFill>
                <a:latin typeface="Times New Roman" panose="02020603050405020304" pitchFamily="18" charset="0"/>
                <a:ea typeface="微软雅黑" panose="020B0503020204020204" pitchFamily="34" charset="-122"/>
              </a:rPr>
              <a:t>；        </a:t>
            </a:r>
            <a:r>
              <a:rPr lang="en-US" altLang="zh-CN" sz="2000" b="1" dirty="0">
                <a:solidFill>
                  <a:schemeClr val="tx1"/>
                </a:solidFill>
                <a:latin typeface="Times New Roman" panose="02020603050405020304" pitchFamily="18" charset="0"/>
                <a:ea typeface="微软雅黑" panose="020B0503020204020204" pitchFamily="34" charset="-122"/>
              </a:rPr>
              <a:t>//</a:t>
            </a:r>
            <a:r>
              <a:rPr lang="zh-CN" altLang="en-US" sz="2000" b="1" dirty="0">
                <a:solidFill>
                  <a:schemeClr val="tx1"/>
                </a:solidFill>
                <a:latin typeface="Times New Roman" panose="02020603050405020304" pitchFamily="18" charset="0"/>
                <a:ea typeface="微软雅黑" panose="020B0503020204020204" pitchFamily="34" charset="-122"/>
              </a:rPr>
              <a:t> 空缓冲区的数目</a:t>
            </a:r>
          </a:p>
          <a:p>
            <a:pPr eaLnBrk="1" hangingPunct="1">
              <a:lnSpc>
                <a:spcPct val="130000"/>
              </a:lnSpc>
              <a:buFont typeface="Wingdings" panose="05000000000000000000" pitchFamily="2" charset="2"/>
              <a:buNone/>
            </a:pPr>
            <a:r>
              <a:rPr lang="zh-CN" altLang="en-US" sz="2000" b="1" dirty="0">
                <a:solidFill>
                  <a:schemeClr val="tx1"/>
                </a:solidFill>
                <a:latin typeface="Times New Roman" panose="02020603050405020304" pitchFamily="18" charset="0"/>
                <a:ea typeface="微软雅黑" panose="020B0503020204020204" pitchFamily="34" charset="-122"/>
              </a:rPr>
              <a:t>        </a:t>
            </a:r>
            <a:r>
              <a:rPr lang="en-US" altLang="zh-CN" sz="2000" b="1" dirty="0">
                <a:solidFill>
                  <a:schemeClr val="tx1"/>
                </a:solidFill>
                <a:latin typeface="Times New Roman" panose="02020603050405020304" pitchFamily="18" charset="0"/>
                <a:ea typeface="微软雅黑" panose="020B0503020204020204" pitchFamily="34" charset="-122"/>
              </a:rPr>
              <a:t>int  mutex=1</a:t>
            </a:r>
            <a:r>
              <a:rPr lang="zh-CN" altLang="en-US" sz="2000" b="1" dirty="0">
                <a:solidFill>
                  <a:schemeClr val="tx1"/>
                </a:solidFill>
                <a:latin typeface="Times New Roman" panose="02020603050405020304" pitchFamily="18" charset="0"/>
                <a:ea typeface="微软雅黑" panose="020B0503020204020204" pitchFamily="34" charset="-122"/>
              </a:rPr>
              <a:t>； </a:t>
            </a:r>
            <a:r>
              <a:rPr lang="en-US" altLang="zh-CN" sz="2000" b="1" dirty="0">
                <a:solidFill>
                  <a:schemeClr val="tx1"/>
                </a:solidFill>
                <a:latin typeface="Times New Roman" panose="02020603050405020304" pitchFamily="18" charset="0"/>
                <a:ea typeface="微软雅黑" panose="020B0503020204020204" pitchFamily="34" charset="-122"/>
              </a:rPr>
              <a:t>//</a:t>
            </a:r>
            <a:r>
              <a:rPr lang="zh-CN" altLang="en-US" sz="2000" b="1" dirty="0">
                <a:solidFill>
                  <a:schemeClr val="tx1"/>
                </a:solidFill>
                <a:latin typeface="Times New Roman" panose="02020603050405020304" pitchFamily="18" charset="0"/>
                <a:ea typeface="微软雅黑" panose="020B0503020204020204" pitchFamily="34" charset="-122"/>
              </a:rPr>
              <a:t> 互斥信号灯</a:t>
            </a:r>
          </a:p>
          <a:p>
            <a:pPr algn="just" eaLnBrk="1" hangingPunct="1">
              <a:lnSpc>
                <a:spcPct val="130000"/>
              </a:lnSpc>
              <a:buFont typeface="Wingdings" panose="05000000000000000000" pitchFamily="2" charset="2"/>
              <a:buNone/>
            </a:pPr>
            <a:r>
              <a:rPr lang="zh-CN" altLang="en-US" sz="2000" b="1" dirty="0">
                <a:solidFill>
                  <a:schemeClr val="tx1"/>
                </a:solidFill>
                <a:latin typeface="Times New Roman" panose="02020603050405020304" pitchFamily="18" charset="0"/>
                <a:ea typeface="微软雅黑" panose="020B0503020204020204" pitchFamily="34" charset="-122"/>
              </a:rPr>
              <a:t>        </a:t>
            </a:r>
            <a:r>
              <a:rPr lang="en-US" altLang="zh-CN" sz="2000" b="1" dirty="0" err="1">
                <a:solidFill>
                  <a:schemeClr val="tx1"/>
                </a:solidFill>
                <a:latin typeface="Times New Roman" panose="02020603050405020304" pitchFamily="18" charset="0"/>
                <a:ea typeface="微软雅黑" panose="020B0503020204020204" pitchFamily="34" charset="-122"/>
              </a:rPr>
              <a:t>cobegin</a:t>
            </a:r>
            <a:endParaRPr lang="en-US" altLang="zh-CN" sz="2000" b="1" dirty="0">
              <a:solidFill>
                <a:schemeClr val="tx1"/>
              </a:solidFill>
              <a:latin typeface="Times New Roman" panose="02020603050405020304" pitchFamily="18" charset="0"/>
              <a:ea typeface="微软雅黑" panose="020B0503020204020204" pitchFamily="34" charset="-122"/>
            </a:endParaRPr>
          </a:p>
          <a:p>
            <a:pPr algn="just" eaLnBrk="1" hangingPunct="1">
              <a:lnSpc>
                <a:spcPct val="130000"/>
              </a:lnSpc>
              <a:buFont typeface="Wingdings" panose="05000000000000000000" pitchFamily="2" charset="2"/>
              <a:buNone/>
            </a:pPr>
            <a:r>
              <a:rPr lang="en-US" altLang="zh-CN" sz="2000" b="1" dirty="0">
                <a:solidFill>
                  <a:schemeClr val="tx1"/>
                </a:solidFill>
                <a:latin typeface="Times New Roman" panose="02020603050405020304" pitchFamily="18" charset="0"/>
                <a:ea typeface="微软雅黑" panose="020B0503020204020204" pitchFamily="34" charset="-122"/>
              </a:rPr>
              <a:t>                p</a:t>
            </a:r>
            <a:r>
              <a:rPr lang="en-US" altLang="zh-CN" sz="2000" b="1" baseline="-25000" dirty="0">
                <a:solidFill>
                  <a:schemeClr val="tx1"/>
                </a:solidFill>
                <a:latin typeface="Times New Roman" panose="02020603050405020304" pitchFamily="18" charset="0"/>
                <a:ea typeface="微软雅黑" panose="020B0503020204020204" pitchFamily="34" charset="-122"/>
              </a:rPr>
              <a:t>1</a:t>
            </a:r>
            <a:r>
              <a:rPr lang="en-US" altLang="zh-CN" sz="2000" b="1" dirty="0">
                <a:solidFill>
                  <a:schemeClr val="tx1"/>
                </a:solidFill>
                <a:latin typeface="Times New Roman" panose="02020603050405020304" pitchFamily="18" charset="0"/>
                <a:ea typeface="微软雅黑" panose="020B0503020204020204" pitchFamily="34" charset="-122"/>
              </a:rPr>
              <a:t> ( )</a:t>
            </a:r>
            <a:r>
              <a:rPr lang="zh-CN" altLang="en-US" sz="2000" b="1" dirty="0">
                <a:solidFill>
                  <a:schemeClr val="tx1"/>
                </a:solidFill>
                <a:latin typeface="Times New Roman" panose="02020603050405020304" pitchFamily="18" charset="0"/>
                <a:ea typeface="微软雅黑" panose="020B0503020204020204" pitchFamily="34" charset="-122"/>
              </a:rPr>
              <a:t>； </a:t>
            </a:r>
            <a:r>
              <a:rPr lang="en-US" altLang="zh-CN" sz="2000" b="1" dirty="0">
                <a:solidFill>
                  <a:schemeClr val="tx1"/>
                </a:solidFill>
                <a:latin typeface="Times New Roman" panose="02020603050405020304" pitchFamily="18" charset="0"/>
                <a:ea typeface="微软雅黑" panose="020B0503020204020204" pitchFamily="34" charset="-122"/>
              </a:rPr>
              <a:t>p</a:t>
            </a:r>
            <a:r>
              <a:rPr lang="en-US" altLang="zh-CN" sz="2000" b="1" baseline="-25000" dirty="0">
                <a:solidFill>
                  <a:schemeClr val="tx1"/>
                </a:solidFill>
                <a:latin typeface="Times New Roman" panose="02020603050405020304" pitchFamily="18" charset="0"/>
                <a:ea typeface="微软雅黑" panose="020B0503020204020204" pitchFamily="34" charset="-122"/>
              </a:rPr>
              <a:t>2</a:t>
            </a:r>
            <a:r>
              <a:rPr lang="en-US" altLang="zh-CN" sz="2000" b="1" dirty="0">
                <a:solidFill>
                  <a:schemeClr val="tx1"/>
                </a:solidFill>
                <a:latin typeface="Times New Roman" panose="02020603050405020304" pitchFamily="18" charset="0"/>
                <a:ea typeface="微软雅黑" panose="020B0503020204020204" pitchFamily="34" charset="-122"/>
              </a:rPr>
              <a:t> ( )</a:t>
            </a:r>
            <a:r>
              <a:rPr lang="zh-CN" altLang="en-US" sz="2000" b="1" dirty="0">
                <a:solidFill>
                  <a:schemeClr val="tx1"/>
                </a:solidFill>
                <a:latin typeface="Times New Roman" panose="02020603050405020304" pitchFamily="18" charset="0"/>
                <a:ea typeface="微软雅黑" panose="020B0503020204020204" pitchFamily="34" charset="-122"/>
              </a:rPr>
              <a:t>；</a:t>
            </a:r>
            <a:r>
              <a:rPr lang="en-US" altLang="zh-CN" sz="2000" b="1" dirty="0">
                <a:solidFill>
                  <a:schemeClr val="tx1"/>
                </a:solidFill>
                <a:latin typeface="Times New Roman" panose="02020603050405020304" pitchFamily="18" charset="0"/>
                <a:ea typeface="微软雅黑" panose="020B0503020204020204" pitchFamily="34" charset="-122"/>
              </a:rPr>
              <a:t>… p</a:t>
            </a:r>
            <a:r>
              <a:rPr lang="en-US" altLang="zh-CN" sz="2000" b="1" baseline="-25000" dirty="0">
                <a:solidFill>
                  <a:schemeClr val="tx1"/>
                </a:solidFill>
                <a:latin typeface="Times New Roman" panose="02020603050405020304" pitchFamily="18" charset="0"/>
                <a:ea typeface="微软雅黑" panose="020B0503020204020204" pitchFamily="34" charset="-122"/>
              </a:rPr>
              <a:t>m</a:t>
            </a:r>
            <a:r>
              <a:rPr lang="en-US" altLang="zh-CN" sz="2000" b="1" dirty="0">
                <a:solidFill>
                  <a:schemeClr val="tx1"/>
                </a:solidFill>
                <a:latin typeface="Times New Roman" panose="02020603050405020304" pitchFamily="18" charset="0"/>
                <a:ea typeface="微软雅黑" panose="020B0503020204020204" pitchFamily="34" charset="-122"/>
              </a:rPr>
              <a:t> ( )</a:t>
            </a:r>
            <a:r>
              <a:rPr lang="zh-CN" altLang="en-US" sz="2000" b="1" dirty="0">
                <a:solidFill>
                  <a:schemeClr val="tx1"/>
                </a:solidFill>
                <a:latin typeface="Times New Roman" panose="02020603050405020304" pitchFamily="18" charset="0"/>
                <a:ea typeface="微软雅黑" panose="020B0503020204020204" pitchFamily="34" charset="-122"/>
              </a:rPr>
              <a:t>；</a:t>
            </a:r>
          </a:p>
          <a:p>
            <a:pPr algn="just" eaLnBrk="1" hangingPunct="1">
              <a:lnSpc>
                <a:spcPct val="130000"/>
              </a:lnSpc>
              <a:buFont typeface="Wingdings" panose="05000000000000000000" pitchFamily="2" charset="2"/>
              <a:buNone/>
            </a:pPr>
            <a:r>
              <a:rPr lang="zh-CN" altLang="en-US" sz="2000" b="1" dirty="0">
                <a:solidFill>
                  <a:schemeClr val="tx1"/>
                </a:solidFill>
                <a:latin typeface="Times New Roman" panose="02020603050405020304" pitchFamily="18" charset="0"/>
                <a:ea typeface="微软雅黑" panose="020B0503020204020204" pitchFamily="34" charset="-122"/>
              </a:rPr>
              <a:t>                </a:t>
            </a:r>
            <a:r>
              <a:rPr lang="en-US" altLang="zh-CN" sz="2000" b="1" dirty="0">
                <a:solidFill>
                  <a:schemeClr val="tx1"/>
                </a:solidFill>
                <a:latin typeface="Times New Roman" panose="02020603050405020304" pitchFamily="18" charset="0"/>
                <a:ea typeface="微软雅黑" panose="020B0503020204020204" pitchFamily="34" charset="-122"/>
              </a:rPr>
              <a:t>c</a:t>
            </a:r>
            <a:r>
              <a:rPr lang="en-US" altLang="zh-CN" sz="2000" b="1" baseline="-25000" dirty="0">
                <a:solidFill>
                  <a:schemeClr val="tx1"/>
                </a:solidFill>
                <a:latin typeface="Times New Roman" panose="02020603050405020304" pitchFamily="18" charset="0"/>
                <a:ea typeface="微软雅黑" panose="020B0503020204020204" pitchFamily="34" charset="-122"/>
              </a:rPr>
              <a:t>1</a:t>
            </a:r>
            <a:r>
              <a:rPr lang="en-US" altLang="zh-CN" sz="2000" b="1" dirty="0">
                <a:solidFill>
                  <a:schemeClr val="tx1"/>
                </a:solidFill>
                <a:latin typeface="Times New Roman" panose="02020603050405020304" pitchFamily="18" charset="0"/>
                <a:ea typeface="微软雅黑" panose="020B0503020204020204" pitchFamily="34" charset="-122"/>
              </a:rPr>
              <a:t> ( )</a:t>
            </a:r>
            <a:r>
              <a:rPr lang="zh-CN" altLang="en-US" sz="2000" b="1" dirty="0">
                <a:solidFill>
                  <a:schemeClr val="tx1"/>
                </a:solidFill>
                <a:latin typeface="Times New Roman" panose="02020603050405020304" pitchFamily="18" charset="0"/>
                <a:ea typeface="微软雅黑" panose="020B0503020204020204" pitchFamily="34" charset="-122"/>
              </a:rPr>
              <a:t>； </a:t>
            </a:r>
            <a:r>
              <a:rPr lang="en-US" altLang="zh-CN" sz="2000" b="1" dirty="0">
                <a:solidFill>
                  <a:schemeClr val="tx1"/>
                </a:solidFill>
                <a:latin typeface="Times New Roman" panose="02020603050405020304" pitchFamily="18" charset="0"/>
                <a:ea typeface="微软雅黑" panose="020B0503020204020204" pitchFamily="34" charset="-122"/>
              </a:rPr>
              <a:t>c</a:t>
            </a:r>
            <a:r>
              <a:rPr lang="en-US" altLang="zh-CN" sz="2000" b="1" baseline="-25000" dirty="0">
                <a:solidFill>
                  <a:schemeClr val="tx1"/>
                </a:solidFill>
                <a:latin typeface="Times New Roman" panose="02020603050405020304" pitchFamily="18" charset="0"/>
                <a:ea typeface="微软雅黑" panose="020B0503020204020204" pitchFamily="34" charset="-122"/>
              </a:rPr>
              <a:t>2</a:t>
            </a:r>
            <a:r>
              <a:rPr lang="en-US" altLang="zh-CN" sz="2000" b="1" dirty="0">
                <a:solidFill>
                  <a:schemeClr val="tx1"/>
                </a:solidFill>
                <a:latin typeface="Times New Roman" panose="02020603050405020304" pitchFamily="18" charset="0"/>
                <a:ea typeface="微软雅黑" panose="020B0503020204020204" pitchFamily="34" charset="-122"/>
              </a:rPr>
              <a:t> ( )</a:t>
            </a:r>
            <a:r>
              <a:rPr lang="zh-CN" altLang="en-US" sz="2000" b="1" dirty="0">
                <a:solidFill>
                  <a:schemeClr val="tx1"/>
                </a:solidFill>
                <a:latin typeface="Times New Roman" panose="02020603050405020304" pitchFamily="18" charset="0"/>
                <a:ea typeface="微软雅黑" panose="020B0503020204020204" pitchFamily="34" charset="-122"/>
              </a:rPr>
              <a:t>；</a:t>
            </a:r>
            <a:r>
              <a:rPr lang="en-US" altLang="zh-CN" sz="2000" b="1" dirty="0">
                <a:solidFill>
                  <a:schemeClr val="tx1"/>
                </a:solidFill>
                <a:latin typeface="Times New Roman" panose="02020603050405020304" pitchFamily="18" charset="0"/>
                <a:ea typeface="微软雅黑" panose="020B0503020204020204" pitchFamily="34" charset="-122"/>
              </a:rPr>
              <a:t>…</a:t>
            </a:r>
            <a:r>
              <a:rPr lang="en-US" altLang="zh-CN" sz="2000" b="1" dirty="0">
                <a:latin typeface="Times New Roman" panose="02020603050405020304" pitchFamily="18" charset="0"/>
                <a:ea typeface="微软雅黑" panose="020B0503020204020204" pitchFamily="34" charset="-122"/>
              </a:rPr>
              <a:t> </a:t>
            </a:r>
            <a:r>
              <a:rPr lang="en-US" altLang="zh-CN" sz="2000" b="1" dirty="0">
                <a:solidFill>
                  <a:schemeClr val="tx1"/>
                </a:solidFill>
                <a:latin typeface="Times New Roman" panose="02020603050405020304" pitchFamily="18" charset="0"/>
                <a:ea typeface="微软雅黑" panose="020B0503020204020204" pitchFamily="34" charset="-122"/>
              </a:rPr>
              <a:t>c</a:t>
            </a:r>
            <a:r>
              <a:rPr lang="en-US" altLang="zh-CN" sz="2000" b="1" baseline="-25000" dirty="0">
                <a:solidFill>
                  <a:schemeClr val="tx1"/>
                </a:solidFill>
                <a:latin typeface="Times New Roman" panose="02020603050405020304" pitchFamily="18" charset="0"/>
                <a:ea typeface="微软雅黑" panose="020B0503020204020204" pitchFamily="34" charset="-122"/>
              </a:rPr>
              <a:t>k</a:t>
            </a:r>
            <a:r>
              <a:rPr lang="en-US" altLang="zh-CN" sz="2000" b="1" dirty="0">
                <a:solidFill>
                  <a:schemeClr val="tx1"/>
                </a:solidFill>
                <a:latin typeface="Times New Roman" panose="02020603050405020304" pitchFamily="18" charset="0"/>
                <a:ea typeface="微软雅黑" panose="020B0503020204020204" pitchFamily="34" charset="-122"/>
              </a:rPr>
              <a:t> ( )</a:t>
            </a:r>
            <a:r>
              <a:rPr lang="zh-CN" altLang="en-US" sz="2000" b="1" dirty="0">
                <a:solidFill>
                  <a:schemeClr val="tx1"/>
                </a:solidFill>
                <a:latin typeface="Times New Roman" panose="02020603050405020304" pitchFamily="18" charset="0"/>
                <a:ea typeface="微软雅黑" panose="020B0503020204020204" pitchFamily="34" charset="-122"/>
              </a:rPr>
              <a:t>；</a:t>
            </a:r>
          </a:p>
          <a:p>
            <a:pPr algn="just" eaLnBrk="1" hangingPunct="1">
              <a:lnSpc>
                <a:spcPct val="130000"/>
              </a:lnSpc>
              <a:buFont typeface="Wingdings" panose="05000000000000000000" pitchFamily="2" charset="2"/>
              <a:buNone/>
            </a:pPr>
            <a:r>
              <a:rPr lang="zh-CN" altLang="en-US" sz="2000" b="1" dirty="0">
                <a:solidFill>
                  <a:schemeClr val="tx1"/>
                </a:solidFill>
                <a:latin typeface="Times New Roman" panose="02020603050405020304" pitchFamily="18" charset="0"/>
                <a:ea typeface="微软雅黑" panose="020B0503020204020204" pitchFamily="34" charset="-122"/>
              </a:rPr>
              <a:t>        </a:t>
            </a:r>
            <a:r>
              <a:rPr lang="en-US" altLang="zh-CN" sz="2000" b="1" dirty="0" err="1">
                <a:solidFill>
                  <a:schemeClr val="tx1"/>
                </a:solidFill>
                <a:latin typeface="Times New Roman" panose="02020603050405020304" pitchFamily="18" charset="0"/>
                <a:ea typeface="微软雅黑" panose="020B0503020204020204" pitchFamily="34" charset="-122"/>
              </a:rPr>
              <a:t>coend</a:t>
            </a:r>
            <a:endParaRPr lang="en-US" altLang="zh-CN" sz="2000" b="1" dirty="0">
              <a:solidFill>
                <a:schemeClr val="tx1"/>
              </a:solidFill>
              <a:latin typeface="Times New Roman" panose="02020603050405020304" pitchFamily="18" charset="0"/>
              <a:ea typeface="微软雅黑" panose="020B0503020204020204" pitchFamily="34" charset="-122"/>
            </a:endParaRPr>
          </a:p>
          <a:p>
            <a:pPr algn="just" eaLnBrk="1" hangingPunct="1">
              <a:lnSpc>
                <a:spcPct val="130000"/>
              </a:lnSpc>
              <a:buFont typeface="Wingdings" panose="05000000000000000000" pitchFamily="2" charset="2"/>
              <a:buNone/>
            </a:pPr>
            <a:r>
              <a:rPr lang="en-US" altLang="zh-CN" sz="2000" b="1" dirty="0">
                <a:solidFill>
                  <a:schemeClr val="tx1"/>
                </a:solidFill>
                <a:latin typeface="Times New Roman" panose="02020603050405020304" pitchFamily="18" charset="0"/>
                <a:ea typeface="微软雅黑" panose="020B0503020204020204" pitchFamily="34" charset="-122"/>
              </a:rPr>
              <a:t>}</a:t>
            </a:r>
          </a:p>
        </p:txBody>
      </p:sp>
      <p:sp>
        <p:nvSpPr>
          <p:cNvPr id="4" name="文本框 3">
            <a:extLst>
              <a:ext uri="{FF2B5EF4-FFF2-40B4-BE49-F238E27FC236}">
                <a16:creationId xmlns:a16="http://schemas.microsoft.com/office/drawing/2014/main" id="{88AF8D5E-DF5F-5BF5-5AEC-4ADDAD5F0C37}"/>
              </a:ext>
            </a:extLst>
          </p:cNvPr>
          <p:cNvSpPr txBox="1"/>
          <p:nvPr/>
        </p:nvSpPr>
        <p:spPr>
          <a:xfrm>
            <a:off x="4959683" y="1451241"/>
            <a:ext cx="7110398" cy="4384534"/>
          </a:xfrm>
          <a:prstGeom prst="rect">
            <a:avLst/>
          </a:prstGeom>
          <a:noFill/>
        </p:spPr>
        <p:txBody>
          <a:bodyPr wrap="square">
            <a:spAutoFit/>
          </a:bodyPr>
          <a:lstStyle/>
          <a:p>
            <a:pPr eaLnBrk="1" hangingPunct="1">
              <a:lnSpc>
                <a:spcPct val="120000"/>
              </a:lnSpc>
              <a:buFont typeface="Wingdings" panose="05000000000000000000" pitchFamily="2" charset="2"/>
              <a:buNone/>
            </a:pPr>
            <a:r>
              <a:rPr lang="en-US" altLang="zh-CN" b="1" dirty="0">
                <a:solidFill>
                  <a:schemeClr val="tx1"/>
                </a:solidFill>
                <a:latin typeface="Times New Roman" panose="02020603050405020304" pitchFamily="18" charset="0"/>
                <a:ea typeface="微软雅黑" panose="020B0503020204020204" pitchFamily="34" charset="-122"/>
              </a:rPr>
              <a:t>p</a:t>
            </a:r>
            <a:r>
              <a:rPr lang="en-US" altLang="zh-CN" b="1" baseline="-25000" dirty="0">
                <a:solidFill>
                  <a:schemeClr val="tx1"/>
                </a:solidFill>
                <a:latin typeface="Times New Roman" panose="02020603050405020304" pitchFamily="18" charset="0"/>
                <a:ea typeface="微软雅黑" panose="020B0503020204020204" pitchFamily="34" charset="-122"/>
              </a:rPr>
              <a:t>i</a:t>
            </a:r>
            <a:r>
              <a:rPr lang="en-US" altLang="zh-CN" b="1" dirty="0">
                <a:solidFill>
                  <a:schemeClr val="tx1"/>
                </a:solidFill>
                <a:latin typeface="Times New Roman" panose="02020603050405020304" pitchFamily="18" charset="0"/>
                <a:ea typeface="微软雅黑" panose="020B0503020204020204" pitchFamily="34" charset="-122"/>
              </a:rPr>
              <a:t>( )                                                      </a:t>
            </a:r>
            <a:r>
              <a:rPr lang="en-US" altLang="zh-CN" b="1" dirty="0" err="1">
                <a:solidFill>
                  <a:schemeClr val="tx1"/>
                </a:solidFill>
                <a:latin typeface="Times New Roman" panose="02020603050405020304" pitchFamily="18" charset="0"/>
                <a:ea typeface="微软雅黑" panose="020B0503020204020204" pitchFamily="34" charset="-122"/>
              </a:rPr>
              <a:t>c</a:t>
            </a:r>
            <a:r>
              <a:rPr lang="en-US" altLang="zh-CN" b="1" baseline="-25000" dirty="0" err="1">
                <a:solidFill>
                  <a:schemeClr val="tx1"/>
                </a:solidFill>
                <a:latin typeface="Times New Roman" panose="02020603050405020304" pitchFamily="18" charset="0"/>
                <a:ea typeface="微软雅黑" panose="020B0503020204020204" pitchFamily="34" charset="-122"/>
              </a:rPr>
              <a:t>j</a:t>
            </a:r>
            <a:r>
              <a:rPr lang="en-US" altLang="zh-CN" b="1" dirty="0">
                <a:solidFill>
                  <a:schemeClr val="tx1"/>
                </a:solidFill>
                <a:latin typeface="Times New Roman" panose="02020603050405020304" pitchFamily="18" charset="0"/>
                <a:ea typeface="微软雅黑" panose="020B0503020204020204" pitchFamily="34" charset="-122"/>
              </a:rPr>
              <a:t>( )</a:t>
            </a:r>
          </a:p>
          <a:p>
            <a:pPr algn="just" eaLnBrk="1" hangingPunct="1">
              <a:lnSpc>
                <a:spcPct val="120000"/>
              </a:lnSpc>
              <a:buFont typeface="Wingdings" panose="05000000000000000000" pitchFamily="2" charset="2"/>
              <a:buNone/>
            </a:pPr>
            <a:r>
              <a:rPr lang="en-US" altLang="zh-CN" b="1" dirty="0">
                <a:solidFill>
                  <a:schemeClr val="tx1"/>
                </a:solidFill>
                <a:latin typeface="Times New Roman" panose="02020603050405020304" pitchFamily="18" charset="0"/>
                <a:ea typeface="微软雅黑" panose="020B0503020204020204" pitchFamily="34" charset="-122"/>
              </a:rPr>
              <a:t>{                                                           {</a:t>
            </a:r>
          </a:p>
          <a:p>
            <a:pPr algn="just" eaLnBrk="1" hangingPunct="1">
              <a:lnSpc>
                <a:spcPct val="120000"/>
              </a:lnSpc>
              <a:buFont typeface="Wingdings" panose="05000000000000000000" pitchFamily="2" charset="2"/>
              <a:buNone/>
            </a:pPr>
            <a:r>
              <a:rPr lang="en-US" altLang="zh-CN" b="1" dirty="0">
                <a:solidFill>
                  <a:schemeClr val="tx1"/>
                </a:solidFill>
                <a:latin typeface="Times New Roman" panose="02020603050405020304" pitchFamily="18" charset="0"/>
                <a:ea typeface="微软雅黑" panose="020B0503020204020204" pitchFamily="34" charset="-122"/>
              </a:rPr>
              <a:t>        while(</a:t>
            </a:r>
            <a:r>
              <a:rPr lang="zh-CN" altLang="en-US" b="1" dirty="0">
                <a:solidFill>
                  <a:schemeClr val="tx1"/>
                </a:solidFill>
                <a:latin typeface="Times New Roman" panose="02020603050405020304" pitchFamily="18" charset="0"/>
                <a:ea typeface="微软雅黑" panose="020B0503020204020204" pitchFamily="34" charset="-122"/>
              </a:rPr>
              <a:t>生产未完成</a:t>
            </a:r>
            <a:r>
              <a:rPr lang="en-US" altLang="zh-CN" b="1" dirty="0">
                <a:solidFill>
                  <a:schemeClr val="tx1"/>
                </a:solidFill>
                <a:latin typeface="Times New Roman" panose="02020603050405020304" pitchFamily="18" charset="0"/>
                <a:ea typeface="微软雅黑" panose="020B0503020204020204" pitchFamily="34" charset="-122"/>
              </a:rPr>
              <a:t>)                             while(</a:t>
            </a:r>
            <a:r>
              <a:rPr lang="zh-CN" altLang="en-US" b="1" dirty="0">
                <a:solidFill>
                  <a:schemeClr val="tx1"/>
                </a:solidFill>
                <a:latin typeface="Times New Roman" panose="02020603050405020304" pitchFamily="18" charset="0"/>
                <a:ea typeface="微软雅黑" panose="020B0503020204020204" pitchFamily="34" charset="-122"/>
              </a:rPr>
              <a:t>还要继续消费</a:t>
            </a:r>
            <a:r>
              <a:rPr lang="en-US" altLang="zh-CN" b="1" dirty="0">
                <a:solidFill>
                  <a:schemeClr val="tx1"/>
                </a:solidFill>
                <a:latin typeface="Times New Roman" panose="02020603050405020304" pitchFamily="18" charset="0"/>
                <a:ea typeface="微软雅黑" panose="020B0503020204020204" pitchFamily="34" charset="-122"/>
              </a:rPr>
              <a:t>) </a:t>
            </a:r>
          </a:p>
          <a:p>
            <a:pPr algn="just" eaLnBrk="1" hangingPunct="1">
              <a:lnSpc>
                <a:spcPct val="120000"/>
              </a:lnSpc>
              <a:buFont typeface="Wingdings" panose="05000000000000000000" pitchFamily="2" charset="2"/>
              <a:buNone/>
            </a:pPr>
            <a:r>
              <a:rPr lang="en-US" altLang="zh-CN" b="1" dirty="0">
                <a:solidFill>
                  <a:schemeClr val="tx1"/>
                </a:solidFill>
                <a:latin typeface="Times New Roman" panose="02020603050405020304" pitchFamily="18" charset="0"/>
                <a:ea typeface="微软雅黑" panose="020B0503020204020204" pitchFamily="34" charset="-122"/>
              </a:rPr>
              <a:t>        {                                                           {</a:t>
            </a:r>
          </a:p>
          <a:p>
            <a:pPr algn="just" eaLnBrk="1" hangingPunct="1">
              <a:lnSpc>
                <a:spcPct val="120000"/>
              </a:lnSpc>
              <a:buFont typeface="Wingdings" panose="05000000000000000000" pitchFamily="2" charset="2"/>
              <a:buNone/>
            </a:pPr>
            <a:r>
              <a:rPr lang="en-US" altLang="zh-CN" b="1" dirty="0">
                <a:solidFill>
                  <a:schemeClr val="tx1"/>
                </a:solidFill>
                <a:latin typeface="Times New Roman" panose="02020603050405020304" pitchFamily="18" charset="0"/>
                <a:ea typeface="微软雅黑" panose="020B0503020204020204" pitchFamily="34" charset="-122"/>
              </a:rPr>
              <a:t>                       </a:t>
            </a:r>
            <a:r>
              <a:rPr lang="en-US" altLang="zh-CN" b="1" dirty="0">
                <a:solidFill>
                  <a:schemeClr val="tx1"/>
                </a:solidFill>
                <a:latin typeface="Times New Roman" panose="02020603050405020304" pitchFamily="18" charset="0"/>
                <a:ea typeface="微软雅黑" panose="020B0503020204020204" pitchFamily="34" charset="-122"/>
                <a:sym typeface="MT Extra" panose="05050102010205020202" pitchFamily="18" charset="2"/>
              </a:rPr>
              <a:t>                                                            </a:t>
            </a:r>
            <a:r>
              <a:rPr lang="en-US" altLang="zh-CN" b="1" dirty="0">
                <a:solidFill>
                  <a:schemeClr val="tx1"/>
                </a:solidFill>
                <a:latin typeface="Times New Roman" panose="02020603050405020304" pitchFamily="18" charset="0"/>
                <a:ea typeface="微软雅黑" panose="020B0503020204020204" pitchFamily="34" charset="-122"/>
              </a:rPr>
              <a:t>p(</a:t>
            </a:r>
            <a:r>
              <a:rPr lang="en-US" altLang="zh-CN" b="1" dirty="0" err="1">
                <a:solidFill>
                  <a:schemeClr val="tx1"/>
                </a:solidFill>
                <a:latin typeface="Times New Roman" panose="02020603050405020304" pitchFamily="18" charset="0"/>
                <a:ea typeface="微软雅黑" panose="020B0503020204020204" pitchFamily="34" charset="-122"/>
              </a:rPr>
              <a:t>s</a:t>
            </a:r>
            <a:r>
              <a:rPr lang="en-US" altLang="zh-CN" b="1" baseline="-25000" dirty="0" err="1">
                <a:solidFill>
                  <a:schemeClr val="tx1"/>
                </a:solidFill>
                <a:latin typeface="Times New Roman" panose="02020603050405020304" pitchFamily="18" charset="0"/>
                <a:ea typeface="微软雅黑" panose="020B0503020204020204" pitchFamily="34" charset="-122"/>
              </a:rPr>
              <a:t>a</a:t>
            </a:r>
            <a:r>
              <a:rPr lang="en-US" altLang="zh-CN" b="1" dirty="0">
                <a:solidFill>
                  <a:schemeClr val="tx1"/>
                </a:solidFill>
                <a:latin typeface="Times New Roman" panose="02020603050405020304" pitchFamily="18" charset="0"/>
                <a:ea typeface="微软雅黑" panose="020B0503020204020204" pitchFamily="34" charset="-122"/>
              </a:rPr>
              <a:t>)</a:t>
            </a:r>
            <a:r>
              <a:rPr lang="zh-CN" altLang="en-US" b="1" dirty="0">
                <a:solidFill>
                  <a:schemeClr val="tx1"/>
                </a:solidFill>
                <a:latin typeface="Times New Roman" panose="02020603050405020304" pitchFamily="18" charset="0"/>
                <a:ea typeface="微软雅黑" panose="020B0503020204020204" pitchFamily="34" charset="-122"/>
              </a:rPr>
              <a:t>；</a:t>
            </a:r>
            <a:endParaRPr lang="zh-CN" altLang="en-US" b="1" dirty="0">
              <a:solidFill>
                <a:schemeClr val="tx1"/>
              </a:solidFill>
              <a:latin typeface="Times New Roman" panose="02020603050405020304" pitchFamily="18" charset="0"/>
              <a:ea typeface="微软雅黑" panose="020B0503020204020204" pitchFamily="34" charset="-122"/>
              <a:sym typeface="MT Extra" panose="05050102010205020202" pitchFamily="18" charset="2"/>
            </a:endParaRPr>
          </a:p>
          <a:p>
            <a:pPr algn="just" eaLnBrk="1" hangingPunct="1">
              <a:lnSpc>
                <a:spcPct val="120000"/>
              </a:lnSpc>
              <a:buFont typeface="Wingdings" panose="05000000000000000000" pitchFamily="2" charset="2"/>
              <a:buNone/>
            </a:pPr>
            <a:r>
              <a:rPr lang="zh-CN" altLang="en-US" b="1" dirty="0">
                <a:solidFill>
                  <a:schemeClr val="tx1"/>
                </a:solidFill>
                <a:latin typeface="Times New Roman" panose="02020603050405020304" pitchFamily="18" charset="0"/>
                <a:ea typeface="微软雅黑" panose="020B0503020204020204" pitchFamily="34" charset="-122"/>
              </a:rPr>
              <a:t>                生产一个产品；                                       </a:t>
            </a:r>
            <a:r>
              <a:rPr lang="en-US" altLang="zh-CN" b="1" dirty="0">
                <a:solidFill>
                  <a:schemeClr val="tx1"/>
                </a:solidFill>
                <a:latin typeface="Times New Roman" panose="02020603050405020304" pitchFamily="18" charset="0"/>
                <a:ea typeface="微软雅黑" panose="020B0503020204020204" pitchFamily="34" charset="-122"/>
              </a:rPr>
              <a:t>p(mutex)</a:t>
            </a:r>
            <a:r>
              <a:rPr lang="zh-CN" altLang="en-US" b="1" dirty="0">
                <a:solidFill>
                  <a:schemeClr val="tx1"/>
                </a:solidFill>
                <a:latin typeface="Times New Roman" panose="02020603050405020304" pitchFamily="18" charset="0"/>
                <a:ea typeface="微软雅黑" panose="020B0503020204020204" pitchFamily="34" charset="-122"/>
              </a:rPr>
              <a:t>； </a:t>
            </a:r>
          </a:p>
          <a:p>
            <a:pPr algn="just" eaLnBrk="1" hangingPunct="1">
              <a:lnSpc>
                <a:spcPct val="120000"/>
              </a:lnSpc>
              <a:buFont typeface="Wingdings" panose="05000000000000000000" pitchFamily="2" charset="2"/>
              <a:buNone/>
            </a:pPr>
            <a:r>
              <a:rPr lang="zh-CN" altLang="en-US" b="1" dirty="0">
                <a:solidFill>
                  <a:schemeClr val="tx1"/>
                </a:solidFill>
                <a:latin typeface="Times New Roman" panose="02020603050405020304" pitchFamily="18" charset="0"/>
                <a:ea typeface="微软雅黑" panose="020B0503020204020204" pitchFamily="34" charset="-122"/>
              </a:rPr>
              <a:t>                     </a:t>
            </a:r>
            <a:r>
              <a:rPr lang="en-US" altLang="zh-CN" b="1" dirty="0">
                <a:solidFill>
                  <a:schemeClr val="tx1"/>
                </a:solidFill>
                <a:latin typeface="Times New Roman" panose="02020603050405020304" pitchFamily="18" charset="0"/>
                <a:ea typeface="微软雅黑" panose="020B0503020204020204" pitchFamily="34" charset="-122"/>
              </a:rPr>
              <a:t>p(s</a:t>
            </a:r>
            <a:r>
              <a:rPr lang="en-US" altLang="zh-CN" b="1" baseline="-25000" dirty="0">
                <a:solidFill>
                  <a:schemeClr val="tx1"/>
                </a:solidFill>
                <a:latin typeface="Times New Roman" panose="02020603050405020304" pitchFamily="18" charset="0"/>
                <a:ea typeface="微软雅黑" panose="020B0503020204020204" pitchFamily="34" charset="-122"/>
              </a:rPr>
              <a:t>b</a:t>
            </a:r>
            <a:r>
              <a:rPr lang="en-US" altLang="zh-CN" b="1" dirty="0">
                <a:solidFill>
                  <a:schemeClr val="tx1"/>
                </a:solidFill>
                <a:latin typeface="Times New Roman" panose="02020603050405020304" pitchFamily="18" charset="0"/>
                <a:ea typeface="微软雅黑" panose="020B0503020204020204" pitchFamily="34" charset="-122"/>
              </a:rPr>
              <a:t>)</a:t>
            </a:r>
            <a:r>
              <a:rPr lang="zh-CN" altLang="en-US" b="1" dirty="0">
                <a:solidFill>
                  <a:schemeClr val="tx1"/>
                </a:solidFill>
                <a:latin typeface="Times New Roman" panose="02020603050405020304" pitchFamily="18" charset="0"/>
                <a:ea typeface="微软雅黑" panose="020B0503020204020204" pitchFamily="34" charset="-122"/>
              </a:rPr>
              <a:t>；                                            从有界缓冲区中取产品；</a:t>
            </a:r>
          </a:p>
          <a:p>
            <a:pPr algn="just" eaLnBrk="1" hangingPunct="1">
              <a:lnSpc>
                <a:spcPct val="120000"/>
              </a:lnSpc>
              <a:buFont typeface="Wingdings" panose="05000000000000000000" pitchFamily="2" charset="2"/>
              <a:buNone/>
            </a:pPr>
            <a:r>
              <a:rPr lang="zh-CN" altLang="en-US" b="1" dirty="0">
                <a:solidFill>
                  <a:schemeClr val="tx1"/>
                </a:solidFill>
                <a:latin typeface="Times New Roman" panose="02020603050405020304" pitchFamily="18" charset="0"/>
                <a:ea typeface="微软雅黑" panose="020B0503020204020204" pitchFamily="34" charset="-122"/>
              </a:rPr>
              <a:t>                  </a:t>
            </a:r>
            <a:r>
              <a:rPr lang="en-US" altLang="zh-CN" b="1" dirty="0">
                <a:solidFill>
                  <a:schemeClr val="tx1"/>
                </a:solidFill>
                <a:latin typeface="Times New Roman" panose="02020603050405020304" pitchFamily="18" charset="0"/>
                <a:ea typeface="微软雅黑" panose="020B0503020204020204" pitchFamily="34" charset="-122"/>
              </a:rPr>
              <a:t>p(mutex)</a:t>
            </a:r>
            <a:r>
              <a:rPr lang="zh-CN" altLang="en-US" b="1" dirty="0">
                <a:solidFill>
                  <a:schemeClr val="tx1"/>
                </a:solidFill>
                <a:latin typeface="Times New Roman" panose="02020603050405020304" pitchFamily="18" charset="0"/>
                <a:ea typeface="微软雅黑" panose="020B0503020204020204" pitchFamily="34" charset="-122"/>
              </a:rPr>
              <a:t>；                                              </a:t>
            </a:r>
            <a:r>
              <a:rPr lang="en-US" altLang="zh-CN" b="1" dirty="0">
                <a:solidFill>
                  <a:schemeClr val="tx1"/>
                </a:solidFill>
                <a:latin typeface="Times New Roman" panose="02020603050405020304" pitchFamily="18" charset="0"/>
                <a:ea typeface="微软雅黑" panose="020B0503020204020204" pitchFamily="34" charset="-122"/>
              </a:rPr>
              <a:t>v(empty)</a:t>
            </a:r>
            <a:r>
              <a:rPr lang="zh-CN" altLang="en-US" b="1" dirty="0">
                <a:solidFill>
                  <a:schemeClr val="tx1"/>
                </a:solidFill>
                <a:latin typeface="Times New Roman" panose="02020603050405020304" pitchFamily="18" charset="0"/>
                <a:ea typeface="微软雅黑" panose="020B0503020204020204" pitchFamily="34" charset="-122"/>
              </a:rPr>
              <a:t>；</a:t>
            </a:r>
          </a:p>
          <a:p>
            <a:pPr algn="just" eaLnBrk="1" hangingPunct="1">
              <a:lnSpc>
                <a:spcPct val="120000"/>
              </a:lnSpc>
              <a:buFont typeface="Wingdings" panose="05000000000000000000" pitchFamily="2" charset="2"/>
              <a:buNone/>
            </a:pPr>
            <a:r>
              <a:rPr lang="zh-CN" altLang="en-US" b="1" dirty="0">
                <a:solidFill>
                  <a:schemeClr val="tx1"/>
                </a:solidFill>
                <a:latin typeface="Times New Roman" panose="02020603050405020304" pitchFamily="18" charset="0"/>
                <a:ea typeface="微软雅黑" panose="020B0503020204020204" pitchFamily="34" charset="-122"/>
              </a:rPr>
              <a:t>                送一个产品到有界缓冲                             </a:t>
            </a:r>
            <a:r>
              <a:rPr lang="en-US" altLang="zh-CN" b="1" dirty="0">
                <a:solidFill>
                  <a:schemeClr val="tx1"/>
                </a:solidFill>
                <a:latin typeface="Times New Roman" panose="02020603050405020304" pitchFamily="18" charset="0"/>
                <a:ea typeface="微软雅黑" panose="020B0503020204020204" pitchFamily="34" charset="-122"/>
              </a:rPr>
              <a:t>v(s</a:t>
            </a:r>
            <a:r>
              <a:rPr lang="en-US" altLang="zh-CN" b="1" baseline="-25000" dirty="0">
                <a:solidFill>
                  <a:schemeClr val="tx1"/>
                </a:solidFill>
                <a:latin typeface="Times New Roman" panose="02020603050405020304" pitchFamily="18" charset="0"/>
                <a:ea typeface="微软雅黑" panose="020B0503020204020204" pitchFamily="34" charset="-122"/>
              </a:rPr>
              <a:t>b</a:t>
            </a:r>
            <a:r>
              <a:rPr lang="en-US" altLang="zh-CN" b="1" dirty="0">
                <a:solidFill>
                  <a:schemeClr val="tx1"/>
                </a:solidFill>
                <a:latin typeface="Times New Roman" panose="02020603050405020304" pitchFamily="18" charset="0"/>
                <a:ea typeface="微软雅黑" panose="020B0503020204020204" pitchFamily="34" charset="-122"/>
              </a:rPr>
              <a:t>)</a:t>
            </a:r>
            <a:r>
              <a:rPr lang="zh-CN" altLang="en-US" b="1" dirty="0">
                <a:solidFill>
                  <a:schemeClr val="tx1"/>
                </a:solidFill>
                <a:latin typeface="Times New Roman" panose="02020603050405020304" pitchFamily="18" charset="0"/>
                <a:ea typeface="微软雅黑" panose="020B0503020204020204" pitchFamily="34" charset="-122"/>
              </a:rPr>
              <a:t>； </a:t>
            </a:r>
          </a:p>
          <a:p>
            <a:pPr algn="just" eaLnBrk="1" hangingPunct="1">
              <a:lnSpc>
                <a:spcPct val="120000"/>
              </a:lnSpc>
              <a:buFont typeface="Wingdings" panose="05000000000000000000" pitchFamily="2" charset="2"/>
              <a:buNone/>
            </a:pPr>
            <a:r>
              <a:rPr lang="zh-CN" altLang="en-US" b="1" dirty="0">
                <a:solidFill>
                  <a:schemeClr val="tx1"/>
                </a:solidFill>
                <a:latin typeface="Times New Roman" panose="02020603050405020304" pitchFamily="18" charset="0"/>
                <a:ea typeface="微软雅黑" panose="020B0503020204020204" pitchFamily="34" charset="-122"/>
                <a:sym typeface="MT Extra" panose="05050102010205020202" pitchFamily="18" charset="2"/>
              </a:rPr>
              <a:t>                  </a:t>
            </a:r>
            <a:r>
              <a:rPr lang="en-US" altLang="zh-CN" b="1" dirty="0">
                <a:solidFill>
                  <a:schemeClr val="tx1"/>
                </a:solidFill>
                <a:latin typeface="Times New Roman" panose="02020603050405020304" pitchFamily="18" charset="0"/>
                <a:ea typeface="微软雅黑" panose="020B0503020204020204" pitchFamily="34" charset="-122"/>
              </a:rPr>
              <a:t>v(mutex)</a:t>
            </a:r>
            <a:r>
              <a:rPr lang="zh-CN" altLang="en-US" b="1" dirty="0">
                <a:solidFill>
                  <a:schemeClr val="tx1"/>
                </a:solidFill>
                <a:latin typeface="Times New Roman" panose="02020603050405020304" pitchFamily="18" charset="0"/>
                <a:ea typeface="微软雅黑" panose="020B0503020204020204" pitchFamily="34" charset="-122"/>
              </a:rPr>
              <a:t>；                                           消费一个产品； </a:t>
            </a:r>
          </a:p>
          <a:p>
            <a:pPr algn="just" eaLnBrk="1" hangingPunct="1">
              <a:lnSpc>
                <a:spcPct val="120000"/>
              </a:lnSpc>
              <a:buFont typeface="Wingdings" panose="05000000000000000000" pitchFamily="2" charset="2"/>
              <a:buNone/>
            </a:pPr>
            <a:r>
              <a:rPr lang="zh-CN" altLang="en-US" b="1" dirty="0">
                <a:solidFill>
                  <a:schemeClr val="tx1"/>
                </a:solidFill>
                <a:latin typeface="Times New Roman" panose="02020603050405020304" pitchFamily="18" charset="0"/>
                <a:ea typeface="微软雅黑" panose="020B0503020204020204" pitchFamily="34" charset="-122"/>
              </a:rPr>
              <a:t>                     </a:t>
            </a:r>
            <a:r>
              <a:rPr lang="en-US" altLang="zh-CN" b="1" dirty="0">
                <a:solidFill>
                  <a:schemeClr val="tx1"/>
                </a:solidFill>
                <a:latin typeface="Times New Roman" panose="02020603050405020304" pitchFamily="18" charset="0"/>
                <a:ea typeface="微软雅黑" panose="020B0503020204020204" pitchFamily="34" charset="-122"/>
              </a:rPr>
              <a:t>v(</a:t>
            </a:r>
            <a:r>
              <a:rPr lang="en-US" altLang="zh-CN" b="1" dirty="0" err="1">
                <a:solidFill>
                  <a:schemeClr val="tx1"/>
                </a:solidFill>
                <a:latin typeface="Times New Roman" panose="02020603050405020304" pitchFamily="18" charset="0"/>
                <a:ea typeface="微软雅黑" panose="020B0503020204020204" pitchFamily="34" charset="-122"/>
              </a:rPr>
              <a:t>s</a:t>
            </a:r>
            <a:r>
              <a:rPr lang="en-US" altLang="zh-CN" b="1" baseline="-25000" dirty="0" err="1">
                <a:solidFill>
                  <a:schemeClr val="tx1"/>
                </a:solidFill>
                <a:latin typeface="Times New Roman" panose="02020603050405020304" pitchFamily="18" charset="0"/>
                <a:ea typeface="微软雅黑" panose="020B0503020204020204" pitchFamily="34" charset="-122"/>
              </a:rPr>
              <a:t>a</a:t>
            </a:r>
            <a:r>
              <a:rPr lang="en-US" altLang="zh-CN" b="1" dirty="0">
                <a:solidFill>
                  <a:schemeClr val="tx1"/>
                </a:solidFill>
                <a:latin typeface="Times New Roman" panose="02020603050405020304" pitchFamily="18" charset="0"/>
                <a:ea typeface="微软雅黑" panose="020B0503020204020204" pitchFamily="34" charset="-122"/>
              </a:rPr>
              <a:t>)</a:t>
            </a:r>
            <a:r>
              <a:rPr lang="zh-CN" altLang="en-US" b="1" dirty="0">
                <a:solidFill>
                  <a:schemeClr val="tx1"/>
                </a:solidFill>
                <a:latin typeface="Times New Roman" panose="02020603050405020304" pitchFamily="18" charset="0"/>
                <a:ea typeface="微软雅黑" panose="020B0503020204020204" pitchFamily="34" charset="-122"/>
              </a:rPr>
              <a:t>；                                                        </a:t>
            </a:r>
            <a:r>
              <a:rPr lang="zh-CN" altLang="en-US" b="1" dirty="0">
                <a:solidFill>
                  <a:schemeClr val="tx1"/>
                </a:solidFill>
                <a:latin typeface="Times New Roman" panose="02020603050405020304" pitchFamily="18" charset="0"/>
                <a:ea typeface="微软雅黑" panose="020B0503020204020204" pitchFamily="34" charset="-122"/>
                <a:sym typeface="MT Extra" panose="05050102010205020202" pitchFamily="18" charset="2"/>
              </a:rPr>
              <a:t></a:t>
            </a:r>
            <a:endParaRPr lang="zh-CN" altLang="en-US" b="1" dirty="0">
              <a:solidFill>
                <a:schemeClr val="tx1"/>
              </a:solidFill>
              <a:latin typeface="Times New Roman" panose="02020603050405020304" pitchFamily="18" charset="0"/>
              <a:ea typeface="微软雅黑" panose="020B0503020204020204" pitchFamily="34" charset="-122"/>
            </a:endParaRPr>
          </a:p>
          <a:p>
            <a:pPr algn="just" eaLnBrk="1" hangingPunct="1">
              <a:lnSpc>
                <a:spcPct val="120000"/>
              </a:lnSpc>
              <a:buFont typeface="Wingdings" panose="05000000000000000000" pitchFamily="2" charset="2"/>
              <a:buNone/>
            </a:pPr>
            <a:r>
              <a:rPr lang="zh-CN" altLang="en-US" b="1" dirty="0">
                <a:solidFill>
                  <a:schemeClr val="tx1"/>
                </a:solidFill>
                <a:latin typeface="Times New Roman" panose="02020603050405020304" pitchFamily="18" charset="0"/>
                <a:ea typeface="微软雅黑" panose="020B0503020204020204" pitchFamily="34" charset="-122"/>
              </a:rPr>
              <a:t>        </a:t>
            </a:r>
            <a:r>
              <a:rPr lang="en-US" altLang="zh-CN" b="1" dirty="0">
                <a:solidFill>
                  <a:schemeClr val="tx1"/>
                </a:solidFill>
                <a:latin typeface="Times New Roman" panose="02020603050405020304" pitchFamily="18" charset="0"/>
                <a:ea typeface="微软雅黑" panose="020B0503020204020204" pitchFamily="34" charset="-122"/>
              </a:rPr>
              <a:t>}                                                           }</a:t>
            </a:r>
          </a:p>
          <a:p>
            <a:pPr algn="just" eaLnBrk="1" hangingPunct="1">
              <a:lnSpc>
                <a:spcPct val="120000"/>
              </a:lnSpc>
              <a:buFont typeface="Wingdings" panose="05000000000000000000" pitchFamily="2" charset="2"/>
              <a:buNone/>
            </a:pPr>
            <a:r>
              <a:rPr lang="en-US" altLang="zh-CN" b="1" dirty="0">
                <a:solidFill>
                  <a:schemeClr val="tx1"/>
                </a:solidFill>
                <a:latin typeface="Times New Roman" panose="02020603050405020304" pitchFamily="18" charset="0"/>
                <a:ea typeface="微软雅黑" panose="020B0503020204020204" pitchFamily="34" charset="-122"/>
              </a:rPr>
              <a:t>}                                                           }    </a:t>
            </a:r>
          </a:p>
        </p:txBody>
      </p:sp>
    </p:spTree>
    <p:extLst>
      <p:ext uri="{BB962C8B-B14F-4D97-AF65-F5344CB8AC3E}">
        <p14:creationId xmlns:p14="http://schemas.microsoft.com/office/powerpoint/2010/main" val="106620014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思考</a:t>
            </a:r>
          </a:p>
        </p:txBody>
      </p:sp>
      <p:sp>
        <p:nvSpPr>
          <p:cNvPr id="3" name="内容占位符 2"/>
          <p:cNvSpPr>
            <a:spLocks noGrp="1"/>
          </p:cNvSpPr>
          <p:nvPr>
            <p:ph idx="1"/>
          </p:nvPr>
        </p:nvSpPr>
        <p:spPr/>
        <p:txBody>
          <a:bodyPr/>
          <a:lstStyle/>
          <a:p>
            <a:r>
              <a:rPr lang="zh-CN" altLang="en-US" dirty="0"/>
              <a:t>以上程序描述中，是否可以任意对调两个</a:t>
            </a:r>
            <a:r>
              <a:rPr lang="en-US" altLang="zh-CN" dirty="0"/>
              <a:t>P</a:t>
            </a:r>
            <a:r>
              <a:rPr lang="zh-CN" altLang="en-US" dirty="0"/>
              <a:t>操作或</a:t>
            </a:r>
            <a:r>
              <a:rPr lang="en-US" altLang="zh-CN" dirty="0"/>
              <a:t>V</a:t>
            </a:r>
            <a:r>
              <a:rPr lang="zh-CN" altLang="en-US" dirty="0"/>
              <a:t>操作的位置？</a:t>
            </a:r>
            <a:endParaRPr lang="en-US" altLang="zh-CN" dirty="0"/>
          </a:p>
          <a:p>
            <a:r>
              <a:rPr lang="zh-CN" altLang="en-US" sz="2400" dirty="0"/>
              <a:t>如对调生产者的</a:t>
            </a:r>
            <a:r>
              <a:rPr lang="en-US" altLang="zh-CN" sz="2400" dirty="0"/>
              <a:t>P</a:t>
            </a:r>
            <a:r>
              <a:rPr lang="zh-CN" altLang="en-US" sz="2400" dirty="0"/>
              <a:t>、</a:t>
            </a:r>
            <a:r>
              <a:rPr lang="en-US" altLang="zh-CN" sz="2400" dirty="0"/>
              <a:t>V</a:t>
            </a:r>
            <a:r>
              <a:rPr lang="zh-CN" altLang="en-US" sz="2400" dirty="0"/>
              <a:t>操作：</a:t>
            </a:r>
          </a:p>
        </p:txBody>
      </p:sp>
      <p:sp>
        <p:nvSpPr>
          <p:cNvPr id="5" name="文本框 4">
            <a:extLst>
              <a:ext uri="{FF2B5EF4-FFF2-40B4-BE49-F238E27FC236}">
                <a16:creationId xmlns:a16="http://schemas.microsoft.com/office/drawing/2014/main" id="{88AF8D5E-DF5F-5BF5-5AEC-4ADDAD5F0C37}"/>
              </a:ext>
            </a:extLst>
          </p:cNvPr>
          <p:cNvSpPr txBox="1"/>
          <p:nvPr/>
        </p:nvSpPr>
        <p:spPr>
          <a:xfrm>
            <a:off x="2493318" y="2210438"/>
            <a:ext cx="7110398" cy="4384534"/>
          </a:xfrm>
          <a:prstGeom prst="rect">
            <a:avLst/>
          </a:prstGeom>
          <a:noFill/>
        </p:spPr>
        <p:txBody>
          <a:bodyPr wrap="square">
            <a:spAutoFit/>
          </a:bodyPr>
          <a:lstStyle/>
          <a:p>
            <a:pPr eaLnBrk="1" hangingPunct="1">
              <a:lnSpc>
                <a:spcPct val="120000"/>
              </a:lnSpc>
              <a:buFont typeface="Wingdings" panose="05000000000000000000" pitchFamily="2" charset="2"/>
              <a:buNone/>
            </a:pPr>
            <a:r>
              <a:rPr lang="en-US" altLang="zh-CN" b="1" dirty="0">
                <a:solidFill>
                  <a:schemeClr val="tx1"/>
                </a:solidFill>
                <a:latin typeface="Times New Roman" panose="02020603050405020304" pitchFamily="18" charset="0"/>
                <a:ea typeface="微软雅黑" panose="020B0503020204020204" pitchFamily="34" charset="-122"/>
              </a:rPr>
              <a:t>p</a:t>
            </a:r>
            <a:r>
              <a:rPr lang="en-US" altLang="zh-CN" b="1" baseline="-25000" dirty="0">
                <a:solidFill>
                  <a:schemeClr val="tx1"/>
                </a:solidFill>
                <a:latin typeface="Times New Roman" panose="02020603050405020304" pitchFamily="18" charset="0"/>
                <a:ea typeface="微软雅黑" panose="020B0503020204020204" pitchFamily="34" charset="-122"/>
              </a:rPr>
              <a:t>i</a:t>
            </a:r>
            <a:r>
              <a:rPr lang="en-US" altLang="zh-CN" b="1" dirty="0">
                <a:solidFill>
                  <a:schemeClr val="tx1"/>
                </a:solidFill>
                <a:latin typeface="Times New Roman" panose="02020603050405020304" pitchFamily="18" charset="0"/>
                <a:ea typeface="微软雅黑" panose="020B0503020204020204" pitchFamily="34" charset="-122"/>
              </a:rPr>
              <a:t>( )                                                      </a:t>
            </a:r>
            <a:r>
              <a:rPr lang="en-US" altLang="zh-CN" b="1" dirty="0" err="1">
                <a:solidFill>
                  <a:schemeClr val="tx1"/>
                </a:solidFill>
                <a:latin typeface="Times New Roman" panose="02020603050405020304" pitchFamily="18" charset="0"/>
                <a:ea typeface="微软雅黑" panose="020B0503020204020204" pitchFamily="34" charset="-122"/>
              </a:rPr>
              <a:t>c</a:t>
            </a:r>
            <a:r>
              <a:rPr lang="en-US" altLang="zh-CN" b="1" baseline="-25000" dirty="0" err="1">
                <a:solidFill>
                  <a:schemeClr val="tx1"/>
                </a:solidFill>
                <a:latin typeface="Times New Roman" panose="02020603050405020304" pitchFamily="18" charset="0"/>
                <a:ea typeface="微软雅黑" panose="020B0503020204020204" pitchFamily="34" charset="-122"/>
              </a:rPr>
              <a:t>j</a:t>
            </a:r>
            <a:r>
              <a:rPr lang="en-US" altLang="zh-CN" b="1" dirty="0">
                <a:solidFill>
                  <a:schemeClr val="tx1"/>
                </a:solidFill>
                <a:latin typeface="Times New Roman" panose="02020603050405020304" pitchFamily="18" charset="0"/>
                <a:ea typeface="微软雅黑" panose="020B0503020204020204" pitchFamily="34" charset="-122"/>
              </a:rPr>
              <a:t>( )</a:t>
            </a:r>
          </a:p>
          <a:p>
            <a:pPr algn="just" eaLnBrk="1" hangingPunct="1">
              <a:lnSpc>
                <a:spcPct val="120000"/>
              </a:lnSpc>
              <a:buFont typeface="Wingdings" panose="05000000000000000000" pitchFamily="2" charset="2"/>
              <a:buNone/>
            </a:pPr>
            <a:r>
              <a:rPr lang="en-US" altLang="zh-CN" b="1" dirty="0">
                <a:solidFill>
                  <a:schemeClr val="tx1"/>
                </a:solidFill>
                <a:latin typeface="Times New Roman" panose="02020603050405020304" pitchFamily="18" charset="0"/>
                <a:ea typeface="微软雅黑" panose="020B0503020204020204" pitchFamily="34" charset="-122"/>
              </a:rPr>
              <a:t>{                                                           {</a:t>
            </a:r>
          </a:p>
          <a:p>
            <a:pPr algn="just" eaLnBrk="1" hangingPunct="1">
              <a:lnSpc>
                <a:spcPct val="120000"/>
              </a:lnSpc>
              <a:buFont typeface="Wingdings" panose="05000000000000000000" pitchFamily="2" charset="2"/>
              <a:buNone/>
            </a:pPr>
            <a:r>
              <a:rPr lang="en-US" altLang="zh-CN" b="1" dirty="0">
                <a:solidFill>
                  <a:schemeClr val="tx1"/>
                </a:solidFill>
                <a:latin typeface="Times New Roman" panose="02020603050405020304" pitchFamily="18" charset="0"/>
                <a:ea typeface="微软雅黑" panose="020B0503020204020204" pitchFamily="34" charset="-122"/>
              </a:rPr>
              <a:t>        while(</a:t>
            </a:r>
            <a:r>
              <a:rPr lang="zh-CN" altLang="en-US" b="1" dirty="0">
                <a:solidFill>
                  <a:schemeClr val="tx1"/>
                </a:solidFill>
                <a:latin typeface="Times New Roman" panose="02020603050405020304" pitchFamily="18" charset="0"/>
                <a:ea typeface="微软雅黑" panose="020B0503020204020204" pitchFamily="34" charset="-122"/>
              </a:rPr>
              <a:t>生产未完成</a:t>
            </a:r>
            <a:r>
              <a:rPr lang="en-US" altLang="zh-CN" b="1" dirty="0">
                <a:solidFill>
                  <a:schemeClr val="tx1"/>
                </a:solidFill>
                <a:latin typeface="Times New Roman" panose="02020603050405020304" pitchFamily="18" charset="0"/>
                <a:ea typeface="微软雅黑" panose="020B0503020204020204" pitchFamily="34" charset="-122"/>
              </a:rPr>
              <a:t>)                             while(</a:t>
            </a:r>
            <a:r>
              <a:rPr lang="zh-CN" altLang="en-US" b="1" dirty="0">
                <a:solidFill>
                  <a:schemeClr val="tx1"/>
                </a:solidFill>
                <a:latin typeface="Times New Roman" panose="02020603050405020304" pitchFamily="18" charset="0"/>
                <a:ea typeface="微软雅黑" panose="020B0503020204020204" pitchFamily="34" charset="-122"/>
              </a:rPr>
              <a:t>还要继续消费</a:t>
            </a:r>
            <a:r>
              <a:rPr lang="en-US" altLang="zh-CN" b="1" dirty="0">
                <a:solidFill>
                  <a:schemeClr val="tx1"/>
                </a:solidFill>
                <a:latin typeface="Times New Roman" panose="02020603050405020304" pitchFamily="18" charset="0"/>
                <a:ea typeface="微软雅黑" panose="020B0503020204020204" pitchFamily="34" charset="-122"/>
              </a:rPr>
              <a:t>) </a:t>
            </a:r>
          </a:p>
          <a:p>
            <a:pPr algn="just" eaLnBrk="1" hangingPunct="1">
              <a:lnSpc>
                <a:spcPct val="120000"/>
              </a:lnSpc>
              <a:buFont typeface="Wingdings" panose="05000000000000000000" pitchFamily="2" charset="2"/>
              <a:buNone/>
            </a:pPr>
            <a:r>
              <a:rPr lang="en-US" altLang="zh-CN" b="1" dirty="0">
                <a:solidFill>
                  <a:schemeClr val="tx1"/>
                </a:solidFill>
                <a:latin typeface="Times New Roman" panose="02020603050405020304" pitchFamily="18" charset="0"/>
                <a:ea typeface="微软雅黑" panose="020B0503020204020204" pitchFamily="34" charset="-122"/>
              </a:rPr>
              <a:t>        {                                                           {</a:t>
            </a:r>
          </a:p>
          <a:p>
            <a:pPr algn="just" eaLnBrk="1" hangingPunct="1">
              <a:lnSpc>
                <a:spcPct val="120000"/>
              </a:lnSpc>
              <a:buFont typeface="Wingdings" panose="05000000000000000000" pitchFamily="2" charset="2"/>
              <a:buNone/>
            </a:pPr>
            <a:r>
              <a:rPr lang="en-US" altLang="zh-CN" b="1" dirty="0">
                <a:solidFill>
                  <a:schemeClr val="tx1"/>
                </a:solidFill>
                <a:latin typeface="Times New Roman" panose="02020603050405020304" pitchFamily="18" charset="0"/>
                <a:ea typeface="微软雅黑" panose="020B0503020204020204" pitchFamily="34" charset="-122"/>
              </a:rPr>
              <a:t>                       </a:t>
            </a:r>
            <a:r>
              <a:rPr lang="en-US" altLang="zh-CN" b="1" dirty="0">
                <a:solidFill>
                  <a:schemeClr val="tx1"/>
                </a:solidFill>
                <a:latin typeface="Times New Roman" panose="02020603050405020304" pitchFamily="18" charset="0"/>
                <a:ea typeface="微软雅黑" panose="020B0503020204020204" pitchFamily="34" charset="-122"/>
                <a:sym typeface="MT Extra" panose="05050102010205020202" pitchFamily="18" charset="2"/>
              </a:rPr>
              <a:t>                                                            </a:t>
            </a:r>
            <a:r>
              <a:rPr lang="en-US" altLang="zh-CN" b="1" dirty="0">
                <a:solidFill>
                  <a:schemeClr val="tx1"/>
                </a:solidFill>
                <a:latin typeface="Times New Roman" panose="02020603050405020304" pitchFamily="18" charset="0"/>
                <a:ea typeface="微软雅黑" panose="020B0503020204020204" pitchFamily="34" charset="-122"/>
              </a:rPr>
              <a:t>p(</a:t>
            </a:r>
            <a:r>
              <a:rPr lang="en-US" altLang="zh-CN" b="1" dirty="0" err="1">
                <a:solidFill>
                  <a:schemeClr val="tx1"/>
                </a:solidFill>
                <a:latin typeface="Times New Roman" panose="02020603050405020304" pitchFamily="18" charset="0"/>
                <a:ea typeface="微软雅黑" panose="020B0503020204020204" pitchFamily="34" charset="-122"/>
              </a:rPr>
              <a:t>s</a:t>
            </a:r>
            <a:r>
              <a:rPr lang="en-US" altLang="zh-CN" b="1" baseline="-25000" dirty="0" err="1">
                <a:solidFill>
                  <a:schemeClr val="tx1"/>
                </a:solidFill>
                <a:latin typeface="Times New Roman" panose="02020603050405020304" pitchFamily="18" charset="0"/>
                <a:ea typeface="微软雅黑" panose="020B0503020204020204" pitchFamily="34" charset="-122"/>
              </a:rPr>
              <a:t>a</a:t>
            </a:r>
            <a:r>
              <a:rPr lang="en-US" altLang="zh-CN" b="1" dirty="0">
                <a:solidFill>
                  <a:schemeClr val="tx1"/>
                </a:solidFill>
                <a:latin typeface="Times New Roman" panose="02020603050405020304" pitchFamily="18" charset="0"/>
                <a:ea typeface="微软雅黑" panose="020B0503020204020204" pitchFamily="34" charset="-122"/>
              </a:rPr>
              <a:t>)</a:t>
            </a:r>
            <a:r>
              <a:rPr lang="zh-CN" altLang="en-US" b="1" dirty="0">
                <a:solidFill>
                  <a:schemeClr val="tx1"/>
                </a:solidFill>
                <a:latin typeface="Times New Roman" panose="02020603050405020304" pitchFamily="18" charset="0"/>
                <a:ea typeface="微软雅黑" panose="020B0503020204020204" pitchFamily="34" charset="-122"/>
              </a:rPr>
              <a:t>；</a:t>
            </a:r>
            <a:endParaRPr lang="zh-CN" altLang="en-US" b="1" dirty="0">
              <a:solidFill>
                <a:schemeClr val="tx1"/>
              </a:solidFill>
              <a:latin typeface="Times New Roman" panose="02020603050405020304" pitchFamily="18" charset="0"/>
              <a:ea typeface="微软雅黑" panose="020B0503020204020204" pitchFamily="34" charset="-122"/>
              <a:sym typeface="MT Extra" panose="05050102010205020202" pitchFamily="18" charset="2"/>
            </a:endParaRPr>
          </a:p>
          <a:p>
            <a:pPr algn="just" eaLnBrk="1" hangingPunct="1">
              <a:lnSpc>
                <a:spcPct val="120000"/>
              </a:lnSpc>
              <a:buFont typeface="Wingdings" panose="05000000000000000000" pitchFamily="2" charset="2"/>
              <a:buNone/>
            </a:pPr>
            <a:r>
              <a:rPr lang="zh-CN" altLang="en-US" b="1" dirty="0">
                <a:solidFill>
                  <a:schemeClr val="tx1"/>
                </a:solidFill>
                <a:latin typeface="Times New Roman" panose="02020603050405020304" pitchFamily="18" charset="0"/>
                <a:ea typeface="微软雅黑" panose="020B0503020204020204" pitchFamily="34" charset="-122"/>
              </a:rPr>
              <a:t>                生产一个产品；                                       </a:t>
            </a:r>
            <a:r>
              <a:rPr lang="en-US" altLang="zh-CN" b="1" dirty="0">
                <a:solidFill>
                  <a:schemeClr val="tx1"/>
                </a:solidFill>
                <a:latin typeface="Times New Roman" panose="02020603050405020304" pitchFamily="18" charset="0"/>
                <a:ea typeface="微软雅黑" panose="020B0503020204020204" pitchFamily="34" charset="-122"/>
              </a:rPr>
              <a:t>p(mutex)</a:t>
            </a:r>
            <a:r>
              <a:rPr lang="zh-CN" altLang="en-US" b="1" dirty="0">
                <a:solidFill>
                  <a:schemeClr val="tx1"/>
                </a:solidFill>
                <a:latin typeface="Times New Roman" panose="02020603050405020304" pitchFamily="18" charset="0"/>
                <a:ea typeface="微软雅黑" panose="020B0503020204020204" pitchFamily="34" charset="-122"/>
              </a:rPr>
              <a:t>； </a:t>
            </a:r>
          </a:p>
          <a:p>
            <a:pPr algn="just" eaLnBrk="1" hangingPunct="1">
              <a:lnSpc>
                <a:spcPct val="120000"/>
              </a:lnSpc>
              <a:buFont typeface="Wingdings" panose="05000000000000000000" pitchFamily="2" charset="2"/>
              <a:buNone/>
            </a:pPr>
            <a:r>
              <a:rPr lang="zh-CN" altLang="en-US" b="1" dirty="0">
                <a:solidFill>
                  <a:schemeClr val="tx1"/>
                </a:solidFill>
                <a:latin typeface="Times New Roman" panose="02020603050405020304" pitchFamily="18" charset="0"/>
                <a:ea typeface="微软雅黑" panose="020B0503020204020204" pitchFamily="34" charset="-122"/>
              </a:rPr>
              <a:t>                     </a:t>
            </a:r>
            <a:r>
              <a:rPr lang="en-US" altLang="zh-CN" b="1" dirty="0">
                <a:solidFill>
                  <a:schemeClr val="tx1"/>
                </a:solidFill>
                <a:latin typeface="Times New Roman" panose="02020603050405020304" pitchFamily="18" charset="0"/>
                <a:ea typeface="微软雅黑" panose="020B0503020204020204" pitchFamily="34" charset="-122"/>
              </a:rPr>
              <a:t>p(s</a:t>
            </a:r>
            <a:r>
              <a:rPr lang="en-US" altLang="zh-CN" b="1" baseline="-25000" dirty="0">
                <a:solidFill>
                  <a:schemeClr val="tx1"/>
                </a:solidFill>
                <a:latin typeface="Times New Roman" panose="02020603050405020304" pitchFamily="18" charset="0"/>
                <a:ea typeface="微软雅黑" panose="020B0503020204020204" pitchFamily="34" charset="-122"/>
              </a:rPr>
              <a:t>b</a:t>
            </a:r>
            <a:r>
              <a:rPr lang="en-US" altLang="zh-CN" b="1" dirty="0">
                <a:solidFill>
                  <a:schemeClr val="tx1"/>
                </a:solidFill>
                <a:latin typeface="Times New Roman" panose="02020603050405020304" pitchFamily="18" charset="0"/>
                <a:ea typeface="微软雅黑" panose="020B0503020204020204" pitchFamily="34" charset="-122"/>
              </a:rPr>
              <a:t>)</a:t>
            </a:r>
            <a:r>
              <a:rPr lang="zh-CN" altLang="en-US" b="1" dirty="0">
                <a:solidFill>
                  <a:schemeClr val="tx1"/>
                </a:solidFill>
                <a:latin typeface="Times New Roman" panose="02020603050405020304" pitchFamily="18" charset="0"/>
                <a:ea typeface="微软雅黑" panose="020B0503020204020204" pitchFamily="34" charset="-122"/>
              </a:rPr>
              <a:t>；                                            从有界缓冲区中取产品；</a:t>
            </a:r>
          </a:p>
          <a:p>
            <a:pPr algn="just" eaLnBrk="1" hangingPunct="1">
              <a:lnSpc>
                <a:spcPct val="120000"/>
              </a:lnSpc>
              <a:buFont typeface="Wingdings" panose="05000000000000000000" pitchFamily="2" charset="2"/>
              <a:buNone/>
            </a:pPr>
            <a:r>
              <a:rPr lang="zh-CN" altLang="en-US" b="1" dirty="0">
                <a:solidFill>
                  <a:schemeClr val="tx1"/>
                </a:solidFill>
                <a:latin typeface="Times New Roman" panose="02020603050405020304" pitchFamily="18" charset="0"/>
                <a:ea typeface="微软雅黑" panose="020B0503020204020204" pitchFamily="34" charset="-122"/>
              </a:rPr>
              <a:t>                  </a:t>
            </a:r>
            <a:r>
              <a:rPr lang="en-US" altLang="zh-CN" b="1" dirty="0">
                <a:solidFill>
                  <a:schemeClr val="tx1"/>
                </a:solidFill>
                <a:latin typeface="Times New Roman" panose="02020603050405020304" pitchFamily="18" charset="0"/>
                <a:ea typeface="微软雅黑" panose="020B0503020204020204" pitchFamily="34" charset="-122"/>
              </a:rPr>
              <a:t>p(mutex)</a:t>
            </a:r>
            <a:r>
              <a:rPr lang="zh-CN" altLang="en-US" b="1" dirty="0">
                <a:solidFill>
                  <a:schemeClr val="tx1"/>
                </a:solidFill>
                <a:latin typeface="Times New Roman" panose="02020603050405020304" pitchFamily="18" charset="0"/>
                <a:ea typeface="微软雅黑" panose="020B0503020204020204" pitchFamily="34" charset="-122"/>
              </a:rPr>
              <a:t>；                                              </a:t>
            </a:r>
            <a:r>
              <a:rPr lang="en-US" altLang="zh-CN" b="1" dirty="0">
                <a:solidFill>
                  <a:schemeClr val="tx1"/>
                </a:solidFill>
                <a:latin typeface="Times New Roman" panose="02020603050405020304" pitchFamily="18" charset="0"/>
                <a:ea typeface="微软雅黑" panose="020B0503020204020204" pitchFamily="34" charset="-122"/>
              </a:rPr>
              <a:t>v(empty)</a:t>
            </a:r>
            <a:r>
              <a:rPr lang="zh-CN" altLang="en-US" b="1" dirty="0">
                <a:solidFill>
                  <a:schemeClr val="tx1"/>
                </a:solidFill>
                <a:latin typeface="Times New Roman" panose="02020603050405020304" pitchFamily="18" charset="0"/>
                <a:ea typeface="微软雅黑" panose="020B0503020204020204" pitchFamily="34" charset="-122"/>
              </a:rPr>
              <a:t>；</a:t>
            </a:r>
          </a:p>
          <a:p>
            <a:pPr algn="just" eaLnBrk="1" hangingPunct="1">
              <a:lnSpc>
                <a:spcPct val="120000"/>
              </a:lnSpc>
              <a:buFont typeface="Wingdings" panose="05000000000000000000" pitchFamily="2" charset="2"/>
              <a:buNone/>
            </a:pPr>
            <a:r>
              <a:rPr lang="zh-CN" altLang="en-US" b="1" dirty="0">
                <a:solidFill>
                  <a:schemeClr val="tx1"/>
                </a:solidFill>
                <a:latin typeface="Times New Roman" panose="02020603050405020304" pitchFamily="18" charset="0"/>
                <a:ea typeface="微软雅黑" panose="020B0503020204020204" pitchFamily="34" charset="-122"/>
              </a:rPr>
              <a:t>                送一个产品到有界缓冲                             </a:t>
            </a:r>
            <a:r>
              <a:rPr lang="en-US" altLang="zh-CN" b="1" dirty="0">
                <a:solidFill>
                  <a:schemeClr val="tx1"/>
                </a:solidFill>
                <a:latin typeface="Times New Roman" panose="02020603050405020304" pitchFamily="18" charset="0"/>
                <a:ea typeface="微软雅黑" panose="020B0503020204020204" pitchFamily="34" charset="-122"/>
              </a:rPr>
              <a:t>v(s</a:t>
            </a:r>
            <a:r>
              <a:rPr lang="en-US" altLang="zh-CN" b="1" baseline="-25000" dirty="0">
                <a:solidFill>
                  <a:schemeClr val="tx1"/>
                </a:solidFill>
                <a:latin typeface="Times New Roman" panose="02020603050405020304" pitchFamily="18" charset="0"/>
                <a:ea typeface="微软雅黑" panose="020B0503020204020204" pitchFamily="34" charset="-122"/>
              </a:rPr>
              <a:t>b</a:t>
            </a:r>
            <a:r>
              <a:rPr lang="en-US" altLang="zh-CN" b="1" dirty="0">
                <a:solidFill>
                  <a:schemeClr val="tx1"/>
                </a:solidFill>
                <a:latin typeface="Times New Roman" panose="02020603050405020304" pitchFamily="18" charset="0"/>
                <a:ea typeface="微软雅黑" panose="020B0503020204020204" pitchFamily="34" charset="-122"/>
              </a:rPr>
              <a:t>)</a:t>
            </a:r>
            <a:r>
              <a:rPr lang="zh-CN" altLang="en-US" b="1" dirty="0">
                <a:solidFill>
                  <a:schemeClr val="tx1"/>
                </a:solidFill>
                <a:latin typeface="Times New Roman" panose="02020603050405020304" pitchFamily="18" charset="0"/>
                <a:ea typeface="微软雅黑" panose="020B0503020204020204" pitchFamily="34" charset="-122"/>
              </a:rPr>
              <a:t>； </a:t>
            </a:r>
          </a:p>
          <a:p>
            <a:pPr algn="just" eaLnBrk="1" hangingPunct="1">
              <a:lnSpc>
                <a:spcPct val="120000"/>
              </a:lnSpc>
              <a:buFont typeface="Wingdings" panose="05000000000000000000" pitchFamily="2" charset="2"/>
              <a:buNone/>
            </a:pPr>
            <a:r>
              <a:rPr lang="zh-CN" altLang="en-US" b="1" dirty="0">
                <a:solidFill>
                  <a:schemeClr val="tx1"/>
                </a:solidFill>
                <a:latin typeface="Times New Roman" panose="02020603050405020304" pitchFamily="18" charset="0"/>
                <a:ea typeface="微软雅黑" panose="020B0503020204020204" pitchFamily="34" charset="-122"/>
                <a:sym typeface="MT Extra" panose="05050102010205020202" pitchFamily="18" charset="2"/>
              </a:rPr>
              <a:t>                  </a:t>
            </a:r>
            <a:r>
              <a:rPr lang="en-US" altLang="zh-CN" b="1" dirty="0">
                <a:solidFill>
                  <a:schemeClr val="tx1"/>
                </a:solidFill>
                <a:latin typeface="Times New Roman" panose="02020603050405020304" pitchFamily="18" charset="0"/>
                <a:ea typeface="微软雅黑" panose="020B0503020204020204" pitchFamily="34" charset="-122"/>
              </a:rPr>
              <a:t>v(mutex)</a:t>
            </a:r>
            <a:r>
              <a:rPr lang="zh-CN" altLang="en-US" b="1" dirty="0">
                <a:solidFill>
                  <a:schemeClr val="tx1"/>
                </a:solidFill>
                <a:latin typeface="Times New Roman" panose="02020603050405020304" pitchFamily="18" charset="0"/>
                <a:ea typeface="微软雅黑" panose="020B0503020204020204" pitchFamily="34" charset="-122"/>
              </a:rPr>
              <a:t>；                                           消费一个产品； </a:t>
            </a:r>
          </a:p>
          <a:p>
            <a:pPr algn="just" eaLnBrk="1" hangingPunct="1">
              <a:lnSpc>
                <a:spcPct val="120000"/>
              </a:lnSpc>
              <a:buFont typeface="Wingdings" panose="05000000000000000000" pitchFamily="2" charset="2"/>
              <a:buNone/>
            </a:pPr>
            <a:r>
              <a:rPr lang="zh-CN" altLang="en-US" b="1" dirty="0">
                <a:solidFill>
                  <a:schemeClr val="tx1"/>
                </a:solidFill>
                <a:latin typeface="Times New Roman" panose="02020603050405020304" pitchFamily="18" charset="0"/>
                <a:ea typeface="微软雅黑" panose="020B0503020204020204" pitchFamily="34" charset="-122"/>
              </a:rPr>
              <a:t>                     </a:t>
            </a:r>
            <a:r>
              <a:rPr lang="en-US" altLang="zh-CN" b="1" dirty="0">
                <a:solidFill>
                  <a:schemeClr val="tx1"/>
                </a:solidFill>
                <a:latin typeface="Times New Roman" panose="02020603050405020304" pitchFamily="18" charset="0"/>
                <a:ea typeface="微软雅黑" panose="020B0503020204020204" pitchFamily="34" charset="-122"/>
              </a:rPr>
              <a:t>v(</a:t>
            </a:r>
            <a:r>
              <a:rPr lang="en-US" altLang="zh-CN" b="1" dirty="0" err="1">
                <a:solidFill>
                  <a:schemeClr val="tx1"/>
                </a:solidFill>
                <a:latin typeface="Times New Roman" panose="02020603050405020304" pitchFamily="18" charset="0"/>
                <a:ea typeface="微软雅黑" panose="020B0503020204020204" pitchFamily="34" charset="-122"/>
              </a:rPr>
              <a:t>s</a:t>
            </a:r>
            <a:r>
              <a:rPr lang="en-US" altLang="zh-CN" b="1" baseline="-25000" dirty="0" err="1">
                <a:solidFill>
                  <a:schemeClr val="tx1"/>
                </a:solidFill>
                <a:latin typeface="Times New Roman" panose="02020603050405020304" pitchFamily="18" charset="0"/>
                <a:ea typeface="微软雅黑" panose="020B0503020204020204" pitchFamily="34" charset="-122"/>
              </a:rPr>
              <a:t>a</a:t>
            </a:r>
            <a:r>
              <a:rPr lang="en-US" altLang="zh-CN" b="1" dirty="0">
                <a:solidFill>
                  <a:schemeClr val="tx1"/>
                </a:solidFill>
                <a:latin typeface="Times New Roman" panose="02020603050405020304" pitchFamily="18" charset="0"/>
                <a:ea typeface="微软雅黑" panose="020B0503020204020204" pitchFamily="34" charset="-122"/>
              </a:rPr>
              <a:t>)</a:t>
            </a:r>
            <a:r>
              <a:rPr lang="zh-CN" altLang="en-US" b="1" dirty="0">
                <a:solidFill>
                  <a:schemeClr val="tx1"/>
                </a:solidFill>
                <a:latin typeface="Times New Roman" panose="02020603050405020304" pitchFamily="18" charset="0"/>
                <a:ea typeface="微软雅黑" panose="020B0503020204020204" pitchFamily="34" charset="-122"/>
              </a:rPr>
              <a:t>；                                                        </a:t>
            </a:r>
            <a:r>
              <a:rPr lang="zh-CN" altLang="en-US" b="1" dirty="0">
                <a:solidFill>
                  <a:schemeClr val="tx1"/>
                </a:solidFill>
                <a:latin typeface="Times New Roman" panose="02020603050405020304" pitchFamily="18" charset="0"/>
                <a:ea typeface="微软雅黑" panose="020B0503020204020204" pitchFamily="34" charset="-122"/>
                <a:sym typeface="MT Extra" panose="05050102010205020202" pitchFamily="18" charset="2"/>
              </a:rPr>
              <a:t></a:t>
            </a:r>
            <a:endParaRPr lang="zh-CN" altLang="en-US" b="1" dirty="0">
              <a:solidFill>
                <a:schemeClr val="tx1"/>
              </a:solidFill>
              <a:latin typeface="Times New Roman" panose="02020603050405020304" pitchFamily="18" charset="0"/>
              <a:ea typeface="微软雅黑" panose="020B0503020204020204" pitchFamily="34" charset="-122"/>
            </a:endParaRPr>
          </a:p>
          <a:p>
            <a:pPr algn="just" eaLnBrk="1" hangingPunct="1">
              <a:lnSpc>
                <a:spcPct val="120000"/>
              </a:lnSpc>
              <a:buFont typeface="Wingdings" panose="05000000000000000000" pitchFamily="2" charset="2"/>
              <a:buNone/>
            </a:pPr>
            <a:r>
              <a:rPr lang="zh-CN" altLang="en-US" b="1" dirty="0">
                <a:solidFill>
                  <a:schemeClr val="tx1"/>
                </a:solidFill>
                <a:latin typeface="Times New Roman" panose="02020603050405020304" pitchFamily="18" charset="0"/>
                <a:ea typeface="微软雅黑" panose="020B0503020204020204" pitchFamily="34" charset="-122"/>
              </a:rPr>
              <a:t>        </a:t>
            </a:r>
            <a:r>
              <a:rPr lang="en-US" altLang="zh-CN" b="1" dirty="0">
                <a:solidFill>
                  <a:schemeClr val="tx1"/>
                </a:solidFill>
                <a:latin typeface="Times New Roman" panose="02020603050405020304" pitchFamily="18" charset="0"/>
                <a:ea typeface="微软雅黑" panose="020B0503020204020204" pitchFamily="34" charset="-122"/>
              </a:rPr>
              <a:t>}                                                           }</a:t>
            </a:r>
          </a:p>
          <a:p>
            <a:pPr algn="just" eaLnBrk="1" hangingPunct="1">
              <a:lnSpc>
                <a:spcPct val="120000"/>
              </a:lnSpc>
              <a:buFont typeface="Wingdings" panose="05000000000000000000" pitchFamily="2" charset="2"/>
              <a:buNone/>
            </a:pPr>
            <a:r>
              <a:rPr lang="en-US" altLang="zh-CN" b="1" dirty="0">
                <a:solidFill>
                  <a:schemeClr val="tx1"/>
                </a:solidFill>
                <a:latin typeface="Times New Roman" panose="02020603050405020304" pitchFamily="18" charset="0"/>
                <a:ea typeface="微软雅黑" panose="020B0503020204020204" pitchFamily="34" charset="-122"/>
              </a:rPr>
              <a:t>}                                                           }    </a:t>
            </a:r>
          </a:p>
        </p:txBody>
      </p:sp>
      <p:sp>
        <p:nvSpPr>
          <p:cNvPr id="6" name="左弧形箭头 5"/>
          <p:cNvSpPr/>
          <p:nvPr/>
        </p:nvSpPr>
        <p:spPr>
          <a:xfrm>
            <a:off x="3317844" y="4364954"/>
            <a:ext cx="247475" cy="425153"/>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左弧形箭头 6"/>
          <p:cNvSpPr/>
          <p:nvPr/>
        </p:nvSpPr>
        <p:spPr>
          <a:xfrm rot="10800000">
            <a:off x="4644704" y="4364953"/>
            <a:ext cx="247475" cy="425153"/>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左弧形箭头 7"/>
          <p:cNvSpPr/>
          <p:nvPr/>
        </p:nvSpPr>
        <p:spPr>
          <a:xfrm>
            <a:off x="3273103" y="5368837"/>
            <a:ext cx="247475" cy="425153"/>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左弧形箭头 8"/>
          <p:cNvSpPr/>
          <p:nvPr/>
        </p:nvSpPr>
        <p:spPr>
          <a:xfrm rot="10800000">
            <a:off x="4641907" y="5368836"/>
            <a:ext cx="247475" cy="425153"/>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98090277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chemeClr val="tx2"/>
                </a:solidFill>
              </a:rPr>
              <a:t>进程及进程管理</a:t>
            </a:r>
            <a:r>
              <a:rPr lang="en-US" altLang="zh-CN" dirty="0">
                <a:solidFill>
                  <a:schemeClr val="tx2"/>
                </a:solidFill>
              </a:rPr>
              <a:t>——</a:t>
            </a:r>
            <a:r>
              <a:rPr lang="zh-CN" altLang="en-US" dirty="0">
                <a:solidFill>
                  <a:schemeClr val="tx2"/>
                </a:solidFill>
              </a:rPr>
              <a:t>进程互斥与同步的实现</a:t>
            </a:r>
            <a:endParaRPr lang="zh-CN" altLang="en-US" dirty="0"/>
          </a:p>
        </p:txBody>
      </p:sp>
      <p:sp>
        <p:nvSpPr>
          <p:cNvPr id="3" name="内容占位符 2"/>
          <p:cNvSpPr>
            <a:spLocks noGrp="1"/>
          </p:cNvSpPr>
          <p:nvPr>
            <p:ph idx="1"/>
          </p:nvPr>
        </p:nvSpPr>
        <p:spPr/>
        <p:txBody>
          <a:bodyPr/>
          <a:lstStyle/>
          <a:p>
            <a:r>
              <a:rPr lang="zh-CN" altLang="en-US" sz="3600" dirty="0"/>
              <a:t>理发师问题</a:t>
            </a:r>
            <a:endParaRPr lang="en-US" altLang="zh-CN" sz="3600" dirty="0"/>
          </a:p>
          <a:p>
            <a:pPr lvl="1"/>
            <a:r>
              <a:rPr lang="zh-CN" altLang="en-US" sz="2800" dirty="0"/>
              <a:t>问题描述：理发店包含一间接待室和一间工作室，有一名理发师，接待室内有</a:t>
            </a:r>
            <a:r>
              <a:rPr lang="en-US" altLang="zh-CN" sz="2800" dirty="0"/>
              <a:t>n(n≥1)</a:t>
            </a:r>
            <a:r>
              <a:rPr lang="zh-CN" altLang="en-US" sz="2800" dirty="0"/>
              <a:t>把椅子，而工作室只有</a:t>
            </a:r>
            <a:r>
              <a:rPr lang="en-US" altLang="zh-CN" sz="2800" dirty="0"/>
              <a:t>1</a:t>
            </a:r>
            <a:r>
              <a:rPr lang="zh-CN" altLang="en-US" sz="2800" dirty="0"/>
              <a:t>把椅子。如果没有顾客，理发师就去睡觉；如果理发师在睡觉；则顾客会唤醒他；如果理发师在忙且接待室有空闲椅子，那么此顾客会坐在其中</a:t>
            </a:r>
            <a:r>
              <a:rPr lang="en-US" altLang="zh-CN" sz="2800" dirty="0"/>
              <a:t>1</a:t>
            </a:r>
            <a:r>
              <a:rPr lang="zh-CN" altLang="en-US" sz="2800" dirty="0"/>
              <a:t>把空闲的椅子上等待；如果来时所有椅子都有人，那么顾客离去。请采用信号量机制解决该理发师问题</a:t>
            </a:r>
            <a:r>
              <a:rPr lang="en-US" altLang="zh-CN" sz="2800" dirty="0"/>
              <a:t>(</a:t>
            </a:r>
            <a:r>
              <a:rPr lang="zh-CN" altLang="en-US" sz="2800" dirty="0"/>
              <a:t>用伪代码描述</a:t>
            </a:r>
            <a:r>
              <a:rPr lang="en-US" altLang="zh-CN" sz="2800" dirty="0"/>
              <a:t>)</a:t>
            </a:r>
            <a:r>
              <a:rPr lang="zh-CN" altLang="en-US" sz="2800" dirty="0"/>
              <a:t>。</a:t>
            </a:r>
          </a:p>
        </p:txBody>
      </p:sp>
    </p:spTree>
    <p:extLst>
      <p:ext uri="{BB962C8B-B14F-4D97-AF65-F5344CB8AC3E}">
        <p14:creationId xmlns:p14="http://schemas.microsoft.com/office/powerpoint/2010/main" val="382772413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4E0E2A-D0BD-22B6-AD40-C2F1361C0573}"/>
              </a:ext>
            </a:extLst>
          </p:cNvPr>
          <p:cNvSpPr>
            <a:spLocks noGrp="1"/>
          </p:cNvSpPr>
          <p:nvPr>
            <p:ph type="title"/>
          </p:nvPr>
        </p:nvSpPr>
        <p:spPr/>
        <p:txBody>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进程互斥与同步的实现</a:t>
            </a:r>
            <a:endParaRPr lang="zh-CN" altLang="en-US" dirty="0"/>
          </a:p>
        </p:txBody>
      </p:sp>
      <p:sp>
        <p:nvSpPr>
          <p:cNvPr id="3" name="Rectangle 3">
            <a:extLst>
              <a:ext uri="{FF2B5EF4-FFF2-40B4-BE49-F238E27FC236}">
                <a16:creationId xmlns:a16="http://schemas.microsoft.com/office/drawing/2014/main" id="{46B7BE83-9282-FF0C-72C6-F47EB5009981}"/>
              </a:ext>
            </a:extLst>
          </p:cNvPr>
          <p:cNvSpPr>
            <a:spLocks noChangeArrowheads="1"/>
          </p:cNvSpPr>
          <p:nvPr/>
        </p:nvSpPr>
        <p:spPr bwMode="auto">
          <a:xfrm>
            <a:off x="611942" y="967810"/>
            <a:ext cx="8405812" cy="621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spcBef>
                <a:spcPts val="1000"/>
              </a:spcBef>
              <a:buClr>
                <a:srgbClr val="FFC000"/>
              </a:buClr>
              <a:buNone/>
              <a:defRPr/>
            </a:pPr>
            <a:r>
              <a:rPr lang="zh-CN" altLang="en-US" sz="2600" b="1" dirty="0">
                <a:solidFill>
                  <a:prstClr val="black"/>
                </a:solidFill>
                <a:effectLst/>
                <a:latin typeface="微软雅黑" panose="020B0503020204020204" pitchFamily="34" charset="-122"/>
                <a:ea typeface="微软雅黑" panose="020B0503020204020204" pitchFamily="34" charset="-122"/>
              </a:rPr>
              <a:t>理发师问题</a:t>
            </a:r>
          </a:p>
        </p:txBody>
      </p:sp>
      <p:sp>
        <p:nvSpPr>
          <p:cNvPr id="4" name="Rectangle 10">
            <a:extLst>
              <a:ext uri="{FF2B5EF4-FFF2-40B4-BE49-F238E27FC236}">
                <a16:creationId xmlns:a16="http://schemas.microsoft.com/office/drawing/2014/main" id="{C53E0D08-2887-24E8-1445-88906B4E41FC}"/>
              </a:ext>
            </a:extLst>
          </p:cNvPr>
          <p:cNvSpPr>
            <a:spLocks noChangeArrowheads="1"/>
          </p:cNvSpPr>
          <p:nvPr/>
        </p:nvSpPr>
        <p:spPr bwMode="auto">
          <a:xfrm>
            <a:off x="645279" y="1613922"/>
            <a:ext cx="8099425" cy="572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30000"/>
              </a:lnSpc>
              <a:buFont typeface="Wingdings" panose="05000000000000000000" pitchFamily="2" charset="2"/>
              <a:buNone/>
            </a:pPr>
            <a:r>
              <a:rPr lang="zh-CN" altLang="en-US" sz="2400" dirty="0">
                <a:solidFill>
                  <a:srgbClr val="000099"/>
                </a:solidFill>
                <a:latin typeface="Times New Roman" panose="02020603050405020304" pitchFamily="18" charset="0"/>
              </a:rPr>
              <a:t>思考：</a:t>
            </a:r>
            <a:r>
              <a:rPr lang="zh-CN" altLang="en-US" sz="2400" dirty="0">
                <a:solidFill>
                  <a:srgbClr val="FF0000"/>
                </a:solidFill>
                <a:latin typeface="Times New Roman" panose="02020603050405020304" pitchFamily="18" charset="0"/>
              </a:rPr>
              <a:t>写出程序描述。</a:t>
            </a:r>
            <a:endParaRPr lang="en-US" altLang="zh-CN" sz="2400" dirty="0">
              <a:solidFill>
                <a:srgbClr val="FF0000"/>
              </a:solidFill>
              <a:latin typeface="Times New Roman" panose="02020603050405020304" pitchFamily="18" charset="0"/>
            </a:endParaRPr>
          </a:p>
        </p:txBody>
      </p:sp>
    </p:spTree>
    <p:extLst>
      <p:ext uri="{BB962C8B-B14F-4D97-AF65-F5344CB8AC3E}">
        <p14:creationId xmlns:p14="http://schemas.microsoft.com/office/powerpoint/2010/main" val="21639814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206345-DCBE-D9A7-11D6-09F5731C3A5A}"/>
              </a:ext>
            </a:extLst>
          </p:cNvPr>
          <p:cNvSpPr>
            <a:spLocks noGrp="1"/>
          </p:cNvSpPr>
          <p:nvPr>
            <p:ph type="title"/>
          </p:nvPr>
        </p:nvSpPr>
        <p:spPr/>
        <p:txBody>
          <a:bodyPr>
            <a:normAutofit/>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进程互斥与同步的实现</a:t>
            </a:r>
            <a:endParaRPr lang="zh-CN" altLang="en-US" dirty="0"/>
          </a:p>
        </p:txBody>
      </p:sp>
      <p:sp>
        <p:nvSpPr>
          <p:cNvPr id="3" name="Rectangle 3">
            <a:extLst>
              <a:ext uri="{FF2B5EF4-FFF2-40B4-BE49-F238E27FC236}">
                <a16:creationId xmlns:a16="http://schemas.microsoft.com/office/drawing/2014/main" id="{FCD7854C-8D9F-21A0-19C4-F9D10CC2FEA5}"/>
              </a:ext>
            </a:extLst>
          </p:cNvPr>
          <p:cNvSpPr>
            <a:spLocks noChangeArrowheads="1"/>
          </p:cNvSpPr>
          <p:nvPr/>
        </p:nvSpPr>
        <p:spPr bwMode="auto">
          <a:xfrm>
            <a:off x="487822" y="1003408"/>
            <a:ext cx="8405812" cy="565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a:lnSpc>
                <a:spcPct val="120000"/>
              </a:lnSpc>
              <a:buClr>
                <a:schemeClr val="tx2"/>
              </a:buClr>
              <a:buSzPct val="95000"/>
              <a:buFont typeface="Wingdings" panose="05000000000000000000" pitchFamily="2" charset="2"/>
              <a:buNone/>
              <a:defRPr/>
            </a:pPr>
            <a:r>
              <a:rPr lang="en-US" altLang="zh-CN" sz="2800" b="1" dirty="0">
                <a:solidFill>
                  <a:srgbClr val="335F90"/>
                </a:solidFill>
                <a:latin typeface="Times New Roman" panose="02020603050405020304" pitchFamily="18" charset="0"/>
              </a:rPr>
              <a:t>5.  </a:t>
            </a:r>
            <a:r>
              <a:rPr lang="zh-CN" altLang="en-US" sz="2800" b="1" dirty="0">
                <a:solidFill>
                  <a:srgbClr val="335F90"/>
                </a:solidFill>
                <a:latin typeface="Times New Roman" panose="02020603050405020304" pitchFamily="18" charset="0"/>
              </a:rPr>
              <a:t>读者</a:t>
            </a:r>
            <a:r>
              <a:rPr lang="en-US" altLang="zh-CN" sz="2800" b="1" dirty="0">
                <a:solidFill>
                  <a:srgbClr val="335F90"/>
                </a:solidFill>
                <a:latin typeface="Times New Roman" panose="02020603050405020304" pitchFamily="18" charset="0"/>
              </a:rPr>
              <a:t>——</a:t>
            </a:r>
            <a:r>
              <a:rPr lang="zh-CN" altLang="en-US" sz="2800" b="1" dirty="0">
                <a:solidFill>
                  <a:srgbClr val="335F90"/>
                </a:solidFill>
                <a:latin typeface="Times New Roman" panose="02020603050405020304" pitchFamily="18" charset="0"/>
              </a:rPr>
              <a:t>写者问题</a:t>
            </a:r>
          </a:p>
        </p:txBody>
      </p:sp>
      <p:sp>
        <p:nvSpPr>
          <p:cNvPr id="4" name="Rectangle 11">
            <a:extLst>
              <a:ext uri="{FF2B5EF4-FFF2-40B4-BE49-F238E27FC236}">
                <a16:creationId xmlns:a16="http://schemas.microsoft.com/office/drawing/2014/main" id="{FBABADD7-B5C5-6D60-6EC6-8B24A78A4062}"/>
              </a:ext>
            </a:extLst>
          </p:cNvPr>
          <p:cNvSpPr>
            <a:spLocks noChangeArrowheads="1"/>
          </p:cNvSpPr>
          <p:nvPr/>
        </p:nvSpPr>
        <p:spPr bwMode="auto">
          <a:xfrm>
            <a:off x="1011697" y="1778108"/>
            <a:ext cx="10424399" cy="3895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30000"/>
              </a:lnSpc>
              <a:buFont typeface="Wingdings" panose="05000000000000000000" pitchFamily="2" charset="2"/>
              <a:buNone/>
            </a:pPr>
            <a:r>
              <a:rPr lang="en-US" altLang="zh-CN" sz="2400" dirty="0">
                <a:solidFill>
                  <a:srgbClr val="000099"/>
                </a:solidFill>
                <a:latin typeface="Times New Roman" panose="02020603050405020304" pitchFamily="18" charset="0"/>
              </a:rPr>
              <a:t>①</a:t>
            </a:r>
            <a:r>
              <a:rPr lang="en-US" altLang="zh-CN" sz="2400" dirty="0">
                <a:solidFill>
                  <a:srgbClr val="000099"/>
                </a:solidFill>
                <a:latin typeface="宋体" panose="02010600030101010101" pitchFamily="2" charset="-122"/>
              </a:rPr>
              <a:t> </a:t>
            </a:r>
            <a:r>
              <a:rPr lang="zh-CN" altLang="en-US" sz="2400" dirty="0">
                <a:solidFill>
                  <a:srgbClr val="000099"/>
                </a:solidFill>
                <a:latin typeface="宋体" panose="02010600030101010101" pitchFamily="2" charset="-122"/>
              </a:rPr>
              <a:t>问题定义</a:t>
            </a:r>
            <a:endParaRPr lang="zh-CN" altLang="en-US" sz="2400" dirty="0">
              <a:solidFill>
                <a:srgbClr val="000099"/>
              </a:solidFill>
              <a:latin typeface="Times New Roman" panose="02020603050405020304" pitchFamily="18" charset="0"/>
            </a:endParaRPr>
          </a:p>
          <a:p>
            <a:pPr eaLnBrk="1" hangingPunct="1">
              <a:lnSpc>
                <a:spcPct val="130000"/>
              </a:lnSpc>
              <a:buFont typeface="Wingdings" panose="05000000000000000000" pitchFamily="2" charset="2"/>
              <a:buNone/>
            </a:pPr>
            <a:r>
              <a:rPr lang="en-US" altLang="zh-CN" sz="2400" b="0" dirty="0">
                <a:solidFill>
                  <a:schemeClr val="tx1"/>
                </a:solidFill>
                <a:latin typeface="Times New Roman" panose="02020603050405020304" pitchFamily="18" charset="0"/>
              </a:rPr>
              <a:t>	</a:t>
            </a:r>
            <a:r>
              <a:rPr lang="zh-CN" altLang="en-US" sz="2400" b="0" dirty="0">
                <a:solidFill>
                  <a:schemeClr val="tx1"/>
                </a:solidFill>
                <a:latin typeface="Times New Roman" panose="02020603050405020304" pitchFamily="18" charset="0"/>
              </a:rPr>
              <a:t>某数据区域（如文件、内存块或寄存器）在多个进程间共享；其中部分进程对该数据区进行只读操作，另一部分进程对数据区进行只写操作。约束如下：</a:t>
            </a:r>
            <a:endParaRPr lang="en-US" altLang="zh-CN" sz="2400" b="0" dirty="0">
              <a:solidFill>
                <a:schemeClr val="tx1"/>
              </a:solidFill>
              <a:latin typeface="Times New Roman" panose="02020603050405020304" pitchFamily="18" charset="0"/>
            </a:endParaRPr>
          </a:p>
          <a:p>
            <a:pPr eaLnBrk="1" hangingPunct="1">
              <a:lnSpc>
                <a:spcPct val="130000"/>
              </a:lnSpc>
              <a:buFont typeface="Wingdings" panose="05000000000000000000" pitchFamily="2" charset="2"/>
              <a:buNone/>
            </a:pPr>
            <a:r>
              <a:rPr lang="en-US" altLang="zh-CN" sz="2400" b="0" dirty="0">
                <a:solidFill>
                  <a:schemeClr val="tx1"/>
                </a:solidFill>
                <a:latin typeface="Times New Roman" panose="02020603050405020304" pitchFamily="18" charset="0"/>
              </a:rPr>
              <a:t>	</a:t>
            </a:r>
            <a:r>
              <a:rPr lang="zh-CN" altLang="en-US" sz="2400" b="0" dirty="0">
                <a:solidFill>
                  <a:schemeClr val="tx1"/>
                </a:solidFill>
                <a:latin typeface="Times New Roman" panose="02020603050405020304" pitchFamily="18" charset="0"/>
              </a:rPr>
              <a:t>（</a:t>
            </a:r>
            <a:r>
              <a:rPr lang="en-US" altLang="zh-CN" sz="2400" b="0" dirty="0">
                <a:solidFill>
                  <a:schemeClr val="tx1"/>
                </a:solidFill>
                <a:latin typeface="Times New Roman" panose="02020603050405020304" pitchFamily="18" charset="0"/>
              </a:rPr>
              <a:t>1</a:t>
            </a:r>
            <a:r>
              <a:rPr lang="zh-CN" altLang="en-US" sz="2400" b="0" dirty="0">
                <a:solidFill>
                  <a:schemeClr val="tx1"/>
                </a:solidFill>
                <a:latin typeface="Times New Roman" panose="02020603050405020304" pitchFamily="18" charset="0"/>
              </a:rPr>
              <a:t>）可以有任意多个读者同时读取数据区中的内容；</a:t>
            </a:r>
            <a:endParaRPr lang="en-US" altLang="zh-CN" sz="2400" b="0" dirty="0">
              <a:solidFill>
                <a:schemeClr val="tx1"/>
              </a:solidFill>
              <a:latin typeface="Times New Roman" panose="02020603050405020304" pitchFamily="18" charset="0"/>
            </a:endParaRPr>
          </a:p>
          <a:p>
            <a:pPr eaLnBrk="1" hangingPunct="1">
              <a:lnSpc>
                <a:spcPct val="130000"/>
              </a:lnSpc>
              <a:buFont typeface="Wingdings" panose="05000000000000000000" pitchFamily="2" charset="2"/>
              <a:buNone/>
            </a:pPr>
            <a:r>
              <a:rPr lang="en-US" altLang="zh-CN" sz="2400" b="0" dirty="0">
                <a:solidFill>
                  <a:schemeClr val="tx1"/>
                </a:solidFill>
                <a:latin typeface="Times New Roman" panose="02020603050405020304" pitchFamily="18" charset="0"/>
              </a:rPr>
              <a:t>	</a:t>
            </a:r>
            <a:r>
              <a:rPr lang="zh-CN" altLang="en-US" sz="2400" b="0" dirty="0">
                <a:solidFill>
                  <a:schemeClr val="tx1"/>
                </a:solidFill>
                <a:latin typeface="Times New Roman" panose="02020603050405020304" pitchFamily="18" charset="0"/>
              </a:rPr>
              <a:t>（</a:t>
            </a:r>
            <a:r>
              <a:rPr lang="en-US" altLang="zh-CN" sz="2400" b="0" dirty="0">
                <a:solidFill>
                  <a:schemeClr val="tx1"/>
                </a:solidFill>
                <a:latin typeface="Times New Roman" panose="02020603050405020304" pitchFamily="18" charset="0"/>
              </a:rPr>
              <a:t>2</a:t>
            </a:r>
            <a:r>
              <a:rPr lang="zh-CN" altLang="en-US" sz="2400" b="0" dirty="0">
                <a:solidFill>
                  <a:schemeClr val="tx1"/>
                </a:solidFill>
                <a:latin typeface="Times New Roman" panose="02020603050405020304" pitchFamily="18" charset="0"/>
              </a:rPr>
              <a:t>）一次只有一个写者允许向数据区中写；</a:t>
            </a:r>
            <a:endParaRPr lang="en-US" altLang="zh-CN" sz="2400" b="0" dirty="0">
              <a:solidFill>
                <a:schemeClr val="tx1"/>
              </a:solidFill>
              <a:latin typeface="Times New Roman" panose="02020603050405020304" pitchFamily="18" charset="0"/>
            </a:endParaRPr>
          </a:p>
          <a:p>
            <a:pPr eaLnBrk="1" hangingPunct="1">
              <a:lnSpc>
                <a:spcPct val="130000"/>
              </a:lnSpc>
              <a:buFont typeface="Wingdings" panose="05000000000000000000" pitchFamily="2" charset="2"/>
              <a:buNone/>
            </a:pPr>
            <a:r>
              <a:rPr lang="en-US" altLang="zh-CN" sz="2400" b="0" dirty="0">
                <a:solidFill>
                  <a:schemeClr val="tx1"/>
                </a:solidFill>
                <a:latin typeface="Times New Roman" panose="02020603050405020304" pitchFamily="18" charset="0"/>
              </a:rPr>
              <a:t>	</a:t>
            </a:r>
            <a:r>
              <a:rPr lang="zh-CN" altLang="en-US" sz="2400" b="0" dirty="0">
                <a:solidFill>
                  <a:schemeClr val="tx1"/>
                </a:solidFill>
                <a:latin typeface="Times New Roman" panose="02020603050405020304" pitchFamily="18" charset="0"/>
              </a:rPr>
              <a:t>（</a:t>
            </a:r>
            <a:r>
              <a:rPr lang="en-US" altLang="zh-CN" sz="2400" b="0" dirty="0">
                <a:solidFill>
                  <a:schemeClr val="tx1"/>
                </a:solidFill>
                <a:latin typeface="Times New Roman" panose="02020603050405020304" pitchFamily="18" charset="0"/>
              </a:rPr>
              <a:t>3</a:t>
            </a:r>
            <a:r>
              <a:rPr lang="zh-CN" altLang="en-US" sz="2400" b="0" dirty="0">
                <a:solidFill>
                  <a:schemeClr val="tx1"/>
                </a:solidFill>
                <a:latin typeface="Times New Roman" panose="02020603050405020304" pitchFamily="18" charset="0"/>
              </a:rPr>
              <a:t>）写者在向数据区中写时，不允许读者同时读取。</a:t>
            </a:r>
            <a:endParaRPr lang="en-US" altLang="zh-CN" sz="2400" b="0" dirty="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399262924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206345-DCBE-D9A7-11D6-09F5731C3A5A}"/>
              </a:ext>
            </a:extLst>
          </p:cNvPr>
          <p:cNvSpPr>
            <a:spLocks noGrp="1"/>
          </p:cNvSpPr>
          <p:nvPr>
            <p:ph type="title"/>
          </p:nvPr>
        </p:nvSpPr>
        <p:spPr/>
        <p:txBody>
          <a:bodyPr>
            <a:normAutofit/>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进程互斥与同步的实现</a:t>
            </a:r>
            <a:endParaRPr lang="zh-CN" altLang="en-US" dirty="0"/>
          </a:p>
        </p:txBody>
      </p:sp>
      <p:sp>
        <p:nvSpPr>
          <p:cNvPr id="3" name="Rectangle 3">
            <a:extLst>
              <a:ext uri="{FF2B5EF4-FFF2-40B4-BE49-F238E27FC236}">
                <a16:creationId xmlns:a16="http://schemas.microsoft.com/office/drawing/2014/main" id="{05CCF2FA-09F3-45CD-4BC6-4A8C8315BAB1}"/>
              </a:ext>
            </a:extLst>
          </p:cNvPr>
          <p:cNvSpPr>
            <a:spLocks noChangeArrowheads="1"/>
          </p:cNvSpPr>
          <p:nvPr/>
        </p:nvSpPr>
        <p:spPr bwMode="auto">
          <a:xfrm>
            <a:off x="689433" y="830079"/>
            <a:ext cx="8405812" cy="621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spcBef>
                <a:spcPts val="1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(1) </a:t>
            </a:r>
            <a:r>
              <a:rPr lang="zh-CN" altLang="en-US" sz="2600" b="1" dirty="0">
                <a:solidFill>
                  <a:prstClr val="black"/>
                </a:solidFill>
                <a:effectLst/>
                <a:latin typeface="微软雅黑" panose="020B0503020204020204" pitchFamily="34" charset="-122"/>
                <a:ea typeface="微软雅黑" panose="020B0503020204020204" pitchFamily="34" charset="-122"/>
              </a:rPr>
              <a:t>读者优先</a:t>
            </a:r>
          </a:p>
        </p:txBody>
      </p:sp>
      <p:sp>
        <p:nvSpPr>
          <p:cNvPr id="4" name="Rectangle 10">
            <a:extLst>
              <a:ext uri="{FF2B5EF4-FFF2-40B4-BE49-F238E27FC236}">
                <a16:creationId xmlns:a16="http://schemas.microsoft.com/office/drawing/2014/main" id="{B3865430-ABA6-167E-7CA9-1C68BB359963}"/>
              </a:ext>
            </a:extLst>
          </p:cNvPr>
          <p:cNvSpPr>
            <a:spLocks noChangeArrowheads="1"/>
          </p:cNvSpPr>
          <p:nvPr/>
        </p:nvSpPr>
        <p:spPr bwMode="auto">
          <a:xfrm>
            <a:off x="722770" y="1476191"/>
            <a:ext cx="8099425" cy="4561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30000"/>
              </a:lnSpc>
              <a:buFont typeface="Wingdings" panose="05000000000000000000" pitchFamily="2" charset="2"/>
              <a:buNone/>
            </a:pPr>
            <a:r>
              <a:rPr lang="zh-CN" altLang="en-US" sz="2400" dirty="0">
                <a:solidFill>
                  <a:srgbClr val="000099"/>
                </a:solidFill>
                <a:latin typeface="Times New Roman" panose="02020603050405020304" pitchFamily="18" charset="0"/>
              </a:rPr>
              <a:t>程序描述</a:t>
            </a:r>
          </a:p>
          <a:p>
            <a:pPr algn="just" eaLnBrk="1" hangingPunct="1">
              <a:lnSpc>
                <a:spcPct val="130000"/>
              </a:lnSpc>
              <a:buFont typeface="Wingdings" panose="05000000000000000000" pitchFamily="2" charset="2"/>
              <a:buNone/>
            </a:pPr>
            <a:r>
              <a:rPr lang="en-US" altLang="zh-CN" sz="1800" b="1" dirty="0">
                <a:solidFill>
                  <a:schemeClr val="tx1"/>
                </a:solidFill>
                <a:latin typeface="Times New Roman" panose="02020603050405020304" pitchFamily="18" charset="0"/>
              </a:rPr>
              <a:t>main( )</a:t>
            </a:r>
          </a:p>
          <a:p>
            <a:pPr algn="just" eaLnBrk="1" hangingPunct="1">
              <a:lnSpc>
                <a:spcPct val="130000"/>
              </a:lnSpc>
              <a:buFont typeface="Wingdings" panose="05000000000000000000" pitchFamily="2" charset="2"/>
              <a:buNone/>
            </a:pPr>
            <a:r>
              <a:rPr lang="en-US" altLang="zh-CN" sz="1800" b="1" dirty="0">
                <a:solidFill>
                  <a:schemeClr val="tx1"/>
                </a:solidFill>
                <a:latin typeface="Times New Roman" panose="02020603050405020304" pitchFamily="18" charset="0"/>
              </a:rPr>
              <a:t>{</a:t>
            </a:r>
          </a:p>
          <a:p>
            <a:pPr algn="just" eaLnBrk="1" hangingPunct="1">
              <a:lnSpc>
                <a:spcPct val="130000"/>
              </a:lnSpc>
              <a:buFont typeface="Wingdings" panose="05000000000000000000" pitchFamily="2" charset="2"/>
              <a:buNone/>
            </a:pPr>
            <a:r>
              <a:rPr lang="en-US" altLang="zh-CN" sz="1800" b="1" dirty="0">
                <a:solidFill>
                  <a:schemeClr val="tx1"/>
                </a:solidFill>
                <a:latin typeface="Times New Roman" panose="02020603050405020304" pitchFamily="18" charset="0"/>
              </a:rPr>
              <a:t>        int  </a:t>
            </a:r>
            <a:r>
              <a:rPr lang="en-US" altLang="zh-CN" sz="1800" b="1" dirty="0" err="1">
                <a:solidFill>
                  <a:schemeClr val="tx1"/>
                </a:solidFill>
                <a:latin typeface="Times New Roman" panose="02020603050405020304" pitchFamily="18" charset="0"/>
              </a:rPr>
              <a:t>readcount</a:t>
            </a:r>
            <a:r>
              <a:rPr lang="en-US" altLang="zh-CN" sz="1800" b="1" dirty="0">
                <a:solidFill>
                  <a:schemeClr val="tx1"/>
                </a:solidFill>
                <a:latin typeface="Times New Roman" panose="02020603050405020304" pitchFamily="18" charset="0"/>
              </a:rPr>
              <a:t>;</a:t>
            </a:r>
            <a:r>
              <a:rPr lang="zh-CN" altLang="en-US" sz="1800" b="1" dirty="0">
                <a:solidFill>
                  <a:schemeClr val="tx1"/>
                </a:solidFill>
                <a:latin typeface="Times New Roman" panose="02020603050405020304" pitchFamily="18" charset="0"/>
              </a:rPr>
              <a:t>     </a:t>
            </a:r>
            <a:r>
              <a:rPr lang="en-US" altLang="zh-CN" sz="1800" b="1" dirty="0">
                <a:solidFill>
                  <a:schemeClr val="tx1"/>
                </a:solidFill>
                <a:latin typeface="Times New Roman" panose="02020603050405020304" pitchFamily="18" charset="0"/>
              </a:rPr>
              <a:t>//</a:t>
            </a:r>
            <a:r>
              <a:rPr lang="zh-CN" altLang="en-US" sz="1800" b="1" dirty="0">
                <a:solidFill>
                  <a:schemeClr val="tx1"/>
                </a:solidFill>
                <a:latin typeface="Times New Roman" panose="02020603050405020304" pitchFamily="18" charset="0"/>
              </a:rPr>
              <a:t>读者计数</a:t>
            </a:r>
          </a:p>
          <a:p>
            <a:pPr algn="just" eaLnBrk="1" hangingPunct="1">
              <a:lnSpc>
                <a:spcPct val="130000"/>
              </a:lnSpc>
              <a:buFont typeface="Wingdings" panose="05000000000000000000" pitchFamily="2" charset="2"/>
              <a:buNone/>
            </a:pPr>
            <a:r>
              <a:rPr lang="en-US" altLang="zh-CN" sz="1800" b="1" dirty="0">
                <a:solidFill>
                  <a:schemeClr val="tx1"/>
                </a:solidFill>
                <a:latin typeface="Times New Roman" panose="02020603050405020304" pitchFamily="18" charset="0"/>
              </a:rPr>
              <a:t>	semaphore x = 1,wsem = 1;</a:t>
            </a:r>
            <a:endParaRPr lang="zh-CN" altLang="en-US" sz="1800" b="1" dirty="0">
              <a:solidFill>
                <a:schemeClr val="tx1"/>
              </a:solidFill>
              <a:latin typeface="Times New Roman" panose="02020603050405020304" pitchFamily="18" charset="0"/>
            </a:endParaRPr>
          </a:p>
          <a:p>
            <a:pPr algn="just" eaLnBrk="1" hangingPunct="1">
              <a:lnSpc>
                <a:spcPct val="130000"/>
              </a:lnSpc>
              <a:buFont typeface="Wingdings" panose="05000000000000000000" pitchFamily="2" charset="2"/>
              <a:buNone/>
            </a:pPr>
            <a:r>
              <a:rPr lang="zh-CN" altLang="en-US" sz="1800" b="1" dirty="0">
                <a:solidFill>
                  <a:schemeClr val="tx1"/>
                </a:solidFill>
                <a:latin typeface="Times New Roman" panose="02020603050405020304" pitchFamily="18" charset="0"/>
              </a:rPr>
              <a:t>        </a:t>
            </a:r>
            <a:r>
              <a:rPr lang="en-US" altLang="zh-CN" sz="1800" b="1" dirty="0" err="1">
                <a:solidFill>
                  <a:schemeClr val="tx1"/>
                </a:solidFill>
                <a:latin typeface="Times New Roman" panose="02020603050405020304" pitchFamily="18" charset="0"/>
              </a:rPr>
              <a:t>cobegin</a:t>
            </a:r>
            <a:endParaRPr lang="en-US" altLang="zh-CN" sz="1800" b="1" dirty="0">
              <a:solidFill>
                <a:schemeClr val="tx1"/>
              </a:solidFill>
              <a:latin typeface="Times New Roman" panose="02020603050405020304" pitchFamily="18" charset="0"/>
            </a:endParaRPr>
          </a:p>
          <a:p>
            <a:pPr algn="just" eaLnBrk="1" hangingPunct="1">
              <a:lnSpc>
                <a:spcPct val="130000"/>
              </a:lnSpc>
              <a:buFont typeface="Wingdings" panose="05000000000000000000" pitchFamily="2" charset="2"/>
              <a:buNone/>
            </a:pPr>
            <a:r>
              <a:rPr lang="en-US" altLang="zh-CN" sz="1800" b="1" dirty="0">
                <a:solidFill>
                  <a:schemeClr val="tx1"/>
                </a:solidFill>
                <a:latin typeface="Times New Roman" panose="02020603050405020304" pitchFamily="18" charset="0"/>
              </a:rPr>
              <a:t>                reader ( )</a:t>
            </a:r>
            <a:r>
              <a:rPr lang="zh-CN" altLang="en-US" sz="1800" b="1" dirty="0">
                <a:solidFill>
                  <a:schemeClr val="tx1"/>
                </a:solidFill>
                <a:latin typeface="Times New Roman" panose="02020603050405020304" pitchFamily="18" charset="0"/>
              </a:rPr>
              <a:t>；</a:t>
            </a:r>
          </a:p>
          <a:p>
            <a:pPr algn="just" eaLnBrk="1" hangingPunct="1">
              <a:lnSpc>
                <a:spcPct val="130000"/>
              </a:lnSpc>
              <a:buFont typeface="Wingdings" panose="05000000000000000000" pitchFamily="2" charset="2"/>
              <a:buNone/>
            </a:pPr>
            <a:r>
              <a:rPr lang="zh-CN" altLang="en-US" sz="1800" b="1" dirty="0">
                <a:solidFill>
                  <a:schemeClr val="tx1"/>
                </a:solidFill>
                <a:latin typeface="Times New Roman" panose="02020603050405020304" pitchFamily="18" charset="0"/>
              </a:rPr>
              <a:t>                </a:t>
            </a:r>
            <a:r>
              <a:rPr lang="en-US" altLang="zh-CN" sz="1800" b="1" dirty="0">
                <a:solidFill>
                  <a:schemeClr val="tx1"/>
                </a:solidFill>
                <a:latin typeface="Times New Roman" panose="02020603050405020304" pitchFamily="18" charset="0"/>
              </a:rPr>
              <a:t>writer ( )</a:t>
            </a:r>
            <a:r>
              <a:rPr lang="zh-CN" altLang="en-US" sz="1800" b="1" dirty="0">
                <a:solidFill>
                  <a:schemeClr val="tx1"/>
                </a:solidFill>
                <a:latin typeface="Times New Roman" panose="02020603050405020304" pitchFamily="18" charset="0"/>
              </a:rPr>
              <a:t>；</a:t>
            </a:r>
            <a:endParaRPr lang="en-US" altLang="zh-CN" sz="1800" b="1" dirty="0">
              <a:solidFill>
                <a:schemeClr val="tx1"/>
              </a:solidFill>
              <a:latin typeface="Times New Roman" panose="02020603050405020304" pitchFamily="18" charset="0"/>
            </a:endParaRPr>
          </a:p>
          <a:p>
            <a:pPr algn="just" eaLnBrk="1" hangingPunct="1">
              <a:lnSpc>
                <a:spcPct val="130000"/>
              </a:lnSpc>
              <a:buFont typeface="Wingdings" panose="05000000000000000000" pitchFamily="2" charset="2"/>
              <a:buNone/>
            </a:pPr>
            <a:r>
              <a:rPr lang="zh-CN" altLang="en-US" sz="1800" b="1" dirty="0">
                <a:solidFill>
                  <a:schemeClr val="tx1"/>
                </a:solidFill>
                <a:latin typeface="Times New Roman" panose="02020603050405020304" pitchFamily="18" charset="0"/>
              </a:rPr>
              <a:t>        </a:t>
            </a:r>
            <a:r>
              <a:rPr lang="en-US" altLang="zh-CN" sz="1800" b="1" dirty="0" err="1">
                <a:solidFill>
                  <a:schemeClr val="tx1"/>
                </a:solidFill>
                <a:latin typeface="Times New Roman" panose="02020603050405020304" pitchFamily="18" charset="0"/>
              </a:rPr>
              <a:t>coend</a:t>
            </a:r>
            <a:endParaRPr lang="en-US" altLang="zh-CN" sz="1800" b="1" dirty="0">
              <a:solidFill>
                <a:schemeClr val="tx1"/>
              </a:solidFill>
              <a:latin typeface="Times New Roman" panose="02020603050405020304" pitchFamily="18" charset="0"/>
            </a:endParaRPr>
          </a:p>
          <a:p>
            <a:pPr algn="just" eaLnBrk="1" hangingPunct="1">
              <a:lnSpc>
                <a:spcPct val="130000"/>
              </a:lnSpc>
              <a:buFont typeface="Wingdings" panose="05000000000000000000" pitchFamily="2" charset="2"/>
              <a:buNone/>
            </a:pPr>
            <a:r>
              <a:rPr lang="en-US" altLang="zh-CN" sz="1800" b="1" dirty="0">
                <a:solidFill>
                  <a:schemeClr val="tx1"/>
                </a:solidFill>
                <a:latin typeface="Times New Roman" panose="02020603050405020304" pitchFamily="18" charset="0"/>
              </a:rPr>
              <a:t>}</a:t>
            </a:r>
          </a:p>
        </p:txBody>
      </p:sp>
      <p:sp>
        <p:nvSpPr>
          <p:cNvPr id="5" name="Rectangle 4">
            <a:extLst>
              <a:ext uri="{FF2B5EF4-FFF2-40B4-BE49-F238E27FC236}">
                <a16:creationId xmlns:a16="http://schemas.microsoft.com/office/drawing/2014/main" id="{15B3F185-E1A2-D19F-529B-23C25F9015C0}"/>
              </a:ext>
            </a:extLst>
          </p:cNvPr>
          <p:cNvSpPr>
            <a:spLocks noChangeArrowheads="1"/>
          </p:cNvSpPr>
          <p:nvPr/>
        </p:nvSpPr>
        <p:spPr bwMode="auto">
          <a:xfrm>
            <a:off x="4438504" y="947323"/>
            <a:ext cx="4699000" cy="5532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20000"/>
              </a:lnSpc>
              <a:buFont typeface="Wingdings" panose="05000000000000000000" pitchFamily="2" charset="2"/>
              <a:buNone/>
            </a:pPr>
            <a:r>
              <a:rPr lang="en-US" altLang="zh-CN" sz="1600" b="1" dirty="0">
                <a:solidFill>
                  <a:schemeClr val="tx1"/>
                </a:solidFill>
                <a:latin typeface="Times New Roman" panose="02020603050405020304" pitchFamily="18" charset="0"/>
              </a:rPr>
              <a:t>reader (){</a:t>
            </a:r>
          </a:p>
          <a:p>
            <a:pPr algn="just" eaLnBrk="1" hangingPunct="1">
              <a:lnSpc>
                <a:spcPct val="120000"/>
              </a:lnSpc>
              <a:buFont typeface="Wingdings" panose="05000000000000000000" pitchFamily="2" charset="2"/>
              <a:buNone/>
            </a:pPr>
            <a:r>
              <a:rPr lang="en-US" altLang="zh-CN" sz="1600" b="1" dirty="0">
                <a:solidFill>
                  <a:schemeClr val="tx1"/>
                </a:solidFill>
                <a:latin typeface="Times New Roman" panose="02020603050405020304" pitchFamily="18" charset="0"/>
              </a:rPr>
              <a:t>	while (true){</a:t>
            </a:r>
          </a:p>
          <a:p>
            <a:pPr algn="just" eaLnBrk="1" hangingPunct="1">
              <a:lnSpc>
                <a:spcPct val="120000"/>
              </a:lnSpc>
              <a:buFont typeface="Wingdings" panose="05000000000000000000" pitchFamily="2" charset="2"/>
              <a:buNone/>
            </a:pPr>
            <a:r>
              <a:rPr lang="en-US" altLang="zh-CN" sz="1600" b="1" dirty="0">
                <a:solidFill>
                  <a:schemeClr val="tx1"/>
                </a:solidFill>
                <a:latin typeface="Times New Roman" panose="02020603050405020304" pitchFamily="18" charset="0"/>
              </a:rPr>
              <a:t>		P (x);</a:t>
            </a:r>
          </a:p>
          <a:p>
            <a:pPr algn="just" eaLnBrk="1" hangingPunct="1">
              <a:lnSpc>
                <a:spcPct val="120000"/>
              </a:lnSpc>
              <a:buFont typeface="Wingdings" panose="05000000000000000000" pitchFamily="2" charset="2"/>
              <a:buNone/>
            </a:pPr>
            <a:r>
              <a:rPr lang="en-US" altLang="zh-CN" sz="1600" b="1" dirty="0">
                <a:solidFill>
                  <a:schemeClr val="tx1"/>
                </a:solidFill>
                <a:latin typeface="Times New Roman" panose="02020603050405020304" pitchFamily="18" charset="0"/>
              </a:rPr>
              <a:t>		</a:t>
            </a:r>
            <a:r>
              <a:rPr lang="en-US" altLang="zh-CN" sz="1600" b="1" dirty="0" err="1">
                <a:solidFill>
                  <a:schemeClr val="tx1"/>
                </a:solidFill>
                <a:latin typeface="Times New Roman" panose="02020603050405020304" pitchFamily="18" charset="0"/>
              </a:rPr>
              <a:t>readcount</a:t>
            </a:r>
            <a:r>
              <a:rPr lang="en-US" altLang="zh-CN" sz="1600" b="1" dirty="0">
                <a:solidFill>
                  <a:schemeClr val="tx1"/>
                </a:solidFill>
                <a:latin typeface="Times New Roman" panose="02020603050405020304" pitchFamily="18" charset="0"/>
              </a:rPr>
              <a:t>++;</a:t>
            </a:r>
          </a:p>
          <a:p>
            <a:pPr algn="just" eaLnBrk="1" hangingPunct="1">
              <a:lnSpc>
                <a:spcPct val="120000"/>
              </a:lnSpc>
              <a:buFont typeface="Wingdings" panose="05000000000000000000" pitchFamily="2" charset="2"/>
              <a:buNone/>
            </a:pPr>
            <a:r>
              <a:rPr lang="en-US" altLang="zh-CN" sz="1600" b="1" dirty="0">
                <a:solidFill>
                  <a:schemeClr val="tx1"/>
                </a:solidFill>
                <a:latin typeface="Times New Roman" panose="02020603050405020304" pitchFamily="18" charset="0"/>
              </a:rPr>
              <a:t>		if ( </a:t>
            </a:r>
            <a:r>
              <a:rPr lang="en-US" altLang="zh-CN" sz="1600" b="1" dirty="0" err="1">
                <a:solidFill>
                  <a:schemeClr val="tx1"/>
                </a:solidFill>
                <a:latin typeface="Times New Roman" panose="02020603050405020304" pitchFamily="18" charset="0"/>
              </a:rPr>
              <a:t>readcount</a:t>
            </a:r>
            <a:r>
              <a:rPr lang="en-US" altLang="zh-CN" sz="1600" b="1" dirty="0">
                <a:solidFill>
                  <a:schemeClr val="tx1"/>
                </a:solidFill>
                <a:latin typeface="Times New Roman" panose="02020603050405020304" pitchFamily="18" charset="0"/>
              </a:rPr>
              <a:t> == 1 )</a:t>
            </a:r>
          </a:p>
          <a:p>
            <a:pPr algn="just" eaLnBrk="1" hangingPunct="1">
              <a:lnSpc>
                <a:spcPct val="120000"/>
              </a:lnSpc>
              <a:buFont typeface="Wingdings" panose="05000000000000000000" pitchFamily="2" charset="2"/>
              <a:buNone/>
            </a:pPr>
            <a:r>
              <a:rPr lang="en-US" altLang="zh-CN" sz="1600" b="1" dirty="0">
                <a:solidFill>
                  <a:schemeClr val="tx1"/>
                </a:solidFill>
                <a:latin typeface="Times New Roman" panose="02020603050405020304" pitchFamily="18" charset="0"/>
              </a:rPr>
              <a:t>			P(</a:t>
            </a:r>
            <a:r>
              <a:rPr lang="en-US" altLang="zh-CN" sz="1600" b="1" dirty="0" err="1">
                <a:solidFill>
                  <a:schemeClr val="tx1"/>
                </a:solidFill>
                <a:latin typeface="Times New Roman" panose="02020603050405020304" pitchFamily="18" charset="0"/>
              </a:rPr>
              <a:t>wsem</a:t>
            </a:r>
            <a:r>
              <a:rPr lang="en-US" altLang="zh-CN" sz="1600" b="1" dirty="0">
                <a:solidFill>
                  <a:schemeClr val="tx1"/>
                </a:solidFill>
                <a:latin typeface="Times New Roman" panose="02020603050405020304" pitchFamily="18" charset="0"/>
              </a:rPr>
              <a:t>);</a:t>
            </a:r>
          </a:p>
          <a:p>
            <a:pPr algn="just" eaLnBrk="1" hangingPunct="1">
              <a:lnSpc>
                <a:spcPct val="120000"/>
              </a:lnSpc>
              <a:buFont typeface="Wingdings" panose="05000000000000000000" pitchFamily="2" charset="2"/>
              <a:buNone/>
            </a:pPr>
            <a:r>
              <a:rPr lang="en-US" altLang="zh-CN" sz="1600" b="1" dirty="0">
                <a:solidFill>
                  <a:schemeClr val="tx1"/>
                </a:solidFill>
                <a:latin typeface="Times New Roman" panose="02020603050405020304" pitchFamily="18" charset="0"/>
              </a:rPr>
              <a:t>		V (x);</a:t>
            </a:r>
          </a:p>
          <a:p>
            <a:pPr algn="just" eaLnBrk="1" hangingPunct="1">
              <a:lnSpc>
                <a:spcPct val="120000"/>
              </a:lnSpc>
              <a:buFont typeface="Wingdings" panose="05000000000000000000" pitchFamily="2" charset="2"/>
              <a:buNone/>
            </a:pPr>
            <a:r>
              <a:rPr lang="en-US" altLang="zh-CN" sz="1600" b="1" dirty="0">
                <a:solidFill>
                  <a:schemeClr val="tx1"/>
                </a:solidFill>
                <a:latin typeface="Times New Roman" panose="02020603050405020304" pitchFamily="18" charset="0"/>
              </a:rPr>
              <a:t>		READUNIT();</a:t>
            </a:r>
          </a:p>
          <a:p>
            <a:pPr algn="just" eaLnBrk="1" hangingPunct="1">
              <a:lnSpc>
                <a:spcPct val="120000"/>
              </a:lnSpc>
              <a:buFont typeface="Wingdings" panose="05000000000000000000" pitchFamily="2" charset="2"/>
              <a:buNone/>
            </a:pPr>
            <a:r>
              <a:rPr lang="en-US" altLang="zh-CN" sz="1600" b="1" dirty="0">
                <a:solidFill>
                  <a:schemeClr val="tx1"/>
                </a:solidFill>
                <a:latin typeface="Times New Roman" panose="02020603050405020304" pitchFamily="18" charset="0"/>
              </a:rPr>
              <a:t>		P(x);</a:t>
            </a:r>
          </a:p>
          <a:p>
            <a:pPr algn="just" eaLnBrk="1" hangingPunct="1">
              <a:lnSpc>
                <a:spcPct val="120000"/>
              </a:lnSpc>
              <a:buFont typeface="Wingdings" panose="05000000000000000000" pitchFamily="2" charset="2"/>
              <a:buNone/>
            </a:pPr>
            <a:r>
              <a:rPr lang="en-US" altLang="zh-CN" sz="1600" b="1" dirty="0">
                <a:solidFill>
                  <a:schemeClr val="tx1"/>
                </a:solidFill>
                <a:latin typeface="Times New Roman" panose="02020603050405020304" pitchFamily="18" charset="0"/>
              </a:rPr>
              <a:t>		</a:t>
            </a:r>
            <a:r>
              <a:rPr lang="en-US" altLang="zh-CN" sz="1600" b="1" dirty="0" err="1">
                <a:solidFill>
                  <a:schemeClr val="tx1"/>
                </a:solidFill>
                <a:latin typeface="Times New Roman" panose="02020603050405020304" pitchFamily="18" charset="0"/>
              </a:rPr>
              <a:t>readcount</a:t>
            </a:r>
            <a:r>
              <a:rPr lang="en-US" altLang="zh-CN" sz="1600" b="1" dirty="0">
                <a:solidFill>
                  <a:schemeClr val="tx1"/>
                </a:solidFill>
                <a:latin typeface="Times New Roman" panose="02020603050405020304" pitchFamily="18" charset="0"/>
              </a:rPr>
              <a:t>--;</a:t>
            </a:r>
          </a:p>
          <a:p>
            <a:pPr algn="just" eaLnBrk="1" hangingPunct="1">
              <a:lnSpc>
                <a:spcPct val="120000"/>
              </a:lnSpc>
              <a:buFont typeface="Wingdings" panose="05000000000000000000" pitchFamily="2" charset="2"/>
              <a:buNone/>
            </a:pPr>
            <a:r>
              <a:rPr lang="en-US" altLang="zh-CN" sz="1600" b="1" dirty="0">
                <a:solidFill>
                  <a:schemeClr val="tx1"/>
                </a:solidFill>
                <a:latin typeface="Times New Roman" panose="02020603050405020304" pitchFamily="18" charset="0"/>
              </a:rPr>
              <a:t>		if( </a:t>
            </a:r>
            <a:r>
              <a:rPr lang="en-US" altLang="zh-CN" sz="1600" b="1" dirty="0" err="1">
                <a:solidFill>
                  <a:schemeClr val="tx1"/>
                </a:solidFill>
                <a:latin typeface="Times New Roman" panose="02020603050405020304" pitchFamily="18" charset="0"/>
              </a:rPr>
              <a:t>readcount</a:t>
            </a:r>
            <a:r>
              <a:rPr lang="en-US" altLang="zh-CN" sz="1600" b="1" dirty="0">
                <a:solidFill>
                  <a:schemeClr val="tx1"/>
                </a:solidFill>
                <a:latin typeface="Times New Roman" panose="02020603050405020304" pitchFamily="18" charset="0"/>
              </a:rPr>
              <a:t> == 0 )</a:t>
            </a:r>
          </a:p>
          <a:p>
            <a:pPr algn="just" eaLnBrk="1" hangingPunct="1">
              <a:lnSpc>
                <a:spcPct val="120000"/>
              </a:lnSpc>
              <a:buFont typeface="Wingdings" panose="05000000000000000000" pitchFamily="2" charset="2"/>
              <a:buNone/>
            </a:pPr>
            <a:r>
              <a:rPr lang="en-US" altLang="zh-CN" sz="1600" b="1" dirty="0">
                <a:solidFill>
                  <a:schemeClr val="tx1"/>
                </a:solidFill>
                <a:latin typeface="Times New Roman" panose="02020603050405020304" pitchFamily="18" charset="0"/>
              </a:rPr>
              <a:t>			V(</a:t>
            </a:r>
            <a:r>
              <a:rPr lang="en-US" altLang="zh-CN" sz="1600" b="1" dirty="0" err="1">
                <a:solidFill>
                  <a:schemeClr val="tx1"/>
                </a:solidFill>
                <a:latin typeface="Times New Roman" panose="02020603050405020304" pitchFamily="18" charset="0"/>
              </a:rPr>
              <a:t>wsem</a:t>
            </a:r>
            <a:r>
              <a:rPr lang="en-US" altLang="zh-CN" sz="1600" b="1" dirty="0">
                <a:solidFill>
                  <a:schemeClr val="tx1"/>
                </a:solidFill>
                <a:latin typeface="Times New Roman" panose="02020603050405020304" pitchFamily="18" charset="0"/>
              </a:rPr>
              <a:t>);</a:t>
            </a:r>
          </a:p>
          <a:p>
            <a:pPr algn="just" eaLnBrk="1" hangingPunct="1">
              <a:lnSpc>
                <a:spcPct val="120000"/>
              </a:lnSpc>
              <a:buFont typeface="Wingdings" panose="05000000000000000000" pitchFamily="2" charset="2"/>
              <a:buNone/>
            </a:pPr>
            <a:r>
              <a:rPr lang="en-US" altLang="zh-CN" sz="1600" b="1" dirty="0">
                <a:solidFill>
                  <a:schemeClr val="tx1"/>
                </a:solidFill>
                <a:latin typeface="Times New Roman" panose="02020603050405020304" pitchFamily="18" charset="0"/>
              </a:rPr>
              <a:t>		V(x);</a:t>
            </a:r>
          </a:p>
          <a:p>
            <a:pPr algn="just" eaLnBrk="1" hangingPunct="1">
              <a:lnSpc>
                <a:spcPct val="120000"/>
              </a:lnSpc>
              <a:buFont typeface="Wingdings" panose="05000000000000000000" pitchFamily="2" charset="2"/>
              <a:buNone/>
            </a:pPr>
            <a:r>
              <a:rPr lang="en-US" altLang="zh-CN" sz="1600" b="1" dirty="0">
                <a:solidFill>
                  <a:schemeClr val="tx1"/>
                </a:solidFill>
                <a:latin typeface="Times New Roman" panose="02020603050405020304" pitchFamily="18" charset="0"/>
              </a:rPr>
              <a:t>	}</a:t>
            </a:r>
          </a:p>
          <a:p>
            <a:pPr algn="just" eaLnBrk="1" hangingPunct="1">
              <a:lnSpc>
                <a:spcPct val="120000"/>
              </a:lnSpc>
              <a:buFont typeface="Wingdings" panose="05000000000000000000" pitchFamily="2" charset="2"/>
              <a:buNone/>
            </a:pPr>
            <a:r>
              <a:rPr lang="en-US" altLang="zh-CN" sz="1600" b="1" dirty="0">
                <a:solidFill>
                  <a:schemeClr val="tx1"/>
                </a:solidFill>
                <a:latin typeface="Times New Roman" panose="02020603050405020304" pitchFamily="18" charset="0"/>
              </a:rPr>
              <a:t>}</a:t>
            </a:r>
          </a:p>
        </p:txBody>
      </p:sp>
      <p:sp>
        <p:nvSpPr>
          <p:cNvPr id="6" name="Rectangle 4">
            <a:extLst>
              <a:ext uri="{FF2B5EF4-FFF2-40B4-BE49-F238E27FC236}">
                <a16:creationId xmlns:a16="http://schemas.microsoft.com/office/drawing/2014/main" id="{D9612D37-22E5-8F4D-38D6-7BAF08636728}"/>
              </a:ext>
            </a:extLst>
          </p:cNvPr>
          <p:cNvSpPr>
            <a:spLocks noChangeArrowheads="1"/>
          </p:cNvSpPr>
          <p:nvPr/>
        </p:nvSpPr>
        <p:spPr bwMode="auto">
          <a:xfrm>
            <a:off x="8540952" y="854418"/>
            <a:ext cx="3379788" cy="2578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20000"/>
              </a:lnSpc>
              <a:buFont typeface="Wingdings" panose="05000000000000000000" pitchFamily="2" charset="2"/>
              <a:buNone/>
            </a:pPr>
            <a:r>
              <a:rPr lang="en-US" altLang="zh-CN" sz="1600" b="1" dirty="0">
                <a:solidFill>
                  <a:schemeClr val="tx1"/>
                </a:solidFill>
                <a:latin typeface="Times New Roman" panose="02020603050405020304" pitchFamily="18" charset="0"/>
              </a:rPr>
              <a:t>writer (){</a:t>
            </a:r>
          </a:p>
          <a:p>
            <a:pPr algn="just" eaLnBrk="1" hangingPunct="1">
              <a:lnSpc>
                <a:spcPct val="120000"/>
              </a:lnSpc>
              <a:buFont typeface="Wingdings" panose="05000000000000000000" pitchFamily="2" charset="2"/>
              <a:buNone/>
            </a:pPr>
            <a:r>
              <a:rPr lang="en-US" altLang="zh-CN" sz="1600" b="1" dirty="0">
                <a:solidFill>
                  <a:schemeClr val="tx1"/>
                </a:solidFill>
                <a:latin typeface="Times New Roman" panose="02020603050405020304" pitchFamily="18" charset="0"/>
              </a:rPr>
              <a:t>	while (true){</a:t>
            </a:r>
          </a:p>
          <a:p>
            <a:pPr algn="just" eaLnBrk="1" hangingPunct="1">
              <a:lnSpc>
                <a:spcPct val="120000"/>
              </a:lnSpc>
              <a:buFont typeface="Wingdings" panose="05000000000000000000" pitchFamily="2" charset="2"/>
              <a:buNone/>
            </a:pPr>
            <a:r>
              <a:rPr lang="en-US" altLang="zh-CN" sz="1600" b="1" dirty="0">
                <a:solidFill>
                  <a:schemeClr val="tx1"/>
                </a:solidFill>
                <a:latin typeface="Times New Roman" panose="02020603050405020304" pitchFamily="18" charset="0"/>
              </a:rPr>
              <a:t>		P (</a:t>
            </a:r>
            <a:r>
              <a:rPr lang="en-US" altLang="zh-CN" sz="1600" b="1" dirty="0" err="1">
                <a:solidFill>
                  <a:schemeClr val="tx1"/>
                </a:solidFill>
                <a:latin typeface="Times New Roman" panose="02020603050405020304" pitchFamily="18" charset="0"/>
              </a:rPr>
              <a:t>wsem</a:t>
            </a:r>
            <a:r>
              <a:rPr lang="en-US" altLang="zh-CN" sz="1600" b="1" dirty="0">
                <a:solidFill>
                  <a:schemeClr val="tx1"/>
                </a:solidFill>
                <a:latin typeface="Times New Roman" panose="02020603050405020304" pitchFamily="18" charset="0"/>
              </a:rPr>
              <a:t>);</a:t>
            </a:r>
          </a:p>
          <a:p>
            <a:pPr algn="just" eaLnBrk="1" hangingPunct="1">
              <a:lnSpc>
                <a:spcPct val="120000"/>
              </a:lnSpc>
              <a:buFont typeface="Wingdings" panose="05000000000000000000" pitchFamily="2" charset="2"/>
              <a:buNone/>
            </a:pPr>
            <a:r>
              <a:rPr lang="en-US" altLang="zh-CN" sz="1600" b="1" dirty="0">
                <a:solidFill>
                  <a:schemeClr val="tx1"/>
                </a:solidFill>
                <a:latin typeface="Times New Roman" panose="02020603050405020304" pitchFamily="18" charset="0"/>
              </a:rPr>
              <a:t>		WRITEUNIT();</a:t>
            </a:r>
          </a:p>
          <a:p>
            <a:pPr algn="just" eaLnBrk="1" hangingPunct="1">
              <a:lnSpc>
                <a:spcPct val="120000"/>
              </a:lnSpc>
              <a:buFont typeface="Wingdings" panose="05000000000000000000" pitchFamily="2" charset="2"/>
              <a:buNone/>
            </a:pPr>
            <a:r>
              <a:rPr lang="en-US" altLang="zh-CN" sz="1600" b="1" dirty="0">
                <a:solidFill>
                  <a:schemeClr val="tx1"/>
                </a:solidFill>
                <a:latin typeface="Times New Roman" panose="02020603050405020304" pitchFamily="18" charset="0"/>
              </a:rPr>
              <a:t>		V(</a:t>
            </a:r>
            <a:r>
              <a:rPr lang="en-US" altLang="zh-CN" sz="1600" b="1" dirty="0" err="1">
                <a:solidFill>
                  <a:schemeClr val="tx1"/>
                </a:solidFill>
                <a:latin typeface="Times New Roman" panose="02020603050405020304" pitchFamily="18" charset="0"/>
              </a:rPr>
              <a:t>wsem</a:t>
            </a:r>
            <a:r>
              <a:rPr lang="en-US" altLang="zh-CN" sz="1600" b="1" dirty="0">
                <a:solidFill>
                  <a:schemeClr val="tx1"/>
                </a:solidFill>
                <a:latin typeface="Times New Roman" panose="02020603050405020304" pitchFamily="18" charset="0"/>
              </a:rPr>
              <a:t>);</a:t>
            </a:r>
          </a:p>
          <a:p>
            <a:pPr algn="just" eaLnBrk="1" hangingPunct="1">
              <a:lnSpc>
                <a:spcPct val="120000"/>
              </a:lnSpc>
              <a:buFont typeface="Wingdings" panose="05000000000000000000" pitchFamily="2" charset="2"/>
              <a:buNone/>
            </a:pPr>
            <a:r>
              <a:rPr lang="en-US" altLang="zh-CN" sz="1600" b="1" dirty="0">
                <a:solidFill>
                  <a:schemeClr val="tx1"/>
                </a:solidFill>
                <a:latin typeface="Times New Roman" panose="02020603050405020304" pitchFamily="18" charset="0"/>
              </a:rPr>
              <a:t>	}</a:t>
            </a:r>
          </a:p>
          <a:p>
            <a:pPr algn="just" eaLnBrk="1" hangingPunct="1">
              <a:lnSpc>
                <a:spcPct val="120000"/>
              </a:lnSpc>
              <a:buFont typeface="Wingdings" panose="05000000000000000000" pitchFamily="2" charset="2"/>
              <a:buNone/>
            </a:pPr>
            <a:r>
              <a:rPr lang="en-US" altLang="zh-CN" sz="1600" b="1" dirty="0">
                <a:solidFill>
                  <a:schemeClr val="tx1"/>
                </a:solidFill>
                <a:latin typeface="Times New Roman" panose="02020603050405020304" pitchFamily="18" charset="0"/>
              </a:rPr>
              <a:t>}</a:t>
            </a:r>
          </a:p>
        </p:txBody>
      </p:sp>
      <p:sp>
        <p:nvSpPr>
          <p:cNvPr id="7" name="Rectangle 11">
            <a:extLst>
              <a:ext uri="{FF2B5EF4-FFF2-40B4-BE49-F238E27FC236}">
                <a16:creationId xmlns:a16="http://schemas.microsoft.com/office/drawing/2014/main" id="{332CF8B0-C4B5-5049-7FE8-E8FB38058CE1}"/>
              </a:ext>
            </a:extLst>
          </p:cNvPr>
          <p:cNvSpPr>
            <a:spLocks noChangeArrowheads="1"/>
          </p:cNvSpPr>
          <p:nvPr/>
        </p:nvSpPr>
        <p:spPr bwMode="auto">
          <a:xfrm>
            <a:off x="8453813" y="4351217"/>
            <a:ext cx="3244850" cy="1052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30000"/>
              </a:lnSpc>
              <a:buFont typeface="Wingdings" panose="05000000000000000000" pitchFamily="2" charset="2"/>
              <a:buNone/>
            </a:pPr>
            <a:r>
              <a:rPr lang="zh-CN" altLang="en-US" sz="2400" dirty="0">
                <a:solidFill>
                  <a:srgbClr val="000099"/>
                </a:solidFill>
                <a:latin typeface="Times New Roman" panose="02020603050405020304" pitchFamily="18" charset="0"/>
              </a:rPr>
              <a:t>思考：该解决方案存在何种问题？</a:t>
            </a:r>
          </a:p>
        </p:txBody>
      </p:sp>
    </p:spTree>
    <p:extLst>
      <p:ext uri="{BB962C8B-B14F-4D97-AF65-F5344CB8AC3E}">
        <p14:creationId xmlns:p14="http://schemas.microsoft.com/office/powerpoint/2010/main" val="162443890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4E0E2A-D0BD-22B6-AD40-C2F1361C0573}"/>
              </a:ext>
            </a:extLst>
          </p:cNvPr>
          <p:cNvSpPr>
            <a:spLocks noGrp="1"/>
          </p:cNvSpPr>
          <p:nvPr>
            <p:ph type="title"/>
          </p:nvPr>
        </p:nvSpPr>
        <p:spPr/>
        <p:txBody>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进程互斥与同步的实现</a:t>
            </a:r>
            <a:endParaRPr lang="zh-CN" altLang="en-US" dirty="0"/>
          </a:p>
        </p:txBody>
      </p:sp>
      <p:sp>
        <p:nvSpPr>
          <p:cNvPr id="3" name="Rectangle 3">
            <a:extLst>
              <a:ext uri="{FF2B5EF4-FFF2-40B4-BE49-F238E27FC236}">
                <a16:creationId xmlns:a16="http://schemas.microsoft.com/office/drawing/2014/main" id="{46B7BE83-9282-FF0C-72C6-F47EB5009981}"/>
              </a:ext>
            </a:extLst>
          </p:cNvPr>
          <p:cNvSpPr>
            <a:spLocks noChangeArrowheads="1"/>
          </p:cNvSpPr>
          <p:nvPr/>
        </p:nvSpPr>
        <p:spPr bwMode="auto">
          <a:xfrm>
            <a:off x="611942" y="967810"/>
            <a:ext cx="8405812" cy="621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spcBef>
                <a:spcPts val="1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(2) </a:t>
            </a:r>
            <a:r>
              <a:rPr lang="zh-CN" altLang="en-US" sz="2600" b="1" dirty="0">
                <a:solidFill>
                  <a:prstClr val="black"/>
                </a:solidFill>
                <a:effectLst/>
                <a:latin typeface="微软雅黑" panose="020B0503020204020204" pitchFamily="34" charset="-122"/>
                <a:ea typeface="微软雅黑" panose="020B0503020204020204" pitchFamily="34" charset="-122"/>
              </a:rPr>
              <a:t>写者优先</a:t>
            </a:r>
          </a:p>
        </p:txBody>
      </p:sp>
      <p:sp>
        <p:nvSpPr>
          <p:cNvPr id="4" name="Rectangle 10">
            <a:extLst>
              <a:ext uri="{FF2B5EF4-FFF2-40B4-BE49-F238E27FC236}">
                <a16:creationId xmlns:a16="http://schemas.microsoft.com/office/drawing/2014/main" id="{C53E0D08-2887-24E8-1445-88906B4E41FC}"/>
              </a:ext>
            </a:extLst>
          </p:cNvPr>
          <p:cNvSpPr>
            <a:spLocks noChangeArrowheads="1"/>
          </p:cNvSpPr>
          <p:nvPr/>
        </p:nvSpPr>
        <p:spPr bwMode="auto">
          <a:xfrm>
            <a:off x="645279" y="1613922"/>
            <a:ext cx="8099425" cy="525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30000"/>
              </a:lnSpc>
              <a:buFont typeface="Wingdings" panose="05000000000000000000" pitchFamily="2" charset="2"/>
              <a:buNone/>
            </a:pPr>
            <a:r>
              <a:rPr lang="zh-CN" altLang="en-US" sz="2400" dirty="0">
                <a:solidFill>
                  <a:srgbClr val="000099"/>
                </a:solidFill>
                <a:latin typeface="Times New Roman" panose="02020603050405020304" pitchFamily="18" charset="0"/>
              </a:rPr>
              <a:t>思考：</a:t>
            </a:r>
            <a:r>
              <a:rPr lang="zh-CN" altLang="en-US" sz="2400" dirty="0">
                <a:solidFill>
                  <a:srgbClr val="FF0000"/>
                </a:solidFill>
                <a:latin typeface="Times New Roman" panose="02020603050405020304" pitchFamily="18" charset="0"/>
              </a:rPr>
              <a:t>如何完成写者优先的程序描述？</a:t>
            </a:r>
            <a:endParaRPr lang="en-US" altLang="zh-CN" sz="2400" dirty="0">
              <a:solidFill>
                <a:srgbClr val="FF0000"/>
              </a:solidFill>
              <a:latin typeface="Times New Roman" panose="02020603050405020304" pitchFamily="18" charset="0"/>
            </a:endParaRPr>
          </a:p>
        </p:txBody>
      </p:sp>
    </p:spTree>
    <p:extLst>
      <p:ext uri="{BB962C8B-B14F-4D97-AF65-F5344CB8AC3E}">
        <p14:creationId xmlns:p14="http://schemas.microsoft.com/office/powerpoint/2010/main" val="375778125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4E0E2A-D0BD-22B6-AD40-C2F1361C0573}"/>
              </a:ext>
            </a:extLst>
          </p:cNvPr>
          <p:cNvSpPr>
            <a:spLocks noGrp="1"/>
          </p:cNvSpPr>
          <p:nvPr>
            <p:ph type="title"/>
          </p:nvPr>
        </p:nvSpPr>
        <p:spPr/>
        <p:txBody>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进程通信</a:t>
            </a:r>
          </a:p>
        </p:txBody>
      </p:sp>
      <p:sp>
        <p:nvSpPr>
          <p:cNvPr id="4" name="Rectangle 5">
            <a:extLst>
              <a:ext uri="{FF2B5EF4-FFF2-40B4-BE49-F238E27FC236}">
                <a16:creationId xmlns:a16="http://schemas.microsoft.com/office/drawing/2014/main" id="{AF2E8210-6352-EAA4-5B95-3FD66ABB3797}"/>
              </a:ext>
            </a:extLst>
          </p:cNvPr>
          <p:cNvSpPr>
            <a:spLocks noChangeArrowheads="1"/>
          </p:cNvSpPr>
          <p:nvPr/>
        </p:nvSpPr>
        <p:spPr bwMode="auto">
          <a:xfrm>
            <a:off x="1068847" y="3778066"/>
            <a:ext cx="9364307" cy="1199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381000" lvl="2" indent="-228600">
              <a:lnSpc>
                <a:spcPct val="150000"/>
              </a:lnSpc>
              <a:spcBef>
                <a:spcPts val="500"/>
              </a:spcBef>
              <a:buClr>
                <a:srgbClr val="FFC000"/>
              </a:buClr>
              <a:buFont typeface="Wingdings" panose="05000000000000000000" pitchFamily="2" charset="2"/>
              <a:buChar char="u"/>
              <a:defRPr/>
            </a:pPr>
            <a:r>
              <a:rPr lang="zh-CN" altLang="en-US" dirty="0">
                <a:solidFill>
                  <a:prstClr val="black"/>
                </a:solidFill>
                <a:latin typeface="微软雅黑" panose="020B0503020204020204" pitchFamily="34" charset="-122"/>
                <a:ea typeface="微软雅黑" panose="020B0503020204020204" pitchFamily="34" charset="-122"/>
              </a:rPr>
              <a:t>在消息通信中，接收方和发送方之间有明确的协议和消息格式 。</a:t>
            </a:r>
          </a:p>
          <a:p>
            <a:pPr marL="381000" lvl="2" indent="-228600">
              <a:lnSpc>
                <a:spcPct val="150000"/>
              </a:lnSpc>
              <a:spcBef>
                <a:spcPts val="500"/>
              </a:spcBef>
              <a:buClr>
                <a:srgbClr val="FFC000"/>
              </a:buClr>
              <a:buFont typeface="Wingdings" panose="05000000000000000000" pitchFamily="2" charset="2"/>
              <a:buChar char="u"/>
              <a:defRPr/>
            </a:pPr>
            <a:r>
              <a:rPr lang="zh-CN" altLang="en-US" dirty="0">
                <a:solidFill>
                  <a:prstClr val="black"/>
                </a:solidFill>
                <a:latin typeface="微软雅黑" panose="020B0503020204020204" pitchFamily="34" charset="-122"/>
                <a:ea typeface="微软雅黑" panose="020B0503020204020204" pitchFamily="34" charset="-122"/>
              </a:rPr>
              <a:t>消息缓冲通信方式包括消息缓冲、发送原语和接收原语。            </a:t>
            </a:r>
          </a:p>
        </p:txBody>
      </p:sp>
      <p:sp>
        <p:nvSpPr>
          <p:cNvPr id="5" name="Rectangle 6">
            <a:extLst>
              <a:ext uri="{FF2B5EF4-FFF2-40B4-BE49-F238E27FC236}">
                <a16:creationId xmlns:a16="http://schemas.microsoft.com/office/drawing/2014/main" id="{D7799E78-36F5-2A5D-15BA-63C004789B99}"/>
              </a:ext>
            </a:extLst>
          </p:cNvPr>
          <p:cNvSpPr>
            <a:spLocks noChangeArrowheads="1"/>
          </p:cNvSpPr>
          <p:nvPr/>
        </p:nvSpPr>
        <p:spPr bwMode="auto">
          <a:xfrm>
            <a:off x="487822" y="830079"/>
            <a:ext cx="10140204" cy="15320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a:lnSpc>
                <a:spcPct val="120000"/>
              </a:lnSpc>
              <a:buClr>
                <a:schemeClr val="tx2"/>
              </a:buClr>
              <a:buSzPct val="95000"/>
              <a:buFont typeface="Wingdings" panose="05000000000000000000" pitchFamily="2" charset="2"/>
              <a:buNone/>
              <a:defRPr/>
            </a:pPr>
            <a:r>
              <a:rPr lang="en-US" altLang="zh-CN" sz="2800" b="1" dirty="0">
                <a:solidFill>
                  <a:srgbClr val="335F90"/>
                </a:solidFill>
                <a:latin typeface="Times New Roman" panose="02020603050405020304" pitchFamily="18" charset="0"/>
              </a:rPr>
              <a:t>1.  </a:t>
            </a:r>
            <a:r>
              <a:rPr lang="zh-CN" altLang="en-US" sz="2800" b="1" dirty="0">
                <a:solidFill>
                  <a:srgbClr val="335F90"/>
                </a:solidFill>
                <a:latin typeface="Times New Roman" panose="02020603050405020304" pitchFamily="18" charset="0"/>
              </a:rPr>
              <a:t>进程通信的概念</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400" dirty="0">
                <a:solidFill>
                  <a:schemeClr val="tx1"/>
                </a:solidFill>
                <a:effectLst/>
                <a:latin typeface="Times New Roman" panose="02020603050405020304" pitchFamily="18" charset="0"/>
              </a:rPr>
              <a:t>       进程通信是指进程之间直接以较高的效率传递较多数据的信息交互方式。</a:t>
            </a:r>
            <a:r>
              <a:rPr lang="zh-CN" altLang="en-US" sz="2000" b="0" dirty="0">
                <a:solidFill>
                  <a:schemeClr val="tx1"/>
                </a:solidFill>
                <a:latin typeface="Times New Roman" panose="02020603050405020304" pitchFamily="18" charset="0"/>
              </a:rPr>
              <a:t>        </a:t>
            </a:r>
            <a:endParaRPr lang="zh-CN" altLang="en-US" sz="2400" dirty="0">
              <a:solidFill>
                <a:srgbClr val="000099"/>
              </a:solidFill>
              <a:latin typeface="Times New Roman" panose="02020603050405020304" pitchFamily="18" charset="0"/>
            </a:endParaRPr>
          </a:p>
        </p:txBody>
      </p:sp>
      <p:sp>
        <p:nvSpPr>
          <p:cNvPr id="6" name="Rectangle 7">
            <a:extLst>
              <a:ext uri="{FF2B5EF4-FFF2-40B4-BE49-F238E27FC236}">
                <a16:creationId xmlns:a16="http://schemas.microsoft.com/office/drawing/2014/main" id="{81252908-3C3F-94CE-C0F0-DF3806B3D350}"/>
              </a:ext>
            </a:extLst>
          </p:cNvPr>
          <p:cNvSpPr>
            <a:spLocks noChangeArrowheads="1"/>
          </p:cNvSpPr>
          <p:nvPr/>
        </p:nvSpPr>
        <p:spPr bwMode="auto">
          <a:xfrm>
            <a:off x="489410" y="2546166"/>
            <a:ext cx="8318500" cy="565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a:lnSpc>
                <a:spcPct val="120000"/>
              </a:lnSpc>
              <a:buClr>
                <a:schemeClr val="tx2"/>
              </a:buClr>
              <a:buSzPct val="95000"/>
              <a:buFont typeface="Wingdings" panose="05000000000000000000" pitchFamily="2" charset="2"/>
              <a:buNone/>
              <a:defRPr/>
            </a:pPr>
            <a:r>
              <a:rPr lang="en-US" altLang="zh-CN" sz="2800" b="1" dirty="0">
                <a:solidFill>
                  <a:srgbClr val="335F90"/>
                </a:solidFill>
                <a:latin typeface="Times New Roman" panose="02020603050405020304" pitchFamily="18" charset="0"/>
              </a:rPr>
              <a:t>2.  </a:t>
            </a:r>
            <a:r>
              <a:rPr lang="zh-CN" altLang="en-US" sz="2800" b="1" dirty="0">
                <a:solidFill>
                  <a:srgbClr val="335F90"/>
                </a:solidFill>
                <a:latin typeface="Times New Roman" panose="02020603050405020304" pitchFamily="18" charset="0"/>
              </a:rPr>
              <a:t>进程通信方式</a:t>
            </a:r>
          </a:p>
        </p:txBody>
      </p:sp>
      <p:sp>
        <p:nvSpPr>
          <p:cNvPr id="7" name="Rectangle 8">
            <a:extLst>
              <a:ext uri="{FF2B5EF4-FFF2-40B4-BE49-F238E27FC236}">
                <a16:creationId xmlns:a16="http://schemas.microsoft.com/office/drawing/2014/main" id="{EE3860BA-7336-B74A-3BC1-71512CA77C19}"/>
              </a:ext>
            </a:extLst>
          </p:cNvPr>
          <p:cNvSpPr>
            <a:spLocks noChangeArrowheads="1"/>
          </p:cNvSpPr>
          <p:nvPr/>
        </p:nvSpPr>
        <p:spPr bwMode="auto">
          <a:xfrm>
            <a:off x="1000585" y="3184341"/>
            <a:ext cx="6635750" cy="621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spcBef>
                <a:spcPts val="1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(1) </a:t>
            </a:r>
            <a:r>
              <a:rPr lang="zh-CN" altLang="en-US" sz="2600" b="1" dirty="0">
                <a:solidFill>
                  <a:prstClr val="black"/>
                </a:solidFill>
                <a:effectLst/>
                <a:latin typeface="微软雅黑" panose="020B0503020204020204" pitchFamily="34" charset="-122"/>
                <a:ea typeface="微软雅黑" panose="020B0503020204020204" pitchFamily="34" charset="-122"/>
              </a:rPr>
              <a:t>消息缓存通信         </a:t>
            </a:r>
          </a:p>
        </p:txBody>
      </p:sp>
    </p:spTree>
    <p:extLst>
      <p:ext uri="{BB962C8B-B14F-4D97-AF65-F5344CB8AC3E}">
        <p14:creationId xmlns:p14="http://schemas.microsoft.com/office/powerpoint/2010/main" val="261403894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4E0E2A-D0BD-22B6-AD40-C2F1361C0573}"/>
              </a:ext>
            </a:extLst>
          </p:cNvPr>
          <p:cNvSpPr>
            <a:spLocks noGrp="1"/>
          </p:cNvSpPr>
          <p:nvPr>
            <p:ph type="title"/>
          </p:nvPr>
        </p:nvSpPr>
        <p:spPr/>
        <p:txBody>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进程通信</a:t>
            </a:r>
          </a:p>
        </p:txBody>
      </p:sp>
      <p:sp>
        <p:nvSpPr>
          <p:cNvPr id="3" name="Rectangle 4">
            <a:extLst>
              <a:ext uri="{FF2B5EF4-FFF2-40B4-BE49-F238E27FC236}">
                <a16:creationId xmlns:a16="http://schemas.microsoft.com/office/drawing/2014/main" id="{7376BF80-9C59-8D6F-2728-3848FBC1DF63}"/>
              </a:ext>
            </a:extLst>
          </p:cNvPr>
          <p:cNvSpPr>
            <a:spLocks noChangeArrowheads="1"/>
          </p:cNvSpPr>
          <p:nvPr/>
        </p:nvSpPr>
        <p:spPr bwMode="auto">
          <a:xfrm>
            <a:off x="755354" y="1674839"/>
            <a:ext cx="10187466" cy="2306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381000" lvl="2" indent="-228600">
              <a:lnSpc>
                <a:spcPct val="150000"/>
              </a:lnSpc>
              <a:spcBef>
                <a:spcPts val="500"/>
              </a:spcBef>
              <a:buClr>
                <a:srgbClr val="FFC000"/>
              </a:buClr>
              <a:buSzPct val="95000"/>
              <a:buFont typeface="Wingdings" panose="05000000000000000000" pitchFamily="2" charset="2"/>
              <a:buChar char="u"/>
              <a:defRPr/>
            </a:pPr>
            <a:r>
              <a:rPr lang="zh-CN" altLang="en-US" dirty="0">
                <a:solidFill>
                  <a:prstClr val="black"/>
                </a:solidFill>
                <a:latin typeface="微软雅黑" panose="020B0503020204020204" pitchFamily="34" charset="-122"/>
                <a:ea typeface="微软雅黑" panose="020B0503020204020204" pitchFamily="34" charset="-122"/>
              </a:rPr>
              <a:t>在信箱通信中，需要定义信箱结构，还包括消息发送和接收功能模块，提供发送原语和接收原语。 </a:t>
            </a:r>
          </a:p>
          <a:p>
            <a:pPr marL="381000" lvl="2" indent="-228600">
              <a:lnSpc>
                <a:spcPct val="150000"/>
              </a:lnSpc>
              <a:spcBef>
                <a:spcPts val="500"/>
              </a:spcBef>
              <a:buClr>
                <a:srgbClr val="FFC000"/>
              </a:buClr>
              <a:buSzPct val="95000"/>
              <a:buFont typeface="Wingdings" panose="05000000000000000000" pitchFamily="2" charset="2"/>
              <a:buChar char="u"/>
              <a:defRPr/>
            </a:pPr>
            <a:r>
              <a:rPr lang="zh-CN" altLang="en-US" dirty="0">
                <a:solidFill>
                  <a:prstClr val="black"/>
                </a:solidFill>
                <a:latin typeface="微软雅黑" panose="020B0503020204020204" pitchFamily="34" charset="-122"/>
                <a:ea typeface="微软雅黑" panose="020B0503020204020204" pitchFamily="34" charset="-122"/>
              </a:rPr>
              <a:t>信箱通信中，所使用的信箱可以位于用户空间中，是接收进程地址空间的一部分；也可以放置在操作系统的空间中。                       </a:t>
            </a:r>
          </a:p>
        </p:txBody>
      </p:sp>
      <p:sp>
        <p:nvSpPr>
          <p:cNvPr id="4" name="Rectangle 6">
            <a:extLst>
              <a:ext uri="{FF2B5EF4-FFF2-40B4-BE49-F238E27FC236}">
                <a16:creationId xmlns:a16="http://schemas.microsoft.com/office/drawing/2014/main" id="{955F3E59-B5C2-DEBD-28E4-F002A2129080}"/>
              </a:ext>
            </a:extLst>
          </p:cNvPr>
          <p:cNvSpPr>
            <a:spLocks noChangeArrowheads="1"/>
          </p:cNvSpPr>
          <p:nvPr/>
        </p:nvSpPr>
        <p:spPr bwMode="auto">
          <a:xfrm>
            <a:off x="733129" y="1014439"/>
            <a:ext cx="6896100" cy="621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spcBef>
                <a:spcPts val="1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(2) </a:t>
            </a:r>
            <a:r>
              <a:rPr lang="zh-CN" altLang="en-US" sz="2600" b="1" dirty="0">
                <a:solidFill>
                  <a:prstClr val="black"/>
                </a:solidFill>
                <a:effectLst/>
                <a:latin typeface="微软雅黑" panose="020B0503020204020204" pitchFamily="34" charset="-122"/>
                <a:ea typeface="微软雅黑" panose="020B0503020204020204" pitchFamily="34" charset="-122"/>
              </a:rPr>
              <a:t>信箱通信        </a:t>
            </a:r>
          </a:p>
        </p:txBody>
      </p:sp>
    </p:spTree>
    <p:extLst>
      <p:ext uri="{BB962C8B-B14F-4D97-AF65-F5344CB8AC3E}">
        <p14:creationId xmlns:p14="http://schemas.microsoft.com/office/powerpoint/2010/main" val="378804326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normAutofit/>
          </a:bodyPr>
          <a:lstStyle/>
          <a:p>
            <a:r>
              <a:rPr lang="zh-CN" altLang="en-US" dirty="0"/>
              <a:t>提纲</a:t>
            </a:r>
          </a:p>
        </p:txBody>
      </p:sp>
      <p:sp>
        <p:nvSpPr>
          <p:cNvPr id="3" name="内容占位符 2">
            <a:extLst>
              <a:ext uri="{FF2B5EF4-FFF2-40B4-BE49-F238E27FC236}">
                <a16:creationId xmlns:a16="http://schemas.microsoft.com/office/drawing/2014/main" id="{E1D53BB8-3151-4F39-93BC-2773EDE912B2}"/>
              </a:ext>
            </a:extLst>
          </p:cNvPr>
          <p:cNvSpPr>
            <a:spLocks noGrp="1"/>
          </p:cNvSpPr>
          <p:nvPr>
            <p:ph idx="1"/>
          </p:nvPr>
        </p:nvSpPr>
        <p:spPr/>
        <p:txBody>
          <a:bodyPr/>
          <a:lstStyle/>
          <a:p>
            <a:r>
              <a:rPr lang="zh-CN" altLang="en-US" dirty="0"/>
              <a:t>进程的引入</a:t>
            </a:r>
          </a:p>
          <a:p>
            <a:r>
              <a:rPr lang="zh-CN" altLang="en-US" dirty="0"/>
              <a:t>进程概念</a:t>
            </a:r>
          </a:p>
          <a:p>
            <a:r>
              <a:rPr lang="zh-CN" altLang="en-US" dirty="0"/>
              <a:t>进程控制</a:t>
            </a:r>
          </a:p>
          <a:p>
            <a:r>
              <a:rPr lang="zh-CN" altLang="en-US" dirty="0"/>
              <a:t>进程的相互制约关系</a:t>
            </a:r>
          </a:p>
          <a:p>
            <a:r>
              <a:rPr lang="zh-CN" altLang="en-US" dirty="0"/>
              <a:t>进程同步机构</a:t>
            </a:r>
          </a:p>
          <a:p>
            <a:r>
              <a:rPr lang="zh-CN" altLang="en-US" dirty="0"/>
              <a:t>进程互斥与同步的实现</a:t>
            </a:r>
            <a:endParaRPr lang="en-US" altLang="zh-CN" dirty="0"/>
          </a:p>
          <a:p>
            <a:r>
              <a:rPr lang="zh-CN" altLang="en-US" dirty="0">
                <a:solidFill>
                  <a:srgbClr val="FF0000"/>
                </a:solidFill>
              </a:rPr>
              <a:t>线程</a:t>
            </a:r>
            <a:endParaRPr lang="en-US" altLang="zh-CN" dirty="0">
              <a:solidFill>
                <a:srgbClr val="FF0000"/>
              </a:solidFill>
            </a:endParaRPr>
          </a:p>
          <a:p>
            <a:r>
              <a:rPr lang="zh-CN" altLang="en-US" dirty="0"/>
              <a:t>进程调度</a:t>
            </a:r>
          </a:p>
        </p:txBody>
      </p:sp>
    </p:spTree>
    <p:extLst>
      <p:ext uri="{BB962C8B-B14F-4D97-AF65-F5344CB8AC3E}">
        <p14:creationId xmlns:p14="http://schemas.microsoft.com/office/powerpoint/2010/main" val="177375263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4E0E2A-D0BD-22B6-AD40-C2F1361C0573}"/>
              </a:ext>
            </a:extLst>
          </p:cNvPr>
          <p:cNvSpPr>
            <a:spLocks noGrp="1"/>
          </p:cNvSpPr>
          <p:nvPr>
            <p:ph type="title"/>
          </p:nvPr>
        </p:nvSpPr>
        <p:spPr/>
        <p:txBody>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线程概念及特点</a:t>
            </a:r>
          </a:p>
        </p:txBody>
      </p:sp>
      <p:sp>
        <p:nvSpPr>
          <p:cNvPr id="4" name="Rectangle 3">
            <a:extLst>
              <a:ext uri="{FF2B5EF4-FFF2-40B4-BE49-F238E27FC236}">
                <a16:creationId xmlns:a16="http://schemas.microsoft.com/office/drawing/2014/main" id="{5F7CA06A-6D42-A887-B476-38BEC86E1EC1}"/>
              </a:ext>
            </a:extLst>
          </p:cNvPr>
          <p:cNvSpPr>
            <a:spLocks noChangeArrowheads="1"/>
          </p:cNvSpPr>
          <p:nvPr/>
        </p:nvSpPr>
        <p:spPr bwMode="auto">
          <a:xfrm>
            <a:off x="678322" y="839787"/>
            <a:ext cx="5197475" cy="565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a:lnSpc>
                <a:spcPct val="120000"/>
              </a:lnSpc>
              <a:buClr>
                <a:schemeClr val="tx2"/>
              </a:buClr>
              <a:buSzPct val="95000"/>
              <a:buFont typeface="Wingdings" panose="05000000000000000000" pitchFamily="2" charset="2"/>
              <a:buNone/>
              <a:defRPr/>
            </a:pPr>
            <a:r>
              <a:rPr lang="en-US" altLang="zh-CN" sz="2800" b="1" dirty="0">
                <a:solidFill>
                  <a:srgbClr val="335F90"/>
                </a:solidFill>
                <a:latin typeface="Times New Roman" panose="02020603050405020304" pitchFamily="18" charset="0"/>
              </a:rPr>
              <a:t>1. </a:t>
            </a:r>
            <a:r>
              <a:rPr lang="zh-CN" altLang="en-US" sz="2800" b="1" dirty="0">
                <a:solidFill>
                  <a:srgbClr val="335F90"/>
                </a:solidFill>
                <a:latin typeface="Times New Roman" panose="02020603050405020304" pitchFamily="18" charset="0"/>
              </a:rPr>
              <a:t>什么是线程</a:t>
            </a:r>
          </a:p>
        </p:txBody>
      </p:sp>
      <p:sp>
        <p:nvSpPr>
          <p:cNvPr id="5" name="Rectangle 4">
            <a:extLst>
              <a:ext uri="{FF2B5EF4-FFF2-40B4-BE49-F238E27FC236}">
                <a16:creationId xmlns:a16="http://schemas.microsoft.com/office/drawing/2014/main" id="{96D38D9E-C9FC-EFAA-F518-88611280D8BA}"/>
              </a:ext>
            </a:extLst>
          </p:cNvPr>
          <p:cNvSpPr>
            <a:spLocks noChangeArrowheads="1"/>
          </p:cNvSpPr>
          <p:nvPr/>
        </p:nvSpPr>
        <p:spPr bwMode="auto">
          <a:xfrm>
            <a:off x="1067259" y="1436687"/>
            <a:ext cx="9949991" cy="1941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spcBef>
                <a:spcPts val="1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(1) </a:t>
            </a:r>
            <a:r>
              <a:rPr lang="zh-CN" altLang="en-US" sz="2600" b="1" dirty="0">
                <a:solidFill>
                  <a:prstClr val="black"/>
                </a:solidFill>
                <a:effectLst/>
                <a:latin typeface="微软雅黑" panose="020B0503020204020204" pitchFamily="34" charset="-122"/>
                <a:ea typeface="微软雅黑" panose="020B0503020204020204" pitchFamily="34" charset="-122"/>
              </a:rPr>
              <a:t>线程定义</a:t>
            </a:r>
          </a:p>
          <a:p>
            <a:pPr eaLnBrk="1" hangingPunct="1">
              <a:lnSpc>
                <a:spcPct val="130000"/>
              </a:lnSpc>
              <a:buClr>
                <a:schemeClr val="tx2"/>
              </a:buClr>
              <a:buSzPct val="95000"/>
              <a:buFont typeface="Wingdings" panose="05000000000000000000" pitchFamily="2" charset="2"/>
              <a:buNone/>
              <a:defRPr/>
            </a:pPr>
            <a:r>
              <a:rPr lang="zh-CN" altLang="en-US" sz="2400" dirty="0">
                <a:solidFill>
                  <a:schemeClr val="tx1"/>
                </a:solidFill>
                <a:effectLst/>
                <a:latin typeface="Times New Roman" panose="02020603050405020304" pitchFamily="18" charset="0"/>
              </a:rPr>
              <a:t>      线程是比进程更小的活动单位，它是进程中的一个执行路径。</a:t>
            </a:r>
          </a:p>
          <a:p>
            <a:pPr marL="0" indent="0" algn="just">
              <a:lnSpc>
                <a:spcPct val="150000"/>
              </a:lnSpc>
              <a:spcBef>
                <a:spcPts val="1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(2) </a:t>
            </a:r>
            <a:r>
              <a:rPr lang="zh-CN" altLang="en-US" sz="2600" b="1" dirty="0">
                <a:solidFill>
                  <a:prstClr val="black"/>
                </a:solidFill>
                <a:effectLst/>
                <a:latin typeface="微软雅黑" panose="020B0503020204020204" pitchFamily="34" charset="-122"/>
                <a:ea typeface="微软雅黑" panose="020B0503020204020204" pitchFamily="34" charset="-122"/>
              </a:rPr>
              <a:t>线程可以这样来描述</a:t>
            </a:r>
          </a:p>
        </p:txBody>
      </p:sp>
      <p:sp>
        <p:nvSpPr>
          <p:cNvPr id="6" name="Rectangle 8">
            <a:extLst>
              <a:ext uri="{FF2B5EF4-FFF2-40B4-BE49-F238E27FC236}">
                <a16:creationId xmlns:a16="http://schemas.microsoft.com/office/drawing/2014/main" id="{B4384025-3170-72DE-C033-162D95885233}"/>
              </a:ext>
            </a:extLst>
          </p:cNvPr>
          <p:cNvSpPr>
            <a:spLocks noChangeArrowheads="1"/>
          </p:cNvSpPr>
          <p:nvPr/>
        </p:nvSpPr>
        <p:spPr bwMode="auto">
          <a:xfrm>
            <a:off x="1384421" y="3548028"/>
            <a:ext cx="8885237" cy="31188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381000" lvl="2" indent="-228600">
              <a:lnSpc>
                <a:spcPct val="150000"/>
              </a:lnSpc>
              <a:spcBef>
                <a:spcPts val="500"/>
              </a:spcBef>
              <a:buClr>
                <a:srgbClr val="FFC000"/>
              </a:buClr>
              <a:buFont typeface="Wingdings" panose="05000000000000000000" pitchFamily="2" charset="2"/>
              <a:buChar char="u"/>
              <a:defRPr/>
            </a:pPr>
            <a:r>
              <a:rPr lang="en-US" altLang="zh-CN" dirty="0">
                <a:solidFill>
                  <a:prstClr val="black"/>
                </a:solidFill>
                <a:latin typeface="微软雅黑" panose="020B0503020204020204" pitchFamily="34" charset="-122"/>
                <a:ea typeface="微软雅黑" panose="020B0503020204020204" pitchFamily="34" charset="-122"/>
              </a:rPr>
              <a:t> </a:t>
            </a:r>
            <a:r>
              <a:rPr lang="zh-CN" altLang="en-US" dirty="0">
                <a:solidFill>
                  <a:prstClr val="black"/>
                </a:solidFill>
                <a:latin typeface="微软雅黑" panose="020B0503020204020204" pitchFamily="34" charset="-122"/>
                <a:ea typeface="微软雅黑" panose="020B0503020204020204" pitchFamily="34" charset="-122"/>
              </a:rPr>
              <a:t>进程中的一条执行路径； </a:t>
            </a:r>
          </a:p>
          <a:p>
            <a:pPr marL="381000" lvl="2" indent="-228600">
              <a:lnSpc>
                <a:spcPct val="150000"/>
              </a:lnSpc>
              <a:spcBef>
                <a:spcPts val="500"/>
              </a:spcBef>
              <a:buClr>
                <a:srgbClr val="FFC000"/>
              </a:buClr>
              <a:buFont typeface="Wingdings" panose="05000000000000000000" pitchFamily="2" charset="2"/>
              <a:buChar char="u"/>
              <a:defRPr/>
            </a:pPr>
            <a:r>
              <a:rPr lang="zh-CN" altLang="en-US" dirty="0">
                <a:solidFill>
                  <a:prstClr val="black"/>
                </a:solidFill>
                <a:latin typeface="微软雅黑" panose="020B0503020204020204" pitchFamily="34" charset="-122"/>
                <a:ea typeface="微软雅黑" panose="020B0503020204020204" pitchFamily="34" charset="-122"/>
              </a:rPr>
              <a:t> 它有自己私用的栈（</a:t>
            </a:r>
            <a:r>
              <a:rPr lang="en-US" altLang="zh-CN" dirty="0">
                <a:solidFill>
                  <a:prstClr val="black"/>
                </a:solidFill>
                <a:latin typeface="微软雅黑" panose="020B0503020204020204" pitchFamily="34" charset="-122"/>
                <a:ea typeface="微软雅黑" panose="020B0503020204020204" pitchFamily="34" charset="-122"/>
              </a:rPr>
              <a:t>stack</a:t>
            </a:r>
            <a:r>
              <a:rPr lang="zh-CN" altLang="en-US" dirty="0">
                <a:solidFill>
                  <a:prstClr val="black"/>
                </a:solidFill>
                <a:latin typeface="微软雅黑" panose="020B0503020204020204" pitchFamily="34" charset="-122"/>
                <a:ea typeface="微软雅黑" panose="020B0503020204020204" pitchFamily="34" charset="-122"/>
              </a:rPr>
              <a:t>）和处理机执行环境 ；</a:t>
            </a:r>
          </a:p>
          <a:p>
            <a:pPr marL="381000" lvl="2" indent="-228600">
              <a:lnSpc>
                <a:spcPct val="150000"/>
              </a:lnSpc>
              <a:spcBef>
                <a:spcPts val="500"/>
              </a:spcBef>
              <a:buClr>
                <a:srgbClr val="FFC000"/>
              </a:buClr>
              <a:buFont typeface="Wingdings" panose="05000000000000000000" pitchFamily="2" charset="2"/>
              <a:buChar char="u"/>
              <a:defRPr/>
            </a:pPr>
            <a:r>
              <a:rPr lang="zh-CN" altLang="en-US" dirty="0">
                <a:solidFill>
                  <a:prstClr val="black"/>
                </a:solidFill>
                <a:latin typeface="微软雅黑" panose="020B0503020204020204" pitchFamily="34" charset="-122"/>
                <a:ea typeface="微软雅黑" panose="020B0503020204020204" pitchFamily="34" charset="-122"/>
              </a:rPr>
              <a:t> 它与父进程共享分配给父进程的主存；</a:t>
            </a:r>
          </a:p>
          <a:p>
            <a:pPr marL="381000" lvl="2" indent="-228600">
              <a:lnSpc>
                <a:spcPct val="150000"/>
              </a:lnSpc>
              <a:spcBef>
                <a:spcPts val="500"/>
              </a:spcBef>
              <a:buClr>
                <a:srgbClr val="FFC000"/>
              </a:buClr>
              <a:buFont typeface="Wingdings" panose="05000000000000000000" pitchFamily="2" charset="2"/>
              <a:buChar char="u"/>
              <a:defRPr/>
            </a:pPr>
            <a:r>
              <a:rPr lang="zh-CN" altLang="en-US" dirty="0">
                <a:solidFill>
                  <a:prstClr val="black"/>
                </a:solidFill>
                <a:latin typeface="微软雅黑" panose="020B0503020204020204" pitchFamily="34" charset="-122"/>
                <a:ea typeface="微软雅黑" panose="020B0503020204020204" pitchFamily="34" charset="-122"/>
              </a:rPr>
              <a:t> 它是单个进程所创建的许多个同时存在的线程中的一个。</a:t>
            </a:r>
          </a:p>
          <a:p>
            <a:pPr marL="381000" lvl="2" indent="-228600">
              <a:lnSpc>
                <a:spcPct val="150000"/>
              </a:lnSpc>
              <a:spcBef>
                <a:spcPts val="500"/>
              </a:spcBef>
              <a:buClr>
                <a:srgbClr val="FFC000"/>
              </a:buClr>
              <a:buFont typeface="Wingdings" panose="05000000000000000000" pitchFamily="2" charset="2"/>
              <a:buChar char="u"/>
              <a:defRPr/>
            </a:pPr>
            <a:endParaRPr lang="en-US" altLang="zh-CN" dirty="0">
              <a:solidFill>
                <a:prstClr val="black"/>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5582908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4E0E2A-D0BD-22B6-AD40-C2F1361C0573}"/>
              </a:ext>
            </a:extLst>
          </p:cNvPr>
          <p:cNvSpPr>
            <a:spLocks noGrp="1"/>
          </p:cNvSpPr>
          <p:nvPr>
            <p:ph type="title"/>
          </p:nvPr>
        </p:nvSpPr>
        <p:spPr/>
        <p:txBody>
          <a:bodyPr/>
          <a:lstStyle/>
          <a:p>
            <a:r>
              <a:rPr lang="zh-CN" altLang="en-US" sz="2800">
                <a:solidFill>
                  <a:schemeClr val="tx2"/>
                </a:solidFill>
              </a:rPr>
              <a:t>进程及进程管理</a:t>
            </a:r>
            <a:r>
              <a:rPr lang="en-US" altLang="zh-CN" sz="2800">
                <a:solidFill>
                  <a:schemeClr val="tx2"/>
                </a:solidFill>
              </a:rPr>
              <a:t>——</a:t>
            </a:r>
            <a:r>
              <a:rPr lang="zh-CN" altLang="en-US" sz="2800">
                <a:solidFill>
                  <a:schemeClr val="tx2"/>
                </a:solidFill>
              </a:rPr>
              <a:t>线程概念及特点</a:t>
            </a:r>
            <a:endParaRPr lang="zh-CN" altLang="en-US" sz="2800" dirty="0">
              <a:solidFill>
                <a:schemeClr val="tx2"/>
              </a:solidFill>
            </a:endParaRPr>
          </a:p>
        </p:txBody>
      </p:sp>
      <p:sp>
        <p:nvSpPr>
          <p:cNvPr id="3" name="Rectangle 5">
            <a:extLst>
              <a:ext uri="{FF2B5EF4-FFF2-40B4-BE49-F238E27FC236}">
                <a16:creationId xmlns:a16="http://schemas.microsoft.com/office/drawing/2014/main" id="{60AD9005-16C2-36FE-13EA-4A7CDFDAE9C6}"/>
              </a:ext>
            </a:extLst>
          </p:cNvPr>
          <p:cNvSpPr>
            <a:spLocks noChangeArrowheads="1"/>
          </p:cNvSpPr>
          <p:nvPr/>
        </p:nvSpPr>
        <p:spPr bwMode="auto">
          <a:xfrm>
            <a:off x="603251" y="830079"/>
            <a:ext cx="8318500" cy="565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a:lnSpc>
                <a:spcPct val="120000"/>
              </a:lnSpc>
              <a:buClr>
                <a:schemeClr val="tx2"/>
              </a:buClr>
              <a:buSzPct val="95000"/>
              <a:buFont typeface="Wingdings" panose="05000000000000000000" pitchFamily="2" charset="2"/>
              <a:buNone/>
              <a:defRPr/>
            </a:pPr>
            <a:r>
              <a:rPr lang="en-US" altLang="zh-CN" sz="2800" b="1" dirty="0">
                <a:solidFill>
                  <a:srgbClr val="335F90"/>
                </a:solidFill>
                <a:latin typeface="Times New Roman" panose="02020603050405020304" pitchFamily="18" charset="0"/>
              </a:rPr>
              <a:t>2. </a:t>
            </a:r>
            <a:r>
              <a:rPr lang="zh-CN" altLang="en-US" sz="2800" b="1" dirty="0">
                <a:solidFill>
                  <a:srgbClr val="335F90"/>
                </a:solidFill>
                <a:latin typeface="Times New Roman" panose="02020603050405020304" pitchFamily="18" charset="0"/>
              </a:rPr>
              <a:t>线程的特点 </a:t>
            </a:r>
          </a:p>
        </p:txBody>
      </p:sp>
      <p:sp>
        <p:nvSpPr>
          <p:cNvPr id="4" name="Rectangle 6">
            <a:extLst>
              <a:ext uri="{FF2B5EF4-FFF2-40B4-BE49-F238E27FC236}">
                <a16:creationId xmlns:a16="http://schemas.microsoft.com/office/drawing/2014/main" id="{62148CE5-3DCE-1B1C-8A5E-A87A7F042B21}"/>
              </a:ext>
            </a:extLst>
          </p:cNvPr>
          <p:cNvSpPr>
            <a:spLocks noChangeArrowheads="1"/>
          </p:cNvSpPr>
          <p:nvPr/>
        </p:nvSpPr>
        <p:spPr bwMode="auto">
          <a:xfrm>
            <a:off x="798123" y="1532483"/>
            <a:ext cx="10339569" cy="4753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381000" lvl="2" indent="-228600">
              <a:lnSpc>
                <a:spcPct val="150000"/>
              </a:lnSpc>
              <a:spcBef>
                <a:spcPts val="500"/>
              </a:spcBef>
              <a:buClr>
                <a:srgbClr val="FFC000"/>
              </a:buClr>
              <a:buFont typeface="Wingdings" panose="05000000000000000000" pitchFamily="2" charset="2"/>
              <a:buChar char="u"/>
              <a:defRPr/>
            </a:pPr>
            <a:r>
              <a:rPr lang="en-US" altLang="zh-CN" dirty="0">
                <a:solidFill>
                  <a:prstClr val="black"/>
                </a:solidFill>
                <a:latin typeface="微软雅黑" panose="020B0503020204020204" pitchFamily="34" charset="-122"/>
                <a:ea typeface="微软雅黑" panose="020B0503020204020204" pitchFamily="34" charset="-122"/>
              </a:rPr>
              <a:t> </a:t>
            </a:r>
            <a:r>
              <a:rPr lang="zh-CN" altLang="en-US" dirty="0">
                <a:solidFill>
                  <a:prstClr val="black"/>
                </a:solidFill>
                <a:latin typeface="微软雅黑" panose="020B0503020204020204" pitchFamily="34" charset="-122"/>
                <a:ea typeface="微软雅黑" panose="020B0503020204020204" pitchFamily="34" charset="-122"/>
              </a:rPr>
              <a:t>线程是比进程更小的活动单位，它是进程中的一个执行路径。创建一个线程比创建一个进程开销要小得多。 </a:t>
            </a:r>
          </a:p>
          <a:p>
            <a:pPr marL="381000" lvl="2" indent="-228600">
              <a:lnSpc>
                <a:spcPct val="150000"/>
              </a:lnSpc>
              <a:spcBef>
                <a:spcPts val="500"/>
              </a:spcBef>
              <a:buClr>
                <a:srgbClr val="FFC000"/>
              </a:buClr>
              <a:buFont typeface="Wingdings" panose="05000000000000000000" pitchFamily="2" charset="2"/>
              <a:buChar char="u"/>
              <a:defRPr/>
            </a:pPr>
            <a:r>
              <a:rPr lang="zh-CN" altLang="en-US" dirty="0">
                <a:solidFill>
                  <a:prstClr val="black"/>
                </a:solidFill>
                <a:latin typeface="微软雅黑" panose="020B0503020204020204" pitchFamily="34" charset="-122"/>
                <a:ea typeface="微软雅黑" panose="020B0503020204020204" pitchFamily="34" charset="-122"/>
                <a:sym typeface="Symbol" panose="05050102010706020507" pitchFamily="18" charset="2"/>
              </a:rPr>
              <a:t> 实现线程间通信十分方便，因为</a:t>
            </a:r>
            <a:r>
              <a:rPr lang="zh-CN" altLang="en-US" dirty="0">
                <a:solidFill>
                  <a:prstClr val="black"/>
                </a:solidFill>
                <a:latin typeface="微软雅黑" panose="020B0503020204020204" pitchFamily="34" charset="-122"/>
                <a:ea typeface="微软雅黑" panose="020B0503020204020204" pitchFamily="34" charset="-122"/>
              </a:rPr>
              <a:t>一个进程创建的多个线程可以共享地址区域和数据。</a:t>
            </a:r>
          </a:p>
          <a:p>
            <a:pPr marL="381000" lvl="2" indent="-228600">
              <a:lnSpc>
                <a:spcPct val="150000"/>
              </a:lnSpc>
              <a:spcBef>
                <a:spcPts val="500"/>
              </a:spcBef>
              <a:buClr>
                <a:srgbClr val="FFC000"/>
              </a:buClr>
              <a:buFont typeface="Wingdings" panose="05000000000000000000" pitchFamily="2" charset="2"/>
              <a:buChar char="u"/>
              <a:defRPr/>
            </a:pPr>
            <a:r>
              <a:rPr lang="zh-CN" altLang="en-US" dirty="0">
                <a:solidFill>
                  <a:prstClr val="black"/>
                </a:solidFill>
                <a:latin typeface="微软雅黑" panose="020B0503020204020204" pitchFamily="34" charset="-122"/>
                <a:ea typeface="微软雅黑" panose="020B0503020204020204" pitchFamily="34" charset="-122"/>
              </a:rPr>
              <a:t> 线程是一个动态的概念。</a:t>
            </a:r>
          </a:p>
          <a:p>
            <a:pPr marL="381000" lvl="2" indent="-228600">
              <a:lnSpc>
                <a:spcPct val="150000"/>
              </a:lnSpc>
              <a:spcBef>
                <a:spcPts val="500"/>
              </a:spcBef>
              <a:buClr>
                <a:srgbClr val="FFC000"/>
              </a:buClr>
              <a:buFont typeface="Wingdings" panose="05000000000000000000" pitchFamily="2" charset="2"/>
              <a:buChar char="u"/>
              <a:defRPr/>
            </a:pPr>
            <a:r>
              <a:rPr lang="zh-CN" altLang="en-US" dirty="0">
                <a:solidFill>
                  <a:prstClr val="black"/>
                </a:solidFill>
                <a:latin typeface="微软雅黑" panose="020B0503020204020204" pitchFamily="34" charset="-122"/>
                <a:ea typeface="微软雅黑" panose="020B0503020204020204" pitchFamily="34" charset="-122"/>
              </a:rPr>
              <a:t> 在进程内创建多线程，可以提高系统的并行处理能力，加快进程的处理速度。</a:t>
            </a:r>
          </a:p>
          <a:p>
            <a:pPr lvl="2" eaLnBrk="1" hangingPunct="1">
              <a:lnSpc>
                <a:spcPct val="130000"/>
              </a:lnSpc>
            </a:pPr>
            <a:endParaRPr lang="en-US" altLang="zh-CN" b="0" dirty="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116759625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4E0E2A-D0BD-22B6-AD40-C2F1361C0573}"/>
              </a:ext>
            </a:extLst>
          </p:cNvPr>
          <p:cNvSpPr>
            <a:spLocks noGrp="1"/>
          </p:cNvSpPr>
          <p:nvPr>
            <p:ph type="title"/>
          </p:nvPr>
        </p:nvSpPr>
        <p:spPr/>
        <p:txBody>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线程概念及特点</a:t>
            </a:r>
          </a:p>
        </p:txBody>
      </p:sp>
      <p:grpSp>
        <p:nvGrpSpPr>
          <p:cNvPr id="3" name="Group 3">
            <a:extLst>
              <a:ext uri="{FF2B5EF4-FFF2-40B4-BE49-F238E27FC236}">
                <a16:creationId xmlns:a16="http://schemas.microsoft.com/office/drawing/2014/main" id="{016FCE4C-39DF-E325-D99F-44380CFA2FB4}"/>
              </a:ext>
            </a:extLst>
          </p:cNvPr>
          <p:cNvGrpSpPr>
            <a:grpSpLocks/>
          </p:cNvGrpSpPr>
          <p:nvPr/>
        </p:nvGrpSpPr>
        <p:grpSpPr bwMode="auto">
          <a:xfrm>
            <a:off x="2089339" y="2183606"/>
            <a:ext cx="7069137" cy="2490788"/>
            <a:chOff x="383" y="1654"/>
            <a:chExt cx="5047" cy="1798"/>
          </a:xfrm>
        </p:grpSpPr>
        <p:grpSp>
          <p:nvGrpSpPr>
            <p:cNvPr id="4" name="Group 4">
              <a:extLst>
                <a:ext uri="{FF2B5EF4-FFF2-40B4-BE49-F238E27FC236}">
                  <a16:creationId xmlns:a16="http://schemas.microsoft.com/office/drawing/2014/main" id="{237BC633-9EF4-A120-7EC9-4C49A7A356A9}"/>
                </a:ext>
              </a:extLst>
            </p:cNvPr>
            <p:cNvGrpSpPr>
              <a:grpSpLocks/>
            </p:cNvGrpSpPr>
            <p:nvPr/>
          </p:nvGrpSpPr>
          <p:grpSpPr bwMode="auto">
            <a:xfrm>
              <a:off x="2537" y="1654"/>
              <a:ext cx="933" cy="545"/>
              <a:chOff x="2537" y="1654"/>
              <a:chExt cx="933" cy="545"/>
            </a:xfrm>
          </p:grpSpPr>
          <p:sp>
            <p:nvSpPr>
              <p:cNvPr id="22" name="Oval 5">
                <a:extLst>
                  <a:ext uri="{FF2B5EF4-FFF2-40B4-BE49-F238E27FC236}">
                    <a16:creationId xmlns:a16="http://schemas.microsoft.com/office/drawing/2014/main" id="{FCCB06C8-938B-1565-F12D-3889F60D26E4}"/>
                  </a:ext>
                </a:extLst>
              </p:cNvPr>
              <p:cNvSpPr>
                <a:spLocks noChangeArrowheads="1"/>
              </p:cNvSpPr>
              <p:nvPr/>
            </p:nvSpPr>
            <p:spPr bwMode="auto">
              <a:xfrm>
                <a:off x="2537" y="1654"/>
                <a:ext cx="933" cy="545"/>
              </a:xfrm>
              <a:prstGeom prst="ellipse">
                <a:avLst/>
              </a:prstGeom>
              <a:solidFill>
                <a:srgbClr val="FFFFFF"/>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Font typeface="Wingdings" panose="05000000000000000000" pitchFamily="2" charset="2"/>
                  <a:buChar char="Ø"/>
                </a:pPr>
                <a:endParaRPr lang="zh-CN" altLang="en-US" sz="1400">
                  <a:solidFill>
                    <a:srgbClr val="4138FA"/>
                  </a:solidFill>
                </a:endParaRPr>
              </a:p>
            </p:txBody>
          </p:sp>
          <p:sp>
            <p:nvSpPr>
              <p:cNvPr id="23" name="Rectangle 6">
                <a:extLst>
                  <a:ext uri="{FF2B5EF4-FFF2-40B4-BE49-F238E27FC236}">
                    <a16:creationId xmlns:a16="http://schemas.microsoft.com/office/drawing/2014/main" id="{9FF04419-76AE-CB6A-1F9F-D880927CB1FF}"/>
                  </a:ext>
                </a:extLst>
              </p:cNvPr>
              <p:cNvSpPr>
                <a:spLocks noChangeArrowheads="1"/>
              </p:cNvSpPr>
              <p:nvPr/>
            </p:nvSpPr>
            <p:spPr bwMode="auto">
              <a:xfrm>
                <a:off x="2704" y="1822"/>
                <a:ext cx="630" cy="202"/>
              </a:xfrm>
              <a:prstGeom prst="rect">
                <a:avLst/>
              </a:prstGeom>
              <a:solidFill>
                <a:srgbClr val="FFFFFF"/>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00000"/>
                  </a:lnSpc>
                  <a:spcBef>
                    <a:spcPct val="0"/>
                  </a:spcBef>
                  <a:buClrTx/>
                  <a:buSzTx/>
                  <a:buFontTx/>
                  <a:buNone/>
                </a:pPr>
                <a:r>
                  <a:rPr kumimoji="1" lang="zh-CN" altLang="en-US" sz="2000" b="0">
                    <a:solidFill>
                      <a:schemeClr val="tx1"/>
                    </a:solidFill>
                    <a:latin typeface="Times New Roman" panose="02020603050405020304" pitchFamily="18" charset="0"/>
                  </a:rPr>
                  <a:t>运 行</a:t>
                </a:r>
                <a:r>
                  <a:rPr kumimoji="1" lang="zh-CN" altLang="en-US" sz="1800" b="0">
                    <a:solidFill>
                      <a:schemeClr val="tx1"/>
                    </a:solidFill>
                    <a:latin typeface="Times New Roman" panose="02020603050405020304" pitchFamily="18" charset="0"/>
                  </a:rPr>
                  <a:t> </a:t>
                </a:r>
              </a:p>
            </p:txBody>
          </p:sp>
        </p:grpSp>
        <p:sp>
          <p:nvSpPr>
            <p:cNvPr id="5" name="Line 7">
              <a:extLst>
                <a:ext uri="{FF2B5EF4-FFF2-40B4-BE49-F238E27FC236}">
                  <a16:creationId xmlns:a16="http://schemas.microsoft.com/office/drawing/2014/main" id="{F2F6664D-650F-96FE-9149-E19B26792714}"/>
                </a:ext>
              </a:extLst>
            </p:cNvPr>
            <p:cNvSpPr>
              <a:spLocks noChangeShapeType="1"/>
            </p:cNvSpPr>
            <p:nvPr/>
          </p:nvSpPr>
          <p:spPr bwMode="auto">
            <a:xfrm>
              <a:off x="1327" y="3166"/>
              <a:ext cx="373"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 name="Line 8">
              <a:extLst>
                <a:ext uri="{FF2B5EF4-FFF2-40B4-BE49-F238E27FC236}">
                  <a16:creationId xmlns:a16="http://schemas.microsoft.com/office/drawing/2014/main" id="{D7E05D20-D455-30E6-41AD-06603AAD15D9}"/>
                </a:ext>
              </a:extLst>
            </p:cNvPr>
            <p:cNvSpPr>
              <a:spLocks noChangeShapeType="1"/>
            </p:cNvSpPr>
            <p:nvPr/>
          </p:nvSpPr>
          <p:spPr bwMode="auto">
            <a:xfrm flipV="1">
              <a:off x="2191" y="2195"/>
              <a:ext cx="677" cy="70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Line 9">
              <a:extLst>
                <a:ext uri="{FF2B5EF4-FFF2-40B4-BE49-F238E27FC236}">
                  <a16:creationId xmlns:a16="http://schemas.microsoft.com/office/drawing/2014/main" id="{BC033243-3B68-4F6D-43BC-675A9B8800BF}"/>
                </a:ext>
              </a:extLst>
            </p:cNvPr>
            <p:cNvSpPr>
              <a:spLocks noChangeShapeType="1"/>
            </p:cNvSpPr>
            <p:nvPr/>
          </p:nvSpPr>
          <p:spPr bwMode="auto">
            <a:xfrm>
              <a:off x="3319" y="2110"/>
              <a:ext cx="691" cy="81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 name="Line 10">
              <a:extLst>
                <a:ext uri="{FF2B5EF4-FFF2-40B4-BE49-F238E27FC236}">
                  <a16:creationId xmlns:a16="http://schemas.microsoft.com/office/drawing/2014/main" id="{DD9E469E-9E78-1685-F961-E6FEC2FF005A}"/>
                </a:ext>
              </a:extLst>
            </p:cNvPr>
            <p:cNvSpPr>
              <a:spLocks noChangeShapeType="1"/>
            </p:cNvSpPr>
            <p:nvPr/>
          </p:nvSpPr>
          <p:spPr bwMode="auto">
            <a:xfrm flipH="1">
              <a:off x="2632" y="3167"/>
              <a:ext cx="923"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Line 11">
              <a:extLst>
                <a:ext uri="{FF2B5EF4-FFF2-40B4-BE49-F238E27FC236}">
                  <a16:creationId xmlns:a16="http://schemas.microsoft.com/office/drawing/2014/main" id="{B127D64C-0B75-A0DA-938A-D04AD0778505}"/>
                </a:ext>
              </a:extLst>
            </p:cNvPr>
            <p:cNvSpPr>
              <a:spLocks noChangeShapeType="1"/>
            </p:cNvSpPr>
            <p:nvPr/>
          </p:nvSpPr>
          <p:spPr bwMode="auto">
            <a:xfrm>
              <a:off x="3467" y="1921"/>
              <a:ext cx="1041" cy="16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0" name="Group 12">
              <a:extLst>
                <a:ext uri="{FF2B5EF4-FFF2-40B4-BE49-F238E27FC236}">
                  <a16:creationId xmlns:a16="http://schemas.microsoft.com/office/drawing/2014/main" id="{58AFC08D-2FD9-FD55-3138-3A439DA5CC1E}"/>
                </a:ext>
              </a:extLst>
            </p:cNvPr>
            <p:cNvGrpSpPr>
              <a:grpSpLocks/>
            </p:cNvGrpSpPr>
            <p:nvPr/>
          </p:nvGrpSpPr>
          <p:grpSpPr bwMode="auto">
            <a:xfrm>
              <a:off x="4497" y="1802"/>
              <a:ext cx="933" cy="545"/>
              <a:chOff x="2537" y="1654"/>
              <a:chExt cx="933" cy="545"/>
            </a:xfrm>
          </p:grpSpPr>
          <p:sp>
            <p:nvSpPr>
              <p:cNvPr id="20" name="Oval 13">
                <a:extLst>
                  <a:ext uri="{FF2B5EF4-FFF2-40B4-BE49-F238E27FC236}">
                    <a16:creationId xmlns:a16="http://schemas.microsoft.com/office/drawing/2014/main" id="{B73980B8-754B-B39F-A341-9E5716ECAEF8}"/>
                  </a:ext>
                </a:extLst>
              </p:cNvPr>
              <p:cNvSpPr>
                <a:spLocks noChangeArrowheads="1"/>
              </p:cNvSpPr>
              <p:nvPr/>
            </p:nvSpPr>
            <p:spPr bwMode="auto">
              <a:xfrm>
                <a:off x="2537" y="1654"/>
                <a:ext cx="933" cy="545"/>
              </a:xfrm>
              <a:prstGeom prst="ellipse">
                <a:avLst/>
              </a:prstGeom>
              <a:solidFill>
                <a:srgbClr val="FFFFFF"/>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Font typeface="Wingdings" panose="05000000000000000000" pitchFamily="2" charset="2"/>
                  <a:buChar char="Ø"/>
                </a:pPr>
                <a:endParaRPr lang="zh-CN" altLang="en-US" sz="1400">
                  <a:solidFill>
                    <a:srgbClr val="4138FA"/>
                  </a:solidFill>
                </a:endParaRPr>
              </a:p>
            </p:txBody>
          </p:sp>
          <p:sp>
            <p:nvSpPr>
              <p:cNvPr id="21" name="Rectangle 14">
                <a:extLst>
                  <a:ext uri="{FF2B5EF4-FFF2-40B4-BE49-F238E27FC236}">
                    <a16:creationId xmlns:a16="http://schemas.microsoft.com/office/drawing/2014/main" id="{F4D16431-A51A-18D7-6811-BE434907B401}"/>
                  </a:ext>
                </a:extLst>
              </p:cNvPr>
              <p:cNvSpPr>
                <a:spLocks noChangeArrowheads="1"/>
              </p:cNvSpPr>
              <p:nvPr/>
            </p:nvSpPr>
            <p:spPr bwMode="auto">
              <a:xfrm>
                <a:off x="2704" y="1822"/>
                <a:ext cx="630" cy="202"/>
              </a:xfrm>
              <a:prstGeom prst="rect">
                <a:avLst/>
              </a:prstGeom>
              <a:solidFill>
                <a:srgbClr val="FFFFFF"/>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00000"/>
                  </a:lnSpc>
                  <a:spcBef>
                    <a:spcPct val="0"/>
                  </a:spcBef>
                  <a:buClrTx/>
                  <a:buSzTx/>
                  <a:buFontTx/>
                  <a:buNone/>
                </a:pPr>
                <a:r>
                  <a:rPr kumimoji="1" lang="zh-CN" altLang="en-US" sz="2000" b="0">
                    <a:solidFill>
                      <a:schemeClr val="tx1"/>
                    </a:solidFill>
                    <a:latin typeface="Times New Roman" panose="02020603050405020304" pitchFamily="18" charset="0"/>
                  </a:rPr>
                  <a:t>终止</a:t>
                </a:r>
                <a:r>
                  <a:rPr kumimoji="1" lang="zh-CN" altLang="en-US" sz="1800" b="0">
                    <a:solidFill>
                      <a:schemeClr val="tx1"/>
                    </a:solidFill>
                    <a:latin typeface="Times New Roman" panose="02020603050405020304" pitchFamily="18" charset="0"/>
                  </a:rPr>
                  <a:t> </a:t>
                </a:r>
              </a:p>
            </p:txBody>
          </p:sp>
        </p:grpSp>
        <p:grpSp>
          <p:nvGrpSpPr>
            <p:cNvPr id="11" name="Group 15">
              <a:extLst>
                <a:ext uri="{FF2B5EF4-FFF2-40B4-BE49-F238E27FC236}">
                  <a16:creationId xmlns:a16="http://schemas.microsoft.com/office/drawing/2014/main" id="{0C379095-87A1-F3A4-C83B-9DF1BF49543B}"/>
                </a:ext>
              </a:extLst>
            </p:cNvPr>
            <p:cNvGrpSpPr>
              <a:grpSpLocks/>
            </p:cNvGrpSpPr>
            <p:nvPr/>
          </p:nvGrpSpPr>
          <p:grpSpPr bwMode="auto">
            <a:xfrm>
              <a:off x="383" y="2883"/>
              <a:ext cx="933" cy="545"/>
              <a:chOff x="2537" y="1654"/>
              <a:chExt cx="933" cy="545"/>
            </a:xfrm>
          </p:grpSpPr>
          <p:sp>
            <p:nvSpPr>
              <p:cNvPr id="18" name="Oval 16">
                <a:extLst>
                  <a:ext uri="{FF2B5EF4-FFF2-40B4-BE49-F238E27FC236}">
                    <a16:creationId xmlns:a16="http://schemas.microsoft.com/office/drawing/2014/main" id="{EADD35AE-8B13-6DA4-8DB4-A2D2305E7856}"/>
                  </a:ext>
                </a:extLst>
              </p:cNvPr>
              <p:cNvSpPr>
                <a:spLocks noChangeArrowheads="1"/>
              </p:cNvSpPr>
              <p:nvPr/>
            </p:nvSpPr>
            <p:spPr bwMode="auto">
              <a:xfrm>
                <a:off x="2537" y="1654"/>
                <a:ext cx="933" cy="545"/>
              </a:xfrm>
              <a:prstGeom prst="ellipse">
                <a:avLst/>
              </a:prstGeom>
              <a:solidFill>
                <a:srgbClr val="FFFFFF"/>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Font typeface="Wingdings" panose="05000000000000000000" pitchFamily="2" charset="2"/>
                  <a:buChar char="Ø"/>
                </a:pPr>
                <a:endParaRPr lang="zh-CN" altLang="en-US" sz="1400">
                  <a:solidFill>
                    <a:srgbClr val="4138FA"/>
                  </a:solidFill>
                </a:endParaRPr>
              </a:p>
            </p:txBody>
          </p:sp>
          <p:sp>
            <p:nvSpPr>
              <p:cNvPr id="19" name="Rectangle 17">
                <a:extLst>
                  <a:ext uri="{FF2B5EF4-FFF2-40B4-BE49-F238E27FC236}">
                    <a16:creationId xmlns:a16="http://schemas.microsoft.com/office/drawing/2014/main" id="{CA121597-BE1F-65DF-1512-010196DDD7B6}"/>
                  </a:ext>
                </a:extLst>
              </p:cNvPr>
              <p:cNvSpPr>
                <a:spLocks noChangeArrowheads="1"/>
              </p:cNvSpPr>
              <p:nvPr/>
            </p:nvSpPr>
            <p:spPr bwMode="auto">
              <a:xfrm>
                <a:off x="2704" y="1822"/>
                <a:ext cx="630" cy="202"/>
              </a:xfrm>
              <a:prstGeom prst="rect">
                <a:avLst/>
              </a:prstGeom>
              <a:solidFill>
                <a:srgbClr val="FFFFFF"/>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00000"/>
                  </a:lnSpc>
                  <a:spcBef>
                    <a:spcPct val="0"/>
                  </a:spcBef>
                  <a:buClrTx/>
                  <a:buSzTx/>
                  <a:buFontTx/>
                  <a:buNone/>
                </a:pPr>
                <a:r>
                  <a:rPr kumimoji="1" lang="zh-CN" altLang="en-US" sz="2000" b="0">
                    <a:solidFill>
                      <a:schemeClr val="tx1"/>
                    </a:solidFill>
                    <a:latin typeface="Times New Roman" panose="02020603050405020304" pitchFamily="18" charset="0"/>
                  </a:rPr>
                  <a:t>创建</a:t>
                </a:r>
                <a:r>
                  <a:rPr kumimoji="1" lang="zh-CN" altLang="en-US" sz="1800" b="0">
                    <a:solidFill>
                      <a:schemeClr val="tx1"/>
                    </a:solidFill>
                    <a:latin typeface="Times New Roman" panose="02020603050405020304" pitchFamily="18" charset="0"/>
                  </a:rPr>
                  <a:t> </a:t>
                </a:r>
              </a:p>
            </p:txBody>
          </p:sp>
        </p:grpSp>
        <p:grpSp>
          <p:nvGrpSpPr>
            <p:cNvPr id="12" name="Group 18">
              <a:extLst>
                <a:ext uri="{FF2B5EF4-FFF2-40B4-BE49-F238E27FC236}">
                  <a16:creationId xmlns:a16="http://schemas.microsoft.com/office/drawing/2014/main" id="{9BA100B0-8686-F20C-5BF3-F3906C5E56A2}"/>
                </a:ext>
              </a:extLst>
            </p:cNvPr>
            <p:cNvGrpSpPr>
              <a:grpSpLocks/>
            </p:cNvGrpSpPr>
            <p:nvPr/>
          </p:nvGrpSpPr>
          <p:grpSpPr bwMode="auto">
            <a:xfrm>
              <a:off x="1701" y="2886"/>
              <a:ext cx="933" cy="545"/>
              <a:chOff x="2537" y="1654"/>
              <a:chExt cx="933" cy="545"/>
            </a:xfrm>
          </p:grpSpPr>
          <p:sp>
            <p:nvSpPr>
              <p:cNvPr id="16" name="Oval 19">
                <a:extLst>
                  <a:ext uri="{FF2B5EF4-FFF2-40B4-BE49-F238E27FC236}">
                    <a16:creationId xmlns:a16="http://schemas.microsoft.com/office/drawing/2014/main" id="{A2F48D0C-971F-3B10-E4EB-5610024DB906}"/>
                  </a:ext>
                </a:extLst>
              </p:cNvPr>
              <p:cNvSpPr>
                <a:spLocks noChangeArrowheads="1"/>
              </p:cNvSpPr>
              <p:nvPr/>
            </p:nvSpPr>
            <p:spPr bwMode="auto">
              <a:xfrm>
                <a:off x="2537" y="1654"/>
                <a:ext cx="933" cy="545"/>
              </a:xfrm>
              <a:prstGeom prst="ellipse">
                <a:avLst/>
              </a:prstGeom>
              <a:solidFill>
                <a:srgbClr val="FFFFFF"/>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Font typeface="Wingdings" panose="05000000000000000000" pitchFamily="2" charset="2"/>
                  <a:buChar char="Ø"/>
                </a:pPr>
                <a:endParaRPr lang="zh-CN" altLang="en-US" sz="1400">
                  <a:solidFill>
                    <a:srgbClr val="4138FA"/>
                  </a:solidFill>
                </a:endParaRPr>
              </a:p>
            </p:txBody>
          </p:sp>
          <p:sp>
            <p:nvSpPr>
              <p:cNvPr id="17" name="Rectangle 20">
                <a:extLst>
                  <a:ext uri="{FF2B5EF4-FFF2-40B4-BE49-F238E27FC236}">
                    <a16:creationId xmlns:a16="http://schemas.microsoft.com/office/drawing/2014/main" id="{0738B721-51BB-2275-FF8A-E7F6A9A45BC6}"/>
                  </a:ext>
                </a:extLst>
              </p:cNvPr>
              <p:cNvSpPr>
                <a:spLocks noChangeArrowheads="1"/>
              </p:cNvSpPr>
              <p:nvPr/>
            </p:nvSpPr>
            <p:spPr bwMode="auto">
              <a:xfrm>
                <a:off x="2704" y="1822"/>
                <a:ext cx="630" cy="202"/>
              </a:xfrm>
              <a:prstGeom prst="rect">
                <a:avLst/>
              </a:prstGeom>
              <a:solidFill>
                <a:srgbClr val="FFFFFF"/>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00000"/>
                  </a:lnSpc>
                  <a:spcBef>
                    <a:spcPct val="0"/>
                  </a:spcBef>
                  <a:buClrTx/>
                  <a:buSzTx/>
                  <a:buFontTx/>
                  <a:buNone/>
                </a:pPr>
                <a:r>
                  <a:rPr kumimoji="1" lang="zh-CN" altLang="en-US" sz="2000" b="0">
                    <a:solidFill>
                      <a:schemeClr val="tx1"/>
                    </a:solidFill>
                    <a:latin typeface="Times New Roman" panose="02020603050405020304" pitchFamily="18" charset="0"/>
                  </a:rPr>
                  <a:t>就绪</a:t>
                </a:r>
                <a:r>
                  <a:rPr kumimoji="1" lang="zh-CN" altLang="en-US" sz="1800" b="0">
                    <a:solidFill>
                      <a:schemeClr val="tx1"/>
                    </a:solidFill>
                    <a:latin typeface="Times New Roman" panose="02020603050405020304" pitchFamily="18" charset="0"/>
                  </a:rPr>
                  <a:t> </a:t>
                </a:r>
              </a:p>
            </p:txBody>
          </p:sp>
        </p:grpSp>
        <p:grpSp>
          <p:nvGrpSpPr>
            <p:cNvPr id="13" name="Group 21">
              <a:extLst>
                <a:ext uri="{FF2B5EF4-FFF2-40B4-BE49-F238E27FC236}">
                  <a16:creationId xmlns:a16="http://schemas.microsoft.com/office/drawing/2014/main" id="{7CE8441C-356F-CD21-DC8A-C12AFB48DDDA}"/>
                </a:ext>
              </a:extLst>
            </p:cNvPr>
            <p:cNvGrpSpPr>
              <a:grpSpLocks/>
            </p:cNvGrpSpPr>
            <p:nvPr/>
          </p:nvGrpSpPr>
          <p:grpSpPr bwMode="auto">
            <a:xfrm>
              <a:off x="3575" y="2907"/>
              <a:ext cx="933" cy="545"/>
              <a:chOff x="2537" y="1654"/>
              <a:chExt cx="933" cy="545"/>
            </a:xfrm>
          </p:grpSpPr>
          <p:sp>
            <p:nvSpPr>
              <p:cNvPr id="14" name="Oval 22">
                <a:extLst>
                  <a:ext uri="{FF2B5EF4-FFF2-40B4-BE49-F238E27FC236}">
                    <a16:creationId xmlns:a16="http://schemas.microsoft.com/office/drawing/2014/main" id="{04298AC0-95D5-AF73-52F5-96062B1F377B}"/>
                  </a:ext>
                </a:extLst>
              </p:cNvPr>
              <p:cNvSpPr>
                <a:spLocks noChangeArrowheads="1"/>
              </p:cNvSpPr>
              <p:nvPr/>
            </p:nvSpPr>
            <p:spPr bwMode="auto">
              <a:xfrm>
                <a:off x="2537" y="1654"/>
                <a:ext cx="933" cy="545"/>
              </a:xfrm>
              <a:prstGeom prst="ellipse">
                <a:avLst/>
              </a:prstGeom>
              <a:solidFill>
                <a:srgbClr val="FFFFFF"/>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Font typeface="Wingdings" panose="05000000000000000000" pitchFamily="2" charset="2"/>
                  <a:buChar char="Ø"/>
                </a:pPr>
                <a:endParaRPr lang="zh-CN" altLang="en-US" sz="1400">
                  <a:solidFill>
                    <a:srgbClr val="4138FA"/>
                  </a:solidFill>
                </a:endParaRPr>
              </a:p>
            </p:txBody>
          </p:sp>
          <p:sp>
            <p:nvSpPr>
              <p:cNvPr id="15" name="Rectangle 23">
                <a:extLst>
                  <a:ext uri="{FF2B5EF4-FFF2-40B4-BE49-F238E27FC236}">
                    <a16:creationId xmlns:a16="http://schemas.microsoft.com/office/drawing/2014/main" id="{A192CF00-2E48-5058-CEB5-0B5AF6F4215A}"/>
                  </a:ext>
                </a:extLst>
              </p:cNvPr>
              <p:cNvSpPr>
                <a:spLocks noChangeArrowheads="1"/>
              </p:cNvSpPr>
              <p:nvPr/>
            </p:nvSpPr>
            <p:spPr bwMode="auto">
              <a:xfrm>
                <a:off x="2704" y="1822"/>
                <a:ext cx="630" cy="202"/>
              </a:xfrm>
              <a:prstGeom prst="rect">
                <a:avLst/>
              </a:prstGeom>
              <a:solidFill>
                <a:srgbClr val="FFFFFF"/>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00000"/>
                  </a:lnSpc>
                  <a:spcBef>
                    <a:spcPct val="0"/>
                  </a:spcBef>
                  <a:buClrTx/>
                  <a:buSzTx/>
                  <a:buFontTx/>
                  <a:buNone/>
                </a:pPr>
                <a:r>
                  <a:rPr kumimoji="1" lang="zh-CN" altLang="en-US" sz="2000" b="0">
                    <a:solidFill>
                      <a:schemeClr val="tx1"/>
                    </a:solidFill>
                    <a:latin typeface="Times New Roman" panose="02020603050405020304" pitchFamily="18" charset="0"/>
                  </a:rPr>
                  <a:t>等待</a:t>
                </a:r>
                <a:r>
                  <a:rPr kumimoji="1" lang="zh-CN" altLang="en-US" sz="1800" b="0">
                    <a:solidFill>
                      <a:schemeClr val="tx1"/>
                    </a:solidFill>
                    <a:latin typeface="Times New Roman" panose="02020603050405020304" pitchFamily="18" charset="0"/>
                  </a:rPr>
                  <a:t> </a:t>
                </a:r>
              </a:p>
            </p:txBody>
          </p:sp>
        </p:grpSp>
      </p:grpSp>
      <p:sp>
        <p:nvSpPr>
          <p:cNvPr id="24" name="Rectangle 24">
            <a:extLst>
              <a:ext uri="{FF2B5EF4-FFF2-40B4-BE49-F238E27FC236}">
                <a16:creationId xmlns:a16="http://schemas.microsoft.com/office/drawing/2014/main" id="{0A2B42ED-10F1-BF0F-390E-4C72123E0E25}"/>
              </a:ext>
            </a:extLst>
          </p:cNvPr>
          <p:cNvSpPr>
            <a:spLocks noChangeArrowheads="1"/>
          </p:cNvSpPr>
          <p:nvPr/>
        </p:nvSpPr>
        <p:spPr bwMode="auto">
          <a:xfrm>
            <a:off x="722501" y="1037431"/>
            <a:ext cx="3965575" cy="565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a:lnSpc>
                <a:spcPct val="120000"/>
              </a:lnSpc>
              <a:buClr>
                <a:schemeClr val="tx2"/>
              </a:buClr>
              <a:buSzPct val="95000"/>
              <a:buFont typeface="Wingdings" panose="05000000000000000000" pitchFamily="2" charset="2"/>
              <a:buNone/>
              <a:defRPr/>
            </a:pPr>
            <a:r>
              <a:rPr lang="en-US" altLang="zh-CN" sz="2800" b="1" dirty="0">
                <a:solidFill>
                  <a:srgbClr val="335F90"/>
                </a:solidFill>
                <a:latin typeface="Times New Roman" panose="02020603050405020304" pitchFamily="18" charset="0"/>
              </a:rPr>
              <a:t>3. </a:t>
            </a:r>
            <a:r>
              <a:rPr lang="zh-CN" altLang="en-US" sz="2800" b="1" dirty="0">
                <a:solidFill>
                  <a:srgbClr val="335F90"/>
                </a:solidFill>
                <a:latin typeface="Times New Roman" panose="02020603050405020304" pitchFamily="18" charset="0"/>
              </a:rPr>
              <a:t>线程的状态变迁</a:t>
            </a:r>
          </a:p>
        </p:txBody>
      </p:sp>
      <p:sp>
        <p:nvSpPr>
          <p:cNvPr id="25" name="Text Box 26">
            <a:extLst>
              <a:ext uri="{FF2B5EF4-FFF2-40B4-BE49-F238E27FC236}">
                <a16:creationId xmlns:a16="http://schemas.microsoft.com/office/drawing/2014/main" id="{DF85D200-58E3-E194-88E8-47CE5BB303B5}"/>
              </a:ext>
            </a:extLst>
          </p:cNvPr>
          <p:cNvSpPr txBox="1">
            <a:spLocks noChangeArrowheads="1"/>
          </p:cNvSpPr>
          <p:nvPr/>
        </p:nvSpPr>
        <p:spPr bwMode="auto">
          <a:xfrm>
            <a:off x="4903976" y="5107781"/>
            <a:ext cx="1889125" cy="385763"/>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0"/>
              </a:spcBef>
              <a:buFont typeface="Wingdings" panose="05000000000000000000" pitchFamily="2" charset="2"/>
              <a:buNone/>
            </a:pPr>
            <a:r>
              <a:rPr lang="zh-CN" altLang="en-US" sz="1600" b="0">
                <a:solidFill>
                  <a:schemeClr val="tx1"/>
                </a:solidFill>
                <a:latin typeface="Times New Roman" panose="02020603050405020304" pitchFamily="18" charset="0"/>
              </a:rPr>
              <a:t>线程的状态变迁图</a:t>
            </a:r>
          </a:p>
        </p:txBody>
      </p:sp>
    </p:spTree>
    <p:extLst>
      <p:ext uri="{BB962C8B-B14F-4D97-AF65-F5344CB8AC3E}">
        <p14:creationId xmlns:p14="http://schemas.microsoft.com/office/powerpoint/2010/main" val="198018898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normAutofit/>
          </a:bodyPr>
          <a:lstStyle/>
          <a:p>
            <a:r>
              <a:rPr lang="zh-CN" altLang="en-US" dirty="0"/>
              <a:t>提纲</a:t>
            </a:r>
          </a:p>
        </p:txBody>
      </p:sp>
      <p:sp>
        <p:nvSpPr>
          <p:cNvPr id="3" name="内容占位符 2">
            <a:extLst>
              <a:ext uri="{FF2B5EF4-FFF2-40B4-BE49-F238E27FC236}">
                <a16:creationId xmlns:a16="http://schemas.microsoft.com/office/drawing/2014/main" id="{E1D53BB8-3151-4F39-93BC-2773EDE912B2}"/>
              </a:ext>
            </a:extLst>
          </p:cNvPr>
          <p:cNvSpPr>
            <a:spLocks noGrp="1"/>
          </p:cNvSpPr>
          <p:nvPr>
            <p:ph idx="1"/>
          </p:nvPr>
        </p:nvSpPr>
        <p:spPr/>
        <p:txBody>
          <a:bodyPr/>
          <a:lstStyle/>
          <a:p>
            <a:r>
              <a:rPr lang="zh-CN" altLang="en-US" dirty="0"/>
              <a:t>进程的引入</a:t>
            </a:r>
          </a:p>
          <a:p>
            <a:r>
              <a:rPr lang="zh-CN" altLang="en-US" dirty="0"/>
              <a:t>进程概念</a:t>
            </a:r>
          </a:p>
          <a:p>
            <a:r>
              <a:rPr lang="zh-CN" altLang="en-US" dirty="0"/>
              <a:t>进程控制</a:t>
            </a:r>
          </a:p>
          <a:p>
            <a:r>
              <a:rPr lang="zh-CN" altLang="en-US" dirty="0"/>
              <a:t>进程的相互制约关系</a:t>
            </a:r>
          </a:p>
          <a:p>
            <a:r>
              <a:rPr lang="zh-CN" altLang="en-US" dirty="0"/>
              <a:t>进程同步机构</a:t>
            </a:r>
          </a:p>
          <a:p>
            <a:r>
              <a:rPr lang="zh-CN" altLang="en-US" dirty="0"/>
              <a:t>进程互斥与同步的实现</a:t>
            </a:r>
            <a:endParaRPr lang="en-US" altLang="zh-CN" dirty="0"/>
          </a:p>
          <a:p>
            <a:r>
              <a:rPr lang="zh-CN" altLang="en-US" dirty="0"/>
              <a:t>线程</a:t>
            </a:r>
            <a:endParaRPr lang="en-US" altLang="zh-CN" dirty="0"/>
          </a:p>
          <a:p>
            <a:r>
              <a:rPr lang="zh-CN" altLang="en-US" dirty="0">
                <a:solidFill>
                  <a:srgbClr val="FF0000"/>
                </a:solidFill>
              </a:rPr>
              <a:t>进程调度</a:t>
            </a:r>
          </a:p>
        </p:txBody>
      </p:sp>
    </p:spTree>
    <p:extLst>
      <p:ext uri="{BB962C8B-B14F-4D97-AF65-F5344CB8AC3E}">
        <p14:creationId xmlns:p14="http://schemas.microsoft.com/office/powerpoint/2010/main" val="39426794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4E0E2A-D0BD-22B6-AD40-C2F1361C0573}"/>
              </a:ext>
            </a:extLst>
          </p:cNvPr>
          <p:cNvSpPr>
            <a:spLocks noGrp="1"/>
          </p:cNvSpPr>
          <p:nvPr>
            <p:ph type="title"/>
          </p:nvPr>
        </p:nvSpPr>
        <p:spPr/>
        <p:txBody>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进程调度</a:t>
            </a:r>
          </a:p>
        </p:txBody>
      </p:sp>
      <p:sp>
        <p:nvSpPr>
          <p:cNvPr id="4" name="Rectangle 3">
            <a:extLst>
              <a:ext uri="{FF2B5EF4-FFF2-40B4-BE49-F238E27FC236}">
                <a16:creationId xmlns:a16="http://schemas.microsoft.com/office/drawing/2014/main" id="{7B28D144-B271-D7AB-4147-921925002EC5}"/>
              </a:ext>
            </a:extLst>
          </p:cNvPr>
          <p:cNvSpPr>
            <a:spLocks noChangeArrowheads="1"/>
          </p:cNvSpPr>
          <p:nvPr/>
        </p:nvSpPr>
        <p:spPr bwMode="auto">
          <a:xfrm>
            <a:off x="1006934" y="1851213"/>
            <a:ext cx="9826166" cy="37376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spcBef>
                <a:spcPts val="1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(1) </a:t>
            </a:r>
            <a:r>
              <a:rPr lang="zh-CN" altLang="en-US" sz="2600" b="1" dirty="0">
                <a:solidFill>
                  <a:prstClr val="black"/>
                </a:solidFill>
                <a:effectLst/>
                <a:latin typeface="微软雅黑" panose="020B0503020204020204" pitchFamily="34" charset="-122"/>
                <a:ea typeface="微软雅黑" panose="020B0503020204020204" pitchFamily="34" charset="-122"/>
              </a:rPr>
              <a:t>调度</a:t>
            </a:r>
          </a:p>
          <a:p>
            <a:pPr eaLnBrk="1" hangingPunct="1">
              <a:lnSpc>
                <a:spcPct val="130000"/>
              </a:lnSpc>
              <a:buClr>
                <a:schemeClr val="tx2"/>
              </a:buClr>
              <a:buSzPct val="95000"/>
              <a:buFont typeface="Wingdings" panose="05000000000000000000" pitchFamily="2" charset="2"/>
              <a:buNone/>
              <a:defRPr/>
            </a:pPr>
            <a:r>
              <a:rPr lang="zh-CN" altLang="en-US" sz="2400" b="0" dirty="0">
                <a:solidFill>
                  <a:schemeClr val="tx1"/>
                </a:solidFill>
                <a:effectLst/>
                <a:latin typeface="Times New Roman" panose="02020603050405020304" pitchFamily="18" charset="0"/>
              </a:rPr>
              <a:t>       在众多处于就绪状态的进程中，按一定的原则选择一个进程。 </a:t>
            </a:r>
            <a:endParaRPr lang="en-US" altLang="zh-CN" sz="2400" b="0" dirty="0">
              <a:solidFill>
                <a:schemeClr val="tx1"/>
              </a:solidFill>
              <a:effectLst/>
              <a:latin typeface="Times New Roman" panose="02020603050405020304" pitchFamily="18" charset="0"/>
            </a:endParaRPr>
          </a:p>
          <a:p>
            <a:pPr eaLnBrk="1" hangingPunct="1">
              <a:lnSpc>
                <a:spcPct val="130000"/>
              </a:lnSpc>
              <a:buClr>
                <a:schemeClr val="tx2"/>
              </a:buClr>
              <a:buSzPct val="95000"/>
              <a:buFont typeface="Wingdings" panose="05000000000000000000" pitchFamily="2" charset="2"/>
              <a:buNone/>
              <a:defRPr/>
            </a:pPr>
            <a:endParaRPr lang="zh-CN" altLang="en-US" sz="2400" b="0" dirty="0">
              <a:solidFill>
                <a:schemeClr val="tx1"/>
              </a:solidFill>
              <a:effectLst/>
              <a:latin typeface="Times New Roman" panose="02020603050405020304" pitchFamily="18" charset="0"/>
            </a:endParaRPr>
          </a:p>
          <a:p>
            <a:pPr marL="0" indent="0" algn="just">
              <a:lnSpc>
                <a:spcPct val="150000"/>
              </a:lnSpc>
              <a:spcBef>
                <a:spcPts val="1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(2) </a:t>
            </a:r>
            <a:r>
              <a:rPr lang="zh-CN" altLang="en-US" sz="2600" b="1" dirty="0">
                <a:solidFill>
                  <a:prstClr val="black"/>
                </a:solidFill>
                <a:effectLst/>
                <a:latin typeface="微软雅黑" panose="020B0503020204020204" pitchFamily="34" charset="-122"/>
                <a:ea typeface="微软雅黑" panose="020B0503020204020204" pitchFamily="34" charset="-122"/>
              </a:rPr>
              <a:t>分派 </a:t>
            </a:r>
          </a:p>
          <a:p>
            <a:pPr eaLnBrk="1" hangingPunct="1">
              <a:lnSpc>
                <a:spcPct val="130000"/>
              </a:lnSpc>
              <a:buClr>
                <a:schemeClr val="tx2"/>
              </a:buClr>
              <a:buSzPct val="95000"/>
              <a:buFont typeface="Wingdings" panose="05000000000000000000" pitchFamily="2" charset="2"/>
              <a:buNone/>
              <a:defRPr/>
            </a:pPr>
            <a:r>
              <a:rPr lang="zh-CN" altLang="en-US" sz="2400" b="0" dirty="0">
                <a:solidFill>
                  <a:schemeClr val="tx1"/>
                </a:solidFill>
                <a:effectLst/>
                <a:latin typeface="Times New Roman" panose="02020603050405020304" pitchFamily="18" charset="0"/>
              </a:rPr>
              <a:t>       当处理机空闲时，移出就绪队列中第一个进程，并赋予它使用处理机的权利。           </a:t>
            </a:r>
          </a:p>
        </p:txBody>
      </p:sp>
      <p:sp>
        <p:nvSpPr>
          <p:cNvPr id="5" name="Rectangle 4">
            <a:extLst>
              <a:ext uri="{FF2B5EF4-FFF2-40B4-BE49-F238E27FC236}">
                <a16:creationId xmlns:a16="http://schemas.microsoft.com/office/drawing/2014/main" id="{76923193-DFB2-95E2-D732-C7B8A2C24D99}"/>
              </a:ext>
            </a:extLst>
          </p:cNvPr>
          <p:cNvSpPr>
            <a:spLocks noChangeArrowheads="1"/>
          </p:cNvSpPr>
          <p:nvPr/>
        </p:nvSpPr>
        <p:spPr bwMode="auto">
          <a:xfrm>
            <a:off x="487822" y="1122550"/>
            <a:ext cx="6475412" cy="565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a:lnSpc>
                <a:spcPct val="120000"/>
              </a:lnSpc>
              <a:buClr>
                <a:schemeClr val="tx2"/>
              </a:buClr>
              <a:buSzPct val="95000"/>
              <a:buFont typeface="Wingdings" panose="05000000000000000000" pitchFamily="2" charset="2"/>
              <a:buNone/>
              <a:defRPr/>
            </a:pPr>
            <a:r>
              <a:rPr lang="en-US" altLang="zh-CN" sz="2800" b="1" dirty="0">
                <a:solidFill>
                  <a:srgbClr val="335F90"/>
                </a:solidFill>
                <a:latin typeface="Times New Roman" panose="02020603050405020304" pitchFamily="18" charset="0"/>
              </a:rPr>
              <a:t>1.  </a:t>
            </a:r>
            <a:r>
              <a:rPr lang="zh-CN" altLang="en-US" sz="2800" b="1" dirty="0">
                <a:solidFill>
                  <a:srgbClr val="335F90"/>
                </a:solidFill>
                <a:latin typeface="Times New Roman" panose="02020603050405020304" pitchFamily="18" charset="0"/>
              </a:rPr>
              <a:t>调度 </a:t>
            </a:r>
            <a:r>
              <a:rPr lang="en-US" altLang="en-US" sz="2800" b="1" dirty="0">
                <a:solidFill>
                  <a:srgbClr val="335F90"/>
                </a:solidFill>
                <a:latin typeface="Times New Roman" panose="02020603050405020304" pitchFamily="18" charset="0"/>
              </a:rPr>
              <a:t>∕</a:t>
            </a:r>
            <a:r>
              <a:rPr lang="zh-CN" altLang="en-US" sz="2800" b="1" dirty="0">
                <a:solidFill>
                  <a:srgbClr val="335F90"/>
                </a:solidFill>
                <a:latin typeface="Times New Roman" panose="02020603050405020304" pitchFamily="18" charset="0"/>
              </a:rPr>
              <a:t> 分派结构</a:t>
            </a:r>
          </a:p>
        </p:txBody>
      </p:sp>
    </p:spTree>
    <p:extLst>
      <p:ext uri="{BB962C8B-B14F-4D97-AF65-F5344CB8AC3E}">
        <p14:creationId xmlns:p14="http://schemas.microsoft.com/office/powerpoint/2010/main" val="18339574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4E0E2A-D0BD-22B6-AD40-C2F1361C0573}"/>
              </a:ext>
            </a:extLst>
          </p:cNvPr>
          <p:cNvSpPr>
            <a:spLocks noGrp="1"/>
          </p:cNvSpPr>
          <p:nvPr>
            <p:ph type="title"/>
          </p:nvPr>
        </p:nvSpPr>
        <p:spPr/>
        <p:txBody>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进程调度</a:t>
            </a:r>
          </a:p>
        </p:txBody>
      </p:sp>
      <p:sp>
        <p:nvSpPr>
          <p:cNvPr id="4" name="Rectangle 3">
            <a:extLst>
              <a:ext uri="{FF2B5EF4-FFF2-40B4-BE49-F238E27FC236}">
                <a16:creationId xmlns:a16="http://schemas.microsoft.com/office/drawing/2014/main" id="{1390D5F6-FF12-ED6A-BE11-E64402A08AA5}"/>
              </a:ext>
            </a:extLst>
          </p:cNvPr>
          <p:cNvSpPr>
            <a:spLocks noChangeArrowheads="1"/>
          </p:cNvSpPr>
          <p:nvPr/>
        </p:nvSpPr>
        <p:spPr bwMode="auto">
          <a:xfrm>
            <a:off x="877753" y="830079"/>
            <a:ext cx="8015288" cy="621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spcBef>
                <a:spcPts val="1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(3) </a:t>
            </a:r>
            <a:r>
              <a:rPr lang="zh-CN" altLang="en-US" sz="2600" b="1" dirty="0">
                <a:solidFill>
                  <a:prstClr val="black"/>
                </a:solidFill>
                <a:effectLst/>
                <a:latin typeface="微软雅黑" panose="020B0503020204020204" pitchFamily="34" charset="-122"/>
                <a:ea typeface="微软雅黑" panose="020B0503020204020204" pitchFamily="34" charset="-122"/>
              </a:rPr>
              <a:t>调度分派结构图         </a:t>
            </a:r>
          </a:p>
        </p:txBody>
      </p:sp>
      <p:grpSp>
        <p:nvGrpSpPr>
          <p:cNvPr id="5" name="Group 5">
            <a:extLst>
              <a:ext uri="{FF2B5EF4-FFF2-40B4-BE49-F238E27FC236}">
                <a16:creationId xmlns:a16="http://schemas.microsoft.com/office/drawing/2014/main" id="{11DEC176-7169-6D46-A13E-050BD8210D10}"/>
              </a:ext>
            </a:extLst>
          </p:cNvPr>
          <p:cNvGrpSpPr>
            <a:grpSpLocks/>
          </p:cNvGrpSpPr>
          <p:nvPr/>
        </p:nvGrpSpPr>
        <p:grpSpPr bwMode="auto">
          <a:xfrm>
            <a:off x="2614478" y="1522229"/>
            <a:ext cx="7070725" cy="3986213"/>
            <a:chOff x="528" y="1038"/>
            <a:chExt cx="4454" cy="2511"/>
          </a:xfrm>
        </p:grpSpPr>
        <p:sp>
          <p:nvSpPr>
            <p:cNvPr id="6" name="Rectangle 6">
              <a:extLst>
                <a:ext uri="{FF2B5EF4-FFF2-40B4-BE49-F238E27FC236}">
                  <a16:creationId xmlns:a16="http://schemas.microsoft.com/office/drawing/2014/main" id="{451348D6-2E75-BE53-EB5D-D28BA57B7050}"/>
                </a:ext>
              </a:extLst>
            </p:cNvPr>
            <p:cNvSpPr>
              <a:spLocks noChangeArrowheads="1"/>
            </p:cNvSpPr>
            <p:nvPr/>
          </p:nvSpPr>
          <p:spPr bwMode="auto">
            <a:xfrm>
              <a:off x="528" y="2046"/>
              <a:ext cx="62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0"/>
                </a:spcBef>
                <a:buClrTx/>
                <a:buSzTx/>
                <a:buFontTx/>
                <a:buNone/>
              </a:pPr>
              <a:r>
                <a:rPr kumimoji="1" lang="en-US" altLang="zh-CN" sz="1600" b="1">
                  <a:solidFill>
                    <a:srgbClr val="000000"/>
                  </a:solidFill>
                  <a:latin typeface="Times New Roman" panose="02020603050405020304" pitchFamily="18" charset="0"/>
                </a:rPr>
                <a:t>ready_q</a:t>
              </a:r>
              <a:endParaRPr kumimoji="1" lang="en-US" altLang="zh-CN" sz="1600" b="1">
                <a:solidFill>
                  <a:schemeClr val="tx1"/>
                </a:solidFill>
                <a:latin typeface="Times New Roman" panose="02020603050405020304" pitchFamily="18" charset="0"/>
              </a:endParaRPr>
            </a:p>
          </p:txBody>
        </p:sp>
        <p:sp>
          <p:nvSpPr>
            <p:cNvPr id="7" name="Rectangle 7">
              <a:extLst>
                <a:ext uri="{FF2B5EF4-FFF2-40B4-BE49-F238E27FC236}">
                  <a16:creationId xmlns:a16="http://schemas.microsoft.com/office/drawing/2014/main" id="{D0881341-66DD-B3BB-A2FE-C8B31923D1D4}"/>
                </a:ext>
              </a:extLst>
            </p:cNvPr>
            <p:cNvSpPr>
              <a:spLocks noChangeArrowheads="1"/>
            </p:cNvSpPr>
            <p:nvPr/>
          </p:nvSpPr>
          <p:spPr bwMode="auto">
            <a:xfrm>
              <a:off x="1791" y="1038"/>
              <a:ext cx="2049" cy="599"/>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914400" indent="-341313">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1028700" indent="-4556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428750" indent="-39846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52600" indent="-3222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92325" indent="-338138">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495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067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639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9211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pPr>
              <a:endParaRPr lang="zh-CN" altLang="zh-CN" b="1">
                <a:solidFill>
                  <a:srgbClr val="4138FA"/>
                </a:solidFill>
              </a:endParaRPr>
            </a:p>
          </p:txBody>
        </p:sp>
        <p:sp>
          <p:nvSpPr>
            <p:cNvPr id="8" name="Rectangle 8">
              <a:extLst>
                <a:ext uri="{FF2B5EF4-FFF2-40B4-BE49-F238E27FC236}">
                  <a16:creationId xmlns:a16="http://schemas.microsoft.com/office/drawing/2014/main" id="{1E8349B5-B190-C921-9135-094CD6B5779D}"/>
                </a:ext>
              </a:extLst>
            </p:cNvPr>
            <p:cNvSpPr>
              <a:spLocks noChangeArrowheads="1"/>
            </p:cNvSpPr>
            <p:nvPr/>
          </p:nvSpPr>
          <p:spPr bwMode="auto">
            <a:xfrm>
              <a:off x="2400" y="1086"/>
              <a:ext cx="78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0"/>
                </a:spcBef>
                <a:buClrTx/>
                <a:buSzTx/>
                <a:buFontTx/>
                <a:buNone/>
              </a:pPr>
              <a:r>
                <a:rPr kumimoji="1" lang="en-US" altLang="zh-CN" sz="1600" b="1">
                  <a:solidFill>
                    <a:srgbClr val="000000"/>
                  </a:solidFill>
                  <a:latin typeface="Times New Roman" panose="02020603050405020304" pitchFamily="18" charset="0"/>
                </a:rPr>
                <a:t>        scheduler</a:t>
              </a:r>
              <a:endParaRPr kumimoji="1" lang="en-US" altLang="zh-CN" sz="1600" b="1">
                <a:solidFill>
                  <a:schemeClr val="tx1"/>
                </a:solidFill>
                <a:latin typeface="Times New Roman" panose="02020603050405020304" pitchFamily="18" charset="0"/>
              </a:endParaRPr>
            </a:p>
          </p:txBody>
        </p:sp>
        <p:sp>
          <p:nvSpPr>
            <p:cNvPr id="9" name="Rectangle 9">
              <a:extLst>
                <a:ext uri="{FF2B5EF4-FFF2-40B4-BE49-F238E27FC236}">
                  <a16:creationId xmlns:a16="http://schemas.microsoft.com/office/drawing/2014/main" id="{8A481B2F-61F0-CEC2-528C-C1FDA1BA7019}"/>
                </a:ext>
              </a:extLst>
            </p:cNvPr>
            <p:cNvSpPr>
              <a:spLocks noChangeArrowheads="1"/>
            </p:cNvSpPr>
            <p:nvPr/>
          </p:nvSpPr>
          <p:spPr bwMode="auto">
            <a:xfrm>
              <a:off x="1852" y="1374"/>
              <a:ext cx="156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0"/>
                </a:spcBef>
                <a:buClrTx/>
                <a:buSzTx/>
                <a:buFontTx/>
                <a:buNone/>
              </a:pPr>
              <a:r>
                <a:rPr kumimoji="1" lang="en-US" altLang="zh-CN" sz="1600" b="1">
                  <a:solidFill>
                    <a:srgbClr val="000000"/>
                  </a:solidFill>
                  <a:latin typeface="Times New Roman" panose="02020603050405020304" pitchFamily="18" charset="0"/>
                </a:rPr>
                <a:t> susp      wakeup      receive   </a:t>
              </a:r>
              <a:endParaRPr kumimoji="1" lang="en-US" altLang="zh-CN" sz="1600" b="1">
                <a:solidFill>
                  <a:schemeClr val="tx1"/>
                </a:solidFill>
                <a:latin typeface="Times New Roman" panose="02020603050405020304" pitchFamily="18" charset="0"/>
              </a:endParaRPr>
            </a:p>
          </p:txBody>
        </p:sp>
        <p:sp>
          <p:nvSpPr>
            <p:cNvPr id="10" name="Rectangle 10">
              <a:extLst>
                <a:ext uri="{FF2B5EF4-FFF2-40B4-BE49-F238E27FC236}">
                  <a16:creationId xmlns:a16="http://schemas.microsoft.com/office/drawing/2014/main" id="{CB2FA6A8-4D04-C902-30DB-F14A23B37CF7}"/>
                </a:ext>
              </a:extLst>
            </p:cNvPr>
            <p:cNvSpPr>
              <a:spLocks noChangeArrowheads="1"/>
            </p:cNvSpPr>
            <p:nvPr/>
          </p:nvSpPr>
          <p:spPr bwMode="auto">
            <a:xfrm>
              <a:off x="3501" y="1410"/>
              <a:ext cx="12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0"/>
                </a:spcBef>
                <a:buClrTx/>
                <a:buSzTx/>
                <a:buFontTx/>
                <a:buNone/>
              </a:pPr>
              <a:r>
                <a:rPr kumimoji="1" lang="en-US" altLang="zh-CN" sz="1600" b="1">
                  <a:solidFill>
                    <a:srgbClr val="000000"/>
                  </a:solidFill>
                  <a:latin typeface="MT Extra" panose="05050102010205020202" pitchFamily="18" charset="2"/>
                </a:rPr>
                <a:t>L</a:t>
              </a:r>
              <a:endParaRPr kumimoji="1" lang="en-US" altLang="zh-CN" sz="1600" b="1">
                <a:solidFill>
                  <a:schemeClr val="tx1"/>
                </a:solidFill>
                <a:latin typeface="Times New Roman" panose="02020603050405020304" pitchFamily="18" charset="0"/>
              </a:endParaRPr>
            </a:p>
          </p:txBody>
        </p:sp>
        <p:grpSp>
          <p:nvGrpSpPr>
            <p:cNvPr id="11" name="Group 11">
              <a:extLst>
                <a:ext uri="{FF2B5EF4-FFF2-40B4-BE49-F238E27FC236}">
                  <a16:creationId xmlns:a16="http://schemas.microsoft.com/office/drawing/2014/main" id="{982AC4D2-832F-4A38-ED41-E213F4FB504E}"/>
                </a:ext>
              </a:extLst>
            </p:cNvPr>
            <p:cNvGrpSpPr>
              <a:grpSpLocks/>
            </p:cNvGrpSpPr>
            <p:nvPr/>
          </p:nvGrpSpPr>
          <p:grpSpPr bwMode="auto">
            <a:xfrm>
              <a:off x="4032" y="1998"/>
              <a:ext cx="368" cy="343"/>
              <a:chOff x="4032" y="1728"/>
              <a:chExt cx="368" cy="343"/>
            </a:xfrm>
          </p:grpSpPr>
          <p:sp>
            <p:nvSpPr>
              <p:cNvPr id="39" name="Oval 12">
                <a:extLst>
                  <a:ext uri="{FF2B5EF4-FFF2-40B4-BE49-F238E27FC236}">
                    <a16:creationId xmlns:a16="http://schemas.microsoft.com/office/drawing/2014/main" id="{4DD4AD4D-6329-1A4B-E407-1546FC3433AC}"/>
                  </a:ext>
                </a:extLst>
              </p:cNvPr>
              <p:cNvSpPr>
                <a:spLocks noChangeArrowheads="1"/>
              </p:cNvSpPr>
              <p:nvPr/>
            </p:nvSpPr>
            <p:spPr bwMode="auto">
              <a:xfrm>
                <a:off x="4032" y="1728"/>
                <a:ext cx="368" cy="343"/>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Font typeface="Wingdings" panose="05000000000000000000" pitchFamily="2" charset="2"/>
                  <a:buChar char="Ø"/>
                </a:pPr>
                <a:endParaRPr lang="zh-CN" altLang="en-US" sz="1400" b="1">
                  <a:solidFill>
                    <a:srgbClr val="4138FA"/>
                  </a:solidFill>
                </a:endParaRPr>
              </a:p>
            </p:txBody>
          </p:sp>
          <p:sp>
            <p:nvSpPr>
              <p:cNvPr id="40" name="Rectangle 13">
                <a:extLst>
                  <a:ext uri="{FF2B5EF4-FFF2-40B4-BE49-F238E27FC236}">
                    <a16:creationId xmlns:a16="http://schemas.microsoft.com/office/drawing/2014/main" id="{51687553-0F1E-F3C3-63FF-95698592790F}"/>
                  </a:ext>
                </a:extLst>
              </p:cNvPr>
              <p:cNvSpPr>
                <a:spLocks noChangeArrowheads="1"/>
              </p:cNvSpPr>
              <p:nvPr/>
            </p:nvSpPr>
            <p:spPr bwMode="auto">
              <a:xfrm>
                <a:off x="4032" y="1728"/>
                <a:ext cx="259"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Font typeface="Wingdings" panose="05000000000000000000" pitchFamily="2" charset="2"/>
                  <a:buChar char="Ø"/>
                </a:pPr>
                <a:endParaRPr lang="zh-CN" altLang="en-US" sz="1400" b="1">
                  <a:solidFill>
                    <a:srgbClr val="4138FA"/>
                  </a:solidFill>
                </a:endParaRPr>
              </a:p>
            </p:txBody>
          </p:sp>
          <p:sp>
            <p:nvSpPr>
              <p:cNvPr id="41" name="Rectangle 14">
                <a:extLst>
                  <a:ext uri="{FF2B5EF4-FFF2-40B4-BE49-F238E27FC236}">
                    <a16:creationId xmlns:a16="http://schemas.microsoft.com/office/drawing/2014/main" id="{8D324395-7136-A3D7-E48A-16C0D6C17D0D}"/>
                  </a:ext>
                </a:extLst>
              </p:cNvPr>
              <p:cNvSpPr>
                <a:spLocks noChangeArrowheads="1"/>
              </p:cNvSpPr>
              <p:nvPr/>
            </p:nvSpPr>
            <p:spPr bwMode="auto">
              <a:xfrm>
                <a:off x="4089" y="1783"/>
                <a:ext cx="31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0"/>
                  </a:spcBef>
                  <a:buClrTx/>
                  <a:buSzTx/>
                  <a:buFontTx/>
                  <a:buNone/>
                </a:pPr>
                <a:r>
                  <a:rPr kumimoji="1" lang="en-US" altLang="zh-CN" sz="1600" b="1">
                    <a:solidFill>
                      <a:srgbClr val="000000"/>
                    </a:solidFill>
                    <a:latin typeface="Times New Roman" panose="02020603050405020304" pitchFamily="18" charset="0"/>
                  </a:rPr>
                  <a:t>pcb</a:t>
                </a:r>
                <a:r>
                  <a:rPr kumimoji="1" lang="en-US" altLang="zh-CN" sz="1600" b="1" baseline="-25000">
                    <a:solidFill>
                      <a:srgbClr val="000000"/>
                    </a:solidFill>
                    <a:latin typeface="Times New Roman" panose="02020603050405020304" pitchFamily="18" charset="0"/>
                  </a:rPr>
                  <a:t>6</a:t>
                </a:r>
                <a:endParaRPr kumimoji="1" lang="en-US" altLang="zh-CN" sz="1600" b="1">
                  <a:solidFill>
                    <a:schemeClr val="tx1"/>
                  </a:solidFill>
                  <a:latin typeface="Times New Roman" panose="02020603050405020304" pitchFamily="18" charset="0"/>
                </a:endParaRPr>
              </a:p>
            </p:txBody>
          </p:sp>
        </p:grpSp>
        <p:sp>
          <p:nvSpPr>
            <p:cNvPr id="12" name="Rectangle 15">
              <a:extLst>
                <a:ext uri="{FF2B5EF4-FFF2-40B4-BE49-F238E27FC236}">
                  <a16:creationId xmlns:a16="http://schemas.microsoft.com/office/drawing/2014/main" id="{77812759-C38A-134C-4E47-A5A5AD854718}"/>
                </a:ext>
              </a:extLst>
            </p:cNvPr>
            <p:cNvSpPr>
              <a:spLocks noChangeArrowheads="1"/>
            </p:cNvSpPr>
            <p:nvPr/>
          </p:nvSpPr>
          <p:spPr bwMode="auto">
            <a:xfrm>
              <a:off x="4781" y="2064"/>
              <a:ext cx="20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0"/>
                </a:spcBef>
                <a:buClrTx/>
                <a:buSzTx/>
                <a:buFontTx/>
                <a:buNone/>
              </a:pPr>
              <a:r>
                <a:rPr kumimoji="1" lang="en-US" altLang="zh-CN" sz="1600" b="1">
                  <a:solidFill>
                    <a:srgbClr val="000000"/>
                  </a:solidFill>
                  <a:latin typeface="MT Extra" panose="05050102010205020202" pitchFamily="18" charset="2"/>
                  <a:sym typeface="MT Extra" panose="05050102010205020202" pitchFamily="18" charset="2"/>
                </a:rPr>
                <a:t></a:t>
              </a:r>
              <a:endParaRPr kumimoji="1" lang="en-US" altLang="zh-CN" sz="1600" b="1">
                <a:solidFill>
                  <a:schemeClr val="tx1"/>
                </a:solidFill>
                <a:latin typeface="Times New Roman" panose="02020603050405020304" pitchFamily="18" charset="0"/>
                <a:sym typeface="MT Extra" panose="05050102010205020202" pitchFamily="18" charset="2"/>
              </a:endParaRPr>
            </a:p>
          </p:txBody>
        </p:sp>
        <p:sp>
          <p:nvSpPr>
            <p:cNvPr id="13" name="Oval 16">
              <a:extLst>
                <a:ext uri="{FF2B5EF4-FFF2-40B4-BE49-F238E27FC236}">
                  <a16:creationId xmlns:a16="http://schemas.microsoft.com/office/drawing/2014/main" id="{91435037-3AF9-FCAA-C1DF-B0B89BF9DA7B}"/>
                </a:ext>
              </a:extLst>
            </p:cNvPr>
            <p:cNvSpPr>
              <a:spLocks noChangeArrowheads="1"/>
            </p:cNvSpPr>
            <p:nvPr/>
          </p:nvSpPr>
          <p:spPr bwMode="auto">
            <a:xfrm>
              <a:off x="3328" y="1998"/>
              <a:ext cx="368" cy="343"/>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marL="914400" indent="-341313">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1028700" indent="-4556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428750" indent="-39846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52600" indent="-3222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92325" indent="-338138">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495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067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639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9211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pPr>
              <a:endParaRPr lang="zh-CN" altLang="zh-CN" b="1">
                <a:solidFill>
                  <a:srgbClr val="4138FA"/>
                </a:solidFill>
              </a:endParaRPr>
            </a:p>
          </p:txBody>
        </p:sp>
        <p:sp>
          <p:nvSpPr>
            <p:cNvPr id="14" name="Rectangle 17">
              <a:extLst>
                <a:ext uri="{FF2B5EF4-FFF2-40B4-BE49-F238E27FC236}">
                  <a16:creationId xmlns:a16="http://schemas.microsoft.com/office/drawing/2014/main" id="{694728F4-0F47-33A8-AEBB-92934D7B3AC7}"/>
                </a:ext>
              </a:extLst>
            </p:cNvPr>
            <p:cNvSpPr>
              <a:spLocks noChangeArrowheads="1"/>
            </p:cNvSpPr>
            <p:nvPr/>
          </p:nvSpPr>
          <p:spPr bwMode="auto">
            <a:xfrm>
              <a:off x="3328" y="1998"/>
              <a:ext cx="259"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914400" indent="-341313">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1028700" indent="-4556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428750" indent="-39846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52600" indent="-3222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92325" indent="-338138">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495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067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639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9211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pPr>
              <a:endParaRPr lang="zh-CN" altLang="zh-CN" b="1">
                <a:solidFill>
                  <a:srgbClr val="4138FA"/>
                </a:solidFill>
              </a:endParaRPr>
            </a:p>
          </p:txBody>
        </p:sp>
        <p:sp>
          <p:nvSpPr>
            <p:cNvPr id="15" name="Rectangle 18">
              <a:extLst>
                <a:ext uri="{FF2B5EF4-FFF2-40B4-BE49-F238E27FC236}">
                  <a16:creationId xmlns:a16="http://schemas.microsoft.com/office/drawing/2014/main" id="{23FE55F7-DCD7-3042-1B53-58D1073C6E1C}"/>
                </a:ext>
              </a:extLst>
            </p:cNvPr>
            <p:cNvSpPr>
              <a:spLocks noChangeArrowheads="1"/>
            </p:cNvSpPr>
            <p:nvPr/>
          </p:nvSpPr>
          <p:spPr bwMode="auto">
            <a:xfrm>
              <a:off x="3385" y="2053"/>
              <a:ext cx="31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0"/>
                </a:spcBef>
                <a:buClrTx/>
                <a:buSzTx/>
                <a:buFontTx/>
                <a:buNone/>
              </a:pPr>
              <a:r>
                <a:rPr kumimoji="1" lang="en-US" altLang="zh-CN" sz="1600" b="1">
                  <a:solidFill>
                    <a:srgbClr val="000000"/>
                  </a:solidFill>
                  <a:latin typeface="Times New Roman" panose="02020603050405020304" pitchFamily="18" charset="0"/>
                </a:rPr>
                <a:t>pcb</a:t>
              </a:r>
              <a:r>
                <a:rPr kumimoji="1" lang="en-US" altLang="zh-CN" sz="1600" b="1" baseline="-25000">
                  <a:solidFill>
                    <a:srgbClr val="000000"/>
                  </a:solidFill>
                  <a:latin typeface="Times New Roman" panose="02020603050405020304" pitchFamily="18" charset="0"/>
                </a:rPr>
                <a:t>4</a:t>
              </a:r>
              <a:endParaRPr kumimoji="1" lang="en-US" altLang="zh-CN" sz="1600" b="1">
                <a:solidFill>
                  <a:schemeClr val="tx1"/>
                </a:solidFill>
                <a:latin typeface="Times New Roman" panose="02020603050405020304" pitchFamily="18" charset="0"/>
              </a:endParaRPr>
            </a:p>
          </p:txBody>
        </p:sp>
        <p:sp>
          <p:nvSpPr>
            <p:cNvPr id="16" name="Oval 19">
              <a:extLst>
                <a:ext uri="{FF2B5EF4-FFF2-40B4-BE49-F238E27FC236}">
                  <a16:creationId xmlns:a16="http://schemas.microsoft.com/office/drawing/2014/main" id="{66E860C1-ED80-279D-BD81-36B4301FA130}"/>
                </a:ext>
              </a:extLst>
            </p:cNvPr>
            <p:cNvSpPr>
              <a:spLocks noChangeArrowheads="1"/>
            </p:cNvSpPr>
            <p:nvPr/>
          </p:nvSpPr>
          <p:spPr bwMode="auto">
            <a:xfrm>
              <a:off x="2592" y="1998"/>
              <a:ext cx="368" cy="343"/>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marL="914400" indent="-341313">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1028700" indent="-4556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428750" indent="-39846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52600" indent="-3222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92325" indent="-338138">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495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067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639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9211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pPr>
              <a:endParaRPr lang="zh-CN" altLang="zh-CN" b="1">
                <a:solidFill>
                  <a:srgbClr val="4138FA"/>
                </a:solidFill>
              </a:endParaRPr>
            </a:p>
          </p:txBody>
        </p:sp>
        <p:sp>
          <p:nvSpPr>
            <p:cNvPr id="17" name="Rectangle 20">
              <a:extLst>
                <a:ext uri="{FF2B5EF4-FFF2-40B4-BE49-F238E27FC236}">
                  <a16:creationId xmlns:a16="http://schemas.microsoft.com/office/drawing/2014/main" id="{8F81EAEE-70F9-1C52-91FC-C2F329CC6F65}"/>
                </a:ext>
              </a:extLst>
            </p:cNvPr>
            <p:cNvSpPr>
              <a:spLocks noChangeArrowheads="1"/>
            </p:cNvSpPr>
            <p:nvPr/>
          </p:nvSpPr>
          <p:spPr bwMode="auto">
            <a:xfrm>
              <a:off x="2592" y="1998"/>
              <a:ext cx="259"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914400" indent="-341313">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1028700" indent="-4556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428750" indent="-39846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52600" indent="-3222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92325" indent="-338138">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495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067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639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9211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pPr>
              <a:endParaRPr lang="zh-CN" altLang="zh-CN" b="1">
                <a:solidFill>
                  <a:srgbClr val="4138FA"/>
                </a:solidFill>
              </a:endParaRPr>
            </a:p>
          </p:txBody>
        </p:sp>
        <p:sp>
          <p:nvSpPr>
            <p:cNvPr id="18" name="Rectangle 21">
              <a:extLst>
                <a:ext uri="{FF2B5EF4-FFF2-40B4-BE49-F238E27FC236}">
                  <a16:creationId xmlns:a16="http://schemas.microsoft.com/office/drawing/2014/main" id="{35F4AFF5-D328-6396-0F8C-CB094DB94200}"/>
                </a:ext>
              </a:extLst>
            </p:cNvPr>
            <p:cNvSpPr>
              <a:spLocks noChangeArrowheads="1"/>
            </p:cNvSpPr>
            <p:nvPr/>
          </p:nvSpPr>
          <p:spPr bwMode="auto">
            <a:xfrm>
              <a:off x="2649" y="2053"/>
              <a:ext cx="31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0"/>
                </a:spcBef>
                <a:buClrTx/>
                <a:buSzTx/>
                <a:buFontTx/>
                <a:buNone/>
              </a:pPr>
              <a:r>
                <a:rPr kumimoji="1" lang="en-US" altLang="zh-CN" sz="1600" b="1">
                  <a:solidFill>
                    <a:srgbClr val="000000"/>
                  </a:solidFill>
                  <a:latin typeface="Times New Roman" panose="02020603050405020304" pitchFamily="18" charset="0"/>
                </a:rPr>
                <a:t>pcb</a:t>
              </a:r>
              <a:r>
                <a:rPr kumimoji="1" lang="en-US" altLang="zh-CN" sz="1600" b="1" baseline="-25000">
                  <a:solidFill>
                    <a:srgbClr val="000000"/>
                  </a:solidFill>
                  <a:latin typeface="Times New Roman" panose="02020603050405020304" pitchFamily="18" charset="0"/>
                </a:rPr>
                <a:t>3</a:t>
              </a:r>
              <a:endParaRPr kumimoji="1" lang="en-US" altLang="zh-CN" sz="1600" b="1">
                <a:solidFill>
                  <a:schemeClr val="tx1"/>
                </a:solidFill>
                <a:latin typeface="Times New Roman" panose="02020603050405020304" pitchFamily="18" charset="0"/>
              </a:endParaRPr>
            </a:p>
          </p:txBody>
        </p:sp>
        <p:sp>
          <p:nvSpPr>
            <p:cNvPr id="19" name="Oval 22">
              <a:extLst>
                <a:ext uri="{FF2B5EF4-FFF2-40B4-BE49-F238E27FC236}">
                  <a16:creationId xmlns:a16="http://schemas.microsoft.com/office/drawing/2014/main" id="{3E1B11D0-51C6-3A18-6BEF-FC630F2709E7}"/>
                </a:ext>
              </a:extLst>
            </p:cNvPr>
            <p:cNvSpPr>
              <a:spLocks noChangeArrowheads="1"/>
            </p:cNvSpPr>
            <p:nvPr/>
          </p:nvSpPr>
          <p:spPr bwMode="auto">
            <a:xfrm>
              <a:off x="1872" y="1998"/>
              <a:ext cx="368" cy="343"/>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marL="914400" indent="-341313">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1028700" indent="-4556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428750" indent="-39846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52600" indent="-3222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92325" indent="-338138">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495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067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639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9211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pPr>
              <a:endParaRPr lang="zh-CN" altLang="zh-CN" b="1">
                <a:solidFill>
                  <a:srgbClr val="4138FA"/>
                </a:solidFill>
              </a:endParaRPr>
            </a:p>
          </p:txBody>
        </p:sp>
        <p:sp>
          <p:nvSpPr>
            <p:cNvPr id="20" name="Rectangle 23">
              <a:extLst>
                <a:ext uri="{FF2B5EF4-FFF2-40B4-BE49-F238E27FC236}">
                  <a16:creationId xmlns:a16="http://schemas.microsoft.com/office/drawing/2014/main" id="{4ABFF0A7-48D5-1580-A408-DB52B2464AAB}"/>
                </a:ext>
              </a:extLst>
            </p:cNvPr>
            <p:cNvSpPr>
              <a:spLocks noChangeArrowheads="1"/>
            </p:cNvSpPr>
            <p:nvPr/>
          </p:nvSpPr>
          <p:spPr bwMode="auto">
            <a:xfrm>
              <a:off x="1872" y="1998"/>
              <a:ext cx="259"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914400" indent="-341313">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1028700" indent="-4556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428750" indent="-39846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52600" indent="-3222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92325" indent="-338138">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495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067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639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9211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pPr>
              <a:endParaRPr lang="zh-CN" altLang="zh-CN" b="1">
                <a:solidFill>
                  <a:srgbClr val="4138FA"/>
                </a:solidFill>
              </a:endParaRPr>
            </a:p>
          </p:txBody>
        </p:sp>
        <p:sp>
          <p:nvSpPr>
            <p:cNvPr id="21" name="Rectangle 24">
              <a:extLst>
                <a:ext uri="{FF2B5EF4-FFF2-40B4-BE49-F238E27FC236}">
                  <a16:creationId xmlns:a16="http://schemas.microsoft.com/office/drawing/2014/main" id="{D5C9F87A-CDB3-2EA2-6993-3E0B86E7FACF}"/>
                </a:ext>
              </a:extLst>
            </p:cNvPr>
            <p:cNvSpPr>
              <a:spLocks noChangeArrowheads="1"/>
            </p:cNvSpPr>
            <p:nvPr/>
          </p:nvSpPr>
          <p:spPr bwMode="auto">
            <a:xfrm>
              <a:off x="1929" y="2053"/>
              <a:ext cx="31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0"/>
                </a:spcBef>
                <a:buClrTx/>
                <a:buSzTx/>
                <a:buFontTx/>
                <a:buNone/>
              </a:pPr>
              <a:r>
                <a:rPr kumimoji="1" lang="en-US" altLang="zh-CN" sz="1600" b="1">
                  <a:solidFill>
                    <a:srgbClr val="000000"/>
                  </a:solidFill>
                  <a:latin typeface="Times New Roman" panose="02020603050405020304" pitchFamily="18" charset="0"/>
                </a:rPr>
                <a:t>pcb</a:t>
              </a:r>
              <a:r>
                <a:rPr kumimoji="1" lang="en-US" altLang="zh-CN" sz="1600" b="1" baseline="-25000">
                  <a:solidFill>
                    <a:srgbClr val="000000"/>
                  </a:solidFill>
                  <a:latin typeface="Times New Roman" panose="02020603050405020304" pitchFamily="18" charset="0"/>
                </a:rPr>
                <a:t>2</a:t>
              </a:r>
              <a:endParaRPr kumimoji="1" lang="en-US" altLang="zh-CN" sz="1600" b="1">
                <a:solidFill>
                  <a:schemeClr val="tx1"/>
                </a:solidFill>
                <a:latin typeface="Times New Roman" panose="02020603050405020304" pitchFamily="18" charset="0"/>
              </a:endParaRPr>
            </a:p>
          </p:txBody>
        </p:sp>
        <p:sp>
          <p:nvSpPr>
            <p:cNvPr id="22" name="Oval 25">
              <a:extLst>
                <a:ext uri="{FF2B5EF4-FFF2-40B4-BE49-F238E27FC236}">
                  <a16:creationId xmlns:a16="http://schemas.microsoft.com/office/drawing/2014/main" id="{5C151018-36BA-5569-CCCE-757E2D98A31F}"/>
                </a:ext>
              </a:extLst>
            </p:cNvPr>
            <p:cNvSpPr>
              <a:spLocks noChangeArrowheads="1"/>
            </p:cNvSpPr>
            <p:nvPr/>
          </p:nvSpPr>
          <p:spPr bwMode="auto">
            <a:xfrm>
              <a:off x="1152" y="1998"/>
              <a:ext cx="368" cy="343"/>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marL="914400" indent="-341313">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1028700" indent="-4556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428750" indent="-39846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52600" indent="-3222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92325" indent="-338138">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495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067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639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9211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pPr>
              <a:endParaRPr lang="zh-CN" altLang="zh-CN" b="1">
                <a:solidFill>
                  <a:srgbClr val="4138FA"/>
                </a:solidFill>
              </a:endParaRPr>
            </a:p>
          </p:txBody>
        </p:sp>
        <p:sp>
          <p:nvSpPr>
            <p:cNvPr id="23" name="Rectangle 26">
              <a:extLst>
                <a:ext uri="{FF2B5EF4-FFF2-40B4-BE49-F238E27FC236}">
                  <a16:creationId xmlns:a16="http://schemas.microsoft.com/office/drawing/2014/main" id="{9757F189-D6F4-198F-24A0-7594F9C22E73}"/>
                </a:ext>
              </a:extLst>
            </p:cNvPr>
            <p:cNvSpPr>
              <a:spLocks noChangeArrowheads="1"/>
            </p:cNvSpPr>
            <p:nvPr/>
          </p:nvSpPr>
          <p:spPr bwMode="auto">
            <a:xfrm>
              <a:off x="1152" y="1998"/>
              <a:ext cx="259"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914400" indent="-341313">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1028700" indent="-4556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428750" indent="-39846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52600" indent="-3222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92325" indent="-338138">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495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067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639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9211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pPr>
              <a:endParaRPr lang="zh-CN" altLang="zh-CN" b="1">
                <a:solidFill>
                  <a:srgbClr val="4138FA"/>
                </a:solidFill>
              </a:endParaRPr>
            </a:p>
          </p:txBody>
        </p:sp>
        <p:sp>
          <p:nvSpPr>
            <p:cNvPr id="24" name="Rectangle 27">
              <a:extLst>
                <a:ext uri="{FF2B5EF4-FFF2-40B4-BE49-F238E27FC236}">
                  <a16:creationId xmlns:a16="http://schemas.microsoft.com/office/drawing/2014/main" id="{6ADF1FD6-9794-580F-AA93-4BDA51BF113C}"/>
                </a:ext>
              </a:extLst>
            </p:cNvPr>
            <p:cNvSpPr>
              <a:spLocks noChangeArrowheads="1"/>
            </p:cNvSpPr>
            <p:nvPr/>
          </p:nvSpPr>
          <p:spPr bwMode="auto">
            <a:xfrm>
              <a:off x="1209" y="2053"/>
              <a:ext cx="31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0"/>
                </a:spcBef>
                <a:buClrTx/>
                <a:buSzTx/>
                <a:buFontTx/>
                <a:buNone/>
              </a:pPr>
              <a:r>
                <a:rPr kumimoji="1" lang="en-US" altLang="zh-CN" sz="1600" b="1">
                  <a:solidFill>
                    <a:srgbClr val="000000"/>
                  </a:solidFill>
                  <a:latin typeface="Times New Roman" panose="02020603050405020304" pitchFamily="18" charset="0"/>
                </a:rPr>
                <a:t>pcb</a:t>
              </a:r>
              <a:r>
                <a:rPr kumimoji="1" lang="en-US" altLang="zh-CN" sz="1600" b="1" baseline="-25000">
                  <a:solidFill>
                    <a:srgbClr val="000000"/>
                  </a:solidFill>
                  <a:latin typeface="Times New Roman" panose="02020603050405020304" pitchFamily="18" charset="0"/>
                </a:rPr>
                <a:t>1</a:t>
              </a:r>
              <a:endParaRPr kumimoji="1" lang="en-US" altLang="zh-CN" sz="1600" b="1">
                <a:solidFill>
                  <a:schemeClr val="tx1"/>
                </a:solidFill>
                <a:latin typeface="Times New Roman" panose="02020603050405020304" pitchFamily="18" charset="0"/>
              </a:endParaRPr>
            </a:p>
          </p:txBody>
        </p:sp>
        <p:sp>
          <p:nvSpPr>
            <p:cNvPr id="25" name="Line 28">
              <a:extLst>
                <a:ext uri="{FF2B5EF4-FFF2-40B4-BE49-F238E27FC236}">
                  <a16:creationId xmlns:a16="http://schemas.microsoft.com/office/drawing/2014/main" id="{82B6B85E-C13E-2822-5B25-05B9DCBFBF44}"/>
                </a:ext>
              </a:extLst>
            </p:cNvPr>
            <p:cNvSpPr>
              <a:spLocks noChangeShapeType="1"/>
            </p:cNvSpPr>
            <p:nvPr/>
          </p:nvSpPr>
          <p:spPr bwMode="auto">
            <a:xfrm>
              <a:off x="1776" y="1326"/>
              <a:ext cx="206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26" name="Line 29">
              <a:extLst>
                <a:ext uri="{FF2B5EF4-FFF2-40B4-BE49-F238E27FC236}">
                  <a16:creationId xmlns:a16="http://schemas.microsoft.com/office/drawing/2014/main" id="{10A5611B-807E-870C-0ADE-BF422BF89681}"/>
                </a:ext>
              </a:extLst>
            </p:cNvPr>
            <p:cNvSpPr>
              <a:spLocks noChangeShapeType="1"/>
            </p:cNvSpPr>
            <p:nvPr/>
          </p:nvSpPr>
          <p:spPr bwMode="auto">
            <a:xfrm>
              <a:off x="2784" y="1326"/>
              <a:ext cx="0"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27" name="Line 30">
              <a:extLst>
                <a:ext uri="{FF2B5EF4-FFF2-40B4-BE49-F238E27FC236}">
                  <a16:creationId xmlns:a16="http://schemas.microsoft.com/office/drawing/2014/main" id="{EFD10812-76D6-CE23-66CF-DC14317CB61D}"/>
                </a:ext>
              </a:extLst>
            </p:cNvPr>
            <p:cNvSpPr>
              <a:spLocks noChangeShapeType="1"/>
            </p:cNvSpPr>
            <p:nvPr/>
          </p:nvSpPr>
          <p:spPr bwMode="auto">
            <a:xfrm>
              <a:off x="3360" y="1326"/>
              <a:ext cx="0" cy="3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p>
          </p:txBody>
        </p:sp>
        <p:sp>
          <p:nvSpPr>
            <p:cNvPr id="28" name="Line 31">
              <a:extLst>
                <a:ext uri="{FF2B5EF4-FFF2-40B4-BE49-F238E27FC236}">
                  <a16:creationId xmlns:a16="http://schemas.microsoft.com/office/drawing/2014/main" id="{34342737-2946-6CEF-D192-2A4AEDABCFAD}"/>
                </a:ext>
              </a:extLst>
            </p:cNvPr>
            <p:cNvSpPr>
              <a:spLocks noChangeShapeType="1"/>
            </p:cNvSpPr>
            <p:nvPr/>
          </p:nvSpPr>
          <p:spPr bwMode="auto">
            <a:xfrm>
              <a:off x="2784" y="1614"/>
              <a:ext cx="0" cy="384"/>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29" name="Line 32">
              <a:extLst>
                <a:ext uri="{FF2B5EF4-FFF2-40B4-BE49-F238E27FC236}">
                  <a16:creationId xmlns:a16="http://schemas.microsoft.com/office/drawing/2014/main" id="{1F9299F9-829B-E78B-BDB6-033C277C8DD8}"/>
                </a:ext>
              </a:extLst>
            </p:cNvPr>
            <p:cNvSpPr>
              <a:spLocks noChangeShapeType="1"/>
            </p:cNvSpPr>
            <p:nvPr/>
          </p:nvSpPr>
          <p:spPr bwMode="auto">
            <a:xfrm>
              <a:off x="2784" y="2334"/>
              <a:ext cx="0" cy="384"/>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30" name="Text Box 33">
              <a:extLst>
                <a:ext uri="{FF2B5EF4-FFF2-40B4-BE49-F238E27FC236}">
                  <a16:creationId xmlns:a16="http://schemas.microsoft.com/office/drawing/2014/main" id="{472577B2-E64A-E44A-6B84-5A05DDC5AD12}"/>
                </a:ext>
              </a:extLst>
            </p:cNvPr>
            <p:cNvSpPr txBox="1">
              <a:spLocks noChangeArrowheads="1"/>
            </p:cNvSpPr>
            <p:nvPr/>
          </p:nvSpPr>
          <p:spPr bwMode="auto">
            <a:xfrm>
              <a:off x="2160" y="2718"/>
              <a:ext cx="1248" cy="213"/>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rgbClr val="000000"/>
                  </a:solidFill>
                  <a:latin typeface="Times New Roman" panose="02020603050405020304" pitchFamily="18" charset="0"/>
                </a:rPr>
                <a:t>         dispatcher</a:t>
              </a:r>
            </a:p>
          </p:txBody>
        </p:sp>
        <p:sp>
          <p:nvSpPr>
            <p:cNvPr id="31" name="Text Box 34">
              <a:extLst>
                <a:ext uri="{FF2B5EF4-FFF2-40B4-BE49-F238E27FC236}">
                  <a16:creationId xmlns:a16="http://schemas.microsoft.com/office/drawing/2014/main" id="{C1B798B8-7473-1B16-F0A2-42A54D599AC2}"/>
                </a:ext>
              </a:extLst>
            </p:cNvPr>
            <p:cNvSpPr txBox="1">
              <a:spLocks noChangeArrowheads="1"/>
            </p:cNvSpPr>
            <p:nvPr/>
          </p:nvSpPr>
          <p:spPr bwMode="auto">
            <a:xfrm>
              <a:off x="2325" y="3336"/>
              <a:ext cx="912" cy="213"/>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rgbClr val="000000"/>
                  </a:solidFill>
                  <a:latin typeface="Times New Roman" panose="02020603050405020304" pitchFamily="18" charset="0"/>
                </a:rPr>
                <a:t>       CPU</a:t>
              </a:r>
            </a:p>
          </p:txBody>
        </p:sp>
        <p:sp>
          <p:nvSpPr>
            <p:cNvPr id="32" name="Line 35">
              <a:extLst>
                <a:ext uri="{FF2B5EF4-FFF2-40B4-BE49-F238E27FC236}">
                  <a16:creationId xmlns:a16="http://schemas.microsoft.com/office/drawing/2014/main" id="{BD3A7548-BB1E-E4D4-C5CF-21692CD803BE}"/>
                </a:ext>
              </a:extLst>
            </p:cNvPr>
            <p:cNvSpPr>
              <a:spLocks noChangeShapeType="1"/>
            </p:cNvSpPr>
            <p:nvPr/>
          </p:nvSpPr>
          <p:spPr bwMode="auto">
            <a:xfrm>
              <a:off x="2784" y="2952"/>
              <a:ext cx="0" cy="384"/>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33" name="Line 36">
              <a:extLst>
                <a:ext uri="{FF2B5EF4-FFF2-40B4-BE49-F238E27FC236}">
                  <a16:creationId xmlns:a16="http://schemas.microsoft.com/office/drawing/2014/main" id="{7C06C0B2-12DC-BB1A-EE9D-7C463C5527F3}"/>
                </a:ext>
              </a:extLst>
            </p:cNvPr>
            <p:cNvSpPr>
              <a:spLocks noChangeShapeType="1"/>
            </p:cNvSpPr>
            <p:nvPr/>
          </p:nvSpPr>
          <p:spPr bwMode="auto">
            <a:xfrm>
              <a:off x="1518" y="2158"/>
              <a:ext cx="338"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p>
          </p:txBody>
        </p:sp>
        <p:sp>
          <p:nvSpPr>
            <p:cNvPr id="34" name="Line 37">
              <a:extLst>
                <a:ext uri="{FF2B5EF4-FFF2-40B4-BE49-F238E27FC236}">
                  <a16:creationId xmlns:a16="http://schemas.microsoft.com/office/drawing/2014/main" id="{28388E8A-DBA6-0AC0-AAEB-DF8FAD12F2E3}"/>
                </a:ext>
              </a:extLst>
            </p:cNvPr>
            <p:cNvSpPr>
              <a:spLocks noChangeShapeType="1"/>
            </p:cNvSpPr>
            <p:nvPr/>
          </p:nvSpPr>
          <p:spPr bwMode="auto">
            <a:xfrm>
              <a:off x="2239" y="2168"/>
              <a:ext cx="338"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p>
          </p:txBody>
        </p:sp>
        <p:sp>
          <p:nvSpPr>
            <p:cNvPr id="35" name="Line 38">
              <a:extLst>
                <a:ext uri="{FF2B5EF4-FFF2-40B4-BE49-F238E27FC236}">
                  <a16:creationId xmlns:a16="http://schemas.microsoft.com/office/drawing/2014/main" id="{8CD36CF4-B4AD-C46F-DC52-299174070755}"/>
                </a:ext>
              </a:extLst>
            </p:cNvPr>
            <p:cNvSpPr>
              <a:spLocks noChangeShapeType="1"/>
            </p:cNvSpPr>
            <p:nvPr/>
          </p:nvSpPr>
          <p:spPr bwMode="auto">
            <a:xfrm>
              <a:off x="2969" y="2169"/>
              <a:ext cx="338"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p>
          </p:txBody>
        </p:sp>
        <p:sp>
          <p:nvSpPr>
            <p:cNvPr id="36" name="Line 39">
              <a:extLst>
                <a:ext uri="{FF2B5EF4-FFF2-40B4-BE49-F238E27FC236}">
                  <a16:creationId xmlns:a16="http://schemas.microsoft.com/office/drawing/2014/main" id="{DA08BAA6-1EB0-CD03-7DC4-0DE5398B1FD1}"/>
                </a:ext>
              </a:extLst>
            </p:cNvPr>
            <p:cNvSpPr>
              <a:spLocks noChangeShapeType="1"/>
            </p:cNvSpPr>
            <p:nvPr/>
          </p:nvSpPr>
          <p:spPr bwMode="auto">
            <a:xfrm>
              <a:off x="3681" y="2170"/>
              <a:ext cx="338"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p>
          </p:txBody>
        </p:sp>
        <p:sp>
          <p:nvSpPr>
            <p:cNvPr id="37" name="Line 40">
              <a:extLst>
                <a:ext uri="{FF2B5EF4-FFF2-40B4-BE49-F238E27FC236}">
                  <a16:creationId xmlns:a16="http://schemas.microsoft.com/office/drawing/2014/main" id="{35D529F3-3FAE-4CFC-365D-9D7DFA514F39}"/>
                </a:ext>
              </a:extLst>
            </p:cNvPr>
            <p:cNvSpPr>
              <a:spLocks noChangeShapeType="1"/>
            </p:cNvSpPr>
            <p:nvPr/>
          </p:nvSpPr>
          <p:spPr bwMode="auto">
            <a:xfrm>
              <a:off x="4384" y="2162"/>
              <a:ext cx="338"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p>
          </p:txBody>
        </p:sp>
        <p:sp>
          <p:nvSpPr>
            <p:cNvPr id="38" name="Line 41">
              <a:extLst>
                <a:ext uri="{FF2B5EF4-FFF2-40B4-BE49-F238E27FC236}">
                  <a16:creationId xmlns:a16="http://schemas.microsoft.com/office/drawing/2014/main" id="{FD6172C8-A3FA-DD3C-A10A-A076ABAE7965}"/>
                </a:ext>
              </a:extLst>
            </p:cNvPr>
            <p:cNvSpPr>
              <a:spLocks noChangeShapeType="1"/>
            </p:cNvSpPr>
            <p:nvPr/>
          </p:nvSpPr>
          <p:spPr bwMode="auto">
            <a:xfrm>
              <a:off x="2227" y="1327"/>
              <a:ext cx="0" cy="3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p>
          </p:txBody>
        </p:sp>
      </p:grpSp>
      <p:sp>
        <p:nvSpPr>
          <p:cNvPr id="42" name="Text Box 44">
            <a:extLst>
              <a:ext uri="{FF2B5EF4-FFF2-40B4-BE49-F238E27FC236}">
                <a16:creationId xmlns:a16="http://schemas.microsoft.com/office/drawing/2014/main" id="{2D08655B-3371-0611-FD71-06C3C2997D5B}"/>
              </a:ext>
            </a:extLst>
          </p:cNvPr>
          <p:cNvSpPr txBox="1">
            <a:spLocks noChangeArrowheads="1"/>
          </p:cNvSpPr>
          <p:nvPr/>
        </p:nvSpPr>
        <p:spPr bwMode="auto">
          <a:xfrm>
            <a:off x="5189403" y="5703704"/>
            <a:ext cx="2311400" cy="385763"/>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0"/>
              </a:spcBef>
              <a:buFont typeface="Wingdings" panose="05000000000000000000" pitchFamily="2" charset="2"/>
              <a:buNone/>
            </a:pPr>
            <a:r>
              <a:rPr lang="zh-CN" altLang="en-US" sz="1600" b="0">
                <a:solidFill>
                  <a:schemeClr val="tx1"/>
                </a:solidFill>
                <a:latin typeface="Times New Roman" panose="02020603050405020304" pitchFamily="18" charset="0"/>
              </a:rPr>
              <a:t>调度</a:t>
            </a:r>
            <a:r>
              <a:rPr lang="en-US" altLang="zh-CN" sz="1600" b="0">
                <a:solidFill>
                  <a:schemeClr val="tx1"/>
                </a:solidFill>
                <a:latin typeface="宋体" panose="02010600030101010101" pitchFamily="2" charset="-122"/>
              </a:rPr>
              <a:t>/</a:t>
            </a:r>
            <a:r>
              <a:rPr lang="zh-CN" altLang="en-US" sz="1600" b="0">
                <a:solidFill>
                  <a:schemeClr val="tx1"/>
                </a:solidFill>
                <a:latin typeface="宋体" panose="02010600030101010101" pitchFamily="2" charset="-122"/>
              </a:rPr>
              <a:t>分派结构</a:t>
            </a:r>
            <a:r>
              <a:rPr lang="zh-CN" altLang="en-US" sz="1600" b="0">
                <a:solidFill>
                  <a:schemeClr val="tx1"/>
                </a:solidFill>
                <a:latin typeface="Times New Roman" panose="02020603050405020304" pitchFamily="18" charset="0"/>
              </a:rPr>
              <a:t>示意图</a:t>
            </a:r>
          </a:p>
        </p:txBody>
      </p:sp>
    </p:spTree>
    <p:extLst>
      <p:ext uri="{BB962C8B-B14F-4D97-AF65-F5344CB8AC3E}">
        <p14:creationId xmlns:p14="http://schemas.microsoft.com/office/powerpoint/2010/main" val="76288194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4E0E2A-D0BD-22B6-AD40-C2F1361C0573}"/>
              </a:ext>
            </a:extLst>
          </p:cNvPr>
          <p:cNvSpPr>
            <a:spLocks noGrp="1"/>
          </p:cNvSpPr>
          <p:nvPr>
            <p:ph type="title"/>
          </p:nvPr>
        </p:nvSpPr>
        <p:spPr/>
        <p:txBody>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进程调度</a:t>
            </a:r>
          </a:p>
        </p:txBody>
      </p:sp>
      <p:sp>
        <p:nvSpPr>
          <p:cNvPr id="3" name="Rectangle 3">
            <a:extLst>
              <a:ext uri="{FF2B5EF4-FFF2-40B4-BE49-F238E27FC236}">
                <a16:creationId xmlns:a16="http://schemas.microsoft.com/office/drawing/2014/main" id="{58B2B63E-0F19-76C7-74DB-06F7DD9A4130}"/>
              </a:ext>
            </a:extLst>
          </p:cNvPr>
          <p:cNvSpPr>
            <a:spLocks noChangeArrowheads="1"/>
          </p:cNvSpPr>
          <p:nvPr/>
        </p:nvSpPr>
        <p:spPr bwMode="auto">
          <a:xfrm>
            <a:off x="978359" y="1641503"/>
            <a:ext cx="8464550" cy="4482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spcBef>
                <a:spcPts val="1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(1) </a:t>
            </a:r>
            <a:r>
              <a:rPr lang="zh-CN" altLang="en-US" sz="2600" b="1" dirty="0">
                <a:solidFill>
                  <a:prstClr val="black"/>
                </a:solidFill>
                <a:effectLst/>
                <a:latin typeface="微软雅黑" panose="020B0503020204020204" pitchFamily="34" charset="-122"/>
                <a:ea typeface="微软雅黑" panose="020B0503020204020204" pitchFamily="34" charset="-122"/>
              </a:rPr>
              <a:t>进程管理的数据结构         </a:t>
            </a:r>
          </a:p>
          <a:p>
            <a:pPr marL="0" indent="0" algn="just">
              <a:lnSpc>
                <a:spcPct val="150000"/>
              </a:lnSpc>
              <a:spcBef>
                <a:spcPts val="1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(2) </a:t>
            </a:r>
            <a:r>
              <a:rPr lang="zh-CN" altLang="en-US" sz="2600" b="1" dirty="0">
                <a:solidFill>
                  <a:prstClr val="black"/>
                </a:solidFill>
                <a:effectLst/>
                <a:latin typeface="微软雅黑" panose="020B0503020204020204" pitchFamily="34" charset="-122"/>
                <a:ea typeface="微软雅黑" panose="020B0503020204020204" pitchFamily="34" charset="-122"/>
              </a:rPr>
              <a:t>决定调度策略</a:t>
            </a:r>
          </a:p>
          <a:p>
            <a:pPr eaLnBrk="1" hangingPunct="1">
              <a:lnSpc>
                <a:spcPct val="130000"/>
              </a:lnSpc>
              <a:buClr>
                <a:schemeClr val="tx2"/>
              </a:buClr>
              <a:buSzPct val="95000"/>
              <a:buFont typeface="Wingdings" panose="05000000000000000000" pitchFamily="2" charset="2"/>
              <a:buNone/>
              <a:defRPr/>
            </a:pPr>
            <a:r>
              <a:rPr lang="zh-CN" altLang="en-US" sz="2400" dirty="0">
                <a:solidFill>
                  <a:srgbClr val="000099"/>
                </a:solidFill>
                <a:effectLst/>
                <a:latin typeface="Times New Roman" panose="02020603050405020304" pitchFamily="18" charset="0"/>
              </a:rPr>
              <a:t>① 优先调度</a:t>
            </a:r>
            <a:r>
              <a:rPr lang="zh-CN" altLang="en-US" sz="2400" dirty="0">
                <a:effectLst/>
              </a:rPr>
              <a:t> </a:t>
            </a:r>
          </a:p>
          <a:p>
            <a:pPr eaLnBrk="1" hangingPunct="1">
              <a:lnSpc>
                <a:spcPct val="130000"/>
              </a:lnSpc>
              <a:buClr>
                <a:schemeClr val="tx2"/>
              </a:buClr>
              <a:buSzPct val="95000"/>
              <a:buFont typeface="Wingdings" panose="05000000000000000000" pitchFamily="2" charset="2"/>
              <a:buNone/>
              <a:defRPr/>
            </a:pPr>
            <a:r>
              <a:rPr lang="zh-CN" altLang="en-US" sz="2400" dirty="0">
                <a:effectLst/>
              </a:rPr>
              <a:t>     </a:t>
            </a:r>
            <a:r>
              <a:rPr lang="zh-CN" altLang="en-US" sz="2400" b="0" dirty="0">
                <a:solidFill>
                  <a:schemeClr val="tx1"/>
                </a:solidFill>
                <a:effectLst/>
                <a:latin typeface="Times New Roman" panose="02020603050405020304" pitchFamily="18" charset="0"/>
              </a:rPr>
              <a:t>就绪队列按进程优先级高低排序</a:t>
            </a:r>
          </a:p>
          <a:p>
            <a:pPr eaLnBrk="1" hangingPunct="1">
              <a:lnSpc>
                <a:spcPct val="130000"/>
              </a:lnSpc>
              <a:buClr>
                <a:schemeClr val="tx2"/>
              </a:buClr>
              <a:buSzPct val="95000"/>
              <a:buFont typeface="Wingdings" panose="05000000000000000000" pitchFamily="2" charset="2"/>
              <a:buNone/>
              <a:defRPr/>
            </a:pPr>
            <a:r>
              <a:rPr lang="zh-CN" altLang="en-US" sz="2400" dirty="0">
                <a:solidFill>
                  <a:srgbClr val="000099"/>
                </a:solidFill>
                <a:effectLst/>
                <a:latin typeface="Times New Roman" panose="02020603050405020304" pitchFamily="18" charset="0"/>
              </a:rPr>
              <a:t>② 先来先服务 </a:t>
            </a:r>
          </a:p>
          <a:p>
            <a:pPr eaLnBrk="1" hangingPunct="1">
              <a:lnSpc>
                <a:spcPct val="130000"/>
              </a:lnSpc>
              <a:buClr>
                <a:schemeClr val="tx2"/>
              </a:buClr>
              <a:buSzPct val="95000"/>
              <a:buFont typeface="Wingdings" panose="05000000000000000000" pitchFamily="2" charset="2"/>
              <a:buNone/>
              <a:defRPr/>
            </a:pPr>
            <a:r>
              <a:rPr lang="zh-CN" altLang="en-US" sz="2400" b="0" dirty="0">
                <a:solidFill>
                  <a:schemeClr val="tx1"/>
                </a:solidFill>
                <a:effectLst/>
                <a:latin typeface="Times New Roman" panose="02020603050405020304" pitchFamily="18" charset="0"/>
              </a:rPr>
              <a:t>     就绪队列按进程来到的先后次序排序</a:t>
            </a:r>
          </a:p>
          <a:p>
            <a:pPr marL="0" indent="0" algn="just">
              <a:lnSpc>
                <a:spcPct val="150000"/>
              </a:lnSpc>
              <a:spcBef>
                <a:spcPts val="1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(3) </a:t>
            </a:r>
            <a:r>
              <a:rPr lang="zh-CN" altLang="en-US" sz="2600" b="1" dirty="0">
                <a:solidFill>
                  <a:prstClr val="black"/>
                </a:solidFill>
                <a:effectLst/>
                <a:latin typeface="微软雅黑" panose="020B0503020204020204" pitchFamily="34" charset="-122"/>
                <a:ea typeface="微软雅黑" panose="020B0503020204020204" pitchFamily="34" charset="-122"/>
              </a:rPr>
              <a:t>实施处理机的分配和回收</a:t>
            </a:r>
          </a:p>
        </p:txBody>
      </p:sp>
      <p:sp>
        <p:nvSpPr>
          <p:cNvPr id="4" name="Rectangle 4">
            <a:extLst>
              <a:ext uri="{FF2B5EF4-FFF2-40B4-BE49-F238E27FC236}">
                <a16:creationId xmlns:a16="http://schemas.microsoft.com/office/drawing/2014/main" id="{D2047162-7555-A822-9D36-2F1A7B6FDADA}"/>
              </a:ext>
            </a:extLst>
          </p:cNvPr>
          <p:cNvSpPr>
            <a:spLocks noChangeArrowheads="1"/>
          </p:cNvSpPr>
          <p:nvPr/>
        </p:nvSpPr>
        <p:spPr bwMode="auto">
          <a:xfrm>
            <a:off x="487822" y="969990"/>
            <a:ext cx="6475412" cy="565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a:lnSpc>
                <a:spcPct val="120000"/>
              </a:lnSpc>
              <a:buClr>
                <a:schemeClr val="tx2"/>
              </a:buClr>
              <a:buSzPct val="95000"/>
              <a:buFont typeface="Wingdings" panose="05000000000000000000" pitchFamily="2" charset="2"/>
              <a:buNone/>
              <a:defRPr/>
            </a:pPr>
            <a:r>
              <a:rPr lang="en-US" altLang="zh-CN" sz="2800" b="1" dirty="0">
                <a:solidFill>
                  <a:srgbClr val="335F90"/>
                </a:solidFill>
                <a:latin typeface="Times New Roman" panose="02020603050405020304" pitchFamily="18" charset="0"/>
              </a:rPr>
              <a:t>2.  </a:t>
            </a:r>
            <a:r>
              <a:rPr lang="zh-CN" altLang="en-US" sz="2800" b="1" dirty="0">
                <a:solidFill>
                  <a:srgbClr val="335F90"/>
                </a:solidFill>
                <a:latin typeface="Times New Roman" panose="02020603050405020304" pitchFamily="18" charset="0"/>
              </a:rPr>
              <a:t>进程调度的功能</a:t>
            </a:r>
          </a:p>
        </p:txBody>
      </p:sp>
    </p:spTree>
    <p:extLst>
      <p:ext uri="{BB962C8B-B14F-4D97-AF65-F5344CB8AC3E}">
        <p14:creationId xmlns:p14="http://schemas.microsoft.com/office/powerpoint/2010/main" val="202689704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4E0E2A-D0BD-22B6-AD40-C2F1361C0573}"/>
              </a:ext>
            </a:extLst>
          </p:cNvPr>
          <p:cNvSpPr>
            <a:spLocks noGrp="1"/>
          </p:cNvSpPr>
          <p:nvPr>
            <p:ph type="title"/>
          </p:nvPr>
        </p:nvSpPr>
        <p:spPr/>
        <p:txBody>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进程调度</a:t>
            </a:r>
          </a:p>
        </p:txBody>
      </p:sp>
      <p:sp>
        <p:nvSpPr>
          <p:cNvPr id="3" name="Rectangle 3">
            <a:extLst>
              <a:ext uri="{FF2B5EF4-FFF2-40B4-BE49-F238E27FC236}">
                <a16:creationId xmlns:a16="http://schemas.microsoft.com/office/drawing/2014/main" id="{3DB6F323-7254-AEFC-C4DF-35A11FBD84A2}"/>
              </a:ext>
            </a:extLst>
          </p:cNvPr>
          <p:cNvSpPr>
            <a:spLocks noChangeArrowheads="1"/>
          </p:cNvSpPr>
          <p:nvPr/>
        </p:nvSpPr>
        <p:spPr bwMode="auto">
          <a:xfrm>
            <a:off x="722770" y="1555750"/>
            <a:ext cx="10864627" cy="4356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00000"/>
              </a:lnSpc>
              <a:spcBef>
                <a:spcPts val="1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(1) </a:t>
            </a:r>
            <a:r>
              <a:rPr lang="zh-CN" altLang="en-US" sz="2600" b="1" dirty="0">
                <a:solidFill>
                  <a:prstClr val="black"/>
                </a:solidFill>
                <a:effectLst/>
                <a:latin typeface="微软雅黑" panose="020B0503020204020204" pitchFamily="34" charset="-122"/>
                <a:ea typeface="微软雅黑" panose="020B0503020204020204" pitchFamily="34" charset="-122"/>
              </a:rPr>
              <a:t>什么是调度方式</a:t>
            </a:r>
          </a:p>
          <a:p>
            <a:pPr eaLnBrk="1" hangingPunct="1">
              <a:lnSpc>
                <a:spcPct val="100000"/>
              </a:lnSpc>
              <a:spcBef>
                <a:spcPct val="20000"/>
              </a:spcBef>
              <a:buClr>
                <a:schemeClr val="tx2"/>
              </a:buClr>
              <a:buSzPct val="95000"/>
              <a:buFont typeface="Wingdings" panose="05000000000000000000" pitchFamily="2" charset="2"/>
              <a:buNone/>
              <a:defRPr/>
            </a:pPr>
            <a:r>
              <a:rPr lang="zh-CN" altLang="en-US" sz="2400" b="0" dirty="0">
                <a:solidFill>
                  <a:schemeClr val="tx1"/>
                </a:solidFill>
                <a:effectLst/>
                <a:latin typeface="Times New Roman" panose="02020603050405020304" pitchFamily="18" charset="0"/>
              </a:rPr>
              <a:t>       当一进程正在处理机上执行时，若有某个更为“重要而紧迫”的进程需要运行，系统如何分配处理机。</a:t>
            </a:r>
          </a:p>
          <a:p>
            <a:pPr marL="0" indent="0" algn="just">
              <a:lnSpc>
                <a:spcPct val="100000"/>
              </a:lnSpc>
              <a:spcBef>
                <a:spcPts val="1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(2) </a:t>
            </a:r>
            <a:r>
              <a:rPr lang="zh-CN" altLang="en-US" sz="2600" b="1" dirty="0">
                <a:solidFill>
                  <a:prstClr val="black"/>
                </a:solidFill>
                <a:effectLst/>
                <a:latin typeface="微软雅黑" panose="020B0503020204020204" pitchFamily="34" charset="-122"/>
                <a:ea typeface="微软雅黑" panose="020B0503020204020204" pitchFamily="34" charset="-122"/>
              </a:rPr>
              <a:t>非剥夺方式</a:t>
            </a:r>
          </a:p>
          <a:p>
            <a:pPr eaLnBrk="1" hangingPunct="1">
              <a:lnSpc>
                <a:spcPct val="100000"/>
              </a:lnSpc>
              <a:spcBef>
                <a:spcPct val="20000"/>
              </a:spcBef>
              <a:buFontTx/>
              <a:buNone/>
              <a:defRPr/>
            </a:pPr>
            <a:r>
              <a:rPr lang="zh-CN" altLang="en-US" sz="2400" b="0" dirty="0">
                <a:solidFill>
                  <a:schemeClr val="tx1"/>
                </a:solidFill>
                <a:effectLst/>
                <a:latin typeface="Times New Roman" panose="02020603050405020304" pitchFamily="18" charset="0"/>
              </a:rPr>
              <a:t>       当“重要而紧迫”的进程来到时，让正在执行的进程继续执行，直到该进程完成或发生某事件而进入“完成”或“阻塞”状态时，才把处理机分配给“重要而紧迫”的进程。</a:t>
            </a:r>
          </a:p>
          <a:p>
            <a:pPr marL="0" indent="0" algn="just">
              <a:lnSpc>
                <a:spcPct val="100000"/>
              </a:lnSpc>
              <a:spcBef>
                <a:spcPts val="1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(3) </a:t>
            </a:r>
            <a:r>
              <a:rPr lang="zh-CN" altLang="en-US" sz="2600" b="1" dirty="0">
                <a:solidFill>
                  <a:prstClr val="black"/>
                </a:solidFill>
                <a:effectLst/>
                <a:latin typeface="微软雅黑" panose="020B0503020204020204" pitchFamily="34" charset="-122"/>
                <a:ea typeface="微软雅黑" panose="020B0503020204020204" pitchFamily="34" charset="-122"/>
              </a:rPr>
              <a:t>剥夺方式</a:t>
            </a:r>
          </a:p>
          <a:p>
            <a:pPr eaLnBrk="1" hangingPunct="1">
              <a:lnSpc>
                <a:spcPct val="100000"/>
              </a:lnSpc>
              <a:spcBef>
                <a:spcPct val="20000"/>
              </a:spcBef>
              <a:buClr>
                <a:schemeClr val="tx2"/>
              </a:buClr>
              <a:buSzPct val="95000"/>
              <a:buFont typeface="Wingdings" panose="05000000000000000000" pitchFamily="2" charset="2"/>
              <a:buNone/>
              <a:defRPr/>
            </a:pPr>
            <a:r>
              <a:rPr lang="zh-CN" altLang="en-US" sz="2400" b="0" dirty="0">
                <a:solidFill>
                  <a:schemeClr val="tx1"/>
                </a:solidFill>
                <a:effectLst/>
                <a:latin typeface="Times New Roman" panose="02020603050405020304" pitchFamily="18" charset="0"/>
              </a:rPr>
              <a:t>       当“重要而紧迫”的进程来到时，便暂停正在执行的进程，立即把处理机分配给优先级更高的进程。</a:t>
            </a:r>
          </a:p>
        </p:txBody>
      </p:sp>
      <p:sp>
        <p:nvSpPr>
          <p:cNvPr id="4" name="Rectangle 4">
            <a:extLst>
              <a:ext uri="{FF2B5EF4-FFF2-40B4-BE49-F238E27FC236}">
                <a16:creationId xmlns:a16="http://schemas.microsoft.com/office/drawing/2014/main" id="{7A7561BA-BBDC-75A0-DAE7-37BC8AA48AE8}"/>
              </a:ext>
            </a:extLst>
          </p:cNvPr>
          <p:cNvSpPr>
            <a:spLocks noChangeArrowheads="1"/>
          </p:cNvSpPr>
          <p:nvPr/>
        </p:nvSpPr>
        <p:spPr bwMode="auto">
          <a:xfrm>
            <a:off x="217945" y="869950"/>
            <a:ext cx="6475413" cy="565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a:lnSpc>
                <a:spcPct val="120000"/>
              </a:lnSpc>
              <a:buClr>
                <a:schemeClr val="tx2"/>
              </a:buClr>
              <a:buSzPct val="95000"/>
              <a:buFont typeface="Wingdings" panose="05000000000000000000" pitchFamily="2" charset="2"/>
              <a:buNone/>
              <a:defRPr/>
            </a:pPr>
            <a:r>
              <a:rPr lang="en-US" altLang="zh-CN" sz="2800" b="1" dirty="0">
                <a:solidFill>
                  <a:srgbClr val="335F90"/>
                </a:solidFill>
                <a:latin typeface="Times New Roman" panose="02020603050405020304" pitchFamily="18" charset="0"/>
              </a:rPr>
              <a:t>3.  </a:t>
            </a:r>
            <a:r>
              <a:rPr lang="zh-CN" altLang="en-US" sz="2800" b="1" dirty="0">
                <a:solidFill>
                  <a:srgbClr val="335F90"/>
                </a:solidFill>
                <a:latin typeface="Times New Roman" panose="02020603050405020304" pitchFamily="18" charset="0"/>
              </a:rPr>
              <a:t>进程调度的方式</a:t>
            </a:r>
          </a:p>
        </p:txBody>
      </p:sp>
    </p:spTree>
    <p:extLst>
      <p:ext uri="{BB962C8B-B14F-4D97-AF65-F5344CB8AC3E}">
        <p14:creationId xmlns:p14="http://schemas.microsoft.com/office/powerpoint/2010/main" val="51837559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4E0E2A-D0BD-22B6-AD40-C2F1361C0573}"/>
              </a:ext>
            </a:extLst>
          </p:cNvPr>
          <p:cNvSpPr>
            <a:spLocks noGrp="1"/>
          </p:cNvSpPr>
          <p:nvPr>
            <p:ph type="title"/>
          </p:nvPr>
        </p:nvSpPr>
        <p:spPr/>
        <p:txBody>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进程调度</a:t>
            </a:r>
          </a:p>
        </p:txBody>
      </p:sp>
      <p:sp>
        <p:nvSpPr>
          <p:cNvPr id="3" name="Rectangle 3">
            <a:extLst>
              <a:ext uri="{FF2B5EF4-FFF2-40B4-BE49-F238E27FC236}">
                <a16:creationId xmlns:a16="http://schemas.microsoft.com/office/drawing/2014/main" id="{14640C5C-097C-3522-AC22-0A9C8167C323}"/>
              </a:ext>
            </a:extLst>
          </p:cNvPr>
          <p:cNvSpPr>
            <a:spLocks noChangeArrowheads="1"/>
          </p:cNvSpPr>
          <p:nvPr/>
        </p:nvSpPr>
        <p:spPr bwMode="auto">
          <a:xfrm>
            <a:off x="978359" y="1487304"/>
            <a:ext cx="10189513" cy="2760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spcBef>
                <a:spcPts val="1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(1) </a:t>
            </a:r>
            <a:r>
              <a:rPr lang="zh-CN" altLang="en-US" sz="2600" b="1" dirty="0">
                <a:solidFill>
                  <a:prstClr val="black"/>
                </a:solidFill>
                <a:effectLst/>
                <a:latin typeface="微软雅黑" panose="020B0503020204020204" pitchFamily="34" charset="-122"/>
                <a:ea typeface="微软雅黑" panose="020B0503020204020204" pitchFamily="34" charset="-122"/>
              </a:rPr>
              <a:t>进程优先数调度算法</a:t>
            </a:r>
          </a:p>
          <a:p>
            <a:pPr eaLnBrk="1" hangingPunct="1">
              <a:lnSpc>
                <a:spcPct val="130000"/>
              </a:lnSpc>
              <a:buClr>
                <a:schemeClr val="tx2"/>
              </a:buClr>
              <a:buSzPct val="95000"/>
              <a:buFont typeface="Wingdings" panose="05000000000000000000" pitchFamily="2" charset="2"/>
              <a:buNone/>
              <a:defRPr/>
            </a:pPr>
            <a:r>
              <a:rPr lang="zh-CN" altLang="en-US" sz="2400" dirty="0">
                <a:solidFill>
                  <a:srgbClr val="000099"/>
                </a:solidFill>
                <a:effectLst/>
                <a:latin typeface="Times New Roman" panose="02020603050405020304" pitchFamily="18" charset="0"/>
              </a:rPr>
              <a:t>① 什么是进程优先数调度算法</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000" b="0" dirty="0">
                <a:solidFill>
                  <a:schemeClr val="tx1"/>
                </a:solidFill>
                <a:effectLst/>
                <a:latin typeface="Times New Roman" panose="02020603050405020304" pitchFamily="18" charset="0"/>
              </a:rPr>
              <a:t>      </a:t>
            </a:r>
            <a:r>
              <a:rPr lang="zh-CN" altLang="en-US" sz="2400" b="0" dirty="0">
                <a:solidFill>
                  <a:schemeClr val="tx1"/>
                </a:solidFill>
                <a:effectLst/>
                <a:latin typeface="Times New Roman" panose="02020603050405020304" pitchFamily="18" charset="0"/>
              </a:rPr>
              <a:t>预先确定各进程的优先数，系统把处理机的使用权赋予就绪队列中具备最高优先权 </a:t>
            </a:r>
            <a:r>
              <a:rPr lang="en-US" altLang="zh-CN" sz="2400" b="0" dirty="0">
                <a:solidFill>
                  <a:schemeClr val="tx1"/>
                </a:solidFill>
                <a:effectLst/>
                <a:latin typeface="Times New Roman" panose="02020603050405020304" pitchFamily="18" charset="0"/>
              </a:rPr>
              <a:t>(</a:t>
            </a:r>
            <a:r>
              <a:rPr lang="zh-CN" altLang="en-US" sz="2400" b="0" dirty="0">
                <a:solidFill>
                  <a:schemeClr val="tx1"/>
                </a:solidFill>
                <a:effectLst/>
                <a:latin typeface="Times New Roman" panose="02020603050405020304" pitchFamily="18" charset="0"/>
              </a:rPr>
              <a:t>优先数和一定的优先级相对应</a:t>
            </a:r>
            <a:r>
              <a:rPr lang="en-US" altLang="zh-CN" sz="2400" b="0" dirty="0">
                <a:solidFill>
                  <a:schemeClr val="tx1"/>
                </a:solidFill>
                <a:effectLst/>
                <a:latin typeface="Times New Roman" panose="02020603050405020304" pitchFamily="18" charset="0"/>
              </a:rPr>
              <a:t>) </a:t>
            </a:r>
            <a:r>
              <a:rPr lang="zh-CN" altLang="en-US" sz="2400" b="0" dirty="0">
                <a:solidFill>
                  <a:schemeClr val="tx1"/>
                </a:solidFill>
                <a:effectLst/>
                <a:latin typeface="Times New Roman" panose="02020603050405020304" pitchFamily="18" charset="0"/>
              </a:rPr>
              <a:t>的就绪进程。</a:t>
            </a:r>
          </a:p>
          <a:p>
            <a:pPr eaLnBrk="1" hangingPunct="1">
              <a:lnSpc>
                <a:spcPct val="120000"/>
              </a:lnSpc>
              <a:spcBef>
                <a:spcPct val="20000"/>
              </a:spcBef>
              <a:buClr>
                <a:schemeClr val="tx2"/>
              </a:buClr>
              <a:buSzPct val="95000"/>
              <a:buFont typeface="Wingdings" panose="05000000000000000000" pitchFamily="2" charset="2"/>
              <a:buNone/>
              <a:defRPr/>
            </a:pPr>
            <a:endParaRPr lang="zh-CN" altLang="en-US" sz="2400" b="0" dirty="0">
              <a:solidFill>
                <a:schemeClr val="tx1"/>
              </a:solidFill>
              <a:effectLst/>
              <a:latin typeface="Times New Roman" panose="02020603050405020304" pitchFamily="18" charset="0"/>
            </a:endParaRPr>
          </a:p>
        </p:txBody>
      </p:sp>
      <p:sp>
        <p:nvSpPr>
          <p:cNvPr id="4" name="Rectangle 4">
            <a:extLst>
              <a:ext uri="{FF2B5EF4-FFF2-40B4-BE49-F238E27FC236}">
                <a16:creationId xmlns:a16="http://schemas.microsoft.com/office/drawing/2014/main" id="{818D7744-93F6-2A08-DD10-E96F6C9030A6}"/>
              </a:ext>
            </a:extLst>
          </p:cNvPr>
          <p:cNvSpPr>
            <a:spLocks noChangeArrowheads="1"/>
          </p:cNvSpPr>
          <p:nvPr/>
        </p:nvSpPr>
        <p:spPr bwMode="auto">
          <a:xfrm>
            <a:off x="487822" y="830079"/>
            <a:ext cx="6475412" cy="565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a:lnSpc>
                <a:spcPct val="120000"/>
              </a:lnSpc>
              <a:buClr>
                <a:schemeClr val="tx2"/>
              </a:buClr>
              <a:buSzPct val="95000"/>
              <a:buFont typeface="Wingdings" panose="05000000000000000000" pitchFamily="2" charset="2"/>
              <a:buNone/>
              <a:defRPr/>
            </a:pPr>
            <a:r>
              <a:rPr lang="en-US" altLang="zh-CN" sz="2800" b="1" dirty="0">
                <a:solidFill>
                  <a:srgbClr val="335F90"/>
                </a:solidFill>
                <a:latin typeface="Times New Roman" panose="02020603050405020304" pitchFamily="18" charset="0"/>
              </a:rPr>
              <a:t>4.  </a:t>
            </a:r>
            <a:r>
              <a:rPr lang="zh-CN" altLang="en-US" sz="2800" b="1" dirty="0">
                <a:solidFill>
                  <a:srgbClr val="335F90"/>
                </a:solidFill>
                <a:latin typeface="Times New Roman" panose="02020603050405020304" pitchFamily="18" charset="0"/>
              </a:rPr>
              <a:t>进程调度算法</a:t>
            </a:r>
          </a:p>
        </p:txBody>
      </p:sp>
    </p:spTree>
    <p:extLst>
      <p:ext uri="{BB962C8B-B14F-4D97-AF65-F5344CB8AC3E}">
        <p14:creationId xmlns:p14="http://schemas.microsoft.com/office/powerpoint/2010/main" val="32131387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4E0E2A-D0BD-22B6-AD40-C2F1361C0573}"/>
              </a:ext>
            </a:extLst>
          </p:cNvPr>
          <p:cNvSpPr>
            <a:spLocks noGrp="1"/>
          </p:cNvSpPr>
          <p:nvPr>
            <p:ph type="title"/>
          </p:nvPr>
        </p:nvSpPr>
        <p:spPr/>
        <p:txBody>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进程调度</a:t>
            </a:r>
          </a:p>
        </p:txBody>
      </p:sp>
      <p:sp>
        <p:nvSpPr>
          <p:cNvPr id="5" name="Rectangle 3">
            <a:extLst>
              <a:ext uri="{FF2B5EF4-FFF2-40B4-BE49-F238E27FC236}">
                <a16:creationId xmlns:a16="http://schemas.microsoft.com/office/drawing/2014/main" id="{59900CDD-2AB6-13AF-BE0E-DB53AD1F3D70}"/>
              </a:ext>
            </a:extLst>
          </p:cNvPr>
          <p:cNvSpPr>
            <a:spLocks noChangeArrowheads="1"/>
          </p:cNvSpPr>
          <p:nvPr/>
        </p:nvSpPr>
        <p:spPr bwMode="auto">
          <a:xfrm>
            <a:off x="181834" y="695168"/>
            <a:ext cx="11156726" cy="4716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nSpc>
                <a:spcPct val="130000"/>
              </a:lnSpc>
              <a:buNone/>
              <a:defRPr/>
            </a:pPr>
            <a:endParaRPr lang="en-US" altLang="zh-CN" sz="2400" dirty="0">
              <a:solidFill>
                <a:srgbClr val="000099"/>
              </a:solidFill>
              <a:latin typeface="宋体" panose="02010600030101010101" pitchFamily="2" charset="-122"/>
            </a:endParaRPr>
          </a:p>
          <a:p>
            <a:pPr>
              <a:lnSpc>
                <a:spcPct val="130000"/>
              </a:lnSpc>
              <a:buNone/>
              <a:defRPr/>
            </a:pPr>
            <a:r>
              <a:rPr lang="zh-CN" altLang="en-US" sz="2400" dirty="0">
                <a:solidFill>
                  <a:srgbClr val="000099"/>
                </a:solidFill>
                <a:latin typeface="宋体" panose="02010600030101010101" pitchFamily="2" charset="-122"/>
              </a:rPr>
              <a:t>② </a:t>
            </a:r>
            <a:r>
              <a:rPr lang="zh-CN" altLang="en-US" sz="2400" dirty="0">
                <a:solidFill>
                  <a:srgbClr val="000099"/>
                </a:solidFill>
                <a:latin typeface="Times New Roman" panose="02020603050405020304" pitchFamily="18" charset="0"/>
              </a:rPr>
              <a:t>优先数的分类及确定</a:t>
            </a:r>
          </a:p>
          <a:p>
            <a:pPr>
              <a:lnSpc>
                <a:spcPct val="130000"/>
              </a:lnSpc>
              <a:buNone/>
              <a:defRPr/>
            </a:pPr>
            <a:r>
              <a:rPr lang="zh-CN" altLang="en-US" sz="2400" b="1" dirty="0">
                <a:solidFill>
                  <a:schemeClr val="tx1"/>
                </a:solidFill>
                <a:latin typeface="Times New Roman" panose="02020603050405020304" pitchFamily="18" charset="0"/>
              </a:rPr>
              <a:t>       </a:t>
            </a:r>
            <a:r>
              <a:rPr lang="en-US" altLang="zh-CN" sz="2400" b="1" dirty="0">
                <a:solidFill>
                  <a:schemeClr val="tx1"/>
                </a:solidFill>
                <a:latin typeface="宋体" panose="02010600030101010101" pitchFamily="2" charset="-122"/>
              </a:rPr>
              <a:t>ⅰ </a:t>
            </a:r>
            <a:r>
              <a:rPr lang="zh-CN" altLang="en-US" sz="2400" b="1" dirty="0">
                <a:solidFill>
                  <a:schemeClr val="tx1"/>
                </a:solidFill>
                <a:latin typeface="Times New Roman" panose="02020603050405020304" pitchFamily="18" charset="0"/>
              </a:rPr>
              <a:t>静态优先数</a:t>
            </a:r>
          </a:p>
          <a:p>
            <a:pPr>
              <a:lnSpc>
                <a:spcPct val="120000"/>
              </a:lnSpc>
              <a:spcBef>
                <a:spcPct val="20000"/>
              </a:spcBef>
              <a:buNone/>
              <a:defRPr/>
            </a:pPr>
            <a:r>
              <a:rPr lang="zh-CN" altLang="en-US" sz="2400" dirty="0">
                <a:solidFill>
                  <a:schemeClr val="tx1"/>
                </a:solidFill>
                <a:latin typeface="Times New Roman" panose="02020603050405020304" pitchFamily="18" charset="0"/>
              </a:rPr>
              <a:t>             在进程被创建时确定，且一经确定后在整个进程运行期间不再改变。</a:t>
            </a:r>
            <a:endParaRPr lang="en-US" altLang="zh-CN" b="1" dirty="0">
              <a:solidFill>
                <a:schemeClr val="tx1"/>
              </a:solidFill>
              <a:latin typeface="宋体" panose="02010600030101010101" pitchFamily="2" charset="-122"/>
            </a:endParaRPr>
          </a:p>
          <a:p>
            <a:pPr lvl="1">
              <a:lnSpc>
                <a:spcPct val="130000"/>
              </a:lnSpc>
              <a:buFont typeface="Wingdings" panose="05000000000000000000" pitchFamily="2" charset="2"/>
              <a:buNone/>
            </a:pPr>
            <a:r>
              <a:rPr lang="en-US" altLang="zh-CN" sz="2400" b="1" dirty="0">
                <a:solidFill>
                  <a:schemeClr val="tx1"/>
                </a:solidFill>
                <a:latin typeface="宋体" panose="02010600030101010101" pitchFamily="2" charset="-122"/>
              </a:rPr>
              <a:t>ⅱ </a:t>
            </a:r>
            <a:r>
              <a:rPr lang="zh-CN" altLang="en-US" sz="2400" b="1" dirty="0">
                <a:solidFill>
                  <a:schemeClr val="tx1"/>
                </a:solidFill>
                <a:latin typeface="Times New Roman" panose="02020603050405020304" pitchFamily="18" charset="0"/>
              </a:rPr>
              <a:t>静态优先数的确定</a:t>
            </a:r>
          </a:p>
          <a:p>
            <a:pPr marL="1257300" lvl="4" indent="-228600">
              <a:lnSpc>
                <a:spcPct val="150000"/>
              </a:lnSpc>
              <a:spcBef>
                <a:spcPts val="500"/>
              </a:spcBef>
              <a:buClr>
                <a:srgbClr val="FFC000"/>
              </a:buClr>
              <a:buFont typeface="Wingdings" panose="05000000000000000000" pitchFamily="2" charset="2"/>
              <a:buChar char="u"/>
              <a:defRPr/>
            </a:pPr>
            <a:r>
              <a:rPr lang="zh-CN" altLang="en-US" sz="2400" dirty="0">
                <a:solidFill>
                  <a:prstClr val="black"/>
                </a:solidFill>
                <a:latin typeface="微软雅黑" panose="020B0503020204020204" pitchFamily="34" charset="-122"/>
                <a:ea typeface="微软雅黑" panose="020B0503020204020204" pitchFamily="34" charset="-122"/>
              </a:rPr>
              <a:t>优先数根据进程所需使用的资源来计算</a:t>
            </a:r>
          </a:p>
          <a:p>
            <a:pPr marL="1257300" lvl="4" indent="-228600">
              <a:lnSpc>
                <a:spcPct val="150000"/>
              </a:lnSpc>
              <a:spcBef>
                <a:spcPts val="500"/>
              </a:spcBef>
              <a:buClr>
                <a:srgbClr val="FFC000"/>
              </a:buClr>
              <a:buFont typeface="Wingdings" panose="05000000000000000000" pitchFamily="2" charset="2"/>
              <a:buChar char="u"/>
              <a:defRPr/>
            </a:pPr>
            <a:r>
              <a:rPr lang="zh-CN" altLang="en-US" sz="2400" dirty="0">
                <a:solidFill>
                  <a:prstClr val="black"/>
                </a:solidFill>
                <a:latin typeface="微软雅黑" panose="020B0503020204020204" pitchFamily="34" charset="-122"/>
                <a:ea typeface="微软雅黑" panose="020B0503020204020204" pitchFamily="34" charset="-122"/>
              </a:rPr>
              <a:t>优先数基于程序运行时间的估计</a:t>
            </a:r>
          </a:p>
          <a:p>
            <a:pPr marL="1257300" lvl="4" indent="-228600">
              <a:lnSpc>
                <a:spcPct val="150000"/>
              </a:lnSpc>
              <a:spcBef>
                <a:spcPts val="500"/>
              </a:spcBef>
              <a:buClr>
                <a:srgbClr val="FFC000"/>
              </a:buClr>
              <a:buFont typeface="Wingdings" panose="05000000000000000000" pitchFamily="2" charset="2"/>
              <a:buChar char="u"/>
              <a:defRPr/>
            </a:pPr>
            <a:r>
              <a:rPr lang="zh-CN" altLang="en-US" sz="2400" dirty="0">
                <a:solidFill>
                  <a:prstClr val="black"/>
                </a:solidFill>
                <a:latin typeface="微软雅黑" panose="020B0503020204020204" pitchFamily="34" charset="-122"/>
                <a:ea typeface="微软雅黑" panose="020B0503020204020204" pitchFamily="34" charset="-122"/>
              </a:rPr>
              <a:t>优先数基于进程的类型</a:t>
            </a:r>
          </a:p>
        </p:txBody>
      </p:sp>
    </p:spTree>
    <p:extLst>
      <p:ext uri="{BB962C8B-B14F-4D97-AF65-F5344CB8AC3E}">
        <p14:creationId xmlns:p14="http://schemas.microsoft.com/office/powerpoint/2010/main" val="172027758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chemeClr val="tx2"/>
                </a:solidFill>
              </a:rPr>
              <a:t>进程及进程管理</a:t>
            </a:r>
            <a:r>
              <a:rPr lang="en-US" altLang="zh-CN" dirty="0">
                <a:solidFill>
                  <a:schemeClr val="tx2"/>
                </a:solidFill>
              </a:rPr>
              <a:t>——</a:t>
            </a:r>
            <a:r>
              <a:rPr lang="zh-CN" altLang="en-US" dirty="0">
                <a:solidFill>
                  <a:schemeClr val="tx2"/>
                </a:solidFill>
              </a:rPr>
              <a:t>进程调度</a:t>
            </a:r>
            <a:endParaRPr lang="zh-CN" altLang="en-US" dirty="0"/>
          </a:p>
        </p:txBody>
      </p:sp>
      <p:sp>
        <p:nvSpPr>
          <p:cNvPr id="3" name="内容占位符 2"/>
          <p:cNvSpPr>
            <a:spLocks noGrp="1"/>
          </p:cNvSpPr>
          <p:nvPr>
            <p:ph idx="1"/>
          </p:nvPr>
        </p:nvSpPr>
        <p:spPr/>
        <p:txBody>
          <a:bodyPr/>
          <a:lstStyle/>
          <a:p>
            <a:pPr lvl="2">
              <a:lnSpc>
                <a:spcPct val="130000"/>
              </a:lnSpc>
              <a:buNone/>
            </a:pPr>
            <a:r>
              <a:rPr lang="en-US" altLang="zh-CN" sz="2400" b="1" dirty="0">
                <a:latin typeface="宋体" panose="02010600030101010101" pitchFamily="2" charset="-122"/>
              </a:rPr>
              <a:t>ⅲ </a:t>
            </a:r>
            <a:r>
              <a:rPr lang="zh-CN" altLang="en-US" sz="2400" b="1" dirty="0">
                <a:latin typeface="Times New Roman" panose="02020603050405020304" pitchFamily="18" charset="0"/>
              </a:rPr>
              <a:t>动态优先数</a:t>
            </a:r>
          </a:p>
          <a:p>
            <a:pPr>
              <a:lnSpc>
                <a:spcPct val="130000"/>
              </a:lnSpc>
              <a:buNone/>
            </a:pPr>
            <a:r>
              <a:rPr lang="zh-CN" altLang="en-US" sz="2400" b="0" dirty="0">
                <a:latin typeface="Times New Roman" panose="02020603050405020304" pitchFamily="18" charset="0"/>
              </a:rPr>
              <a:t>                      进程优先数在进程运行期间可以改变。</a:t>
            </a:r>
          </a:p>
          <a:p>
            <a:pPr lvl="2">
              <a:lnSpc>
                <a:spcPct val="130000"/>
              </a:lnSpc>
              <a:buNone/>
              <a:defRPr/>
            </a:pPr>
            <a:r>
              <a:rPr lang="en-US" altLang="zh-CN" sz="2400" b="1" dirty="0">
                <a:latin typeface="宋体" panose="02010600030101010101" pitchFamily="2" charset="-122"/>
              </a:rPr>
              <a:t>ⅳ </a:t>
            </a:r>
            <a:r>
              <a:rPr lang="zh-CN" altLang="en-US" sz="2400" b="1" dirty="0">
                <a:latin typeface="宋体" panose="02010600030101010101" pitchFamily="2" charset="-122"/>
              </a:rPr>
              <a:t>动态优先数的确定</a:t>
            </a:r>
            <a:endParaRPr lang="en-US" altLang="zh-CN" sz="2400" b="1" dirty="0">
              <a:latin typeface="宋体" panose="02010600030101010101" pitchFamily="2" charset="-122"/>
            </a:endParaRPr>
          </a:p>
          <a:p>
            <a:pPr marL="1714500" lvl="5">
              <a:lnSpc>
                <a:spcPct val="150000"/>
              </a:lnSpc>
              <a:buClr>
                <a:srgbClr val="FFC000"/>
              </a:buClr>
              <a:buFont typeface="Wingdings" panose="05000000000000000000" pitchFamily="2" charset="2"/>
              <a:buChar char="u"/>
              <a:defRPr/>
            </a:pPr>
            <a:r>
              <a:rPr lang="zh-CN" altLang="en-US" sz="2400" dirty="0">
                <a:solidFill>
                  <a:prstClr val="black"/>
                </a:solidFill>
                <a:latin typeface="微软雅黑" panose="020B0503020204020204" pitchFamily="34" charset="-122"/>
                <a:ea typeface="微软雅黑" panose="020B0503020204020204" pitchFamily="34" charset="-122"/>
              </a:rPr>
              <a:t>进程使用</a:t>
            </a:r>
            <a:r>
              <a:rPr lang="en-US" altLang="zh-CN" sz="2400" dirty="0">
                <a:solidFill>
                  <a:prstClr val="black"/>
                </a:solidFill>
                <a:latin typeface="微软雅黑" panose="020B0503020204020204" pitchFamily="34" charset="-122"/>
                <a:ea typeface="微软雅黑" panose="020B0503020204020204" pitchFamily="34" charset="-122"/>
              </a:rPr>
              <a:t>CPU</a:t>
            </a:r>
            <a:r>
              <a:rPr lang="zh-CN" altLang="en-US" sz="2400" dirty="0">
                <a:solidFill>
                  <a:prstClr val="black"/>
                </a:solidFill>
                <a:latin typeface="微软雅黑" panose="020B0503020204020204" pitchFamily="34" charset="-122"/>
                <a:ea typeface="微软雅黑" panose="020B0503020204020204" pitchFamily="34" charset="-122"/>
              </a:rPr>
              <a:t>超过一定数值时，降低优先数</a:t>
            </a:r>
          </a:p>
          <a:p>
            <a:pPr marL="1714500" lvl="5">
              <a:lnSpc>
                <a:spcPct val="150000"/>
              </a:lnSpc>
              <a:buClr>
                <a:srgbClr val="FFC000"/>
              </a:buClr>
              <a:buFont typeface="Wingdings" panose="05000000000000000000" pitchFamily="2" charset="2"/>
              <a:buChar char="u"/>
              <a:defRPr/>
            </a:pPr>
            <a:r>
              <a:rPr lang="zh-CN" altLang="en-US" sz="2400" dirty="0">
                <a:solidFill>
                  <a:prstClr val="black"/>
                </a:solidFill>
                <a:latin typeface="微软雅黑" panose="020B0503020204020204" pitchFamily="34" charset="-122"/>
                <a:ea typeface="微软雅黑" panose="020B0503020204020204" pitchFamily="34" charset="-122"/>
              </a:rPr>
              <a:t>进程</a:t>
            </a:r>
            <a:r>
              <a:rPr lang="en-US" altLang="zh-CN" sz="2400" dirty="0">
                <a:solidFill>
                  <a:prstClr val="black"/>
                </a:solidFill>
                <a:latin typeface="微软雅黑" panose="020B0503020204020204" pitchFamily="34" charset="-122"/>
                <a:ea typeface="微软雅黑" panose="020B0503020204020204" pitchFamily="34" charset="-122"/>
              </a:rPr>
              <a:t>I/O</a:t>
            </a:r>
            <a:r>
              <a:rPr lang="zh-CN" altLang="en-US" sz="2400" dirty="0">
                <a:solidFill>
                  <a:prstClr val="black"/>
                </a:solidFill>
                <a:latin typeface="微软雅黑" panose="020B0503020204020204" pitchFamily="34" charset="-122"/>
                <a:ea typeface="微软雅黑" panose="020B0503020204020204" pitchFamily="34" charset="-122"/>
              </a:rPr>
              <a:t>操作后，增加优先数</a:t>
            </a:r>
          </a:p>
          <a:p>
            <a:pPr marL="1714500" lvl="5">
              <a:lnSpc>
                <a:spcPct val="150000"/>
              </a:lnSpc>
              <a:buClr>
                <a:srgbClr val="FFC000"/>
              </a:buClr>
              <a:buFont typeface="Wingdings" panose="05000000000000000000" pitchFamily="2" charset="2"/>
              <a:buChar char="u"/>
              <a:defRPr/>
            </a:pPr>
            <a:r>
              <a:rPr lang="zh-CN" altLang="en-US" sz="2400" dirty="0">
                <a:solidFill>
                  <a:prstClr val="black"/>
                </a:solidFill>
                <a:latin typeface="微软雅黑" panose="020B0503020204020204" pitchFamily="34" charset="-122"/>
                <a:ea typeface="微软雅黑" panose="020B0503020204020204" pitchFamily="34" charset="-122"/>
              </a:rPr>
              <a:t>进程等待时间超过一定数值时，提高优先数</a:t>
            </a:r>
            <a:r>
              <a:rPr lang="zh-CN" altLang="en-US" sz="2400" dirty="0">
                <a:latin typeface="Times New Roman" panose="02020603050405020304" pitchFamily="18" charset="0"/>
              </a:rPr>
              <a:t>定</a:t>
            </a:r>
          </a:p>
          <a:p>
            <a:pPr marL="1714500" lvl="5">
              <a:lnSpc>
                <a:spcPct val="150000"/>
              </a:lnSpc>
              <a:buClr>
                <a:srgbClr val="FFC000"/>
              </a:buClr>
              <a:buFont typeface="Wingdings" panose="05000000000000000000" pitchFamily="2" charset="2"/>
              <a:buChar char="u"/>
              <a:defRPr/>
            </a:pPr>
            <a:endParaRPr lang="zh-CN" altLang="en-US" dirty="0">
              <a:solidFill>
                <a:prstClr val="black"/>
              </a:solidFill>
              <a:latin typeface="微软雅黑" panose="020B0503020204020204" pitchFamily="34" charset="-122"/>
              <a:ea typeface="微软雅黑" panose="020B0503020204020204" pitchFamily="34" charset="-122"/>
            </a:endParaRPr>
          </a:p>
          <a:p>
            <a:endParaRPr lang="zh-CN" altLang="en-US" dirty="0"/>
          </a:p>
        </p:txBody>
      </p:sp>
    </p:spTree>
    <p:extLst>
      <p:ext uri="{BB962C8B-B14F-4D97-AF65-F5344CB8AC3E}">
        <p14:creationId xmlns:p14="http://schemas.microsoft.com/office/powerpoint/2010/main" val="277337304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4E0E2A-D0BD-22B6-AD40-C2F1361C0573}"/>
              </a:ext>
            </a:extLst>
          </p:cNvPr>
          <p:cNvSpPr>
            <a:spLocks noGrp="1"/>
          </p:cNvSpPr>
          <p:nvPr>
            <p:ph type="title"/>
          </p:nvPr>
        </p:nvSpPr>
        <p:spPr/>
        <p:txBody>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进程调度</a:t>
            </a:r>
          </a:p>
        </p:txBody>
      </p:sp>
      <p:sp>
        <p:nvSpPr>
          <p:cNvPr id="3" name="Rectangle 3">
            <a:extLst>
              <a:ext uri="{FF2B5EF4-FFF2-40B4-BE49-F238E27FC236}">
                <a16:creationId xmlns:a16="http://schemas.microsoft.com/office/drawing/2014/main" id="{2B6CCC3E-33A7-5840-C6C4-7667DAB6C172}"/>
              </a:ext>
            </a:extLst>
          </p:cNvPr>
          <p:cNvSpPr>
            <a:spLocks noChangeArrowheads="1"/>
          </p:cNvSpPr>
          <p:nvPr/>
        </p:nvSpPr>
        <p:spPr bwMode="auto">
          <a:xfrm>
            <a:off x="589422" y="830079"/>
            <a:ext cx="9830926" cy="2898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spcBef>
                <a:spcPts val="1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(2) </a:t>
            </a:r>
            <a:r>
              <a:rPr lang="zh-CN" altLang="en-US" sz="2600" b="1" dirty="0">
                <a:solidFill>
                  <a:prstClr val="black"/>
                </a:solidFill>
                <a:effectLst/>
                <a:latin typeface="微软雅黑" panose="020B0503020204020204" pitchFamily="34" charset="-122"/>
                <a:ea typeface="微软雅黑" panose="020B0503020204020204" pitchFamily="34" charset="-122"/>
              </a:rPr>
              <a:t>循环轮转调度算法</a:t>
            </a:r>
          </a:p>
          <a:p>
            <a:pPr eaLnBrk="1" hangingPunct="1">
              <a:lnSpc>
                <a:spcPct val="130000"/>
              </a:lnSpc>
              <a:buClr>
                <a:schemeClr val="tx2"/>
              </a:buClr>
              <a:buSzPct val="95000"/>
              <a:buFont typeface="Wingdings" panose="05000000000000000000" pitchFamily="2" charset="2"/>
              <a:buNone/>
              <a:defRPr/>
            </a:pPr>
            <a:r>
              <a:rPr lang="zh-CN" altLang="en-US" sz="2400" dirty="0">
                <a:solidFill>
                  <a:srgbClr val="000099"/>
                </a:solidFill>
                <a:effectLst/>
                <a:latin typeface="Times New Roman" panose="02020603050405020304" pitchFamily="18" charset="0"/>
              </a:rPr>
              <a:t>① 什么是循环轮转调度算法</a:t>
            </a:r>
          </a:p>
          <a:p>
            <a:pPr eaLnBrk="1" hangingPunct="1">
              <a:lnSpc>
                <a:spcPct val="130000"/>
              </a:lnSpc>
              <a:buClr>
                <a:schemeClr val="tx2"/>
              </a:buClr>
              <a:buSzPct val="95000"/>
              <a:buFont typeface="Wingdings" panose="05000000000000000000" pitchFamily="2" charset="2"/>
              <a:buNone/>
              <a:defRPr/>
            </a:pPr>
            <a:r>
              <a:rPr lang="zh-CN" altLang="en-US" sz="2000" b="0" dirty="0">
                <a:solidFill>
                  <a:schemeClr val="tx1"/>
                </a:solidFill>
                <a:effectLst/>
                <a:latin typeface="Times New Roman" panose="02020603050405020304" pitchFamily="18" charset="0"/>
              </a:rPr>
              <a:t>            </a:t>
            </a:r>
            <a:r>
              <a:rPr lang="zh-CN" altLang="en-US" sz="2400" b="0" dirty="0">
                <a:solidFill>
                  <a:schemeClr val="tx1"/>
                </a:solidFill>
                <a:effectLst/>
                <a:latin typeface="Times New Roman" panose="02020603050405020304" pitchFamily="18" charset="0"/>
              </a:rPr>
              <a:t>当</a:t>
            </a:r>
            <a:r>
              <a:rPr lang="en-US" altLang="zh-CN" sz="2400" b="0" dirty="0">
                <a:solidFill>
                  <a:schemeClr val="tx1"/>
                </a:solidFill>
                <a:effectLst/>
                <a:latin typeface="Times New Roman" panose="02020603050405020304" pitchFamily="18" charset="0"/>
              </a:rPr>
              <a:t>CPU</a:t>
            </a:r>
            <a:r>
              <a:rPr lang="zh-CN" altLang="en-US" sz="2400" b="0" dirty="0">
                <a:solidFill>
                  <a:schemeClr val="tx1"/>
                </a:solidFill>
                <a:effectLst/>
                <a:latin typeface="Times New Roman" panose="02020603050405020304" pitchFamily="18" charset="0"/>
              </a:rPr>
              <a:t>空闲时，选取就绪队列首元素，赋予一个时间片，当时间片用完时，该进程转为就绪态并进入就绪队列末端。</a:t>
            </a:r>
          </a:p>
          <a:p>
            <a:pPr eaLnBrk="1" hangingPunct="1">
              <a:lnSpc>
                <a:spcPct val="130000"/>
              </a:lnSpc>
              <a:buClr>
                <a:schemeClr val="tx2"/>
              </a:buClr>
              <a:buSzPct val="95000"/>
              <a:buFont typeface="Wingdings" panose="05000000000000000000" pitchFamily="2" charset="2"/>
              <a:buNone/>
              <a:defRPr/>
            </a:pPr>
            <a:r>
              <a:rPr lang="zh-CN" altLang="en-US" sz="2400" dirty="0">
                <a:solidFill>
                  <a:srgbClr val="CC0000"/>
                </a:solidFill>
                <a:effectLst/>
                <a:latin typeface="Times New Roman" panose="02020603050405020304" pitchFamily="18" charset="0"/>
              </a:rPr>
              <a:t>      该队列排序的原则是什么？</a:t>
            </a:r>
          </a:p>
        </p:txBody>
      </p:sp>
      <p:grpSp>
        <p:nvGrpSpPr>
          <p:cNvPr id="4" name="Group 5">
            <a:extLst>
              <a:ext uri="{FF2B5EF4-FFF2-40B4-BE49-F238E27FC236}">
                <a16:creationId xmlns:a16="http://schemas.microsoft.com/office/drawing/2014/main" id="{4722E81E-81EC-2F00-21D2-5E40732607F0}"/>
              </a:ext>
            </a:extLst>
          </p:cNvPr>
          <p:cNvGrpSpPr>
            <a:grpSpLocks/>
          </p:cNvGrpSpPr>
          <p:nvPr/>
        </p:nvGrpSpPr>
        <p:grpSpPr bwMode="auto">
          <a:xfrm>
            <a:off x="1859422" y="3989569"/>
            <a:ext cx="7897813" cy="1876425"/>
            <a:chOff x="362" y="2429"/>
            <a:chExt cx="4975" cy="1182"/>
          </a:xfrm>
        </p:grpSpPr>
        <p:sp>
          <p:nvSpPr>
            <p:cNvPr id="5" name="Rectangle 6">
              <a:extLst>
                <a:ext uri="{FF2B5EF4-FFF2-40B4-BE49-F238E27FC236}">
                  <a16:creationId xmlns:a16="http://schemas.microsoft.com/office/drawing/2014/main" id="{C18E145A-3216-F784-1A8F-594E456E9529}"/>
                </a:ext>
              </a:extLst>
            </p:cNvPr>
            <p:cNvSpPr>
              <a:spLocks noChangeArrowheads="1"/>
            </p:cNvSpPr>
            <p:nvPr/>
          </p:nvSpPr>
          <p:spPr bwMode="auto">
            <a:xfrm>
              <a:off x="1934" y="2613"/>
              <a:ext cx="3084" cy="998"/>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914400" indent="-341313">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1028700" indent="-4556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428750" indent="-39846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52600" indent="-3222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92325" indent="-338138">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495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067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639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9211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pPr>
              <a:endParaRPr lang="zh-CN" altLang="zh-CN" sz="1600" b="0">
                <a:solidFill>
                  <a:srgbClr val="4138FA"/>
                </a:solidFill>
              </a:endParaRPr>
            </a:p>
          </p:txBody>
        </p:sp>
        <p:grpSp>
          <p:nvGrpSpPr>
            <p:cNvPr id="6" name="Group 7">
              <a:extLst>
                <a:ext uri="{FF2B5EF4-FFF2-40B4-BE49-F238E27FC236}">
                  <a16:creationId xmlns:a16="http://schemas.microsoft.com/office/drawing/2014/main" id="{1509E72A-DED3-1A3B-4FCD-F1AE5EA13075}"/>
                </a:ext>
              </a:extLst>
            </p:cNvPr>
            <p:cNvGrpSpPr>
              <a:grpSpLocks/>
            </p:cNvGrpSpPr>
            <p:nvPr/>
          </p:nvGrpSpPr>
          <p:grpSpPr bwMode="auto">
            <a:xfrm>
              <a:off x="4246" y="2931"/>
              <a:ext cx="503" cy="550"/>
              <a:chOff x="4032" y="768"/>
              <a:chExt cx="576" cy="624"/>
            </a:xfrm>
          </p:grpSpPr>
          <p:sp>
            <p:nvSpPr>
              <p:cNvPr id="52" name="Rectangle 8">
                <a:extLst>
                  <a:ext uri="{FF2B5EF4-FFF2-40B4-BE49-F238E27FC236}">
                    <a16:creationId xmlns:a16="http://schemas.microsoft.com/office/drawing/2014/main" id="{ADD2DBB1-15EA-9C61-1BE9-A23E9B220EB9}"/>
                  </a:ext>
                </a:extLst>
              </p:cNvPr>
              <p:cNvSpPr>
                <a:spLocks noChangeArrowheads="1"/>
              </p:cNvSpPr>
              <p:nvPr/>
            </p:nvSpPr>
            <p:spPr bwMode="auto">
              <a:xfrm>
                <a:off x="4032" y="768"/>
                <a:ext cx="576" cy="624"/>
              </a:xfrm>
              <a:prstGeom prst="rect">
                <a:avLst/>
              </a:prstGeom>
              <a:solidFill>
                <a:srgbClr val="FFFF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Font typeface="Wingdings" panose="05000000000000000000" pitchFamily="2" charset="2"/>
                  <a:buChar char="Ø"/>
                </a:pPr>
                <a:endParaRPr lang="zh-CN" altLang="en-US" sz="1400">
                  <a:solidFill>
                    <a:srgbClr val="4138FA"/>
                  </a:solidFill>
                </a:endParaRPr>
              </a:p>
            </p:txBody>
          </p:sp>
          <p:sp>
            <p:nvSpPr>
              <p:cNvPr id="53" name="Line 9">
                <a:extLst>
                  <a:ext uri="{FF2B5EF4-FFF2-40B4-BE49-F238E27FC236}">
                    <a16:creationId xmlns:a16="http://schemas.microsoft.com/office/drawing/2014/main" id="{EA84CF09-0C74-A3D0-7790-95D10296080F}"/>
                  </a:ext>
                </a:extLst>
              </p:cNvPr>
              <p:cNvSpPr>
                <a:spLocks noChangeShapeType="1"/>
              </p:cNvSpPr>
              <p:nvPr/>
            </p:nvSpPr>
            <p:spPr bwMode="auto">
              <a:xfrm>
                <a:off x="4032" y="1200"/>
                <a:ext cx="5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7" name="Group 10">
              <a:extLst>
                <a:ext uri="{FF2B5EF4-FFF2-40B4-BE49-F238E27FC236}">
                  <a16:creationId xmlns:a16="http://schemas.microsoft.com/office/drawing/2014/main" id="{984737C4-3770-84A9-F4E4-E51B211DBFE3}"/>
                </a:ext>
              </a:extLst>
            </p:cNvPr>
            <p:cNvGrpSpPr>
              <a:grpSpLocks/>
            </p:cNvGrpSpPr>
            <p:nvPr/>
          </p:nvGrpSpPr>
          <p:grpSpPr bwMode="auto">
            <a:xfrm>
              <a:off x="2987" y="2931"/>
              <a:ext cx="503" cy="550"/>
              <a:chOff x="4032" y="768"/>
              <a:chExt cx="576" cy="624"/>
            </a:xfrm>
          </p:grpSpPr>
          <p:sp>
            <p:nvSpPr>
              <p:cNvPr id="50" name="Rectangle 11">
                <a:extLst>
                  <a:ext uri="{FF2B5EF4-FFF2-40B4-BE49-F238E27FC236}">
                    <a16:creationId xmlns:a16="http://schemas.microsoft.com/office/drawing/2014/main" id="{6CB46CA5-F2B5-1F2C-C806-8AEC2BC24DF3}"/>
                  </a:ext>
                </a:extLst>
              </p:cNvPr>
              <p:cNvSpPr>
                <a:spLocks noChangeArrowheads="1"/>
              </p:cNvSpPr>
              <p:nvPr/>
            </p:nvSpPr>
            <p:spPr bwMode="auto">
              <a:xfrm>
                <a:off x="4032" y="768"/>
                <a:ext cx="576" cy="624"/>
              </a:xfrm>
              <a:prstGeom prst="rect">
                <a:avLst/>
              </a:prstGeom>
              <a:solidFill>
                <a:srgbClr val="FFFF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Font typeface="Wingdings" panose="05000000000000000000" pitchFamily="2" charset="2"/>
                  <a:buChar char="Ø"/>
                </a:pPr>
                <a:endParaRPr lang="zh-CN" altLang="en-US" sz="1400">
                  <a:solidFill>
                    <a:srgbClr val="4138FA"/>
                  </a:solidFill>
                </a:endParaRPr>
              </a:p>
            </p:txBody>
          </p:sp>
          <p:sp>
            <p:nvSpPr>
              <p:cNvPr id="51" name="Line 12">
                <a:extLst>
                  <a:ext uri="{FF2B5EF4-FFF2-40B4-BE49-F238E27FC236}">
                    <a16:creationId xmlns:a16="http://schemas.microsoft.com/office/drawing/2014/main" id="{97EF6B36-FE24-29B8-8C65-41F5E73A9442}"/>
                  </a:ext>
                </a:extLst>
              </p:cNvPr>
              <p:cNvSpPr>
                <a:spLocks noChangeShapeType="1"/>
              </p:cNvSpPr>
              <p:nvPr/>
            </p:nvSpPr>
            <p:spPr bwMode="auto">
              <a:xfrm>
                <a:off x="4032" y="1200"/>
                <a:ext cx="5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8" name="Group 13">
              <a:extLst>
                <a:ext uri="{FF2B5EF4-FFF2-40B4-BE49-F238E27FC236}">
                  <a16:creationId xmlns:a16="http://schemas.microsoft.com/office/drawing/2014/main" id="{7565EE94-8E33-5038-4821-5FB65673A7B0}"/>
                </a:ext>
              </a:extLst>
            </p:cNvPr>
            <p:cNvGrpSpPr>
              <a:grpSpLocks/>
            </p:cNvGrpSpPr>
            <p:nvPr/>
          </p:nvGrpSpPr>
          <p:grpSpPr bwMode="auto">
            <a:xfrm>
              <a:off x="2148" y="2931"/>
              <a:ext cx="503" cy="550"/>
              <a:chOff x="4032" y="768"/>
              <a:chExt cx="576" cy="624"/>
            </a:xfrm>
          </p:grpSpPr>
          <p:sp>
            <p:nvSpPr>
              <p:cNvPr id="48" name="Rectangle 14">
                <a:extLst>
                  <a:ext uri="{FF2B5EF4-FFF2-40B4-BE49-F238E27FC236}">
                    <a16:creationId xmlns:a16="http://schemas.microsoft.com/office/drawing/2014/main" id="{DBC5CEF5-BE60-BC37-92BF-E74DF774A55C}"/>
                  </a:ext>
                </a:extLst>
              </p:cNvPr>
              <p:cNvSpPr>
                <a:spLocks noChangeArrowheads="1"/>
              </p:cNvSpPr>
              <p:nvPr/>
            </p:nvSpPr>
            <p:spPr bwMode="auto">
              <a:xfrm>
                <a:off x="4032" y="768"/>
                <a:ext cx="576" cy="624"/>
              </a:xfrm>
              <a:prstGeom prst="rect">
                <a:avLst/>
              </a:prstGeom>
              <a:solidFill>
                <a:srgbClr val="FFFF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Font typeface="Wingdings" panose="05000000000000000000" pitchFamily="2" charset="2"/>
                  <a:buChar char="Ø"/>
                </a:pPr>
                <a:endParaRPr lang="zh-CN" altLang="en-US" sz="1400">
                  <a:solidFill>
                    <a:srgbClr val="4138FA"/>
                  </a:solidFill>
                </a:endParaRPr>
              </a:p>
            </p:txBody>
          </p:sp>
          <p:sp>
            <p:nvSpPr>
              <p:cNvPr id="49" name="Line 15">
                <a:extLst>
                  <a:ext uri="{FF2B5EF4-FFF2-40B4-BE49-F238E27FC236}">
                    <a16:creationId xmlns:a16="http://schemas.microsoft.com/office/drawing/2014/main" id="{573ADE78-97B9-9C32-E3AD-51C60559D665}"/>
                  </a:ext>
                </a:extLst>
              </p:cNvPr>
              <p:cNvSpPr>
                <a:spLocks noChangeShapeType="1"/>
              </p:cNvSpPr>
              <p:nvPr/>
            </p:nvSpPr>
            <p:spPr bwMode="auto">
              <a:xfrm>
                <a:off x="4032" y="1200"/>
                <a:ext cx="5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9" name="Line 16">
              <a:extLst>
                <a:ext uri="{FF2B5EF4-FFF2-40B4-BE49-F238E27FC236}">
                  <a16:creationId xmlns:a16="http://schemas.microsoft.com/office/drawing/2014/main" id="{D149C085-63C8-F357-A365-30828507A24A}"/>
                </a:ext>
              </a:extLst>
            </p:cNvPr>
            <p:cNvSpPr>
              <a:spLocks noChangeShapeType="1"/>
            </p:cNvSpPr>
            <p:nvPr/>
          </p:nvSpPr>
          <p:spPr bwMode="auto">
            <a:xfrm>
              <a:off x="2568" y="3396"/>
              <a:ext cx="20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0" name="Line 17">
              <a:extLst>
                <a:ext uri="{FF2B5EF4-FFF2-40B4-BE49-F238E27FC236}">
                  <a16:creationId xmlns:a16="http://schemas.microsoft.com/office/drawing/2014/main" id="{5635C480-F62E-CC32-2651-CC3EA4359580}"/>
                </a:ext>
              </a:extLst>
            </p:cNvPr>
            <p:cNvSpPr>
              <a:spLocks noChangeShapeType="1"/>
            </p:cNvSpPr>
            <p:nvPr/>
          </p:nvSpPr>
          <p:spPr bwMode="auto">
            <a:xfrm>
              <a:off x="2777" y="2930"/>
              <a:ext cx="21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1" name="Line 18">
              <a:extLst>
                <a:ext uri="{FF2B5EF4-FFF2-40B4-BE49-F238E27FC236}">
                  <a16:creationId xmlns:a16="http://schemas.microsoft.com/office/drawing/2014/main" id="{5B867B08-4394-3BCC-E83E-57CD08724067}"/>
                </a:ext>
              </a:extLst>
            </p:cNvPr>
            <p:cNvSpPr>
              <a:spLocks noChangeShapeType="1"/>
            </p:cNvSpPr>
            <p:nvPr/>
          </p:nvSpPr>
          <p:spPr bwMode="auto">
            <a:xfrm>
              <a:off x="2777" y="2930"/>
              <a:ext cx="0" cy="46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2" name="Line 19">
              <a:extLst>
                <a:ext uri="{FF2B5EF4-FFF2-40B4-BE49-F238E27FC236}">
                  <a16:creationId xmlns:a16="http://schemas.microsoft.com/office/drawing/2014/main" id="{5E3B88AF-C97A-E3E3-FBFB-22875C85590A}"/>
                </a:ext>
              </a:extLst>
            </p:cNvPr>
            <p:cNvSpPr>
              <a:spLocks noChangeShapeType="1"/>
            </p:cNvSpPr>
            <p:nvPr/>
          </p:nvSpPr>
          <p:spPr bwMode="auto">
            <a:xfrm>
              <a:off x="3407" y="3418"/>
              <a:ext cx="20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3" name="Line 20">
              <a:extLst>
                <a:ext uri="{FF2B5EF4-FFF2-40B4-BE49-F238E27FC236}">
                  <a16:creationId xmlns:a16="http://schemas.microsoft.com/office/drawing/2014/main" id="{436ABDE6-D0B7-8B4B-2209-1F509EEFD2C9}"/>
                </a:ext>
              </a:extLst>
            </p:cNvPr>
            <p:cNvSpPr>
              <a:spLocks noChangeShapeType="1"/>
            </p:cNvSpPr>
            <p:nvPr/>
          </p:nvSpPr>
          <p:spPr bwMode="auto">
            <a:xfrm>
              <a:off x="3616" y="2952"/>
              <a:ext cx="21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4" name="Line 21">
              <a:extLst>
                <a:ext uri="{FF2B5EF4-FFF2-40B4-BE49-F238E27FC236}">
                  <a16:creationId xmlns:a16="http://schemas.microsoft.com/office/drawing/2014/main" id="{88644C09-8726-9EC4-FC1A-322AC0CC111B}"/>
                </a:ext>
              </a:extLst>
            </p:cNvPr>
            <p:cNvSpPr>
              <a:spLocks noChangeShapeType="1"/>
            </p:cNvSpPr>
            <p:nvPr/>
          </p:nvSpPr>
          <p:spPr bwMode="auto">
            <a:xfrm>
              <a:off x="3616" y="2952"/>
              <a:ext cx="0" cy="46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 name="Line 22">
              <a:extLst>
                <a:ext uri="{FF2B5EF4-FFF2-40B4-BE49-F238E27FC236}">
                  <a16:creationId xmlns:a16="http://schemas.microsoft.com/office/drawing/2014/main" id="{54CB8C9E-EDFF-A03C-E046-BA4FAAF65CBF}"/>
                </a:ext>
              </a:extLst>
            </p:cNvPr>
            <p:cNvSpPr>
              <a:spLocks noChangeShapeType="1"/>
            </p:cNvSpPr>
            <p:nvPr/>
          </p:nvSpPr>
          <p:spPr bwMode="auto">
            <a:xfrm>
              <a:off x="4036" y="2952"/>
              <a:ext cx="21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 name="Text Box 23">
              <a:extLst>
                <a:ext uri="{FF2B5EF4-FFF2-40B4-BE49-F238E27FC236}">
                  <a16:creationId xmlns:a16="http://schemas.microsoft.com/office/drawing/2014/main" id="{86D354F8-085A-0503-7BBF-A07FFE6DB2B0}"/>
                </a:ext>
              </a:extLst>
            </p:cNvPr>
            <p:cNvSpPr txBox="1">
              <a:spLocks noChangeArrowheads="1"/>
            </p:cNvSpPr>
            <p:nvPr/>
          </p:nvSpPr>
          <p:spPr bwMode="auto">
            <a:xfrm>
              <a:off x="4413" y="3249"/>
              <a:ext cx="294"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a:solidFill>
                    <a:schemeClr val="tx1"/>
                  </a:solidFill>
                  <a:latin typeface="Times New Roman" panose="02020603050405020304" pitchFamily="18" charset="0"/>
                  <a:sym typeface="Symbol" panose="05050102010706020507" pitchFamily="18" charset="2"/>
                </a:rPr>
                <a:t></a:t>
              </a:r>
            </a:p>
          </p:txBody>
        </p:sp>
        <p:grpSp>
          <p:nvGrpSpPr>
            <p:cNvPr id="17" name="Group 24">
              <a:extLst>
                <a:ext uri="{FF2B5EF4-FFF2-40B4-BE49-F238E27FC236}">
                  <a16:creationId xmlns:a16="http://schemas.microsoft.com/office/drawing/2014/main" id="{91EDF8F3-DB16-01E2-768B-509EBAD4F2D4}"/>
                </a:ext>
              </a:extLst>
            </p:cNvPr>
            <p:cNvGrpSpPr>
              <a:grpSpLocks/>
            </p:cNvGrpSpPr>
            <p:nvPr/>
          </p:nvGrpSpPr>
          <p:grpSpPr bwMode="auto">
            <a:xfrm>
              <a:off x="4246" y="2931"/>
              <a:ext cx="503" cy="550"/>
              <a:chOff x="4032" y="768"/>
              <a:chExt cx="576" cy="624"/>
            </a:xfrm>
          </p:grpSpPr>
          <p:sp>
            <p:nvSpPr>
              <p:cNvPr id="46" name="Rectangle 25">
                <a:extLst>
                  <a:ext uri="{FF2B5EF4-FFF2-40B4-BE49-F238E27FC236}">
                    <a16:creationId xmlns:a16="http://schemas.microsoft.com/office/drawing/2014/main" id="{937587CC-6575-77D0-01F6-BDAA480D82CA}"/>
                  </a:ext>
                </a:extLst>
              </p:cNvPr>
              <p:cNvSpPr>
                <a:spLocks noChangeArrowheads="1"/>
              </p:cNvSpPr>
              <p:nvPr/>
            </p:nvSpPr>
            <p:spPr bwMode="auto">
              <a:xfrm>
                <a:off x="4032" y="768"/>
                <a:ext cx="576" cy="624"/>
              </a:xfrm>
              <a:prstGeom prst="rect">
                <a:avLst/>
              </a:prstGeom>
              <a:solidFill>
                <a:srgbClr val="CCFF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Font typeface="Wingdings" panose="05000000000000000000" pitchFamily="2" charset="2"/>
                  <a:buChar char="Ø"/>
                </a:pPr>
                <a:endParaRPr lang="zh-CN" altLang="en-US" sz="1400">
                  <a:solidFill>
                    <a:srgbClr val="4138FA"/>
                  </a:solidFill>
                </a:endParaRPr>
              </a:p>
            </p:txBody>
          </p:sp>
          <p:sp>
            <p:nvSpPr>
              <p:cNvPr id="47" name="Line 26">
                <a:extLst>
                  <a:ext uri="{FF2B5EF4-FFF2-40B4-BE49-F238E27FC236}">
                    <a16:creationId xmlns:a16="http://schemas.microsoft.com/office/drawing/2014/main" id="{753075BB-3956-1874-FE63-CF040530DE3E}"/>
                  </a:ext>
                </a:extLst>
              </p:cNvPr>
              <p:cNvSpPr>
                <a:spLocks noChangeShapeType="1"/>
              </p:cNvSpPr>
              <p:nvPr/>
            </p:nvSpPr>
            <p:spPr bwMode="auto">
              <a:xfrm>
                <a:off x="4032" y="1200"/>
                <a:ext cx="5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18" name="Group 27">
              <a:extLst>
                <a:ext uri="{FF2B5EF4-FFF2-40B4-BE49-F238E27FC236}">
                  <a16:creationId xmlns:a16="http://schemas.microsoft.com/office/drawing/2014/main" id="{32C07709-B1F9-5133-DAA5-121A3CDB84B6}"/>
                </a:ext>
              </a:extLst>
            </p:cNvPr>
            <p:cNvGrpSpPr>
              <a:grpSpLocks/>
            </p:cNvGrpSpPr>
            <p:nvPr/>
          </p:nvGrpSpPr>
          <p:grpSpPr bwMode="auto">
            <a:xfrm>
              <a:off x="2987" y="2931"/>
              <a:ext cx="503" cy="550"/>
              <a:chOff x="4032" y="768"/>
              <a:chExt cx="576" cy="624"/>
            </a:xfrm>
          </p:grpSpPr>
          <p:sp>
            <p:nvSpPr>
              <p:cNvPr id="44" name="Rectangle 28">
                <a:extLst>
                  <a:ext uri="{FF2B5EF4-FFF2-40B4-BE49-F238E27FC236}">
                    <a16:creationId xmlns:a16="http://schemas.microsoft.com/office/drawing/2014/main" id="{BD6B5EAE-9A14-85F1-7BF5-CB2536837AE8}"/>
                  </a:ext>
                </a:extLst>
              </p:cNvPr>
              <p:cNvSpPr>
                <a:spLocks noChangeArrowheads="1"/>
              </p:cNvSpPr>
              <p:nvPr/>
            </p:nvSpPr>
            <p:spPr bwMode="auto">
              <a:xfrm>
                <a:off x="4032" y="768"/>
                <a:ext cx="576" cy="624"/>
              </a:xfrm>
              <a:prstGeom prst="rect">
                <a:avLst/>
              </a:prstGeom>
              <a:solidFill>
                <a:srgbClr val="CCE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Font typeface="Wingdings" panose="05000000000000000000" pitchFamily="2" charset="2"/>
                  <a:buChar char="Ø"/>
                </a:pPr>
                <a:endParaRPr lang="zh-CN" altLang="en-US" sz="1400">
                  <a:solidFill>
                    <a:srgbClr val="4138FA"/>
                  </a:solidFill>
                </a:endParaRPr>
              </a:p>
            </p:txBody>
          </p:sp>
          <p:sp>
            <p:nvSpPr>
              <p:cNvPr id="45" name="Line 29">
                <a:extLst>
                  <a:ext uri="{FF2B5EF4-FFF2-40B4-BE49-F238E27FC236}">
                    <a16:creationId xmlns:a16="http://schemas.microsoft.com/office/drawing/2014/main" id="{96FC087C-B47B-FCC0-72D2-207EB593A524}"/>
                  </a:ext>
                </a:extLst>
              </p:cNvPr>
              <p:cNvSpPr>
                <a:spLocks noChangeShapeType="1"/>
              </p:cNvSpPr>
              <p:nvPr/>
            </p:nvSpPr>
            <p:spPr bwMode="auto">
              <a:xfrm>
                <a:off x="4032" y="1200"/>
                <a:ext cx="5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19" name="Group 30">
              <a:extLst>
                <a:ext uri="{FF2B5EF4-FFF2-40B4-BE49-F238E27FC236}">
                  <a16:creationId xmlns:a16="http://schemas.microsoft.com/office/drawing/2014/main" id="{A5A7DA78-33CB-B031-6DB8-ACDFAB68FE13}"/>
                </a:ext>
              </a:extLst>
            </p:cNvPr>
            <p:cNvGrpSpPr>
              <a:grpSpLocks/>
            </p:cNvGrpSpPr>
            <p:nvPr/>
          </p:nvGrpSpPr>
          <p:grpSpPr bwMode="auto">
            <a:xfrm>
              <a:off x="2148" y="2931"/>
              <a:ext cx="503" cy="550"/>
              <a:chOff x="4032" y="768"/>
              <a:chExt cx="576" cy="624"/>
            </a:xfrm>
          </p:grpSpPr>
          <p:sp>
            <p:nvSpPr>
              <p:cNvPr id="42" name="Rectangle 31">
                <a:extLst>
                  <a:ext uri="{FF2B5EF4-FFF2-40B4-BE49-F238E27FC236}">
                    <a16:creationId xmlns:a16="http://schemas.microsoft.com/office/drawing/2014/main" id="{7779681D-3FC8-566C-3624-266B6F0F1CBD}"/>
                  </a:ext>
                </a:extLst>
              </p:cNvPr>
              <p:cNvSpPr>
                <a:spLocks noChangeArrowheads="1"/>
              </p:cNvSpPr>
              <p:nvPr/>
            </p:nvSpPr>
            <p:spPr bwMode="auto">
              <a:xfrm>
                <a:off x="4032" y="768"/>
                <a:ext cx="576" cy="624"/>
              </a:xfrm>
              <a:prstGeom prst="rect">
                <a:avLst/>
              </a:prstGeom>
              <a:solidFill>
                <a:srgbClr val="CCE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Font typeface="Wingdings" panose="05000000000000000000" pitchFamily="2" charset="2"/>
                  <a:buChar char="Ø"/>
                </a:pPr>
                <a:endParaRPr lang="zh-CN" altLang="en-US" sz="1400">
                  <a:solidFill>
                    <a:srgbClr val="4138FA"/>
                  </a:solidFill>
                </a:endParaRPr>
              </a:p>
            </p:txBody>
          </p:sp>
          <p:sp>
            <p:nvSpPr>
              <p:cNvPr id="43" name="Line 32">
                <a:extLst>
                  <a:ext uri="{FF2B5EF4-FFF2-40B4-BE49-F238E27FC236}">
                    <a16:creationId xmlns:a16="http://schemas.microsoft.com/office/drawing/2014/main" id="{367D7050-835E-4DC1-6C8C-A776206507C3}"/>
                  </a:ext>
                </a:extLst>
              </p:cNvPr>
              <p:cNvSpPr>
                <a:spLocks noChangeShapeType="1"/>
              </p:cNvSpPr>
              <p:nvPr/>
            </p:nvSpPr>
            <p:spPr bwMode="auto">
              <a:xfrm>
                <a:off x="4032" y="1200"/>
                <a:ext cx="5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20" name="Line 33">
              <a:extLst>
                <a:ext uri="{FF2B5EF4-FFF2-40B4-BE49-F238E27FC236}">
                  <a16:creationId xmlns:a16="http://schemas.microsoft.com/office/drawing/2014/main" id="{0AC6C5CC-113F-F091-C943-96907928236C}"/>
                </a:ext>
              </a:extLst>
            </p:cNvPr>
            <p:cNvSpPr>
              <a:spLocks noChangeShapeType="1"/>
            </p:cNvSpPr>
            <p:nvPr/>
          </p:nvSpPr>
          <p:spPr bwMode="auto">
            <a:xfrm>
              <a:off x="2568" y="3396"/>
              <a:ext cx="20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1" name="Line 34">
              <a:extLst>
                <a:ext uri="{FF2B5EF4-FFF2-40B4-BE49-F238E27FC236}">
                  <a16:creationId xmlns:a16="http://schemas.microsoft.com/office/drawing/2014/main" id="{BBC42C7D-8155-05E0-B5EB-4545FD732E0F}"/>
                </a:ext>
              </a:extLst>
            </p:cNvPr>
            <p:cNvSpPr>
              <a:spLocks noChangeShapeType="1"/>
            </p:cNvSpPr>
            <p:nvPr/>
          </p:nvSpPr>
          <p:spPr bwMode="auto">
            <a:xfrm>
              <a:off x="2777" y="2930"/>
              <a:ext cx="210"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2" name="Line 35">
              <a:extLst>
                <a:ext uri="{FF2B5EF4-FFF2-40B4-BE49-F238E27FC236}">
                  <a16:creationId xmlns:a16="http://schemas.microsoft.com/office/drawing/2014/main" id="{21010AEA-F619-34FA-9B92-94E4ADE1B275}"/>
                </a:ext>
              </a:extLst>
            </p:cNvPr>
            <p:cNvSpPr>
              <a:spLocks noChangeShapeType="1"/>
            </p:cNvSpPr>
            <p:nvPr/>
          </p:nvSpPr>
          <p:spPr bwMode="auto">
            <a:xfrm>
              <a:off x="2777" y="2930"/>
              <a:ext cx="0" cy="46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3" name="Line 36">
              <a:extLst>
                <a:ext uri="{FF2B5EF4-FFF2-40B4-BE49-F238E27FC236}">
                  <a16:creationId xmlns:a16="http://schemas.microsoft.com/office/drawing/2014/main" id="{93E997F5-BEA6-DBE3-E36B-7DB35B5ECBCB}"/>
                </a:ext>
              </a:extLst>
            </p:cNvPr>
            <p:cNvSpPr>
              <a:spLocks noChangeShapeType="1"/>
            </p:cNvSpPr>
            <p:nvPr/>
          </p:nvSpPr>
          <p:spPr bwMode="auto">
            <a:xfrm>
              <a:off x="3407" y="3418"/>
              <a:ext cx="20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 name="Line 37">
              <a:extLst>
                <a:ext uri="{FF2B5EF4-FFF2-40B4-BE49-F238E27FC236}">
                  <a16:creationId xmlns:a16="http://schemas.microsoft.com/office/drawing/2014/main" id="{6F7C97F7-C3E9-F1FC-436D-AFF3B510D93A}"/>
                </a:ext>
              </a:extLst>
            </p:cNvPr>
            <p:cNvSpPr>
              <a:spLocks noChangeShapeType="1"/>
            </p:cNvSpPr>
            <p:nvPr/>
          </p:nvSpPr>
          <p:spPr bwMode="auto">
            <a:xfrm>
              <a:off x="3616" y="2952"/>
              <a:ext cx="210"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5" name="Line 38">
              <a:extLst>
                <a:ext uri="{FF2B5EF4-FFF2-40B4-BE49-F238E27FC236}">
                  <a16:creationId xmlns:a16="http://schemas.microsoft.com/office/drawing/2014/main" id="{6EC3F4E6-95CB-12DC-2200-370A65B4E6EB}"/>
                </a:ext>
              </a:extLst>
            </p:cNvPr>
            <p:cNvSpPr>
              <a:spLocks noChangeShapeType="1"/>
            </p:cNvSpPr>
            <p:nvPr/>
          </p:nvSpPr>
          <p:spPr bwMode="auto">
            <a:xfrm>
              <a:off x="3616" y="2952"/>
              <a:ext cx="0" cy="46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6" name="Line 39">
              <a:extLst>
                <a:ext uri="{FF2B5EF4-FFF2-40B4-BE49-F238E27FC236}">
                  <a16:creationId xmlns:a16="http://schemas.microsoft.com/office/drawing/2014/main" id="{9089FFCF-0BCC-3300-3BCB-2FB7B0054F0F}"/>
                </a:ext>
              </a:extLst>
            </p:cNvPr>
            <p:cNvSpPr>
              <a:spLocks noChangeShapeType="1"/>
            </p:cNvSpPr>
            <p:nvPr/>
          </p:nvSpPr>
          <p:spPr bwMode="auto">
            <a:xfrm>
              <a:off x="4036" y="2952"/>
              <a:ext cx="210"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7" name="Text Box 40">
              <a:extLst>
                <a:ext uri="{FF2B5EF4-FFF2-40B4-BE49-F238E27FC236}">
                  <a16:creationId xmlns:a16="http://schemas.microsoft.com/office/drawing/2014/main" id="{7414D652-DAE0-FCA8-B31B-8F88DE1BA9FE}"/>
                </a:ext>
              </a:extLst>
            </p:cNvPr>
            <p:cNvSpPr txBox="1">
              <a:spLocks noChangeArrowheads="1"/>
            </p:cNvSpPr>
            <p:nvPr/>
          </p:nvSpPr>
          <p:spPr bwMode="auto">
            <a:xfrm>
              <a:off x="4413" y="3249"/>
              <a:ext cx="294"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a:solidFill>
                    <a:schemeClr val="tx1"/>
                  </a:solidFill>
                  <a:latin typeface="Times New Roman" panose="02020603050405020304" pitchFamily="18" charset="0"/>
                  <a:sym typeface="Symbol" panose="05050102010706020507" pitchFamily="18" charset="2"/>
                </a:rPr>
                <a:t></a:t>
              </a:r>
            </a:p>
          </p:txBody>
        </p:sp>
        <p:sp>
          <p:nvSpPr>
            <p:cNvPr id="28" name="Text Box 41">
              <a:extLst>
                <a:ext uri="{FF2B5EF4-FFF2-40B4-BE49-F238E27FC236}">
                  <a16:creationId xmlns:a16="http://schemas.microsoft.com/office/drawing/2014/main" id="{D80A3E39-1540-3CF3-51B1-CF2181436B40}"/>
                </a:ext>
              </a:extLst>
            </p:cNvPr>
            <p:cNvSpPr txBox="1">
              <a:spLocks noChangeArrowheads="1"/>
            </p:cNvSpPr>
            <p:nvPr/>
          </p:nvSpPr>
          <p:spPr bwMode="auto">
            <a:xfrm>
              <a:off x="2232" y="2656"/>
              <a:ext cx="377"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a:solidFill>
                    <a:schemeClr val="tx1"/>
                  </a:solidFill>
                  <a:latin typeface="Times New Roman" panose="02020603050405020304" pitchFamily="18" charset="0"/>
                </a:rPr>
                <a:t>pcb</a:t>
              </a:r>
              <a:r>
                <a:rPr kumimoji="1" lang="en-US" altLang="zh-CN" sz="1600" baseline="-25000">
                  <a:solidFill>
                    <a:schemeClr val="tx1"/>
                  </a:solidFill>
                  <a:latin typeface="Times New Roman" panose="02020603050405020304" pitchFamily="18" charset="0"/>
                </a:rPr>
                <a:t>1</a:t>
              </a:r>
              <a:endParaRPr kumimoji="1" lang="en-US" altLang="zh-CN" sz="1600">
                <a:solidFill>
                  <a:schemeClr val="tx1"/>
                </a:solidFill>
                <a:latin typeface="Times New Roman" panose="02020603050405020304" pitchFamily="18" charset="0"/>
              </a:endParaRPr>
            </a:p>
          </p:txBody>
        </p:sp>
        <p:sp>
          <p:nvSpPr>
            <p:cNvPr id="29" name="Text Box 42">
              <a:extLst>
                <a:ext uri="{FF2B5EF4-FFF2-40B4-BE49-F238E27FC236}">
                  <a16:creationId xmlns:a16="http://schemas.microsoft.com/office/drawing/2014/main" id="{4DC33710-A7E8-5BE3-C644-9D535D5F20B7}"/>
                </a:ext>
              </a:extLst>
            </p:cNvPr>
            <p:cNvSpPr txBox="1">
              <a:spLocks noChangeArrowheads="1"/>
            </p:cNvSpPr>
            <p:nvPr/>
          </p:nvSpPr>
          <p:spPr bwMode="auto">
            <a:xfrm>
              <a:off x="3070" y="2656"/>
              <a:ext cx="379"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a:solidFill>
                    <a:schemeClr val="tx1"/>
                  </a:solidFill>
                  <a:latin typeface="Times New Roman" panose="02020603050405020304" pitchFamily="18" charset="0"/>
                </a:rPr>
                <a:t>pcb</a:t>
              </a:r>
              <a:r>
                <a:rPr kumimoji="1" lang="en-US" altLang="zh-CN" sz="1600" baseline="-25000">
                  <a:solidFill>
                    <a:schemeClr val="tx1"/>
                  </a:solidFill>
                  <a:latin typeface="Times New Roman" panose="02020603050405020304" pitchFamily="18" charset="0"/>
                </a:rPr>
                <a:t>2</a:t>
              </a:r>
              <a:endParaRPr kumimoji="1" lang="en-US" altLang="zh-CN" sz="1600">
                <a:solidFill>
                  <a:schemeClr val="tx1"/>
                </a:solidFill>
                <a:latin typeface="Times New Roman" panose="02020603050405020304" pitchFamily="18" charset="0"/>
              </a:endParaRPr>
            </a:p>
          </p:txBody>
        </p:sp>
        <p:sp>
          <p:nvSpPr>
            <p:cNvPr id="30" name="Text Box 43">
              <a:extLst>
                <a:ext uri="{FF2B5EF4-FFF2-40B4-BE49-F238E27FC236}">
                  <a16:creationId xmlns:a16="http://schemas.microsoft.com/office/drawing/2014/main" id="{C4540349-0FAD-2F60-B198-DA400E5F2AB7}"/>
                </a:ext>
              </a:extLst>
            </p:cNvPr>
            <p:cNvSpPr txBox="1">
              <a:spLocks noChangeArrowheads="1"/>
            </p:cNvSpPr>
            <p:nvPr/>
          </p:nvSpPr>
          <p:spPr bwMode="auto">
            <a:xfrm>
              <a:off x="4329" y="2656"/>
              <a:ext cx="378"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a:solidFill>
                    <a:schemeClr val="tx1"/>
                  </a:solidFill>
                  <a:latin typeface="Times New Roman" panose="02020603050405020304" pitchFamily="18" charset="0"/>
                </a:rPr>
                <a:t>pcb</a:t>
              </a:r>
              <a:r>
                <a:rPr kumimoji="1" lang="en-US" altLang="zh-CN" sz="1600" baseline="-25000">
                  <a:solidFill>
                    <a:schemeClr val="tx1"/>
                  </a:solidFill>
                  <a:latin typeface="Times New Roman" panose="02020603050405020304" pitchFamily="18" charset="0"/>
                </a:rPr>
                <a:t>n</a:t>
              </a:r>
              <a:endParaRPr kumimoji="1" lang="en-US" altLang="zh-CN" sz="1600">
                <a:solidFill>
                  <a:schemeClr val="tx1"/>
                </a:solidFill>
                <a:latin typeface="Times New Roman" panose="02020603050405020304" pitchFamily="18" charset="0"/>
              </a:endParaRPr>
            </a:p>
          </p:txBody>
        </p:sp>
        <p:sp>
          <p:nvSpPr>
            <p:cNvPr id="31" name="Rectangle 44">
              <a:extLst>
                <a:ext uri="{FF2B5EF4-FFF2-40B4-BE49-F238E27FC236}">
                  <a16:creationId xmlns:a16="http://schemas.microsoft.com/office/drawing/2014/main" id="{B37504D6-2842-7BDC-92ED-40AA83437088}"/>
                </a:ext>
              </a:extLst>
            </p:cNvPr>
            <p:cNvSpPr>
              <a:spLocks noChangeArrowheads="1"/>
            </p:cNvSpPr>
            <p:nvPr/>
          </p:nvSpPr>
          <p:spPr bwMode="auto">
            <a:xfrm>
              <a:off x="924" y="2890"/>
              <a:ext cx="666" cy="466"/>
            </a:xfrm>
            <a:prstGeom prst="rect">
              <a:avLst/>
            </a:prstGeom>
            <a:solidFill>
              <a:srgbClr val="CCFFCC"/>
            </a:solidFill>
            <a:ln w="19050">
              <a:solidFill>
                <a:srgbClr val="000000"/>
              </a:solidFill>
              <a:miter lim="800000"/>
              <a:headEnd/>
              <a:tailEnd/>
            </a:ln>
          </p:spPr>
          <p:txBody>
            <a:bodyPr/>
            <a:lstStyle>
              <a:lvl1pPr marL="914400" indent="-341313">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1028700" indent="-4556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428750" indent="-39846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52600" indent="-3222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92325" indent="-338138">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495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067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639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9211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pPr>
              <a:endParaRPr lang="zh-CN" altLang="zh-CN" sz="1600" b="0">
                <a:solidFill>
                  <a:srgbClr val="4138FA"/>
                </a:solidFill>
              </a:endParaRPr>
            </a:p>
          </p:txBody>
        </p:sp>
        <p:sp>
          <p:nvSpPr>
            <p:cNvPr id="32" name="Text Box 45">
              <a:extLst>
                <a:ext uri="{FF2B5EF4-FFF2-40B4-BE49-F238E27FC236}">
                  <a16:creationId xmlns:a16="http://schemas.microsoft.com/office/drawing/2014/main" id="{4B31454F-05A5-B434-0B59-9CCC8C333BEE}"/>
                </a:ext>
              </a:extLst>
            </p:cNvPr>
            <p:cNvSpPr txBox="1">
              <a:spLocks noChangeArrowheads="1"/>
            </p:cNvSpPr>
            <p:nvPr/>
          </p:nvSpPr>
          <p:spPr bwMode="auto">
            <a:xfrm>
              <a:off x="1050" y="3018"/>
              <a:ext cx="432"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a:solidFill>
                    <a:schemeClr val="tx1"/>
                  </a:solidFill>
                  <a:latin typeface="Times New Roman" panose="02020603050405020304" pitchFamily="18" charset="0"/>
                </a:rPr>
                <a:t>CPU</a:t>
              </a:r>
            </a:p>
          </p:txBody>
        </p:sp>
        <p:sp>
          <p:nvSpPr>
            <p:cNvPr id="33" name="Line 46">
              <a:extLst>
                <a:ext uri="{FF2B5EF4-FFF2-40B4-BE49-F238E27FC236}">
                  <a16:creationId xmlns:a16="http://schemas.microsoft.com/office/drawing/2014/main" id="{E058474B-9C33-C758-D567-D9694E17C6AF}"/>
                </a:ext>
              </a:extLst>
            </p:cNvPr>
            <p:cNvSpPr>
              <a:spLocks noChangeShapeType="1"/>
            </p:cNvSpPr>
            <p:nvPr/>
          </p:nvSpPr>
          <p:spPr bwMode="auto">
            <a:xfrm flipH="1">
              <a:off x="1594" y="3110"/>
              <a:ext cx="317"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Line 47">
              <a:extLst>
                <a:ext uri="{FF2B5EF4-FFF2-40B4-BE49-F238E27FC236}">
                  <a16:creationId xmlns:a16="http://schemas.microsoft.com/office/drawing/2014/main" id="{6AF19113-FFE3-C33A-43B1-2093AECB9F45}"/>
                </a:ext>
              </a:extLst>
            </p:cNvPr>
            <p:cNvSpPr>
              <a:spLocks noChangeShapeType="1"/>
            </p:cNvSpPr>
            <p:nvPr/>
          </p:nvSpPr>
          <p:spPr bwMode="auto">
            <a:xfrm flipH="1">
              <a:off x="653" y="3019"/>
              <a:ext cx="27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 name="Line 48">
              <a:extLst>
                <a:ext uri="{FF2B5EF4-FFF2-40B4-BE49-F238E27FC236}">
                  <a16:creationId xmlns:a16="http://schemas.microsoft.com/office/drawing/2014/main" id="{9040E123-23F5-181D-2482-DB9454A661D0}"/>
                </a:ext>
              </a:extLst>
            </p:cNvPr>
            <p:cNvSpPr>
              <a:spLocks noChangeShapeType="1"/>
            </p:cNvSpPr>
            <p:nvPr/>
          </p:nvSpPr>
          <p:spPr bwMode="auto">
            <a:xfrm flipV="1">
              <a:off x="641" y="2429"/>
              <a:ext cx="0" cy="59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 name="Line 49">
              <a:extLst>
                <a:ext uri="{FF2B5EF4-FFF2-40B4-BE49-F238E27FC236}">
                  <a16:creationId xmlns:a16="http://schemas.microsoft.com/office/drawing/2014/main" id="{9F55F4C1-6E13-4232-4EBE-639DE948EFBD}"/>
                </a:ext>
              </a:extLst>
            </p:cNvPr>
            <p:cNvSpPr>
              <a:spLocks noChangeShapeType="1"/>
            </p:cNvSpPr>
            <p:nvPr/>
          </p:nvSpPr>
          <p:spPr bwMode="auto">
            <a:xfrm>
              <a:off x="653" y="2429"/>
              <a:ext cx="467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 name="Line 50">
              <a:extLst>
                <a:ext uri="{FF2B5EF4-FFF2-40B4-BE49-F238E27FC236}">
                  <a16:creationId xmlns:a16="http://schemas.microsoft.com/office/drawing/2014/main" id="{58AECF84-116F-E8AC-F6F9-5AEB40596948}"/>
                </a:ext>
              </a:extLst>
            </p:cNvPr>
            <p:cNvSpPr>
              <a:spLocks noChangeShapeType="1"/>
            </p:cNvSpPr>
            <p:nvPr/>
          </p:nvSpPr>
          <p:spPr bwMode="auto">
            <a:xfrm>
              <a:off x="5337" y="2429"/>
              <a:ext cx="0" cy="68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 name="Line 51">
              <a:extLst>
                <a:ext uri="{FF2B5EF4-FFF2-40B4-BE49-F238E27FC236}">
                  <a16:creationId xmlns:a16="http://schemas.microsoft.com/office/drawing/2014/main" id="{6170D41B-668B-3688-8BB4-298228F907B9}"/>
                </a:ext>
              </a:extLst>
            </p:cNvPr>
            <p:cNvSpPr>
              <a:spLocks noChangeShapeType="1"/>
            </p:cNvSpPr>
            <p:nvPr/>
          </p:nvSpPr>
          <p:spPr bwMode="auto">
            <a:xfrm flipH="1">
              <a:off x="5020" y="3112"/>
              <a:ext cx="317"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 name="Line 52">
              <a:extLst>
                <a:ext uri="{FF2B5EF4-FFF2-40B4-BE49-F238E27FC236}">
                  <a16:creationId xmlns:a16="http://schemas.microsoft.com/office/drawing/2014/main" id="{EC20774E-A106-E745-8C03-0F0C6CE28B93}"/>
                </a:ext>
              </a:extLst>
            </p:cNvPr>
            <p:cNvSpPr>
              <a:spLocks noChangeShapeType="1"/>
            </p:cNvSpPr>
            <p:nvPr/>
          </p:nvSpPr>
          <p:spPr bwMode="auto">
            <a:xfrm flipH="1">
              <a:off x="415" y="3246"/>
              <a:ext cx="498"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 name="Text Box 53">
              <a:extLst>
                <a:ext uri="{FF2B5EF4-FFF2-40B4-BE49-F238E27FC236}">
                  <a16:creationId xmlns:a16="http://schemas.microsoft.com/office/drawing/2014/main" id="{768C0F3E-C309-7E29-70FD-734BAC31671C}"/>
                </a:ext>
              </a:extLst>
            </p:cNvPr>
            <p:cNvSpPr txBox="1">
              <a:spLocks noChangeArrowheads="1"/>
            </p:cNvSpPr>
            <p:nvPr/>
          </p:nvSpPr>
          <p:spPr bwMode="auto">
            <a:xfrm>
              <a:off x="362" y="3286"/>
              <a:ext cx="454"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a:solidFill>
                    <a:schemeClr val="tx1"/>
                  </a:solidFill>
                  <a:latin typeface="Times New Roman" panose="02020603050405020304" pitchFamily="18" charset="0"/>
                </a:rPr>
                <a:t>完成</a:t>
              </a:r>
            </a:p>
          </p:txBody>
        </p:sp>
        <p:sp>
          <p:nvSpPr>
            <p:cNvPr id="41" name="Text Box 54">
              <a:extLst>
                <a:ext uri="{FF2B5EF4-FFF2-40B4-BE49-F238E27FC236}">
                  <a16:creationId xmlns:a16="http://schemas.microsoft.com/office/drawing/2014/main" id="{6E354D35-7944-1DC3-2095-A8D85AF921D9}"/>
                </a:ext>
              </a:extLst>
            </p:cNvPr>
            <p:cNvSpPr txBox="1">
              <a:spLocks noChangeArrowheads="1"/>
            </p:cNvSpPr>
            <p:nvPr/>
          </p:nvSpPr>
          <p:spPr bwMode="auto">
            <a:xfrm>
              <a:off x="3802" y="2821"/>
              <a:ext cx="278"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a:solidFill>
                    <a:schemeClr val="tx1"/>
                  </a:solidFill>
                  <a:latin typeface="Times New Roman" panose="02020603050405020304" pitchFamily="18" charset="0"/>
                  <a:sym typeface="MT Extra" panose="05050102010205020202" pitchFamily="18" charset="2"/>
                </a:rPr>
                <a:t></a:t>
              </a:r>
            </a:p>
          </p:txBody>
        </p:sp>
      </p:grpSp>
      <p:sp>
        <p:nvSpPr>
          <p:cNvPr id="54" name="Text Box 57">
            <a:extLst>
              <a:ext uri="{FF2B5EF4-FFF2-40B4-BE49-F238E27FC236}">
                <a16:creationId xmlns:a16="http://schemas.microsoft.com/office/drawing/2014/main" id="{1E46DE5E-AD22-1CFB-A850-E4103EBFB3EC}"/>
              </a:ext>
            </a:extLst>
          </p:cNvPr>
          <p:cNvSpPr txBox="1">
            <a:spLocks noChangeArrowheads="1"/>
          </p:cNvSpPr>
          <p:nvPr/>
        </p:nvSpPr>
        <p:spPr bwMode="auto">
          <a:xfrm>
            <a:off x="4373453" y="6027921"/>
            <a:ext cx="3152775" cy="385763"/>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0"/>
              </a:spcBef>
              <a:buFont typeface="Wingdings" panose="05000000000000000000" pitchFamily="2" charset="2"/>
              <a:buNone/>
            </a:pPr>
            <a:r>
              <a:rPr lang="zh-CN" altLang="en-US" sz="1600" b="0" dirty="0">
                <a:solidFill>
                  <a:schemeClr val="tx1"/>
                </a:solidFill>
                <a:latin typeface="Times New Roman" panose="02020603050405020304" pitchFamily="18" charset="0"/>
              </a:rPr>
              <a:t>简单循环轮转调度算法示意图</a:t>
            </a:r>
          </a:p>
        </p:txBody>
      </p:sp>
    </p:spTree>
    <p:extLst>
      <p:ext uri="{BB962C8B-B14F-4D97-AF65-F5344CB8AC3E}">
        <p14:creationId xmlns:p14="http://schemas.microsoft.com/office/powerpoint/2010/main" val="15069837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4E0E2A-D0BD-22B6-AD40-C2F1361C0573}"/>
              </a:ext>
            </a:extLst>
          </p:cNvPr>
          <p:cNvSpPr>
            <a:spLocks noGrp="1"/>
          </p:cNvSpPr>
          <p:nvPr>
            <p:ph type="title"/>
          </p:nvPr>
        </p:nvSpPr>
        <p:spPr/>
        <p:txBody>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进程调度</a:t>
            </a:r>
          </a:p>
        </p:txBody>
      </p:sp>
      <p:sp>
        <p:nvSpPr>
          <p:cNvPr id="54" name="Rectangle 3">
            <a:extLst>
              <a:ext uri="{FF2B5EF4-FFF2-40B4-BE49-F238E27FC236}">
                <a16:creationId xmlns:a16="http://schemas.microsoft.com/office/drawing/2014/main" id="{AFF79810-8394-50EF-C79C-0419E8EF6001}"/>
              </a:ext>
            </a:extLst>
          </p:cNvPr>
          <p:cNvSpPr>
            <a:spLocks noChangeArrowheads="1"/>
          </p:cNvSpPr>
          <p:nvPr/>
        </p:nvSpPr>
        <p:spPr bwMode="auto">
          <a:xfrm>
            <a:off x="314638" y="1100931"/>
            <a:ext cx="9581202" cy="4763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lvl="1" eaLnBrk="1" hangingPunct="1">
              <a:lnSpc>
                <a:spcPct val="130000"/>
              </a:lnSpc>
              <a:buClr>
                <a:schemeClr val="tx2"/>
              </a:buClr>
              <a:buSzPct val="95000"/>
              <a:buFont typeface="Wingdings" panose="05000000000000000000" pitchFamily="2" charset="2"/>
              <a:buNone/>
              <a:defRPr/>
            </a:pPr>
            <a:r>
              <a:rPr lang="en-US" altLang="zh-CN" sz="2400" dirty="0">
                <a:solidFill>
                  <a:srgbClr val="000099"/>
                </a:solidFill>
                <a:effectLst/>
                <a:latin typeface="Times New Roman" panose="02020603050405020304" pitchFamily="18" charset="0"/>
              </a:rPr>
              <a:t>② </a:t>
            </a:r>
            <a:r>
              <a:rPr lang="zh-CN" altLang="en-US" sz="2400" dirty="0">
                <a:solidFill>
                  <a:srgbClr val="000099"/>
                </a:solidFill>
                <a:effectLst/>
                <a:latin typeface="Times New Roman" panose="02020603050405020304" pitchFamily="18" charset="0"/>
              </a:rPr>
              <a:t>简单循环轮转调度算法</a:t>
            </a:r>
          </a:p>
          <a:p>
            <a:pPr eaLnBrk="1" hangingPunct="1">
              <a:lnSpc>
                <a:spcPct val="130000"/>
              </a:lnSpc>
              <a:buFontTx/>
              <a:buNone/>
              <a:defRPr/>
            </a:pPr>
            <a:r>
              <a:rPr lang="zh-CN" altLang="en-US" sz="2400" b="0" dirty="0">
                <a:solidFill>
                  <a:schemeClr val="tx1"/>
                </a:solidFill>
                <a:effectLst/>
                <a:latin typeface="Times New Roman" panose="02020603050405020304" pitchFamily="18" charset="0"/>
              </a:rPr>
              <a:t>             就绪队列中的所有进程以接近相等的速度向前推进</a:t>
            </a:r>
          </a:p>
          <a:p>
            <a:pPr eaLnBrk="1" hangingPunct="1">
              <a:lnSpc>
                <a:spcPct val="130000"/>
              </a:lnSpc>
              <a:buClr>
                <a:schemeClr val="tx2"/>
              </a:buClr>
              <a:buSzPct val="95000"/>
              <a:buFont typeface="Wingdings" panose="05000000000000000000" pitchFamily="2" charset="2"/>
              <a:buNone/>
              <a:defRPr/>
            </a:pPr>
            <a:r>
              <a:rPr lang="zh-CN" altLang="en-US" sz="2400" b="0" dirty="0">
                <a:solidFill>
                  <a:schemeClr val="tx1"/>
                </a:solidFill>
                <a:effectLst/>
                <a:latin typeface="Times New Roman" panose="02020603050405020304" pitchFamily="18" charset="0"/>
              </a:rPr>
              <a:t>             </a:t>
            </a:r>
            <a:r>
              <a:rPr lang="en-US" altLang="zh-CN" sz="2400" b="0" dirty="0">
                <a:solidFill>
                  <a:schemeClr val="tx1"/>
                </a:solidFill>
                <a:effectLst/>
                <a:latin typeface="Times New Roman" panose="02020603050405020304" pitchFamily="18" charset="0"/>
              </a:rPr>
              <a:t>q = t/n</a:t>
            </a:r>
          </a:p>
          <a:p>
            <a:pPr eaLnBrk="1" hangingPunct="1">
              <a:lnSpc>
                <a:spcPct val="130000"/>
              </a:lnSpc>
              <a:buClr>
                <a:schemeClr val="tx2"/>
              </a:buClr>
              <a:buSzPct val="95000"/>
              <a:buFont typeface="Wingdings" panose="05000000000000000000" pitchFamily="2" charset="2"/>
              <a:buNone/>
              <a:defRPr/>
            </a:pPr>
            <a:r>
              <a:rPr lang="en-US" altLang="zh-CN" sz="2400" b="0" dirty="0">
                <a:solidFill>
                  <a:schemeClr val="tx1"/>
                </a:solidFill>
                <a:effectLst/>
                <a:latin typeface="Times New Roman" panose="02020603050405020304" pitchFamily="18" charset="0"/>
              </a:rPr>
              <a:t>              t </a:t>
            </a:r>
            <a:r>
              <a:rPr lang="zh-CN" altLang="en-US" sz="2400" b="0" dirty="0">
                <a:solidFill>
                  <a:schemeClr val="tx1"/>
                </a:solidFill>
                <a:effectLst/>
                <a:latin typeface="Times New Roman" panose="02020603050405020304" pitchFamily="18" charset="0"/>
              </a:rPr>
              <a:t>为响应时间，</a:t>
            </a:r>
            <a:r>
              <a:rPr lang="en-US" altLang="zh-CN" sz="2400" b="0" dirty="0">
                <a:solidFill>
                  <a:schemeClr val="tx1"/>
                </a:solidFill>
                <a:effectLst/>
                <a:latin typeface="Times New Roman" panose="02020603050405020304" pitchFamily="18" charset="0"/>
              </a:rPr>
              <a:t>n</a:t>
            </a:r>
            <a:r>
              <a:rPr lang="zh-CN" altLang="en-US" sz="2400" b="0" dirty="0">
                <a:solidFill>
                  <a:schemeClr val="tx1"/>
                </a:solidFill>
                <a:effectLst/>
                <a:latin typeface="Times New Roman" panose="02020603050405020304" pitchFamily="18" charset="0"/>
              </a:rPr>
              <a:t>为进入系统的进程数目</a:t>
            </a:r>
            <a:endParaRPr lang="zh-CN" altLang="en-US" sz="2400" b="0" dirty="0">
              <a:latin typeface="Times New Roman" panose="02020603050405020304" pitchFamily="18" charset="0"/>
            </a:endParaRPr>
          </a:p>
          <a:p>
            <a:pPr eaLnBrk="1" hangingPunct="1">
              <a:lnSpc>
                <a:spcPct val="130000"/>
              </a:lnSpc>
              <a:buClr>
                <a:schemeClr val="tx2"/>
              </a:buClr>
              <a:buSzPct val="95000"/>
              <a:buFont typeface="Wingdings" panose="05000000000000000000" pitchFamily="2" charset="2"/>
              <a:buNone/>
              <a:defRPr/>
            </a:pPr>
            <a:r>
              <a:rPr lang="zh-CN" altLang="en-US" sz="2400" b="0" dirty="0">
                <a:latin typeface="Times New Roman" panose="02020603050405020304" pitchFamily="18" charset="0"/>
              </a:rPr>
              <a:t>              </a:t>
            </a:r>
            <a:r>
              <a:rPr lang="en-US" altLang="zh-CN" sz="2400" dirty="0">
                <a:solidFill>
                  <a:srgbClr val="CC0000"/>
                </a:solidFill>
                <a:effectLst/>
                <a:latin typeface="Times New Roman" panose="02020603050405020304" pitchFamily="18" charset="0"/>
              </a:rPr>
              <a:t>q </a:t>
            </a:r>
            <a:r>
              <a:rPr lang="zh-CN" altLang="en-US" sz="2400" dirty="0">
                <a:solidFill>
                  <a:srgbClr val="CC0000"/>
                </a:solidFill>
                <a:effectLst/>
                <a:latin typeface="Times New Roman" panose="02020603050405020304" pitchFamily="18" charset="0"/>
              </a:rPr>
              <a:t>值的影响</a:t>
            </a:r>
            <a:r>
              <a:rPr lang="en-US" altLang="zh-CN" sz="2400" dirty="0">
                <a:solidFill>
                  <a:srgbClr val="CC0000"/>
                </a:solidFill>
                <a:effectLst/>
                <a:latin typeface="Times New Roman" panose="02020603050405020304" pitchFamily="18" charset="0"/>
              </a:rPr>
              <a:t>?</a:t>
            </a:r>
          </a:p>
          <a:p>
            <a:pPr lvl="1" eaLnBrk="1" hangingPunct="1">
              <a:lnSpc>
                <a:spcPct val="130000"/>
              </a:lnSpc>
              <a:buClr>
                <a:schemeClr val="tx2"/>
              </a:buClr>
              <a:buSzPct val="95000"/>
              <a:buFont typeface="Wingdings" panose="05000000000000000000" pitchFamily="2" charset="2"/>
              <a:buNone/>
              <a:defRPr/>
            </a:pPr>
            <a:r>
              <a:rPr lang="en-US" altLang="zh-CN" sz="2400" dirty="0">
                <a:solidFill>
                  <a:srgbClr val="000099"/>
                </a:solidFill>
                <a:effectLst/>
                <a:latin typeface="Times New Roman" panose="02020603050405020304" pitchFamily="18" charset="0"/>
              </a:rPr>
              <a:t>③ </a:t>
            </a:r>
            <a:r>
              <a:rPr lang="zh-CN" altLang="en-US" sz="2400" dirty="0">
                <a:solidFill>
                  <a:srgbClr val="000099"/>
                </a:solidFill>
                <a:effectLst/>
                <a:latin typeface="Times New Roman" panose="02020603050405020304" pitchFamily="18" charset="0"/>
              </a:rPr>
              <a:t>循环轮转调度算法的发展</a:t>
            </a:r>
          </a:p>
          <a:p>
            <a:pPr marL="1714500" lvl="5" indent="-228600" eaLnBrk="0" hangingPunct="0">
              <a:lnSpc>
                <a:spcPct val="150000"/>
              </a:lnSpc>
              <a:spcBef>
                <a:spcPts val="500"/>
              </a:spcBef>
              <a:buClr>
                <a:srgbClr val="FFC000"/>
              </a:buClr>
              <a:buFont typeface="Wingdings" panose="05000000000000000000" pitchFamily="2" charset="2"/>
              <a:buChar char="u"/>
              <a:defRPr/>
            </a:pPr>
            <a:r>
              <a:rPr lang="zh-CN" altLang="en-US" sz="2400" dirty="0">
                <a:solidFill>
                  <a:prstClr val="black"/>
                </a:solidFill>
                <a:latin typeface="微软雅黑" panose="020B0503020204020204" pitchFamily="34" charset="-122"/>
                <a:ea typeface="微软雅黑" panose="020B0503020204020204" pitchFamily="34" charset="-122"/>
              </a:rPr>
              <a:t>可变时间片轮转调度</a:t>
            </a:r>
          </a:p>
          <a:p>
            <a:pPr marL="1714500" lvl="5" indent="-228600" eaLnBrk="0" hangingPunct="0">
              <a:lnSpc>
                <a:spcPct val="150000"/>
              </a:lnSpc>
              <a:spcBef>
                <a:spcPts val="500"/>
              </a:spcBef>
              <a:buClr>
                <a:srgbClr val="FFC000"/>
              </a:buClr>
              <a:buFont typeface="Wingdings" panose="05000000000000000000" pitchFamily="2" charset="2"/>
              <a:buChar char="u"/>
              <a:defRPr/>
            </a:pPr>
            <a:r>
              <a:rPr lang="zh-CN" altLang="en-US" sz="2400" dirty="0">
                <a:solidFill>
                  <a:prstClr val="black"/>
                </a:solidFill>
                <a:latin typeface="微软雅黑" panose="020B0503020204020204" pitchFamily="34" charset="-122"/>
                <a:ea typeface="微软雅黑" panose="020B0503020204020204" pitchFamily="34" charset="-122"/>
              </a:rPr>
              <a:t>多重时间片循环调度</a:t>
            </a:r>
          </a:p>
        </p:txBody>
      </p:sp>
    </p:spTree>
    <p:extLst>
      <p:ext uri="{BB962C8B-B14F-4D97-AF65-F5344CB8AC3E}">
        <p14:creationId xmlns:p14="http://schemas.microsoft.com/office/powerpoint/2010/main" val="343245023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4E0E2A-D0BD-22B6-AD40-C2F1361C0573}"/>
              </a:ext>
            </a:extLst>
          </p:cNvPr>
          <p:cNvSpPr>
            <a:spLocks noGrp="1"/>
          </p:cNvSpPr>
          <p:nvPr>
            <p:ph type="title"/>
          </p:nvPr>
        </p:nvSpPr>
        <p:spPr/>
        <p:txBody>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进程调度</a:t>
            </a:r>
          </a:p>
        </p:txBody>
      </p:sp>
      <p:sp>
        <p:nvSpPr>
          <p:cNvPr id="3" name="Rectangle 3">
            <a:extLst>
              <a:ext uri="{FF2B5EF4-FFF2-40B4-BE49-F238E27FC236}">
                <a16:creationId xmlns:a16="http://schemas.microsoft.com/office/drawing/2014/main" id="{123C994D-1998-20B6-396F-82888A679165}"/>
              </a:ext>
            </a:extLst>
          </p:cNvPr>
          <p:cNvSpPr>
            <a:spLocks noChangeArrowheads="1"/>
          </p:cNvSpPr>
          <p:nvPr/>
        </p:nvSpPr>
        <p:spPr bwMode="auto">
          <a:xfrm>
            <a:off x="219157" y="830079"/>
            <a:ext cx="6475412" cy="565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a:lnSpc>
                <a:spcPct val="120000"/>
              </a:lnSpc>
              <a:buClr>
                <a:schemeClr val="tx2"/>
              </a:buClr>
              <a:buSzPct val="95000"/>
              <a:buFont typeface="Wingdings" panose="05000000000000000000" pitchFamily="2" charset="2"/>
              <a:buNone/>
              <a:defRPr/>
            </a:pPr>
            <a:r>
              <a:rPr lang="en-US" altLang="zh-CN" sz="2800" b="1" dirty="0">
                <a:solidFill>
                  <a:srgbClr val="335F90"/>
                </a:solidFill>
                <a:latin typeface="Times New Roman" panose="02020603050405020304" pitchFamily="18" charset="0"/>
              </a:rPr>
              <a:t>5.  </a:t>
            </a:r>
            <a:r>
              <a:rPr lang="zh-CN" altLang="en-US" sz="2800" b="1" dirty="0">
                <a:solidFill>
                  <a:srgbClr val="335F90"/>
                </a:solidFill>
                <a:latin typeface="Times New Roman" panose="02020603050405020304" pitchFamily="18" charset="0"/>
              </a:rPr>
              <a:t>调度用的进程状态变迁图</a:t>
            </a:r>
          </a:p>
        </p:txBody>
      </p:sp>
      <p:grpSp>
        <p:nvGrpSpPr>
          <p:cNvPr id="4" name="Group 5">
            <a:extLst>
              <a:ext uri="{FF2B5EF4-FFF2-40B4-BE49-F238E27FC236}">
                <a16:creationId xmlns:a16="http://schemas.microsoft.com/office/drawing/2014/main" id="{FF993145-B3FE-96B5-DEA5-3F881769ABF3}"/>
              </a:ext>
            </a:extLst>
          </p:cNvPr>
          <p:cNvGrpSpPr>
            <a:grpSpLocks/>
          </p:cNvGrpSpPr>
          <p:nvPr/>
        </p:nvGrpSpPr>
        <p:grpSpPr bwMode="auto">
          <a:xfrm>
            <a:off x="2234406" y="2185804"/>
            <a:ext cx="7502525" cy="3744912"/>
            <a:chOff x="384" y="1086"/>
            <a:chExt cx="4726" cy="2359"/>
          </a:xfrm>
        </p:grpSpPr>
        <p:sp>
          <p:nvSpPr>
            <p:cNvPr id="5" name="Line 6">
              <a:extLst>
                <a:ext uri="{FF2B5EF4-FFF2-40B4-BE49-F238E27FC236}">
                  <a16:creationId xmlns:a16="http://schemas.microsoft.com/office/drawing/2014/main" id="{1C422F44-9834-88E6-B443-4313685BD015}"/>
                </a:ext>
              </a:extLst>
            </p:cNvPr>
            <p:cNvSpPr>
              <a:spLocks noChangeShapeType="1"/>
            </p:cNvSpPr>
            <p:nvPr/>
          </p:nvSpPr>
          <p:spPr bwMode="auto">
            <a:xfrm flipH="1">
              <a:off x="3031" y="2647"/>
              <a:ext cx="1376" cy="406"/>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p>
          </p:txBody>
        </p:sp>
        <p:sp>
          <p:nvSpPr>
            <p:cNvPr id="6" name="Line 7">
              <a:extLst>
                <a:ext uri="{FF2B5EF4-FFF2-40B4-BE49-F238E27FC236}">
                  <a16:creationId xmlns:a16="http://schemas.microsoft.com/office/drawing/2014/main" id="{78DAA5BD-4041-D15D-4A36-E3F12A490FE3}"/>
                </a:ext>
              </a:extLst>
            </p:cNvPr>
            <p:cNvSpPr>
              <a:spLocks noChangeShapeType="1"/>
            </p:cNvSpPr>
            <p:nvPr/>
          </p:nvSpPr>
          <p:spPr bwMode="auto">
            <a:xfrm flipH="1">
              <a:off x="1221" y="1356"/>
              <a:ext cx="1175" cy="527"/>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p>
          </p:txBody>
        </p:sp>
        <p:sp>
          <p:nvSpPr>
            <p:cNvPr id="7" name="Oval 8">
              <a:extLst>
                <a:ext uri="{FF2B5EF4-FFF2-40B4-BE49-F238E27FC236}">
                  <a16:creationId xmlns:a16="http://schemas.microsoft.com/office/drawing/2014/main" id="{699B0BDB-6151-9535-FA3D-6EE05210E8F9}"/>
                </a:ext>
              </a:extLst>
            </p:cNvPr>
            <p:cNvSpPr>
              <a:spLocks noChangeArrowheads="1"/>
            </p:cNvSpPr>
            <p:nvPr/>
          </p:nvSpPr>
          <p:spPr bwMode="auto">
            <a:xfrm>
              <a:off x="2400" y="1086"/>
              <a:ext cx="1316" cy="551"/>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marL="914400" indent="-341313">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1028700" indent="-4556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428750" indent="-39846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52600" indent="-3222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92325" indent="-338138">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495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067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639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9211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pPr>
              <a:endParaRPr lang="zh-CN" altLang="zh-CN" b="1">
                <a:solidFill>
                  <a:srgbClr val="4138FA"/>
                </a:solidFill>
              </a:endParaRPr>
            </a:p>
          </p:txBody>
        </p:sp>
        <p:sp>
          <p:nvSpPr>
            <p:cNvPr id="8" name="Text Box 9">
              <a:extLst>
                <a:ext uri="{FF2B5EF4-FFF2-40B4-BE49-F238E27FC236}">
                  <a16:creationId xmlns:a16="http://schemas.microsoft.com/office/drawing/2014/main" id="{C7D94474-4A3F-DF4B-602C-0B727EED4D46}"/>
                </a:ext>
              </a:extLst>
            </p:cNvPr>
            <p:cNvSpPr txBox="1">
              <a:spLocks noChangeArrowheads="1"/>
            </p:cNvSpPr>
            <p:nvPr/>
          </p:nvSpPr>
          <p:spPr bwMode="auto">
            <a:xfrm>
              <a:off x="2860" y="1228"/>
              <a:ext cx="49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a:t>
              </a:r>
              <a:r>
                <a:rPr kumimoji="1" lang="zh-CN" altLang="en-US" sz="1600" b="1">
                  <a:solidFill>
                    <a:schemeClr val="tx1"/>
                  </a:solidFill>
                  <a:latin typeface="Times New Roman" panose="02020603050405020304" pitchFamily="18" charset="0"/>
                </a:rPr>
                <a:t>运行</a:t>
              </a:r>
            </a:p>
          </p:txBody>
        </p:sp>
        <p:sp>
          <p:nvSpPr>
            <p:cNvPr id="9" name="Text Box 10">
              <a:extLst>
                <a:ext uri="{FF2B5EF4-FFF2-40B4-BE49-F238E27FC236}">
                  <a16:creationId xmlns:a16="http://schemas.microsoft.com/office/drawing/2014/main" id="{A2BC0BEF-B295-5271-6C37-200920BF6383}"/>
                </a:ext>
              </a:extLst>
            </p:cNvPr>
            <p:cNvSpPr txBox="1">
              <a:spLocks noChangeArrowheads="1"/>
            </p:cNvSpPr>
            <p:nvPr/>
          </p:nvSpPr>
          <p:spPr bwMode="auto">
            <a:xfrm>
              <a:off x="2869" y="2259"/>
              <a:ext cx="711"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首先选择</a:t>
              </a:r>
            </a:p>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  </a:t>
              </a:r>
              <a:r>
                <a:rPr kumimoji="1" lang="en-US" altLang="zh-CN" sz="1600" b="1">
                  <a:solidFill>
                    <a:schemeClr val="tx1"/>
                  </a:solidFill>
                  <a:latin typeface="Times New Roman" panose="02020603050405020304" pitchFamily="18" charset="0"/>
                </a:rPr>
                <a:t>100ms</a:t>
              </a:r>
            </a:p>
          </p:txBody>
        </p:sp>
        <p:sp>
          <p:nvSpPr>
            <p:cNvPr id="10" name="Oval 11">
              <a:extLst>
                <a:ext uri="{FF2B5EF4-FFF2-40B4-BE49-F238E27FC236}">
                  <a16:creationId xmlns:a16="http://schemas.microsoft.com/office/drawing/2014/main" id="{63BDBD03-00F2-48BF-A113-D055100D1F6D}"/>
                </a:ext>
              </a:extLst>
            </p:cNvPr>
            <p:cNvSpPr>
              <a:spLocks noChangeArrowheads="1"/>
            </p:cNvSpPr>
            <p:nvPr/>
          </p:nvSpPr>
          <p:spPr bwMode="auto">
            <a:xfrm>
              <a:off x="3795" y="2096"/>
              <a:ext cx="1315" cy="552"/>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marL="914400" indent="-341313">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1028700" indent="-4556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428750" indent="-39846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52600" indent="-3222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92325" indent="-338138">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495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067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639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9211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pPr>
              <a:endParaRPr lang="zh-CN" altLang="zh-CN" b="1">
                <a:solidFill>
                  <a:srgbClr val="4138FA"/>
                </a:solidFill>
              </a:endParaRPr>
            </a:p>
          </p:txBody>
        </p:sp>
        <p:sp>
          <p:nvSpPr>
            <p:cNvPr id="11" name="Text Box 12">
              <a:extLst>
                <a:ext uri="{FF2B5EF4-FFF2-40B4-BE49-F238E27FC236}">
                  <a16:creationId xmlns:a16="http://schemas.microsoft.com/office/drawing/2014/main" id="{9EF7018A-CF4C-9FDB-604D-9E8624D275E5}"/>
                </a:ext>
              </a:extLst>
            </p:cNvPr>
            <p:cNvSpPr txBox="1">
              <a:spLocks noChangeArrowheads="1"/>
            </p:cNvSpPr>
            <p:nvPr/>
          </p:nvSpPr>
          <p:spPr bwMode="auto">
            <a:xfrm>
              <a:off x="4201" y="2186"/>
              <a:ext cx="633"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a:t>
              </a:r>
              <a:r>
                <a:rPr kumimoji="1" lang="zh-CN" altLang="en-US" sz="1600" b="1">
                  <a:solidFill>
                    <a:schemeClr val="tx1"/>
                  </a:solidFill>
                  <a:latin typeface="Times New Roman" panose="02020603050405020304" pitchFamily="18" charset="0"/>
                </a:rPr>
                <a:t>因 </a:t>
              </a:r>
              <a:r>
                <a:rPr kumimoji="1" lang="en-US" altLang="zh-CN" sz="1600" b="1">
                  <a:solidFill>
                    <a:schemeClr val="tx1"/>
                  </a:solidFill>
                  <a:latin typeface="Times New Roman" panose="02020603050405020304" pitchFamily="18" charset="0"/>
                </a:rPr>
                <a:t>I∕O</a:t>
              </a:r>
            </a:p>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a:t>
              </a:r>
              <a:r>
                <a:rPr kumimoji="1" lang="zh-CN" altLang="en-US" sz="1600" b="1">
                  <a:solidFill>
                    <a:schemeClr val="tx1"/>
                  </a:solidFill>
                  <a:latin typeface="Times New Roman" panose="02020603050405020304" pitchFamily="18" charset="0"/>
                </a:rPr>
                <a:t>而等待</a:t>
              </a:r>
            </a:p>
            <a:p>
              <a:pPr algn="just" eaLnBrk="1" hangingPunct="1">
                <a:lnSpc>
                  <a:spcPct val="100000"/>
                </a:lnSpc>
                <a:spcBef>
                  <a:spcPct val="0"/>
                </a:spcBef>
                <a:buClrTx/>
                <a:buSzTx/>
                <a:buFontTx/>
                <a:buNone/>
              </a:pPr>
              <a:endParaRPr kumimoji="1" lang="en-US" altLang="zh-CN" sz="1600" b="1">
                <a:solidFill>
                  <a:schemeClr val="tx1"/>
                </a:solidFill>
                <a:latin typeface="Times New Roman" panose="02020603050405020304" pitchFamily="18" charset="0"/>
              </a:endParaRPr>
            </a:p>
          </p:txBody>
        </p:sp>
        <p:sp>
          <p:nvSpPr>
            <p:cNvPr id="12" name="Oval 13">
              <a:extLst>
                <a:ext uri="{FF2B5EF4-FFF2-40B4-BE49-F238E27FC236}">
                  <a16:creationId xmlns:a16="http://schemas.microsoft.com/office/drawing/2014/main" id="{214D945F-ED78-E466-7A8A-CD130ADF28E8}"/>
                </a:ext>
              </a:extLst>
            </p:cNvPr>
            <p:cNvSpPr>
              <a:spLocks noChangeArrowheads="1"/>
            </p:cNvSpPr>
            <p:nvPr/>
          </p:nvSpPr>
          <p:spPr bwMode="auto">
            <a:xfrm>
              <a:off x="1770" y="2894"/>
              <a:ext cx="1316" cy="551"/>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marL="914400" indent="-341313">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1028700" indent="-4556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428750" indent="-39846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52600" indent="-3222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92325" indent="-338138">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495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067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639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9211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pPr>
              <a:endParaRPr lang="zh-CN" altLang="zh-CN" b="1">
                <a:solidFill>
                  <a:srgbClr val="4138FA"/>
                </a:solidFill>
              </a:endParaRPr>
            </a:p>
          </p:txBody>
        </p:sp>
        <p:sp>
          <p:nvSpPr>
            <p:cNvPr id="13" name="Text Box 14">
              <a:extLst>
                <a:ext uri="{FF2B5EF4-FFF2-40B4-BE49-F238E27FC236}">
                  <a16:creationId xmlns:a16="http://schemas.microsoft.com/office/drawing/2014/main" id="{68F484C9-3D97-CCD0-504E-1A198B417928}"/>
                </a:ext>
              </a:extLst>
            </p:cNvPr>
            <p:cNvSpPr txBox="1">
              <a:spLocks noChangeArrowheads="1"/>
            </p:cNvSpPr>
            <p:nvPr/>
          </p:nvSpPr>
          <p:spPr bwMode="auto">
            <a:xfrm>
              <a:off x="2175" y="2983"/>
              <a:ext cx="652"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a:t>
              </a:r>
              <a:r>
                <a:rPr kumimoji="1" lang="zh-CN" altLang="en-US" sz="1600" b="1">
                  <a:solidFill>
                    <a:schemeClr val="tx1"/>
                  </a:solidFill>
                  <a:latin typeface="Times New Roman" panose="02020603050405020304" pitchFamily="18" charset="0"/>
                </a:rPr>
                <a:t>高优先</a:t>
              </a:r>
            </a:p>
            <a:p>
              <a:pPr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   就绪</a:t>
              </a:r>
            </a:p>
            <a:p>
              <a:pPr algn="just" eaLnBrk="1" hangingPunct="1">
                <a:lnSpc>
                  <a:spcPct val="100000"/>
                </a:lnSpc>
                <a:spcBef>
                  <a:spcPct val="0"/>
                </a:spcBef>
                <a:buClrTx/>
                <a:buSzTx/>
                <a:buFontTx/>
                <a:buNone/>
              </a:pPr>
              <a:endParaRPr kumimoji="1" lang="en-US" altLang="zh-CN" sz="1600" b="1">
                <a:solidFill>
                  <a:schemeClr val="tx1"/>
                </a:solidFill>
                <a:latin typeface="Times New Roman" panose="02020603050405020304" pitchFamily="18" charset="0"/>
              </a:endParaRPr>
            </a:p>
          </p:txBody>
        </p:sp>
        <p:sp>
          <p:nvSpPr>
            <p:cNvPr id="14" name="Oval 15">
              <a:extLst>
                <a:ext uri="{FF2B5EF4-FFF2-40B4-BE49-F238E27FC236}">
                  <a16:creationId xmlns:a16="http://schemas.microsoft.com/office/drawing/2014/main" id="{B3DE90E6-C524-00B5-CE9F-D5AE3288E6A2}"/>
                </a:ext>
              </a:extLst>
            </p:cNvPr>
            <p:cNvSpPr>
              <a:spLocks noChangeArrowheads="1"/>
            </p:cNvSpPr>
            <p:nvPr/>
          </p:nvSpPr>
          <p:spPr bwMode="auto">
            <a:xfrm>
              <a:off x="384" y="1883"/>
              <a:ext cx="1315" cy="552"/>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marL="914400" indent="-341313">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1028700" indent="-4556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428750" indent="-39846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52600" indent="-3222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92325" indent="-338138">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495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067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639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9211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pPr>
              <a:endParaRPr lang="zh-CN" altLang="zh-CN" b="1">
                <a:solidFill>
                  <a:srgbClr val="4138FA"/>
                </a:solidFill>
              </a:endParaRPr>
            </a:p>
          </p:txBody>
        </p:sp>
        <p:sp>
          <p:nvSpPr>
            <p:cNvPr id="15" name="Text Box 16">
              <a:extLst>
                <a:ext uri="{FF2B5EF4-FFF2-40B4-BE49-F238E27FC236}">
                  <a16:creationId xmlns:a16="http://schemas.microsoft.com/office/drawing/2014/main" id="{41B46696-27A9-3875-9988-5746C421033F}"/>
                </a:ext>
              </a:extLst>
            </p:cNvPr>
            <p:cNvSpPr txBox="1">
              <a:spLocks noChangeArrowheads="1"/>
            </p:cNvSpPr>
            <p:nvPr/>
          </p:nvSpPr>
          <p:spPr bwMode="auto">
            <a:xfrm>
              <a:off x="710" y="1994"/>
              <a:ext cx="686" cy="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a:t>
              </a:r>
              <a:r>
                <a:rPr kumimoji="1" lang="zh-CN" altLang="en-US" sz="1600" b="1">
                  <a:solidFill>
                    <a:schemeClr val="tx1"/>
                  </a:solidFill>
                  <a:latin typeface="Times New Roman" panose="02020603050405020304" pitchFamily="18" charset="0"/>
                </a:rPr>
                <a:t>低优先</a:t>
              </a:r>
            </a:p>
            <a:p>
              <a:pPr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     就绪</a:t>
              </a:r>
            </a:p>
            <a:p>
              <a:pPr algn="just" eaLnBrk="1" hangingPunct="1">
                <a:lnSpc>
                  <a:spcPct val="100000"/>
                </a:lnSpc>
                <a:spcBef>
                  <a:spcPct val="0"/>
                </a:spcBef>
                <a:buClrTx/>
                <a:buSzTx/>
                <a:buFontTx/>
                <a:buNone/>
              </a:pPr>
              <a:endParaRPr kumimoji="1" lang="en-US" altLang="zh-CN" sz="1600" b="1">
                <a:solidFill>
                  <a:schemeClr val="tx1"/>
                </a:solidFill>
                <a:latin typeface="Times New Roman" panose="02020603050405020304" pitchFamily="18" charset="0"/>
              </a:endParaRPr>
            </a:p>
          </p:txBody>
        </p:sp>
        <p:sp>
          <p:nvSpPr>
            <p:cNvPr id="16" name="Line 17">
              <a:extLst>
                <a:ext uri="{FF2B5EF4-FFF2-40B4-BE49-F238E27FC236}">
                  <a16:creationId xmlns:a16="http://schemas.microsoft.com/office/drawing/2014/main" id="{D10AE949-8EAC-77A7-AA8F-5B4F21B6E399}"/>
                </a:ext>
              </a:extLst>
            </p:cNvPr>
            <p:cNvSpPr>
              <a:spLocks noChangeShapeType="1"/>
            </p:cNvSpPr>
            <p:nvPr/>
          </p:nvSpPr>
          <p:spPr bwMode="auto">
            <a:xfrm>
              <a:off x="3643" y="1476"/>
              <a:ext cx="1008" cy="638"/>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17" name="Line 18">
              <a:extLst>
                <a:ext uri="{FF2B5EF4-FFF2-40B4-BE49-F238E27FC236}">
                  <a16:creationId xmlns:a16="http://schemas.microsoft.com/office/drawing/2014/main" id="{8618B373-4580-0040-0F86-DDBBADD16F0B}"/>
                </a:ext>
              </a:extLst>
            </p:cNvPr>
            <p:cNvSpPr>
              <a:spLocks noChangeShapeType="1"/>
            </p:cNvSpPr>
            <p:nvPr/>
          </p:nvSpPr>
          <p:spPr bwMode="auto">
            <a:xfrm flipV="1">
              <a:off x="1707" y="1617"/>
              <a:ext cx="1135" cy="479"/>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18" name="Line 19">
              <a:extLst>
                <a:ext uri="{FF2B5EF4-FFF2-40B4-BE49-F238E27FC236}">
                  <a16:creationId xmlns:a16="http://schemas.microsoft.com/office/drawing/2014/main" id="{EC632A66-1747-B20E-C3EF-494950EDB4EF}"/>
                </a:ext>
              </a:extLst>
            </p:cNvPr>
            <p:cNvSpPr>
              <a:spLocks noChangeShapeType="1"/>
            </p:cNvSpPr>
            <p:nvPr/>
          </p:nvSpPr>
          <p:spPr bwMode="auto">
            <a:xfrm flipV="1">
              <a:off x="2652" y="1617"/>
              <a:ext cx="568" cy="1277"/>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19" name="Text Box 20">
              <a:extLst>
                <a:ext uri="{FF2B5EF4-FFF2-40B4-BE49-F238E27FC236}">
                  <a16:creationId xmlns:a16="http://schemas.microsoft.com/office/drawing/2014/main" id="{94D3677D-EDB1-4222-A7E6-AFC7CBC58162}"/>
                </a:ext>
              </a:extLst>
            </p:cNvPr>
            <p:cNvSpPr txBox="1">
              <a:spLocks noChangeArrowheads="1"/>
            </p:cNvSpPr>
            <p:nvPr/>
          </p:nvSpPr>
          <p:spPr bwMode="auto">
            <a:xfrm>
              <a:off x="3040" y="1925"/>
              <a:ext cx="685"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进程调度</a:t>
              </a:r>
            </a:p>
          </p:txBody>
        </p:sp>
        <p:sp>
          <p:nvSpPr>
            <p:cNvPr id="20" name="Text Box 21">
              <a:extLst>
                <a:ext uri="{FF2B5EF4-FFF2-40B4-BE49-F238E27FC236}">
                  <a16:creationId xmlns:a16="http://schemas.microsoft.com/office/drawing/2014/main" id="{C4067636-1456-E948-67BE-29361B4C5796}"/>
                </a:ext>
              </a:extLst>
            </p:cNvPr>
            <p:cNvSpPr txBox="1">
              <a:spLocks noChangeArrowheads="1"/>
            </p:cNvSpPr>
            <p:nvPr/>
          </p:nvSpPr>
          <p:spPr bwMode="auto">
            <a:xfrm>
              <a:off x="2208" y="1803"/>
              <a:ext cx="70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进程调度</a:t>
              </a:r>
            </a:p>
          </p:txBody>
        </p:sp>
        <p:sp>
          <p:nvSpPr>
            <p:cNvPr id="21" name="Text Box 22">
              <a:extLst>
                <a:ext uri="{FF2B5EF4-FFF2-40B4-BE49-F238E27FC236}">
                  <a16:creationId xmlns:a16="http://schemas.microsoft.com/office/drawing/2014/main" id="{17EABB62-42CA-3C80-9195-B9ACD9F90815}"/>
                </a:ext>
              </a:extLst>
            </p:cNvPr>
            <p:cNvSpPr txBox="1">
              <a:spLocks noChangeArrowheads="1"/>
            </p:cNvSpPr>
            <p:nvPr/>
          </p:nvSpPr>
          <p:spPr bwMode="auto">
            <a:xfrm>
              <a:off x="1302" y="1345"/>
              <a:ext cx="68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时间片到</a:t>
              </a:r>
            </a:p>
          </p:txBody>
        </p:sp>
        <p:sp>
          <p:nvSpPr>
            <p:cNvPr id="22" name="Text Box 23">
              <a:extLst>
                <a:ext uri="{FF2B5EF4-FFF2-40B4-BE49-F238E27FC236}">
                  <a16:creationId xmlns:a16="http://schemas.microsoft.com/office/drawing/2014/main" id="{D349D0CB-E410-4BE4-16AC-C89B3698234D}"/>
                </a:ext>
              </a:extLst>
            </p:cNvPr>
            <p:cNvSpPr txBox="1">
              <a:spLocks noChangeArrowheads="1"/>
            </p:cNvSpPr>
            <p:nvPr/>
          </p:nvSpPr>
          <p:spPr bwMode="auto">
            <a:xfrm>
              <a:off x="3976" y="1504"/>
              <a:ext cx="661"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请求</a:t>
              </a:r>
              <a:r>
                <a:rPr kumimoji="1" lang="en-US" altLang="zh-CN" sz="1600" b="1">
                  <a:solidFill>
                    <a:schemeClr val="tx1"/>
                  </a:solidFill>
                  <a:latin typeface="Times New Roman" panose="02020603050405020304" pitchFamily="18" charset="0"/>
                </a:rPr>
                <a:t>I/O</a:t>
              </a:r>
            </a:p>
          </p:txBody>
        </p:sp>
        <p:sp>
          <p:nvSpPr>
            <p:cNvPr id="23" name="Text Box 24">
              <a:extLst>
                <a:ext uri="{FF2B5EF4-FFF2-40B4-BE49-F238E27FC236}">
                  <a16:creationId xmlns:a16="http://schemas.microsoft.com/office/drawing/2014/main" id="{FBA4BF88-29AA-2DCD-6680-45F56A6CE595}"/>
                </a:ext>
              </a:extLst>
            </p:cNvPr>
            <p:cNvSpPr txBox="1">
              <a:spLocks noChangeArrowheads="1"/>
            </p:cNvSpPr>
            <p:nvPr/>
          </p:nvSpPr>
          <p:spPr bwMode="auto">
            <a:xfrm>
              <a:off x="3409" y="2894"/>
              <a:ext cx="100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I/O</a:t>
              </a:r>
              <a:r>
                <a:rPr kumimoji="1" lang="zh-CN" altLang="en-US" sz="1600" b="1">
                  <a:solidFill>
                    <a:schemeClr val="tx1"/>
                  </a:solidFill>
                  <a:latin typeface="Times New Roman" panose="02020603050405020304" pitchFamily="18" charset="0"/>
                </a:rPr>
                <a:t>完成</a:t>
              </a:r>
            </a:p>
          </p:txBody>
        </p:sp>
        <p:sp>
          <p:nvSpPr>
            <p:cNvPr id="24" name="Text Box 25">
              <a:extLst>
                <a:ext uri="{FF2B5EF4-FFF2-40B4-BE49-F238E27FC236}">
                  <a16:creationId xmlns:a16="http://schemas.microsoft.com/office/drawing/2014/main" id="{440B09FA-115D-624A-4BD4-DDA55D6060E8}"/>
                </a:ext>
              </a:extLst>
            </p:cNvPr>
            <p:cNvSpPr txBox="1">
              <a:spLocks noChangeArrowheads="1"/>
            </p:cNvSpPr>
            <p:nvPr/>
          </p:nvSpPr>
          <p:spPr bwMode="auto">
            <a:xfrm>
              <a:off x="1836" y="1982"/>
              <a:ext cx="711"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其次选择</a:t>
              </a:r>
            </a:p>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  </a:t>
              </a:r>
              <a:r>
                <a:rPr kumimoji="1" lang="en-US" altLang="zh-CN" sz="1600" b="1">
                  <a:solidFill>
                    <a:schemeClr val="tx1"/>
                  </a:solidFill>
                  <a:latin typeface="Times New Roman" panose="02020603050405020304" pitchFamily="18" charset="0"/>
                </a:rPr>
                <a:t>500ms</a:t>
              </a:r>
            </a:p>
          </p:txBody>
        </p:sp>
      </p:grpSp>
      <p:sp>
        <p:nvSpPr>
          <p:cNvPr id="25" name="Rectangle 26">
            <a:extLst>
              <a:ext uri="{FF2B5EF4-FFF2-40B4-BE49-F238E27FC236}">
                <a16:creationId xmlns:a16="http://schemas.microsoft.com/office/drawing/2014/main" id="{E9DC33C0-FE1F-3552-F9A5-DF204BF14EDF}"/>
              </a:ext>
            </a:extLst>
          </p:cNvPr>
          <p:cNvSpPr>
            <a:spLocks noChangeArrowheads="1"/>
          </p:cNvSpPr>
          <p:nvPr/>
        </p:nvSpPr>
        <p:spPr bwMode="auto">
          <a:xfrm>
            <a:off x="739857" y="1431741"/>
            <a:ext cx="7058025" cy="621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spcBef>
                <a:spcPts val="1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(1) </a:t>
            </a:r>
            <a:r>
              <a:rPr lang="zh-CN" altLang="en-US" sz="2600" b="1" dirty="0">
                <a:solidFill>
                  <a:prstClr val="black"/>
                </a:solidFill>
                <a:effectLst/>
                <a:latin typeface="微软雅黑" panose="020B0503020204020204" pitchFamily="34" charset="-122"/>
                <a:ea typeface="微软雅黑" panose="020B0503020204020204" pitchFamily="34" charset="-122"/>
              </a:rPr>
              <a:t>一个调度用的进程状态变迁图的实例</a:t>
            </a:r>
          </a:p>
        </p:txBody>
      </p:sp>
      <p:sp>
        <p:nvSpPr>
          <p:cNvPr id="26" name="Text Box 29">
            <a:extLst>
              <a:ext uri="{FF2B5EF4-FFF2-40B4-BE49-F238E27FC236}">
                <a16:creationId xmlns:a16="http://schemas.microsoft.com/office/drawing/2014/main" id="{E85E00A4-1B27-3E87-422D-367F305A4631}"/>
              </a:ext>
            </a:extLst>
          </p:cNvPr>
          <p:cNvSpPr txBox="1">
            <a:spLocks noChangeArrowheads="1"/>
          </p:cNvSpPr>
          <p:nvPr/>
        </p:nvSpPr>
        <p:spPr bwMode="auto">
          <a:xfrm>
            <a:off x="4823618" y="6105341"/>
            <a:ext cx="2544763" cy="385763"/>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0"/>
              </a:spcBef>
              <a:buFont typeface="Wingdings" panose="05000000000000000000" pitchFamily="2" charset="2"/>
              <a:buNone/>
            </a:pPr>
            <a:r>
              <a:rPr lang="zh-CN" altLang="en-US" sz="1600" b="0">
                <a:solidFill>
                  <a:schemeClr val="tx1"/>
                </a:solidFill>
                <a:latin typeface="Times New Roman" panose="02020603050405020304" pitchFamily="18" charset="0"/>
              </a:rPr>
              <a:t>调度用的进程状态变迁图</a:t>
            </a:r>
          </a:p>
        </p:txBody>
      </p:sp>
    </p:spTree>
    <p:extLst>
      <p:ext uri="{BB962C8B-B14F-4D97-AF65-F5344CB8AC3E}">
        <p14:creationId xmlns:p14="http://schemas.microsoft.com/office/powerpoint/2010/main" val="398481780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4E0E2A-D0BD-22B6-AD40-C2F1361C0573}"/>
              </a:ext>
            </a:extLst>
          </p:cNvPr>
          <p:cNvSpPr>
            <a:spLocks noGrp="1"/>
          </p:cNvSpPr>
          <p:nvPr>
            <p:ph type="title"/>
          </p:nvPr>
        </p:nvSpPr>
        <p:spPr/>
        <p:txBody>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进程调度</a:t>
            </a:r>
          </a:p>
        </p:txBody>
      </p:sp>
      <p:sp>
        <p:nvSpPr>
          <p:cNvPr id="3" name="Rectangle 3">
            <a:extLst>
              <a:ext uri="{FF2B5EF4-FFF2-40B4-BE49-F238E27FC236}">
                <a16:creationId xmlns:a16="http://schemas.microsoft.com/office/drawing/2014/main" id="{CEE9F741-F578-6FEE-021B-2F7F42C392F9}"/>
              </a:ext>
            </a:extLst>
          </p:cNvPr>
          <p:cNvSpPr>
            <a:spLocks noChangeArrowheads="1"/>
          </p:cNvSpPr>
          <p:nvPr/>
        </p:nvSpPr>
        <p:spPr bwMode="auto">
          <a:xfrm>
            <a:off x="346775" y="1302897"/>
            <a:ext cx="5794375" cy="54249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lvl="1" eaLnBrk="1" hangingPunct="1">
              <a:lnSpc>
                <a:spcPct val="130000"/>
              </a:lnSpc>
              <a:buClr>
                <a:schemeClr val="tx2"/>
              </a:buClr>
              <a:buSzPct val="95000"/>
              <a:buFont typeface="Wingdings" panose="05000000000000000000" pitchFamily="2" charset="2"/>
              <a:buNone/>
              <a:defRPr/>
            </a:pPr>
            <a:r>
              <a:rPr lang="en-US" altLang="zh-CN" sz="2400" dirty="0">
                <a:solidFill>
                  <a:srgbClr val="000099"/>
                </a:solidFill>
                <a:effectLst/>
                <a:latin typeface="Times New Roman" panose="02020603050405020304" pitchFamily="18" charset="0"/>
              </a:rPr>
              <a:t>① </a:t>
            </a:r>
            <a:r>
              <a:rPr lang="zh-CN" altLang="en-US" sz="2400" dirty="0">
                <a:solidFill>
                  <a:srgbClr val="000099"/>
                </a:solidFill>
                <a:effectLst/>
                <a:latin typeface="Times New Roman" panose="02020603050405020304" pitchFamily="18" charset="0"/>
              </a:rPr>
              <a:t>进程状态</a:t>
            </a:r>
          </a:p>
          <a:p>
            <a:pPr marL="1714500" lvl="5" indent="-228600" eaLnBrk="0" hangingPunct="0">
              <a:lnSpc>
                <a:spcPct val="150000"/>
              </a:lnSpc>
              <a:spcBef>
                <a:spcPts val="500"/>
              </a:spcBef>
              <a:buClr>
                <a:srgbClr val="FFC000"/>
              </a:buClr>
              <a:buFont typeface="Wingdings" panose="05000000000000000000" pitchFamily="2" charset="2"/>
              <a:buChar char="u"/>
              <a:defRPr/>
            </a:pPr>
            <a:r>
              <a:rPr lang="zh-CN" altLang="en-US" sz="2400" dirty="0">
                <a:solidFill>
                  <a:prstClr val="black"/>
                </a:solidFill>
                <a:latin typeface="微软雅黑" panose="020B0503020204020204" pitchFamily="34" charset="-122"/>
                <a:ea typeface="微软雅黑" panose="020B0503020204020204" pitchFamily="34" charset="-122"/>
              </a:rPr>
              <a:t>运行状态</a:t>
            </a:r>
          </a:p>
          <a:p>
            <a:pPr marL="1714500" lvl="5" indent="-228600" eaLnBrk="0" hangingPunct="0">
              <a:lnSpc>
                <a:spcPct val="150000"/>
              </a:lnSpc>
              <a:spcBef>
                <a:spcPts val="500"/>
              </a:spcBef>
              <a:buClr>
                <a:srgbClr val="FFC000"/>
              </a:buClr>
              <a:buFont typeface="Wingdings" panose="05000000000000000000" pitchFamily="2" charset="2"/>
              <a:buChar char="u"/>
              <a:defRPr/>
            </a:pPr>
            <a:r>
              <a:rPr lang="zh-CN" altLang="en-US" sz="2400" dirty="0">
                <a:solidFill>
                  <a:prstClr val="black"/>
                </a:solidFill>
                <a:latin typeface="微软雅黑" panose="020B0503020204020204" pitchFamily="34" charset="-122"/>
                <a:ea typeface="微软雅黑" panose="020B0503020204020204" pitchFamily="34" charset="-122"/>
              </a:rPr>
              <a:t>低优先就绪状态</a:t>
            </a:r>
          </a:p>
          <a:p>
            <a:pPr marL="1714500" lvl="5" indent="-228600" eaLnBrk="0" hangingPunct="0">
              <a:lnSpc>
                <a:spcPct val="150000"/>
              </a:lnSpc>
              <a:spcBef>
                <a:spcPts val="500"/>
              </a:spcBef>
              <a:buClr>
                <a:srgbClr val="FFC000"/>
              </a:buClr>
              <a:buFont typeface="Wingdings" panose="05000000000000000000" pitchFamily="2" charset="2"/>
              <a:buChar char="u"/>
              <a:defRPr/>
            </a:pPr>
            <a:r>
              <a:rPr lang="zh-CN" altLang="en-US" sz="2400" dirty="0">
                <a:solidFill>
                  <a:prstClr val="black"/>
                </a:solidFill>
                <a:latin typeface="微软雅黑" panose="020B0503020204020204" pitchFamily="34" charset="-122"/>
                <a:ea typeface="微软雅黑" panose="020B0503020204020204" pitchFamily="34" charset="-122"/>
              </a:rPr>
              <a:t>高优先就绪状态</a:t>
            </a:r>
          </a:p>
          <a:p>
            <a:pPr marL="1714500" lvl="5" indent="-228600" eaLnBrk="0" hangingPunct="0">
              <a:lnSpc>
                <a:spcPct val="150000"/>
              </a:lnSpc>
              <a:spcBef>
                <a:spcPts val="500"/>
              </a:spcBef>
              <a:buClr>
                <a:srgbClr val="FFC000"/>
              </a:buClr>
              <a:buFont typeface="Wingdings" panose="05000000000000000000" pitchFamily="2" charset="2"/>
              <a:buChar char="u"/>
              <a:defRPr/>
            </a:pPr>
            <a:r>
              <a:rPr lang="zh-CN" altLang="en-US" sz="2400" dirty="0">
                <a:solidFill>
                  <a:prstClr val="black"/>
                </a:solidFill>
                <a:latin typeface="微软雅黑" panose="020B0503020204020204" pitchFamily="34" charset="-122"/>
                <a:ea typeface="微软雅黑" panose="020B0503020204020204" pitchFamily="34" charset="-122"/>
              </a:rPr>
              <a:t>因</a:t>
            </a:r>
            <a:r>
              <a:rPr lang="en-US" altLang="zh-CN" sz="2400" dirty="0">
                <a:solidFill>
                  <a:prstClr val="black"/>
                </a:solidFill>
                <a:latin typeface="微软雅黑" panose="020B0503020204020204" pitchFamily="34" charset="-122"/>
                <a:ea typeface="微软雅黑" panose="020B0503020204020204" pitchFamily="34" charset="-122"/>
              </a:rPr>
              <a:t>I/O</a:t>
            </a:r>
            <a:r>
              <a:rPr lang="zh-CN" altLang="en-US" sz="2400" dirty="0">
                <a:solidFill>
                  <a:prstClr val="black"/>
                </a:solidFill>
                <a:latin typeface="微软雅黑" panose="020B0503020204020204" pitchFamily="34" charset="-122"/>
                <a:ea typeface="微软雅黑" panose="020B0503020204020204" pitchFamily="34" charset="-122"/>
              </a:rPr>
              <a:t>而等待状态</a:t>
            </a:r>
          </a:p>
          <a:p>
            <a:pPr lvl="1" eaLnBrk="1" hangingPunct="1">
              <a:lnSpc>
                <a:spcPct val="130000"/>
              </a:lnSpc>
              <a:buClr>
                <a:schemeClr val="tx2"/>
              </a:buClr>
              <a:buSzPct val="95000"/>
              <a:buFont typeface="Wingdings" panose="05000000000000000000" pitchFamily="2" charset="2"/>
              <a:buNone/>
              <a:defRPr/>
            </a:pPr>
            <a:r>
              <a:rPr lang="zh-CN" altLang="en-US" sz="2400" dirty="0">
                <a:solidFill>
                  <a:srgbClr val="000099"/>
                </a:solidFill>
                <a:effectLst/>
                <a:latin typeface="宋体" panose="02010600030101010101" pitchFamily="2" charset="-122"/>
              </a:rPr>
              <a:t>② </a:t>
            </a:r>
            <a:r>
              <a:rPr lang="zh-CN" altLang="en-US" sz="2400" dirty="0">
                <a:solidFill>
                  <a:srgbClr val="000099"/>
                </a:solidFill>
                <a:effectLst/>
                <a:latin typeface="Times New Roman" panose="02020603050405020304" pitchFamily="18" charset="0"/>
              </a:rPr>
              <a:t>队列结构</a:t>
            </a:r>
          </a:p>
          <a:p>
            <a:pPr marL="1714500" lvl="5" indent="-228600" eaLnBrk="0" hangingPunct="0">
              <a:lnSpc>
                <a:spcPct val="150000"/>
              </a:lnSpc>
              <a:spcBef>
                <a:spcPts val="500"/>
              </a:spcBef>
              <a:buClr>
                <a:srgbClr val="FFC000"/>
              </a:buClr>
              <a:buFont typeface="Wingdings" panose="05000000000000000000" pitchFamily="2" charset="2"/>
              <a:buChar char="u"/>
              <a:defRPr/>
            </a:pPr>
            <a:r>
              <a:rPr lang="zh-CN" altLang="en-US" sz="2400" dirty="0">
                <a:solidFill>
                  <a:prstClr val="black"/>
                </a:solidFill>
                <a:latin typeface="微软雅黑" panose="020B0503020204020204" pitchFamily="34" charset="-122"/>
                <a:ea typeface="微软雅黑" panose="020B0503020204020204" pitchFamily="34" charset="-122"/>
              </a:rPr>
              <a:t>低优先就绪队列</a:t>
            </a:r>
          </a:p>
          <a:p>
            <a:pPr marL="1714500" lvl="5" indent="-228600" eaLnBrk="0" hangingPunct="0">
              <a:lnSpc>
                <a:spcPct val="150000"/>
              </a:lnSpc>
              <a:spcBef>
                <a:spcPts val="500"/>
              </a:spcBef>
              <a:buClr>
                <a:srgbClr val="FFC000"/>
              </a:buClr>
              <a:buFont typeface="Wingdings" panose="05000000000000000000" pitchFamily="2" charset="2"/>
              <a:buChar char="u"/>
              <a:defRPr/>
            </a:pPr>
            <a:r>
              <a:rPr lang="zh-CN" altLang="en-US" sz="2400" dirty="0">
                <a:solidFill>
                  <a:prstClr val="black"/>
                </a:solidFill>
                <a:latin typeface="微软雅黑" panose="020B0503020204020204" pitchFamily="34" charset="-122"/>
                <a:ea typeface="微软雅黑" panose="020B0503020204020204" pitchFamily="34" charset="-122"/>
              </a:rPr>
              <a:t>高优先就绪队列</a:t>
            </a:r>
          </a:p>
          <a:p>
            <a:pPr marL="1714500" lvl="5" indent="-228600" eaLnBrk="0" hangingPunct="0">
              <a:lnSpc>
                <a:spcPct val="150000"/>
              </a:lnSpc>
              <a:spcBef>
                <a:spcPts val="500"/>
              </a:spcBef>
              <a:buClr>
                <a:srgbClr val="FFC000"/>
              </a:buClr>
              <a:buFont typeface="Wingdings" panose="05000000000000000000" pitchFamily="2" charset="2"/>
              <a:buChar char="u"/>
              <a:defRPr/>
            </a:pPr>
            <a:r>
              <a:rPr lang="zh-CN" altLang="en-US" sz="2400" dirty="0">
                <a:solidFill>
                  <a:prstClr val="black"/>
                </a:solidFill>
                <a:latin typeface="微软雅黑" panose="020B0503020204020204" pitchFamily="34" charset="-122"/>
                <a:ea typeface="微软雅黑" panose="020B0503020204020204" pitchFamily="34" charset="-122"/>
              </a:rPr>
              <a:t>因</a:t>
            </a:r>
            <a:r>
              <a:rPr lang="en-US" altLang="zh-CN" sz="2400" dirty="0">
                <a:solidFill>
                  <a:prstClr val="black"/>
                </a:solidFill>
                <a:latin typeface="微软雅黑" panose="020B0503020204020204" pitchFamily="34" charset="-122"/>
                <a:ea typeface="微软雅黑" panose="020B0503020204020204" pitchFamily="34" charset="-122"/>
              </a:rPr>
              <a:t>I/O</a:t>
            </a:r>
            <a:r>
              <a:rPr lang="zh-CN" altLang="en-US" sz="2400" dirty="0">
                <a:solidFill>
                  <a:prstClr val="black"/>
                </a:solidFill>
                <a:latin typeface="微软雅黑" panose="020B0503020204020204" pitchFamily="34" charset="-122"/>
                <a:ea typeface="微软雅黑" panose="020B0503020204020204" pitchFamily="34" charset="-122"/>
              </a:rPr>
              <a:t>而等待队列</a:t>
            </a:r>
          </a:p>
        </p:txBody>
      </p:sp>
      <p:sp>
        <p:nvSpPr>
          <p:cNvPr id="4" name="Rectangle 5">
            <a:extLst>
              <a:ext uri="{FF2B5EF4-FFF2-40B4-BE49-F238E27FC236}">
                <a16:creationId xmlns:a16="http://schemas.microsoft.com/office/drawing/2014/main" id="{525F3AF1-7D7E-C8F4-56B1-5A6FC2880B79}"/>
              </a:ext>
            </a:extLst>
          </p:cNvPr>
          <p:cNvSpPr>
            <a:spLocks noChangeArrowheads="1"/>
          </p:cNvSpPr>
          <p:nvPr/>
        </p:nvSpPr>
        <p:spPr bwMode="auto">
          <a:xfrm>
            <a:off x="896050" y="704410"/>
            <a:ext cx="6302375" cy="621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spcBef>
                <a:spcPts val="1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(2) </a:t>
            </a:r>
            <a:r>
              <a:rPr lang="zh-CN" altLang="en-US" sz="2600" b="1" dirty="0">
                <a:solidFill>
                  <a:prstClr val="black"/>
                </a:solidFill>
                <a:effectLst/>
                <a:latin typeface="微软雅黑" panose="020B0503020204020204" pitchFamily="34" charset="-122"/>
                <a:ea typeface="微软雅黑" panose="020B0503020204020204" pitchFamily="34" charset="-122"/>
              </a:rPr>
              <a:t>调度用进程状态变迁图实例的分析</a:t>
            </a:r>
          </a:p>
        </p:txBody>
      </p:sp>
    </p:spTree>
    <p:extLst>
      <p:ext uri="{BB962C8B-B14F-4D97-AF65-F5344CB8AC3E}">
        <p14:creationId xmlns:p14="http://schemas.microsoft.com/office/powerpoint/2010/main" val="268728044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943935-2436-4999-DB28-31631AC7AD79}"/>
              </a:ext>
            </a:extLst>
          </p:cNvPr>
          <p:cNvSpPr>
            <a:spLocks noGrp="1"/>
          </p:cNvSpPr>
          <p:nvPr>
            <p:ph type="title"/>
          </p:nvPr>
        </p:nvSpPr>
        <p:spPr/>
        <p:txBody>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进程调度</a:t>
            </a:r>
            <a:endParaRPr lang="zh-CN" altLang="en-US" dirty="0"/>
          </a:p>
        </p:txBody>
      </p:sp>
      <p:sp>
        <p:nvSpPr>
          <p:cNvPr id="4" name="Rectangle 3">
            <a:extLst>
              <a:ext uri="{FF2B5EF4-FFF2-40B4-BE49-F238E27FC236}">
                <a16:creationId xmlns:a16="http://schemas.microsoft.com/office/drawing/2014/main" id="{C95C8D11-F663-D104-4959-1A7B1AA66E29}"/>
              </a:ext>
            </a:extLst>
          </p:cNvPr>
          <p:cNvSpPr>
            <a:spLocks noChangeArrowheads="1"/>
          </p:cNvSpPr>
          <p:nvPr/>
        </p:nvSpPr>
        <p:spPr bwMode="auto">
          <a:xfrm>
            <a:off x="331276" y="830079"/>
            <a:ext cx="9029700" cy="4656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lvl="1" eaLnBrk="1" hangingPunct="1">
              <a:lnSpc>
                <a:spcPct val="130000"/>
              </a:lnSpc>
              <a:buFont typeface="Wingdings" panose="05000000000000000000" pitchFamily="2" charset="2"/>
              <a:buNone/>
            </a:pPr>
            <a:r>
              <a:rPr lang="en-US" altLang="zh-CN" sz="2400" dirty="0">
                <a:solidFill>
                  <a:srgbClr val="000099"/>
                </a:solidFill>
                <a:latin typeface="Times New Roman" panose="02020603050405020304" pitchFamily="18" charset="0"/>
              </a:rPr>
              <a:t>③ </a:t>
            </a:r>
            <a:r>
              <a:rPr lang="zh-CN" altLang="en-US" sz="2400" dirty="0">
                <a:solidFill>
                  <a:srgbClr val="000099"/>
                </a:solidFill>
                <a:latin typeface="Times New Roman" panose="02020603050405020304" pitchFamily="18" charset="0"/>
              </a:rPr>
              <a:t>进程调度算法</a:t>
            </a:r>
          </a:p>
          <a:p>
            <a:pPr lvl="1" eaLnBrk="1" hangingPunct="1">
              <a:lnSpc>
                <a:spcPct val="130000"/>
              </a:lnSpc>
              <a:buFont typeface="Wingdings" panose="05000000000000000000" pitchFamily="2" charset="2"/>
              <a:buNone/>
            </a:pPr>
            <a:r>
              <a:rPr lang="zh-CN" altLang="en-US" sz="2400" b="1" dirty="0">
                <a:solidFill>
                  <a:schemeClr val="tx1"/>
                </a:solidFill>
                <a:latin typeface="Times New Roman" panose="02020603050405020304" pitchFamily="18" charset="0"/>
              </a:rPr>
              <a:t>     优先调度与时间片调度相结合的调度算法</a:t>
            </a:r>
          </a:p>
          <a:p>
            <a:pPr lvl="1" eaLnBrk="1" hangingPunct="1">
              <a:lnSpc>
                <a:spcPct val="130000"/>
              </a:lnSpc>
              <a:buFont typeface="Wingdings" panose="05000000000000000000" pitchFamily="2" charset="2"/>
              <a:buNone/>
            </a:pPr>
            <a:r>
              <a:rPr lang="zh-CN" altLang="en-US" sz="2400" dirty="0">
                <a:solidFill>
                  <a:schemeClr val="tx1"/>
                </a:solidFill>
                <a:latin typeface="Times New Roman" panose="02020603050405020304" pitchFamily="18" charset="0"/>
              </a:rPr>
              <a:t>      </a:t>
            </a:r>
            <a:r>
              <a:rPr lang="en-US" altLang="zh-CN" sz="2400" b="1" dirty="0">
                <a:solidFill>
                  <a:schemeClr val="tx1"/>
                </a:solidFill>
                <a:latin typeface="宋体" panose="02010600030101010101" pitchFamily="2" charset="-122"/>
              </a:rPr>
              <a:t>ⅰ</a:t>
            </a:r>
            <a:r>
              <a:rPr lang="en-US" altLang="zh-CN" sz="2400" dirty="0">
                <a:solidFill>
                  <a:schemeClr val="tx1"/>
                </a:solidFill>
                <a:latin typeface="宋体" panose="02010600030101010101" pitchFamily="2" charset="-122"/>
              </a:rPr>
              <a:t> </a:t>
            </a:r>
            <a:r>
              <a:rPr lang="zh-CN" altLang="en-US" sz="2400" b="0" dirty="0">
                <a:solidFill>
                  <a:schemeClr val="tx1"/>
                </a:solidFill>
                <a:latin typeface="Times New Roman" panose="02020603050405020304" pitchFamily="18" charset="0"/>
              </a:rPr>
              <a:t>当</a:t>
            </a:r>
            <a:r>
              <a:rPr lang="en-US" altLang="zh-CN" sz="2400" b="0" dirty="0">
                <a:solidFill>
                  <a:schemeClr val="tx1"/>
                </a:solidFill>
                <a:latin typeface="Times New Roman" panose="02020603050405020304" pitchFamily="18" charset="0"/>
              </a:rPr>
              <a:t>CPU</a:t>
            </a:r>
            <a:r>
              <a:rPr lang="zh-CN" altLang="en-US" sz="2400" b="0" dirty="0">
                <a:solidFill>
                  <a:schemeClr val="tx1"/>
                </a:solidFill>
                <a:latin typeface="Times New Roman" panose="02020603050405020304" pitchFamily="18" charset="0"/>
              </a:rPr>
              <a:t>空闲时，若高优先就绪队列非空，则从高优先就</a:t>
            </a:r>
          </a:p>
          <a:p>
            <a:pPr lvl="1" eaLnBrk="1" hangingPunct="1">
              <a:lnSpc>
                <a:spcPct val="130000"/>
              </a:lnSpc>
              <a:buFont typeface="Wingdings" panose="05000000000000000000" pitchFamily="2" charset="2"/>
              <a:buNone/>
            </a:pPr>
            <a:r>
              <a:rPr lang="zh-CN" altLang="en-US" sz="2400" b="0" dirty="0">
                <a:solidFill>
                  <a:schemeClr val="tx1"/>
                </a:solidFill>
                <a:latin typeface="Times New Roman" panose="02020603050405020304" pitchFamily="18" charset="0"/>
              </a:rPr>
              <a:t>            绪队列中选择一个进程运行，分配时间片为</a:t>
            </a:r>
            <a:r>
              <a:rPr lang="en-US" altLang="zh-CN" sz="2400" b="0" dirty="0">
                <a:solidFill>
                  <a:schemeClr val="tx1"/>
                </a:solidFill>
                <a:latin typeface="Times New Roman" panose="02020603050405020304" pitchFamily="18" charset="0"/>
              </a:rPr>
              <a:t>100ms</a:t>
            </a:r>
            <a:r>
              <a:rPr lang="zh-CN" altLang="en-US" sz="2400" b="0" dirty="0">
                <a:solidFill>
                  <a:schemeClr val="tx1"/>
                </a:solidFill>
                <a:latin typeface="Times New Roman" panose="02020603050405020304" pitchFamily="18" charset="0"/>
              </a:rPr>
              <a:t>。</a:t>
            </a:r>
          </a:p>
          <a:p>
            <a:pPr lvl="2" eaLnBrk="1" hangingPunct="1">
              <a:lnSpc>
                <a:spcPct val="130000"/>
              </a:lnSpc>
              <a:buFont typeface="Wingdings" panose="05000000000000000000" pitchFamily="2" charset="2"/>
              <a:buNone/>
            </a:pPr>
            <a:r>
              <a:rPr lang="en-US" altLang="zh-CN" b="1" dirty="0">
                <a:solidFill>
                  <a:schemeClr val="tx1"/>
                </a:solidFill>
                <a:latin typeface="宋体" panose="02010600030101010101" pitchFamily="2" charset="-122"/>
              </a:rPr>
              <a:t>ⅱ</a:t>
            </a:r>
            <a:r>
              <a:rPr lang="en-US" altLang="zh-CN" b="0" dirty="0">
                <a:solidFill>
                  <a:schemeClr val="tx1"/>
                </a:solidFill>
                <a:latin typeface="宋体" panose="02010600030101010101" pitchFamily="2" charset="-122"/>
              </a:rPr>
              <a:t> </a:t>
            </a:r>
            <a:r>
              <a:rPr lang="zh-CN" altLang="en-US" b="0" dirty="0">
                <a:solidFill>
                  <a:schemeClr val="tx1"/>
                </a:solidFill>
                <a:latin typeface="Times New Roman" panose="02020603050405020304" pitchFamily="18" charset="0"/>
              </a:rPr>
              <a:t>当</a:t>
            </a:r>
            <a:r>
              <a:rPr lang="en-US" altLang="zh-CN" b="0" dirty="0">
                <a:solidFill>
                  <a:schemeClr val="tx1"/>
                </a:solidFill>
                <a:latin typeface="Times New Roman" panose="02020603050405020304" pitchFamily="18" charset="0"/>
              </a:rPr>
              <a:t>CPU</a:t>
            </a:r>
            <a:r>
              <a:rPr lang="zh-CN" altLang="en-US" b="0" dirty="0">
                <a:solidFill>
                  <a:schemeClr val="tx1"/>
                </a:solidFill>
                <a:latin typeface="Times New Roman" panose="02020603050405020304" pitchFamily="18" charset="0"/>
              </a:rPr>
              <a:t>空闲时，若高优先就绪队列为空，则从低优先就</a:t>
            </a:r>
          </a:p>
          <a:p>
            <a:pPr lvl="2" eaLnBrk="1" hangingPunct="1">
              <a:lnSpc>
                <a:spcPct val="130000"/>
              </a:lnSpc>
              <a:buFont typeface="Wingdings" panose="05000000000000000000" pitchFamily="2" charset="2"/>
              <a:buNone/>
            </a:pPr>
            <a:r>
              <a:rPr lang="zh-CN" altLang="en-US" b="0" dirty="0">
                <a:solidFill>
                  <a:schemeClr val="tx1"/>
                </a:solidFill>
                <a:latin typeface="Times New Roman" panose="02020603050405020304" pitchFamily="18" charset="0"/>
              </a:rPr>
              <a:t>      绪队列中选择一个进程运行，分配时间片为</a:t>
            </a:r>
            <a:r>
              <a:rPr lang="en-US" altLang="zh-CN" b="0" dirty="0">
                <a:solidFill>
                  <a:schemeClr val="tx1"/>
                </a:solidFill>
                <a:latin typeface="Times New Roman" panose="02020603050405020304" pitchFamily="18" charset="0"/>
              </a:rPr>
              <a:t>500ms</a:t>
            </a:r>
            <a:r>
              <a:rPr lang="zh-CN" altLang="en-US" b="0" dirty="0">
                <a:solidFill>
                  <a:schemeClr val="tx1"/>
                </a:solidFill>
                <a:latin typeface="Times New Roman" panose="02020603050405020304" pitchFamily="18" charset="0"/>
              </a:rPr>
              <a:t>。</a:t>
            </a:r>
          </a:p>
          <a:p>
            <a:pPr eaLnBrk="1" hangingPunct="1">
              <a:lnSpc>
                <a:spcPct val="130000"/>
              </a:lnSpc>
              <a:buFont typeface="Wingdings" panose="05000000000000000000" pitchFamily="2" charset="2"/>
              <a:buNone/>
            </a:pPr>
            <a:r>
              <a:rPr lang="zh-CN" altLang="en-US" sz="2400" dirty="0">
                <a:solidFill>
                  <a:srgbClr val="000099"/>
                </a:solidFill>
                <a:latin typeface="Times New Roman" panose="02020603050405020304" pitchFamily="18" charset="0"/>
              </a:rPr>
              <a:t>        ④ 调度效果</a:t>
            </a:r>
          </a:p>
          <a:p>
            <a:pPr eaLnBrk="1" hangingPunct="1">
              <a:lnSpc>
                <a:spcPct val="130000"/>
              </a:lnSpc>
              <a:buFont typeface="Wingdings" panose="05000000000000000000" pitchFamily="2" charset="2"/>
              <a:buNone/>
            </a:pPr>
            <a:r>
              <a:rPr lang="zh-CN" altLang="en-US" sz="2400" b="0" dirty="0">
                <a:solidFill>
                  <a:schemeClr val="tx1"/>
                </a:solidFill>
                <a:latin typeface="Times New Roman" panose="02020603050405020304" pitchFamily="18" charset="0"/>
              </a:rPr>
              <a:t>              优先照顾</a:t>
            </a:r>
            <a:r>
              <a:rPr lang="en-US" altLang="zh-CN" sz="2400" b="0" dirty="0">
                <a:solidFill>
                  <a:schemeClr val="tx1"/>
                </a:solidFill>
                <a:latin typeface="Times New Roman" panose="02020603050405020304" pitchFamily="18" charset="0"/>
              </a:rPr>
              <a:t>I∕O</a:t>
            </a:r>
            <a:r>
              <a:rPr lang="zh-CN" altLang="en-US" sz="2400" b="0" dirty="0">
                <a:solidFill>
                  <a:schemeClr val="tx1"/>
                </a:solidFill>
                <a:latin typeface="Times New Roman" panose="02020603050405020304" pitchFamily="18" charset="0"/>
              </a:rPr>
              <a:t>量大的进程；适当照顾计算量大的进程。</a:t>
            </a:r>
          </a:p>
        </p:txBody>
      </p:sp>
    </p:spTree>
    <p:extLst>
      <p:ext uri="{BB962C8B-B14F-4D97-AF65-F5344CB8AC3E}">
        <p14:creationId xmlns:p14="http://schemas.microsoft.com/office/powerpoint/2010/main" val="23676131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943935-2436-4999-DB28-31631AC7AD79}"/>
              </a:ext>
            </a:extLst>
          </p:cNvPr>
          <p:cNvSpPr>
            <a:spLocks noGrp="1"/>
          </p:cNvSpPr>
          <p:nvPr>
            <p:ph type="title"/>
          </p:nvPr>
        </p:nvSpPr>
        <p:spPr/>
        <p:txBody>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进程调度</a:t>
            </a:r>
            <a:endParaRPr lang="zh-CN" altLang="en-US" dirty="0"/>
          </a:p>
        </p:txBody>
      </p:sp>
      <p:grpSp>
        <p:nvGrpSpPr>
          <p:cNvPr id="3" name="Group 4">
            <a:extLst>
              <a:ext uri="{FF2B5EF4-FFF2-40B4-BE49-F238E27FC236}">
                <a16:creationId xmlns:a16="http://schemas.microsoft.com/office/drawing/2014/main" id="{AA6447F5-75A6-732A-0149-4B37E43E8CE1}"/>
              </a:ext>
            </a:extLst>
          </p:cNvPr>
          <p:cNvGrpSpPr>
            <a:grpSpLocks/>
          </p:cNvGrpSpPr>
          <p:nvPr/>
        </p:nvGrpSpPr>
        <p:grpSpPr bwMode="auto">
          <a:xfrm>
            <a:off x="893467" y="1828006"/>
            <a:ext cx="6532563" cy="3201987"/>
            <a:chOff x="522" y="885"/>
            <a:chExt cx="4133" cy="2118"/>
          </a:xfrm>
        </p:grpSpPr>
        <p:grpSp>
          <p:nvGrpSpPr>
            <p:cNvPr id="4" name="Group 5">
              <a:extLst>
                <a:ext uri="{FF2B5EF4-FFF2-40B4-BE49-F238E27FC236}">
                  <a16:creationId xmlns:a16="http://schemas.microsoft.com/office/drawing/2014/main" id="{E910B08B-D03D-23E1-7823-6A91C31D127F}"/>
                </a:ext>
              </a:extLst>
            </p:cNvPr>
            <p:cNvGrpSpPr>
              <a:grpSpLocks/>
            </p:cNvGrpSpPr>
            <p:nvPr/>
          </p:nvGrpSpPr>
          <p:grpSpPr bwMode="auto">
            <a:xfrm>
              <a:off x="2391" y="885"/>
              <a:ext cx="1115" cy="465"/>
              <a:chOff x="2391" y="795"/>
              <a:chExt cx="1115" cy="465"/>
            </a:xfrm>
          </p:grpSpPr>
          <p:sp>
            <p:nvSpPr>
              <p:cNvPr id="21" name="Oval 6">
                <a:extLst>
                  <a:ext uri="{FF2B5EF4-FFF2-40B4-BE49-F238E27FC236}">
                    <a16:creationId xmlns:a16="http://schemas.microsoft.com/office/drawing/2014/main" id="{33E6CCFC-F749-DBF1-EBDD-BD8E704AD32F}"/>
                  </a:ext>
                </a:extLst>
              </p:cNvPr>
              <p:cNvSpPr>
                <a:spLocks noChangeArrowheads="1"/>
              </p:cNvSpPr>
              <p:nvPr/>
            </p:nvSpPr>
            <p:spPr bwMode="auto">
              <a:xfrm>
                <a:off x="2391" y="795"/>
                <a:ext cx="1115" cy="465"/>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buFont typeface="Wingdings" panose="05000000000000000000" pitchFamily="2" charset="2"/>
                  <a:buChar char="Ø"/>
                </a:pPr>
                <a:endParaRPr lang="zh-CN" altLang="en-US" sz="1400">
                  <a:solidFill>
                    <a:srgbClr val="4138FA"/>
                  </a:solidFill>
                </a:endParaRPr>
              </a:p>
            </p:txBody>
          </p:sp>
          <p:sp>
            <p:nvSpPr>
              <p:cNvPr id="22" name="Text Box 7">
                <a:extLst>
                  <a:ext uri="{FF2B5EF4-FFF2-40B4-BE49-F238E27FC236}">
                    <a16:creationId xmlns:a16="http://schemas.microsoft.com/office/drawing/2014/main" id="{15FBCE13-B9DF-D332-A811-3BF06D286E4B}"/>
                  </a:ext>
                </a:extLst>
              </p:cNvPr>
              <p:cNvSpPr txBox="1">
                <a:spLocks noChangeArrowheads="1"/>
              </p:cNvSpPr>
              <p:nvPr/>
            </p:nvSpPr>
            <p:spPr bwMode="auto">
              <a:xfrm>
                <a:off x="2787" y="893"/>
                <a:ext cx="380"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a:solidFill>
                      <a:schemeClr val="tx1"/>
                    </a:solidFill>
                    <a:latin typeface="Times New Roman" panose="02020603050405020304" pitchFamily="18" charset="0"/>
                  </a:rPr>
                  <a:t>运行</a:t>
                </a:r>
                <a:endParaRPr kumimoji="1" lang="zh-CN" altLang="en-US" sz="1600" b="0">
                  <a:solidFill>
                    <a:schemeClr val="tx1"/>
                  </a:solidFill>
                  <a:latin typeface="Times New Roman" panose="02020603050405020304" pitchFamily="18" charset="0"/>
                </a:endParaRPr>
              </a:p>
            </p:txBody>
          </p:sp>
        </p:grpSp>
        <p:sp>
          <p:nvSpPr>
            <p:cNvPr id="5" name="Oval 8">
              <a:extLst>
                <a:ext uri="{FF2B5EF4-FFF2-40B4-BE49-F238E27FC236}">
                  <a16:creationId xmlns:a16="http://schemas.microsoft.com/office/drawing/2014/main" id="{34C84195-DD40-1EF5-1814-498F3A86D008}"/>
                </a:ext>
              </a:extLst>
            </p:cNvPr>
            <p:cNvSpPr>
              <a:spLocks noChangeArrowheads="1"/>
            </p:cNvSpPr>
            <p:nvPr/>
          </p:nvSpPr>
          <p:spPr bwMode="auto">
            <a:xfrm>
              <a:off x="3540" y="1882"/>
              <a:ext cx="1115" cy="465"/>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marL="914400" indent="-341313">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1028700" indent="-4556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428750" indent="-39846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52600" indent="-3222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92325" indent="-338138">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495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067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639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9211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pPr>
              <a:endParaRPr lang="zh-CN" altLang="zh-CN" b="0">
                <a:solidFill>
                  <a:srgbClr val="4138FA"/>
                </a:solidFill>
              </a:endParaRPr>
            </a:p>
          </p:txBody>
        </p:sp>
        <p:sp>
          <p:nvSpPr>
            <p:cNvPr id="6" name="Text Box 9">
              <a:extLst>
                <a:ext uri="{FF2B5EF4-FFF2-40B4-BE49-F238E27FC236}">
                  <a16:creationId xmlns:a16="http://schemas.microsoft.com/office/drawing/2014/main" id="{3C799D4C-6335-867E-4B4E-F777045DFC31}"/>
                </a:ext>
              </a:extLst>
            </p:cNvPr>
            <p:cNvSpPr txBox="1">
              <a:spLocks noChangeArrowheads="1"/>
            </p:cNvSpPr>
            <p:nvPr/>
          </p:nvSpPr>
          <p:spPr bwMode="auto">
            <a:xfrm>
              <a:off x="3901" y="1931"/>
              <a:ext cx="578"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a:solidFill>
                    <a:schemeClr val="tx1"/>
                  </a:solidFill>
                  <a:latin typeface="Times New Roman" panose="02020603050405020304" pitchFamily="18" charset="0"/>
                </a:rPr>
                <a:t>因 </a:t>
              </a:r>
              <a:r>
                <a:rPr kumimoji="1" lang="en-US" altLang="zh-CN" sz="1600">
                  <a:solidFill>
                    <a:schemeClr val="tx1"/>
                  </a:solidFill>
                  <a:latin typeface="Times New Roman" panose="02020603050405020304" pitchFamily="18" charset="0"/>
                </a:rPr>
                <a:t>I∕O</a:t>
              </a:r>
            </a:p>
            <a:p>
              <a:pPr algn="just" eaLnBrk="1" hangingPunct="1">
                <a:lnSpc>
                  <a:spcPct val="100000"/>
                </a:lnSpc>
                <a:spcBef>
                  <a:spcPct val="0"/>
                </a:spcBef>
                <a:buClrTx/>
                <a:buSzTx/>
                <a:buFontTx/>
                <a:buNone/>
              </a:pPr>
              <a:r>
                <a:rPr kumimoji="1" lang="zh-CN" altLang="en-US" sz="1600">
                  <a:solidFill>
                    <a:schemeClr val="tx1"/>
                  </a:solidFill>
                  <a:latin typeface="Times New Roman" panose="02020603050405020304" pitchFamily="18" charset="0"/>
                </a:rPr>
                <a:t>而等待</a:t>
              </a:r>
              <a:endParaRPr kumimoji="1" lang="zh-CN" altLang="en-US" sz="1600" b="0">
                <a:solidFill>
                  <a:schemeClr val="tx1"/>
                </a:solidFill>
                <a:latin typeface="Times New Roman" panose="02020603050405020304" pitchFamily="18" charset="0"/>
              </a:endParaRPr>
            </a:p>
            <a:p>
              <a:pPr algn="just" eaLnBrk="1" hangingPunct="1">
                <a:lnSpc>
                  <a:spcPct val="100000"/>
                </a:lnSpc>
                <a:spcBef>
                  <a:spcPct val="0"/>
                </a:spcBef>
                <a:buClrTx/>
                <a:buSzTx/>
                <a:buFontTx/>
                <a:buNone/>
              </a:pPr>
              <a:endParaRPr kumimoji="1" lang="en-US" altLang="zh-CN" sz="1600" b="0">
                <a:solidFill>
                  <a:schemeClr val="tx1"/>
                </a:solidFill>
                <a:latin typeface="Times New Roman" panose="02020603050405020304" pitchFamily="18" charset="0"/>
              </a:endParaRPr>
            </a:p>
          </p:txBody>
        </p:sp>
        <p:sp>
          <p:nvSpPr>
            <p:cNvPr id="7" name="Oval 10">
              <a:extLst>
                <a:ext uri="{FF2B5EF4-FFF2-40B4-BE49-F238E27FC236}">
                  <a16:creationId xmlns:a16="http://schemas.microsoft.com/office/drawing/2014/main" id="{8E706195-4E99-0C01-BA88-6B36A257B63F}"/>
                </a:ext>
              </a:extLst>
            </p:cNvPr>
            <p:cNvSpPr>
              <a:spLocks noChangeArrowheads="1"/>
            </p:cNvSpPr>
            <p:nvPr/>
          </p:nvSpPr>
          <p:spPr bwMode="auto">
            <a:xfrm>
              <a:off x="1934" y="2538"/>
              <a:ext cx="1115" cy="465"/>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marL="914400" indent="-341313">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1028700" indent="-4556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428750" indent="-39846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52600" indent="-3222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92325" indent="-338138">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495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067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639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9211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pPr>
              <a:endParaRPr lang="zh-CN" altLang="zh-CN" b="0">
                <a:solidFill>
                  <a:srgbClr val="4138FA"/>
                </a:solidFill>
              </a:endParaRPr>
            </a:p>
          </p:txBody>
        </p:sp>
        <p:sp>
          <p:nvSpPr>
            <p:cNvPr id="8" name="Text Box 11">
              <a:extLst>
                <a:ext uri="{FF2B5EF4-FFF2-40B4-BE49-F238E27FC236}">
                  <a16:creationId xmlns:a16="http://schemas.microsoft.com/office/drawing/2014/main" id="{6A66FBEF-F9BA-4B43-769A-28C24946C851}"/>
                </a:ext>
              </a:extLst>
            </p:cNvPr>
            <p:cNvSpPr txBox="1">
              <a:spLocks noChangeArrowheads="1"/>
            </p:cNvSpPr>
            <p:nvPr/>
          </p:nvSpPr>
          <p:spPr bwMode="auto">
            <a:xfrm>
              <a:off x="2239" y="2578"/>
              <a:ext cx="569"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0"/>
                </a:spcBef>
                <a:buClrTx/>
                <a:buSzTx/>
                <a:buFontTx/>
                <a:buNone/>
              </a:pPr>
              <a:r>
                <a:rPr kumimoji="1" lang="zh-CN" altLang="en-US" sz="1600">
                  <a:solidFill>
                    <a:schemeClr val="tx1"/>
                  </a:solidFill>
                  <a:latin typeface="Times New Roman" panose="02020603050405020304" pitchFamily="18" charset="0"/>
                </a:rPr>
                <a:t>高优先</a:t>
              </a:r>
            </a:p>
            <a:p>
              <a:pPr eaLnBrk="1" hangingPunct="1">
                <a:lnSpc>
                  <a:spcPct val="100000"/>
                </a:lnSpc>
                <a:spcBef>
                  <a:spcPct val="0"/>
                </a:spcBef>
                <a:buClrTx/>
                <a:buSzTx/>
                <a:buFontTx/>
                <a:buNone/>
              </a:pPr>
              <a:r>
                <a:rPr kumimoji="1" lang="zh-CN" altLang="en-US" sz="1600">
                  <a:solidFill>
                    <a:schemeClr val="tx1"/>
                  </a:solidFill>
                  <a:latin typeface="Times New Roman" panose="02020603050405020304" pitchFamily="18" charset="0"/>
                </a:rPr>
                <a:t>  就绪</a:t>
              </a:r>
            </a:p>
            <a:p>
              <a:pPr algn="just" eaLnBrk="1" hangingPunct="1">
                <a:lnSpc>
                  <a:spcPct val="100000"/>
                </a:lnSpc>
                <a:spcBef>
                  <a:spcPct val="0"/>
                </a:spcBef>
                <a:buClrTx/>
                <a:buSzTx/>
                <a:buFontTx/>
                <a:buNone/>
              </a:pPr>
              <a:endParaRPr kumimoji="1" lang="en-US" altLang="zh-CN" sz="1600" b="0">
                <a:solidFill>
                  <a:schemeClr val="tx1"/>
                </a:solidFill>
                <a:latin typeface="Times New Roman" panose="02020603050405020304" pitchFamily="18" charset="0"/>
              </a:endParaRPr>
            </a:p>
          </p:txBody>
        </p:sp>
        <p:sp>
          <p:nvSpPr>
            <p:cNvPr id="9" name="Oval 12">
              <a:extLst>
                <a:ext uri="{FF2B5EF4-FFF2-40B4-BE49-F238E27FC236}">
                  <a16:creationId xmlns:a16="http://schemas.microsoft.com/office/drawing/2014/main" id="{468655E4-BD4A-A9CB-E888-479C2CDF735D}"/>
                </a:ext>
              </a:extLst>
            </p:cNvPr>
            <p:cNvSpPr>
              <a:spLocks noChangeArrowheads="1"/>
            </p:cNvSpPr>
            <p:nvPr/>
          </p:nvSpPr>
          <p:spPr bwMode="auto">
            <a:xfrm>
              <a:off x="522" y="1685"/>
              <a:ext cx="1115" cy="465"/>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marL="914400" indent="-341313">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1028700" indent="-4556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428750" indent="-39846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52600" indent="-3222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92325" indent="-338138">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495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067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639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9211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0"/>
                </a:spcBef>
              </a:pPr>
              <a:endParaRPr lang="zh-CN" altLang="zh-CN" b="0">
                <a:solidFill>
                  <a:srgbClr val="4138FA"/>
                </a:solidFill>
              </a:endParaRPr>
            </a:p>
          </p:txBody>
        </p:sp>
        <p:sp>
          <p:nvSpPr>
            <p:cNvPr id="10" name="Text Box 13">
              <a:extLst>
                <a:ext uri="{FF2B5EF4-FFF2-40B4-BE49-F238E27FC236}">
                  <a16:creationId xmlns:a16="http://schemas.microsoft.com/office/drawing/2014/main" id="{A14E528A-9E52-C4FB-838C-0111A75030B1}"/>
                </a:ext>
              </a:extLst>
            </p:cNvPr>
            <p:cNvSpPr txBox="1">
              <a:spLocks noChangeArrowheads="1"/>
            </p:cNvSpPr>
            <p:nvPr/>
          </p:nvSpPr>
          <p:spPr bwMode="auto">
            <a:xfrm>
              <a:off x="847" y="1726"/>
              <a:ext cx="510"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0"/>
                </a:spcBef>
                <a:buClrTx/>
                <a:buSzTx/>
                <a:buFontTx/>
                <a:buNone/>
              </a:pPr>
              <a:r>
                <a:rPr kumimoji="1" lang="zh-CN" altLang="en-US" sz="1600">
                  <a:solidFill>
                    <a:schemeClr val="tx1"/>
                  </a:solidFill>
                  <a:latin typeface="Times New Roman" panose="02020603050405020304" pitchFamily="18" charset="0"/>
                </a:rPr>
                <a:t>低优先</a:t>
              </a:r>
            </a:p>
            <a:p>
              <a:pPr eaLnBrk="1" hangingPunct="1">
                <a:lnSpc>
                  <a:spcPct val="100000"/>
                </a:lnSpc>
                <a:spcBef>
                  <a:spcPct val="0"/>
                </a:spcBef>
                <a:buClrTx/>
                <a:buSzTx/>
                <a:buFontTx/>
                <a:buNone/>
              </a:pPr>
              <a:r>
                <a:rPr kumimoji="1" lang="zh-CN" altLang="en-US" sz="1600">
                  <a:solidFill>
                    <a:schemeClr val="tx1"/>
                  </a:solidFill>
                  <a:latin typeface="Times New Roman" panose="02020603050405020304" pitchFamily="18" charset="0"/>
                </a:rPr>
                <a:t>  就绪</a:t>
              </a:r>
            </a:p>
            <a:p>
              <a:pPr algn="just" eaLnBrk="1" hangingPunct="1">
                <a:lnSpc>
                  <a:spcPct val="100000"/>
                </a:lnSpc>
                <a:spcBef>
                  <a:spcPct val="0"/>
                </a:spcBef>
                <a:buClrTx/>
                <a:buSzTx/>
                <a:buFontTx/>
                <a:buNone/>
              </a:pPr>
              <a:endParaRPr kumimoji="1" lang="en-US" altLang="zh-CN" sz="1600" b="0">
                <a:solidFill>
                  <a:schemeClr val="tx1"/>
                </a:solidFill>
                <a:latin typeface="Times New Roman" panose="02020603050405020304" pitchFamily="18" charset="0"/>
              </a:endParaRPr>
            </a:p>
          </p:txBody>
        </p:sp>
        <p:sp>
          <p:nvSpPr>
            <p:cNvPr id="11" name="Line 14">
              <a:extLst>
                <a:ext uri="{FF2B5EF4-FFF2-40B4-BE49-F238E27FC236}">
                  <a16:creationId xmlns:a16="http://schemas.microsoft.com/office/drawing/2014/main" id="{4EF4A192-8AFD-25AB-EE8C-B6775B22165C}"/>
                </a:ext>
              </a:extLst>
            </p:cNvPr>
            <p:cNvSpPr>
              <a:spLocks noChangeShapeType="1"/>
            </p:cNvSpPr>
            <p:nvPr/>
          </p:nvSpPr>
          <p:spPr bwMode="auto">
            <a:xfrm>
              <a:off x="3261" y="1310"/>
              <a:ext cx="843" cy="554"/>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2" name="Line 15">
              <a:extLst>
                <a:ext uri="{FF2B5EF4-FFF2-40B4-BE49-F238E27FC236}">
                  <a16:creationId xmlns:a16="http://schemas.microsoft.com/office/drawing/2014/main" id="{C290945F-85F7-C62B-C69A-ECB86AA6BFDA}"/>
                </a:ext>
              </a:extLst>
            </p:cNvPr>
            <p:cNvSpPr>
              <a:spLocks noChangeShapeType="1"/>
            </p:cNvSpPr>
            <p:nvPr/>
          </p:nvSpPr>
          <p:spPr bwMode="auto">
            <a:xfrm flipH="1">
              <a:off x="2956" y="2256"/>
              <a:ext cx="702" cy="384"/>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3" name="Line 16">
              <a:extLst>
                <a:ext uri="{FF2B5EF4-FFF2-40B4-BE49-F238E27FC236}">
                  <a16:creationId xmlns:a16="http://schemas.microsoft.com/office/drawing/2014/main" id="{C353F163-C677-F715-2C91-AE81B8BF938D}"/>
                </a:ext>
              </a:extLst>
            </p:cNvPr>
            <p:cNvSpPr>
              <a:spLocks noChangeShapeType="1"/>
            </p:cNvSpPr>
            <p:nvPr/>
          </p:nvSpPr>
          <p:spPr bwMode="auto">
            <a:xfrm flipH="1">
              <a:off x="1240" y="1140"/>
              <a:ext cx="1150" cy="554"/>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4" name="Line 17">
              <a:extLst>
                <a:ext uri="{FF2B5EF4-FFF2-40B4-BE49-F238E27FC236}">
                  <a16:creationId xmlns:a16="http://schemas.microsoft.com/office/drawing/2014/main" id="{6DFFD945-CF5C-4DEC-4309-2534673B5E91}"/>
                </a:ext>
              </a:extLst>
            </p:cNvPr>
            <p:cNvSpPr>
              <a:spLocks noChangeShapeType="1"/>
            </p:cNvSpPr>
            <p:nvPr/>
          </p:nvSpPr>
          <p:spPr bwMode="auto">
            <a:xfrm flipV="1">
              <a:off x="1581" y="1303"/>
              <a:ext cx="1001" cy="507"/>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5" name="Line 18">
              <a:extLst>
                <a:ext uri="{FF2B5EF4-FFF2-40B4-BE49-F238E27FC236}">
                  <a16:creationId xmlns:a16="http://schemas.microsoft.com/office/drawing/2014/main" id="{CA3C9120-82D8-8A6B-91E2-78711F5A30DB}"/>
                </a:ext>
              </a:extLst>
            </p:cNvPr>
            <p:cNvSpPr>
              <a:spLocks noChangeShapeType="1"/>
            </p:cNvSpPr>
            <p:nvPr/>
          </p:nvSpPr>
          <p:spPr bwMode="auto">
            <a:xfrm flipV="1">
              <a:off x="2496" y="1349"/>
              <a:ext cx="501" cy="118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 name="Text Box 19">
              <a:extLst>
                <a:ext uri="{FF2B5EF4-FFF2-40B4-BE49-F238E27FC236}">
                  <a16:creationId xmlns:a16="http://schemas.microsoft.com/office/drawing/2014/main" id="{5BEDE4AA-28E1-03D6-E0B9-32ECC6AC27D9}"/>
                </a:ext>
              </a:extLst>
            </p:cNvPr>
            <p:cNvSpPr txBox="1">
              <a:spLocks noChangeArrowheads="1"/>
            </p:cNvSpPr>
            <p:nvPr/>
          </p:nvSpPr>
          <p:spPr bwMode="auto">
            <a:xfrm>
              <a:off x="2524" y="1882"/>
              <a:ext cx="23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0">
                  <a:solidFill>
                    <a:schemeClr val="tx1"/>
                  </a:solidFill>
                  <a:latin typeface="Times New Roman" panose="02020603050405020304" pitchFamily="18" charset="0"/>
                </a:rPr>
                <a:t>3</a:t>
              </a:r>
            </a:p>
          </p:txBody>
        </p:sp>
        <p:sp>
          <p:nvSpPr>
            <p:cNvPr id="17" name="Text Box 20">
              <a:extLst>
                <a:ext uri="{FF2B5EF4-FFF2-40B4-BE49-F238E27FC236}">
                  <a16:creationId xmlns:a16="http://schemas.microsoft.com/office/drawing/2014/main" id="{AC5FB09F-12FF-AAC1-7C86-4B7D8450D25D}"/>
                </a:ext>
              </a:extLst>
            </p:cNvPr>
            <p:cNvSpPr txBox="1">
              <a:spLocks noChangeArrowheads="1"/>
            </p:cNvSpPr>
            <p:nvPr/>
          </p:nvSpPr>
          <p:spPr bwMode="auto">
            <a:xfrm>
              <a:off x="2070" y="1582"/>
              <a:ext cx="251"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0">
                  <a:solidFill>
                    <a:schemeClr val="tx1"/>
                  </a:solidFill>
                  <a:latin typeface="Times New Roman" panose="02020603050405020304" pitchFamily="18" charset="0"/>
                </a:rPr>
                <a:t>4</a:t>
              </a:r>
            </a:p>
          </p:txBody>
        </p:sp>
        <p:sp>
          <p:nvSpPr>
            <p:cNvPr id="18" name="Text Box 21">
              <a:extLst>
                <a:ext uri="{FF2B5EF4-FFF2-40B4-BE49-F238E27FC236}">
                  <a16:creationId xmlns:a16="http://schemas.microsoft.com/office/drawing/2014/main" id="{A1B9804E-2C94-5475-9D22-4D73E1A9668E}"/>
                </a:ext>
              </a:extLst>
            </p:cNvPr>
            <p:cNvSpPr txBox="1">
              <a:spLocks noChangeArrowheads="1"/>
            </p:cNvSpPr>
            <p:nvPr/>
          </p:nvSpPr>
          <p:spPr bwMode="auto">
            <a:xfrm>
              <a:off x="1674" y="1257"/>
              <a:ext cx="250"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0">
                  <a:solidFill>
                    <a:schemeClr val="tx1"/>
                  </a:solidFill>
                  <a:latin typeface="Times New Roman" panose="02020603050405020304" pitchFamily="18" charset="0"/>
                </a:rPr>
                <a:t>5</a:t>
              </a:r>
            </a:p>
          </p:txBody>
        </p:sp>
        <p:sp>
          <p:nvSpPr>
            <p:cNvPr id="19" name="Text Box 22">
              <a:extLst>
                <a:ext uri="{FF2B5EF4-FFF2-40B4-BE49-F238E27FC236}">
                  <a16:creationId xmlns:a16="http://schemas.microsoft.com/office/drawing/2014/main" id="{778821F5-4C50-87CF-A23F-41084FA710EF}"/>
                </a:ext>
              </a:extLst>
            </p:cNvPr>
            <p:cNvSpPr txBox="1">
              <a:spLocks noChangeArrowheads="1"/>
            </p:cNvSpPr>
            <p:nvPr/>
          </p:nvSpPr>
          <p:spPr bwMode="auto">
            <a:xfrm>
              <a:off x="3569" y="1388"/>
              <a:ext cx="261"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0">
                  <a:solidFill>
                    <a:schemeClr val="tx1"/>
                  </a:solidFill>
                  <a:latin typeface="Times New Roman" panose="02020603050405020304" pitchFamily="18" charset="0"/>
                </a:rPr>
                <a:t>1</a:t>
              </a:r>
            </a:p>
          </p:txBody>
        </p:sp>
        <p:sp>
          <p:nvSpPr>
            <p:cNvPr id="20" name="Text Box 23">
              <a:extLst>
                <a:ext uri="{FF2B5EF4-FFF2-40B4-BE49-F238E27FC236}">
                  <a16:creationId xmlns:a16="http://schemas.microsoft.com/office/drawing/2014/main" id="{9CE5BB70-0A0A-BD78-BA09-C315AF163F2A}"/>
                </a:ext>
              </a:extLst>
            </p:cNvPr>
            <p:cNvSpPr txBox="1">
              <a:spLocks noChangeArrowheads="1"/>
            </p:cNvSpPr>
            <p:nvPr/>
          </p:nvSpPr>
          <p:spPr bwMode="auto">
            <a:xfrm>
              <a:off x="3145" y="2244"/>
              <a:ext cx="26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0">
                  <a:solidFill>
                    <a:schemeClr val="tx1"/>
                  </a:solidFill>
                  <a:latin typeface="Times New Roman" panose="02020603050405020304" pitchFamily="18" charset="0"/>
                </a:rPr>
                <a:t>2</a:t>
              </a:r>
            </a:p>
          </p:txBody>
        </p:sp>
      </p:grpSp>
      <p:sp>
        <p:nvSpPr>
          <p:cNvPr id="23" name="Text Box 24">
            <a:extLst>
              <a:ext uri="{FF2B5EF4-FFF2-40B4-BE49-F238E27FC236}">
                <a16:creationId xmlns:a16="http://schemas.microsoft.com/office/drawing/2014/main" id="{6ED70E30-83CF-1195-9EB2-24FEDB1BC899}"/>
              </a:ext>
            </a:extLst>
          </p:cNvPr>
          <p:cNvSpPr txBox="1">
            <a:spLocks noChangeArrowheads="1"/>
          </p:cNvSpPr>
          <p:nvPr/>
        </p:nvSpPr>
        <p:spPr bwMode="auto">
          <a:xfrm>
            <a:off x="8385304" y="2642228"/>
            <a:ext cx="2667000" cy="45720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2400" b="0">
                <a:solidFill>
                  <a:schemeClr val="tx1"/>
                </a:solidFill>
                <a:latin typeface="Times New Roman" panose="02020603050405020304" pitchFamily="18" charset="0"/>
              </a:rPr>
              <a:t>变迁</a:t>
            </a:r>
            <a:r>
              <a:rPr kumimoji="1" lang="en-US" altLang="zh-CN" sz="2400" b="0">
                <a:solidFill>
                  <a:schemeClr val="tx1"/>
                </a:solidFill>
                <a:latin typeface="Times New Roman" panose="02020603050405020304" pitchFamily="18" charset="0"/>
              </a:rPr>
              <a:t>1 </a:t>
            </a:r>
            <a:r>
              <a:rPr kumimoji="1" lang="en-US" altLang="zh-CN" sz="2400">
                <a:solidFill>
                  <a:schemeClr val="tx1"/>
                </a:solidFill>
                <a:latin typeface="Times New Roman" panose="02020603050405020304" pitchFamily="18" charset="0"/>
              </a:rPr>
              <a:t>→ </a:t>
            </a:r>
            <a:r>
              <a:rPr kumimoji="1" lang="zh-CN" altLang="en-US" sz="2400" b="0">
                <a:solidFill>
                  <a:schemeClr val="tx1"/>
                </a:solidFill>
                <a:latin typeface="Times New Roman" panose="02020603050405020304" pitchFamily="18" charset="0"/>
              </a:rPr>
              <a:t>变迁</a:t>
            </a:r>
            <a:r>
              <a:rPr kumimoji="1" lang="en-US" altLang="zh-CN" sz="2400" b="0">
                <a:solidFill>
                  <a:schemeClr val="tx1"/>
                </a:solidFill>
                <a:latin typeface="Times New Roman" panose="02020603050405020304" pitchFamily="18" charset="0"/>
              </a:rPr>
              <a:t>3 </a:t>
            </a:r>
          </a:p>
        </p:txBody>
      </p:sp>
      <p:sp>
        <p:nvSpPr>
          <p:cNvPr id="24" name="Text Box 25">
            <a:extLst>
              <a:ext uri="{FF2B5EF4-FFF2-40B4-BE49-F238E27FC236}">
                <a16:creationId xmlns:a16="http://schemas.microsoft.com/office/drawing/2014/main" id="{38D44A81-370C-010E-11BE-DC56313FFC01}"/>
              </a:ext>
            </a:extLst>
          </p:cNvPr>
          <p:cNvSpPr txBox="1">
            <a:spLocks noChangeArrowheads="1"/>
          </p:cNvSpPr>
          <p:nvPr/>
        </p:nvSpPr>
        <p:spPr bwMode="auto">
          <a:xfrm>
            <a:off x="8385304" y="3142291"/>
            <a:ext cx="2667000" cy="45720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2400" b="0">
                <a:solidFill>
                  <a:schemeClr val="tx1"/>
                </a:solidFill>
                <a:latin typeface="Times New Roman" panose="02020603050405020304" pitchFamily="18" charset="0"/>
              </a:rPr>
              <a:t>变迁</a:t>
            </a:r>
            <a:r>
              <a:rPr kumimoji="1" lang="en-US" altLang="zh-CN" sz="2400" b="0">
                <a:solidFill>
                  <a:schemeClr val="tx1"/>
                </a:solidFill>
                <a:latin typeface="Times New Roman" panose="02020603050405020304" pitchFamily="18" charset="0"/>
              </a:rPr>
              <a:t>1 </a:t>
            </a:r>
            <a:r>
              <a:rPr kumimoji="1" lang="en-US" altLang="zh-CN" sz="2400">
                <a:solidFill>
                  <a:schemeClr val="tx1"/>
                </a:solidFill>
                <a:latin typeface="Times New Roman" panose="02020603050405020304" pitchFamily="18" charset="0"/>
              </a:rPr>
              <a:t>→ </a:t>
            </a:r>
            <a:r>
              <a:rPr kumimoji="1" lang="zh-CN" altLang="en-US" sz="2400" b="0">
                <a:solidFill>
                  <a:schemeClr val="tx1"/>
                </a:solidFill>
                <a:latin typeface="Times New Roman" panose="02020603050405020304" pitchFamily="18" charset="0"/>
              </a:rPr>
              <a:t>变迁</a:t>
            </a:r>
            <a:r>
              <a:rPr kumimoji="1" lang="en-US" altLang="zh-CN" sz="2400" b="0">
                <a:solidFill>
                  <a:schemeClr val="tx1"/>
                </a:solidFill>
                <a:latin typeface="Times New Roman" panose="02020603050405020304" pitchFamily="18" charset="0"/>
              </a:rPr>
              <a:t>4 </a:t>
            </a:r>
          </a:p>
        </p:txBody>
      </p:sp>
      <p:sp>
        <p:nvSpPr>
          <p:cNvPr id="25" name="Text Box 26">
            <a:extLst>
              <a:ext uri="{FF2B5EF4-FFF2-40B4-BE49-F238E27FC236}">
                <a16:creationId xmlns:a16="http://schemas.microsoft.com/office/drawing/2014/main" id="{65A8A257-4AC9-4F7A-0685-1F0FC3E4F9B3}"/>
              </a:ext>
            </a:extLst>
          </p:cNvPr>
          <p:cNvSpPr txBox="1">
            <a:spLocks noChangeArrowheads="1"/>
          </p:cNvSpPr>
          <p:nvPr/>
        </p:nvSpPr>
        <p:spPr bwMode="auto">
          <a:xfrm>
            <a:off x="8399592" y="3647116"/>
            <a:ext cx="2667000" cy="45720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2400" b="0">
                <a:solidFill>
                  <a:schemeClr val="tx1"/>
                </a:solidFill>
                <a:latin typeface="Times New Roman" panose="02020603050405020304" pitchFamily="18" charset="0"/>
              </a:rPr>
              <a:t>变迁</a:t>
            </a:r>
            <a:r>
              <a:rPr kumimoji="1" lang="en-US" altLang="zh-CN" sz="2400" b="0">
                <a:solidFill>
                  <a:schemeClr val="tx1"/>
                </a:solidFill>
                <a:latin typeface="Times New Roman" panose="02020603050405020304" pitchFamily="18" charset="0"/>
              </a:rPr>
              <a:t>2 </a:t>
            </a:r>
            <a:r>
              <a:rPr kumimoji="1" lang="en-US" altLang="zh-CN" sz="2400">
                <a:solidFill>
                  <a:schemeClr val="tx1"/>
                </a:solidFill>
                <a:latin typeface="Times New Roman" panose="02020603050405020304" pitchFamily="18" charset="0"/>
              </a:rPr>
              <a:t>→ </a:t>
            </a:r>
            <a:r>
              <a:rPr kumimoji="1" lang="zh-CN" altLang="en-US" sz="2400" b="0">
                <a:solidFill>
                  <a:schemeClr val="tx1"/>
                </a:solidFill>
                <a:latin typeface="Times New Roman" panose="02020603050405020304" pitchFamily="18" charset="0"/>
              </a:rPr>
              <a:t>变迁</a:t>
            </a:r>
            <a:r>
              <a:rPr kumimoji="1" lang="en-US" altLang="zh-CN" sz="2400" b="0">
                <a:solidFill>
                  <a:schemeClr val="tx1"/>
                </a:solidFill>
                <a:latin typeface="Times New Roman" panose="02020603050405020304" pitchFamily="18" charset="0"/>
              </a:rPr>
              <a:t>3 </a:t>
            </a:r>
          </a:p>
        </p:txBody>
      </p:sp>
      <p:sp>
        <p:nvSpPr>
          <p:cNvPr id="26" name="Rectangle 27">
            <a:extLst>
              <a:ext uri="{FF2B5EF4-FFF2-40B4-BE49-F238E27FC236}">
                <a16:creationId xmlns:a16="http://schemas.microsoft.com/office/drawing/2014/main" id="{F682305A-BC21-CE8C-93EE-178E0ABD3C0F}"/>
              </a:ext>
            </a:extLst>
          </p:cNvPr>
          <p:cNvSpPr>
            <a:spLocks noChangeArrowheads="1"/>
          </p:cNvSpPr>
          <p:nvPr/>
        </p:nvSpPr>
        <p:spPr bwMode="auto">
          <a:xfrm>
            <a:off x="750592" y="685585"/>
            <a:ext cx="6129338" cy="621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spcBef>
                <a:spcPts val="1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(3) </a:t>
            </a:r>
            <a:r>
              <a:rPr lang="zh-CN" altLang="en-US" sz="2600" b="1" dirty="0">
                <a:solidFill>
                  <a:prstClr val="black"/>
                </a:solidFill>
                <a:effectLst/>
                <a:latin typeface="微软雅黑" panose="020B0503020204020204" pitchFamily="34" charset="-122"/>
                <a:ea typeface="微软雅黑" panose="020B0503020204020204" pitchFamily="34" charset="-122"/>
              </a:rPr>
              <a:t>较</a:t>
            </a:r>
            <a:r>
              <a:rPr lang="zh-CN" altLang="en-US" sz="2600" b="1">
                <a:solidFill>
                  <a:prstClr val="black"/>
                </a:solidFill>
                <a:effectLst/>
                <a:latin typeface="微软雅黑" panose="020B0503020204020204" pitchFamily="34" charset="-122"/>
                <a:ea typeface="微软雅黑" panose="020B0503020204020204" pitchFamily="34" charset="-122"/>
              </a:rPr>
              <a:t>复杂进程状态的</a:t>
            </a:r>
            <a:r>
              <a:rPr lang="zh-CN" altLang="en-US" sz="2600" b="1" dirty="0">
                <a:solidFill>
                  <a:prstClr val="black"/>
                </a:solidFill>
                <a:effectLst/>
                <a:latin typeface="微软雅黑" panose="020B0503020204020204" pitchFamily="34" charset="-122"/>
                <a:ea typeface="微软雅黑" panose="020B0503020204020204" pitchFamily="34" charset="-122"/>
              </a:rPr>
              <a:t>讨论</a:t>
            </a:r>
          </a:p>
        </p:txBody>
      </p:sp>
      <p:sp>
        <p:nvSpPr>
          <p:cNvPr id="27" name="Text Box 30">
            <a:extLst>
              <a:ext uri="{FF2B5EF4-FFF2-40B4-BE49-F238E27FC236}">
                <a16:creationId xmlns:a16="http://schemas.microsoft.com/office/drawing/2014/main" id="{67EDF8C1-829C-FABF-EB62-DE98149D70C5}"/>
              </a:ext>
            </a:extLst>
          </p:cNvPr>
          <p:cNvSpPr txBox="1">
            <a:spLocks noChangeArrowheads="1"/>
          </p:cNvSpPr>
          <p:nvPr/>
        </p:nvSpPr>
        <p:spPr bwMode="auto">
          <a:xfrm>
            <a:off x="3390605" y="5152231"/>
            <a:ext cx="1817687" cy="38576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0"/>
              </a:spcBef>
              <a:buFont typeface="Wingdings" panose="05000000000000000000" pitchFamily="2" charset="2"/>
              <a:buNone/>
            </a:pPr>
            <a:r>
              <a:rPr lang="zh-CN" altLang="en-US" sz="1600" b="0" dirty="0">
                <a:solidFill>
                  <a:schemeClr val="tx1"/>
                </a:solidFill>
                <a:latin typeface="Times New Roman" panose="02020603050405020304" pitchFamily="18" charset="0"/>
              </a:rPr>
              <a:t>进程状态变迁图</a:t>
            </a:r>
          </a:p>
        </p:txBody>
      </p:sp>
    </p:spTree>
    <p:extLst>
      <p:ext uri="{BB962C8B-B14F-4D97-AF65-F5344CB8AC3E}">
        <p14:creationId xmlns:p14="http://schemas.microsoft.com/office/powerpoint/2010/main" val="80069130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943935-2436-4999-DB28-31631AC7AD79}"/>
              </a:ext>
            </a:extLst>
          </p:cNvPr>
          <p:cNvSpPr>
            <a:spLocks noGrp="1"/>
          </p:cNvSpPr>
          <p:nvPr>
            <p:ph type="title"/>
          </p:nvPr>
        </p:nvSpPr>
        <p:spPr/>
        <p:txBody>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小结</a:t>
            </a:r>
          </a:p>
        </p:txBody>
      </p:sp>
      <p:sp>
        <p:nvSpPr>
          <p:cNvPr id="4" name="内容占位符 2">
            <a:extLst>
              <a:ext uri="{FF2B5EF4-FFF2-40B4-BE49-F238E27FC236}">
                <a16:creationId xmlns:a16="http://schemas.microsoft.com/office/drawing/2014/main" id="{500717E3-B7B5-A6D9-5CE0-9F96798ACD59}"/>
              </a:ext>
            </a:extLst>
          </p:cNvPr>
          <p:cNvSpPr>
            <a:spLocks noGrp="1"/>
          </p:cNvSpPr>
          <p:nvPr>
            <p:ph idx="1"/>
          </p:nvPr>
        </p:nvSpPr>
        <p:spPr>
          <a:xfrm>
            <a:off x="727666" y="1008197"/>
            <a:ext cx="11296078" cy="5855423"/>
          </a:xfrm>
        </p:spPr>
        <p:txBody>
          <a:bodyPr/>
          <a:lstStyle/>
          <a:p>
            <a:pPr>
              <a:lnSpc>
                <a:spcPct val="100000"/>
              </a:lnSpc>
            </a:pPr>
            <a:r>
              <a:rPr lang="zh-CN" altLang="en-US" sz="2800" dirty="0"/>
              <a:t>进程概念（掌握）</a:t>
            </a:r>
          </a:p>
          <a:p>
            <a:pPr lvl="1">
              <a:lnSpc>
                <a:spcPct val="100000"/>
              </a:lnSpc>
            </a:pPr>
            <a:r>
              <a:rPr lang="zh-CN" altLang="en-US" dirty="0"/>
              <a:t>进程引入</a:t>
            </a:r>
          </a:p>
          <a:p>
            <a:pPr lvl="2">
              <a:lnSpc>
                <a:spcPct val="100000"/>
              </a:lnSpc>
            </a:pPr>
            <a:r>
              <a:rPr lang="zh-CN" altLang="en-US" dirty="0"/>
              <a:t>程序的顺序执行    定义  特点</a:t>
            </a:r>
          </a:p>
          <a:p>
            <a:pPr lvl="2">
              <a:lnSpc>
                <a:spcPct val="100000"/>
              </a:lnSpc>
            </a:pPr>
            <a:r>
              <a:rPr lang="zh-CN" altLang="en-US" dirty="0"/>
              <a:t>程序的并发执行    定义  特点</a:t>
            </a:r>
          </a:p>
          <a:p>
            <a:pPr lvl="1">
              <a:lnSpc>
                <a:spcPct val="100000"/>
              </a:lnSpc>
            </a:pPr>
            <a:r>
              <a:rPr lang="zh-CN" altLang="en-US" dirty="0"/>
              <a:t>进程定义</a:t>
            </a:r>
          </a:p>
          <a:p>
            <a:pPr lvl="2">
              <a:lnSpc>
                <a:spcPct val="100000"/>
              </a:lnSpc>
            </a:pPr>
            <a:r>
              <a:rPr lang="zh-CN" altLang="en-US" dirty="0"/>
              <a:t>定义</a:t>
            </a:r>
          </a:p>
          <a:p>
            <a:pPr lvl="2">
              <a:lnSpc>
                <a:spcPct val="100000"/>
              </a:lnSpc>
            </a:pPr>
            <a:r>
              <a:rPr lang="zh-CN" altLang="en-US" dirty="0"/>
              <a:t>进程与程序的区别</a:t>
            </a:r>
          </a:p>
          <a:p>
            <a:pPr lvl="1">
              <a:lnSpc>
                <a:spcPct val="100000"/>
              </a:lnSpc>
            </a:pPr>
            <a:r>
              <a:rPr lang="zh-CN" altLang="en-US" dirty="0"/>
              <a:t>进程状态</a:t>
            </a:r>
          </a:p>
          <a:p>
            <a:pPr lvl="2">
              <a:lnSpc>
                <a:spcPct val="100000"/>
              </a:lnSpc>
            </a:pPr>
            <a:r>
              <a:rPr lang="zh-CN" altLang="en-US" dirty="0"/>
              <a:t>三个基本状态、状态变迁图</a:t>
            </a:r>
          </a:p>
          <a:p>
            <a:pPr lvl="2">
              <a:lnSpc>
                <a:spcPct val="100000"/>
              </a:lnSpc>
            </a:pPr>
            <a:r>
              <a:rPr lang="zh-CN" altLang="en-US" dirty="0"/>
              <a:t>不同操作系统类型的进程状态变迁图</a:t>
            </a:r>
          </a:p>
          <a:p>
            <a:pPr lvl="1">
              <a:lnSpc>
                <a:spcPct val="100000"/>
              </a:lnSpc>
            </a:pPr>
            <a:r>
              <a:rPr lang="zh-CN" altLang="en-US" dirty="0"/>
              <a:t>进程描述</a:t>
            </a:r>
          </a:p>
          <a:p>
            <a:pPr lvl="2">
              <a:lnSpc>
                <a:spcPct val="100000"/>
              </a:lnSpc>
            </a:pPr>
            <a:r>
              <a:rPr lang="en-US" altLang="zh-CN" dirty="0"/>
              <a:t>PCB</a:t>
            </a:r>
            <a:r>
              <a:rPr lang="zh-CN" altLang="en-US" dirty="0"/>
              <a:t>的定义与作用</a:t>
            </a:r>
          </a:p>
          <a:p>
            <a:pPr lvl="2">
              <a:lnSpc>
                <a:spcPct val="100000"/>
              </a:lnSpc>
            </a:pPr>
            <a:r>
              <a:rPr lang="zh-CN" altLang="en-US" dirty="0"/>
              <a:t>进程的组成</a:t>
            </a:r>
          </a:p>
          <a:p>
            <a:pPr lvl="1">
              <a:lnSpc>
                <a:spcPct val="100000"/>
              </a:lnSpc>
            </a:pPr>
            <a:r>
              <a:rPr lang="zh-CN" altLang="en-US" dirty="0"/>
              <a:t>线程定义</a:t>
            </a:r>
          </a:p>
          <a:p>
            <a:pPr>
              <a:lnSpc>
                <a:spcPct val="100000"/>
              </a:lnSpc>
            </a:pPr>
            <a:endParaRPr lang="zh-CN" altLang="en-US" sz="2800" dirty="0"/>
          </a:p>
        </p:txBody>
      </p:sp>
    </p:spTree>
    <p:extLst>
      <p:ext uri="{BB962C8B-B14F-4D97-AF65-F5344CB8AC3E}">
        <p14:creationId xmlns:p14="http://schemas.microsoft.com/office/powerpoint/2010/main" val="361839620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943935-2436-4999-DB28-31631AC7AD79}"/>
              </a:ext>
            </a:extLst>
          </p:cNvPr>
          <p:cNvSpPr>
            <a:spLocks noGrp="1"/>
          </p:cNvSpPr>
          <p:nvPr>
            <p:ph type="title"/>
          </p:nvPr>
        </p:nvSpPr>
        <p:spPr/>
        <p:txBody>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小结</a:t>
            </a:r>
          </a:p>
        </p:txBody>
      </p:sp>
      <p:sp>
        <p:nvSpPr>
          <p:cNvPr id="4" name="内容占位符 2">
            <a:extLst>
              <a:ext uri="{FF2B5EF4-FFF2-40B4-BE49-F238E27FC236}">
                <a16:creationId xmlns:a16="http://schemas.microsoft.com/office/drawing/2014/main" id="{49C1CBAF-2810-664F-B553-14AAD2CB1AC3}"/>
              </a:ext>
            </a:extLst>
          </p:cNvPr>
          <p:cNvSpPr>
            <a:spLocks noGrp="1"/>
          </p:cNvSpPr>
          <p:nvPr>
            <p:ph idx="1"/>
          </p:nvPr>
        </p:nvSpPr>
        <p:spPr>
          <a:xfrm>
            <a:off x="742655" y="687812"/>
            <a:ext cx="11296078" cy="5855423"/>
          </a:xfrm>
        </p:spPr>
        <p:txBody>
          <a:bodyPr/>
          <a:lstStyle/>
          <a:p>
            <a:r>
              <a:rPr lang="zh-CN" altLang="en-US" dirty="0"/>
              <a:t>进程控制（理解）</a:t>
            </a:r>
          </a:p>
          <a:p>
            <a:pPr lvl="1">
              <a:lnSpc>
                <a:spcPct val="100000"/>
              </a:lnSpc>
            </a:pPr>
            <a:r>
              <a:rPr lang="zh-CN" altLang="en-US" dirty="0"/>
              <a:t>进程控制原语</a:t>
            </a:r>
          </a:p>
          <a:p>
            <a:pPr lvl="2">
              <a:lnSpc>
                <a:spcPct val="100000"/>
              </a:lnSpc>
            </a:pPr>
            <a:r>
              <a:rPr lang="zh-CN" altLang="en-US" dirty="0"/>
              <a:t>基本进程控制原语</a:t>
            </a:r>
          </a:p>
          <a:p>
            <a:pPr lvl="2">
              <a:lnSpc>
                <a:spcPct val="100000"/>
              </a:lnSpc>
            </a:pPr>
            <a:r>
              <a:rPr lang="zh-CN" altLang="en-US" dirty="0"/>
              <a:t>进程控制原语的执行与进程状态的变化</a:t>
            </a:r>
          </a:p>
          <a:p>
            <a:pPr lvl="1">
              <a:lnSpc>
                <a:spcPct val="100000"/>
              </a:lnSpc>
            </a:pPr>
            <a:r>
              <a:rPr lang="zh-CN" altLang="en-US" dirty="0"/>
              <a:t>进程创建、进程撤销原语的功能</a:t>
            </a:r>
          </a:p>
          <a:p>
            <a:pPr lvl="1">
              <a:lnSpc>
                <a:spcPct val="100000"/>
              </a:lnSpc>
            </a:pPr>
            <a:r>
              <a:rPr lang="zh-CN" altLang="en-US" dirty="0"/>
              <a:t>进程等待、进程唤醒原语的功能</a:t>
            </a:r>
          </a:p>
          <a:p>
            <a:pPr>
              <a:lnSpc>
                <a:spcPct val="100000"/>
              </a:lnSpc>
            </a:pPr>
            <a:r>
              <a:rPr lang="zh-CN" altLang="en-US" dirty="0"/>
              <a:t>进程的相互制约关系（重点掌握）</a:t>
            </a:r>
          </a:p>
          <a:p>
            <a:pPr lvl="1">
              <a:lnSpc>
                <a:spcPct val="100000"/>
              </a:lnSpc>
            </a:pPr>
            <a:r>
              <a:rPr lang="zh-CN" altLang="en-US" dirty="0"/>
              <a:t>进程互斥</a:t>
            </a:r>
          </a:p>
          <a:p>
            <a:pPr lvl="2">
              <a:lnSpc>
                <a:spcPct val="100000"/>
              </a:lnSpc>
            </a:pPr>
            <a:r>
              <a:rPr lang="zh-CN" altLang="en-US" dirty="0"/>
              <a:t>临界资源</a:t>
            </a:r>
          </a:p>
          <a:p>
            <a:pPr lvl="2">
              <a:lnSpc>
                <a:spcPct val="100000"/>
              </a:lnSpc>
            </a:pPr>
            <a:r>
              <a:rPr lang="zh-CN" altLang="en-US" dirty="0"/>
              <a:t>互斥</a:t>
            </a:r>
          </a:p>
          <a:p>
            <a:pPr lvl="2">
              <a:lnSpc>
                <a:spcPct val="100000"/>
              </a:lnSpc>
            </a:pPr>
            <a:r>
              <a:rPr lang="zh-CN" altLang="en-US" dirty="0"/>
              <a:t>临界区</a:t>
            </a:r>
          </a:p>
          <a:p>
            <a:pPr lvl="1">
              <a:lnSpc>
                <a:spcPct val="100000"/>
              </a:lnSpc>
            </a:pPr>
            <a:r>
              <a:rPr lang="zh-CN" altLang="en-US" dirty="0"/>
              <a:t>进程同步</a:t>
            </a:r>
          </a:p>
          <a:p>
            <a:pPr lvl="2">
              <a:lnSpc>
                <a:spcPct val="100000"/>
              </a:lnSpc>
            </a:pPr>
            <a:r>
              <a:rPr lang="zh-CN" altLang="en-US" dirty="0"/>
              <a:t>进程同步的概念</a:t>
            </a:r>
          </a:p>
          <a:p>
            <a:pPr lvl="2">
              <a:lnSpc>
                <a:spcPct val="100000"/>
              </a:lnSpc>
            </a:pPr>
            <a:r>
              <a:rPr lang="zh-CN" altLang="en-US" dirty="0"/>
              <a:t>进程同步的例子</a:t>
            </a:r>
          </a:p>
        </p:txBody>
      </p:sp>
    </p:spTree>
    <p:extLst>
      <p:ext uri="{BB962C8B-B14F-4D97-AF65-F5344CB8AC3E}">
        <p14:creationId xmlns:p14="http://schemas.microsoft.com/office/powerpoint/2010/main" val="342928797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943935-2436-4999-DB28-31631AC7AD79}"/>
              </a:ext>
            </a:extLst>
          </p:cNvPr>
          <p:cNvSpPr>
            <a:spLocks noGrp="1"/>
          </p:cNvSpPr>
          <p:nvPr>
            <p:ph type="title"/>
          </p:nvPr>
        </p:nvSpPr>
        <p:spPr/>
        <p:txBody>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小结</a:t>
            </a:r>
          </a:p>
        </p:txBody>
      </p:sp>
      <p:sp>
        <p:nvSpPr>
          <p:cNvPr id="4" name="内容占位符 2">
            <a:extLst>
              <a:ext uri="{FF2B5EF4-FFF2-40B4-BE49-F238E27FC236}">
                <a16:creationId xmlns:a16="http://schemas.microsoft.com/office/drawing/2014/main" id="{843D8FE2-C266-0A53-C1D6-4EE7927342B7}"/>
              </a:ext>
            </a:extLst>
          </p:cNvPr>
          <p:cNvSpPr>
            <a:spLocks noGrp="1"/>
          </p:cNvSpPr>
          <p:nvPr>
            <p:ph idx="1"/>
          </p:nvPr>
        </p:nvSpPr>
        <p:spPr>
          <a:xfrm>
            <a:off x="487822" y="830079"/>
            <a:ext cx="11296078" cy="5855423"/>
          </a:xfrm>
        </p:spPr>
        <p:txBody>
          <a:bodyPr/>
          <a:lstStyle/>
          <a:p>
            <a:pPr>
              <a:lnSpc>
                <a:spcPct val="100000"/>
              </a:lnSpc>
            </a:pPr>
            <a:r>
              <a:rPr lang="zh-CN" altLang="en-US" sz="2400" dirty="0"/>
              <a:t>进程同步机构（重点掌握）</a:t>
            </a:r>
          </a:p>
          <a:p>
            <a:pPr lvl="1">
              <a:lnSpc>
                <a:spcPct val="100000"/>
              </a:lnSpc>
            </a:pPr>
            <a:r>
              <a:rPr lang="zh-CN" altLang="en-US" dirty="0"/>
              <a:t>锁、上锁原语、 开锁原语</a:t>
            </a:r>
          </a:p>
          <a:p>
            <a:pPr lvl="1">
              <a:lnSpc>
                <a:spcPct val="100000"/>
              </a:lnSpc>
            </a:pPr>
            <a:r>
              <a:rPr lang="zh-CN" altLang="en-US" dirty="0"/>
              <a:t>信号灯及</a:t>
            </a:r>
            <a:r>
              <a:rPr lang="en-US" altLang="zh-CN" dirty="0"/>
              <a:t>P</a:t>
            </a:r>
            <a:r>
              <a:rPr lang="zh-CN" altLang="en-US" dirty="0"/>
              <a:t>、</a:t>
            </a:r>
            <a:r>
              <a:rPr lang="en-US" altLang="zh-CN" dirty="0"/>
              <a:t>V</a:t>
            </a:r>
            <a:r>
              <a:rPr lang="zh-CN" altLang="en-US" dirty="0"/>
              <a:t>操作</a:t>
            </a:r>
          </a:p>
          <a:p>
            <a:pPr>
              <a:lnSpc>
                <a:spcPct val="100000"/>
              </a:lnSpc>
            </a:pPr>
            <a:endParaRPr lang="en-US" altLang="zh-CN" sz="2400" dirty="0"/>
          </a:p>
          <a:p>
            <a:pPr>
              <a:lnSpc>
                <a:spcPct val="100000"/>
              </a:lnSpc>
            </a:pPr>
            <a:r>
              <a:rPr lang="zh-CN" altLang="en-US" sz="2400" dirty="0"/>
              <a:t>进程同步与互斥的实现（重点掌握）</a:t>
            </a:r>
          </a:p>
          <a:p>
            <a:pPr lvl="1">
              <a:lnSpc>
                <a:spcPct val="100000"/>
              </a:lnSpc>
            </a:pPr>
            <a:r>
              <a:rPr lang="zh-CN" altLang="en-US" dirty="0"/>
              <a:t>用信号灯的</a:t>
            </a:r>
            <a:r>
              <a:rPr lang="en-US" altLang="zh-CN" dirty="0"/>
              <a:t>P</a:t>
            </a:r>
            <a:r>
              <a:rPr lang="zh-CN" altLang="en-US" dirty="0"/>
              <a:t>、</a:t>
            </a:r>
            <a:r>
              <a:rPr lang="en-US" altLang="zh-CN" dirty="0"/>
              <a:t>V</a:t>
            </a:r>
            <a:r>
              <a:rPr lang="zh-CN" altLang="en-US" dirty="0"/>
              <a:t>操作实现进程互斥</a:t>
            </a:r>
          </a:p>
          <a:p>
            <a:pPr lvl="1">
              <a:lnSpc>
                <a:spcPct val="100000"/>
              </a:lnSpc>
            </a:pPr>
            <a:r>
              <a:rPr lang="zh-CN" altLang="en-US" dirty="0"/>
              <a:t>两类同步问题的解答</a:t>
            </a:r>
          </a:p>
          <a:p>
            <a:pPr lvl="2">
              <a:lnSpc>
                <a:spcPct val="100000"/>
              </a:lnSpc>
            </a:pPr>
            <a:r>
              <a:rPr lang="zh-CN" altLang="en-US" dirty="0"/>
              <a:t>合作进程的执行次序</a:t>
            </a:r>
          </a:p>
          <a:p>
            <a:pPr lvl="2">
              <a:lnSpc>
                <a:spcPct val="100000"/>
              </a:lnSpc>
            </a:pPr>
            <a:r>
              <a:rPr lang="zh-CN" altLang="en-US" dirty="0"/>
              <a:t>共享缓冲区的合作进程的同步</a:t>
            </a:r>
          </a:p>
          <a:p>
            <a:pPr lvl="1">
              <a:lnSpc>
                <a:spcPct val="100000"/>
              </a:lnSpc>
            </a:pPr>
            <a:r>
              <a:rPr lang="zh-CN" altLang="en-US" dirty="0"/>
              <a:t>生产者</a:t>
            </a:r>
            <a:r>
              <a:rPr lang="en-US" altLang="zh-CN" dirty="0"/>
              <a:t>-</a:t>
            </a:r>
            <a:r>
              <a:rPr lang="zh-CN" altLang="en-US" dirty="0"/>
              <a:t>消费者问题及解答</a:t>
            </a:r>
            <a:endParaRPr lang="en-US" altLang="zh-CN" dirty="0"/>
          </a:p>
          <a:p>
            <a:pPr lvl="1">
              <a:lnSpc>
                <a:spcPct val="100000"/>
              </a:lnSpc>
            </a:pPr>
            <a:r>
              <a:rPr lang="zh-CN" altLang="en-US" dirty="0"/>
              <a:t>读者</a:t>
            </a:r>
            <a:r>
              <a:rPr lang="en-US" altLang="zh-CN" dirty="0"/>
              <a:t>-</a:t>
            </a:r>
            <a:r>
              <a:rPr lang="zh-CN" altLang="en-US" dirty="0"/>
              <a:t>写者问题及解答</a:t>
            </a:r>
          </a:p>
          <a:p>
            <a:pPr>
              <a:lnSpc>
                <a:spcPct val="100000"/>
              </a:lnSpc>
            </a:pPr>
            <a:endParaRPr lang="zh-CN" altLang="en-US" sz="2400" dirty="0"/>
          </a:p>
        </p:txBody>
      </p:sp>
    </p:spTree>
    <p:extLst>
      <p:ext uri="{BB962C8B-B14F-4D97-AF65-F5344CB8AC3E}">
        <p14:creationId xmlns:p14="http://schemas.microsoft.com/office/powerpoint/2010/main" val="287516756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943935-2436-4999-DB28-31631AC7AD79}"/>
              </a:ext>
            </a:extLst>
          </p:cNvPr>
          <p:cNvSpPr>
            <a:spLocks noGrp="1"/>
          </p:cNvSpPr>
          <p:nvPr>
            <p:ph type="title"/>
          </p:nvPr>
        </p:nvSpPr>
        <p:spPr/>
        <p:txBody>
          <a:bodyPr/>
          <a:lstStyle/>
          <a:p>
            <a:r>
              <a:rPr lang="zh-CN" altLang="en-US" sz="2800" dirty="0">
                <a:solidFill>
                  <a:schemeClr val="tx2"/>
                </a:solidFill>
              </a:rPr>
              <a:t>进程及进程管理</a:t>
            </a:r>
            <a:r>
              <a:rPr lang="en-US" altLang="zh-CN" sz="2800" dirty="0">
                <a:solidFill>
                  <a:schemeClr val="tx2"/>
                </a:solidFill>
              </a:rPr>
              <a:t>——</a:t>
            </a:r>
            <a:r>
              <a:rPr lang="zh-CN" altLang="en-US" sz="2800" dirty="0">
                <a:solidFill>
                  <a:schemeClr val="tx2"/>
                </a:solidFill>
              </a:rPr>
              <a:t>小结</a:t>
            </a:r>
          </a:p>
        </p:txBody>
      </p:sp>
      <p:sp>
        <p:nvSpPr>
          <p:cNvPr id="3" name="Rectangle 3">
            <a:extLst>
              <a:ext uri="{FF2B5EF4-FFF2-40B4-BE49-F238E27FC236}">
                <a16:creationId xmlns:a16="http://schemas.microsoft.com/office/drawing/2014/main" id="{A10AA16E-CB29-86A4-DB3B-FC9C30540EB8}"/>
              </a:ext>
            </a:extLst>
          </p:cNvPr>
          <p:cNvSpPr>
            <a:spLocks noChangeArrowheads="1"/>
          </p:cNvSpPr>
          <p:nvPr/>
        </p:nvSpPr>
        <p:spPr bwMode="auto">
          <a:xfrm>
            <a:off x="443992" y="1058736"/>
            <a:ext cx="8262938" cy="20231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342900" indent="-342900" algn="just">
              <a:lnSpc>
                <a:spcPct val="100000"/>
              </a:lnSpc>
              <a:spcBef>
                <a:spcPts val="1000"/>
              </a:spcBef>
              <a:spcAft>
                <a:spcPct val="20000"/>
              </a:spcAft>
              <a:buClr>
                <a:srgbClr val="FFC000"/>
              </a:buClr>
              <a:buSzPct val="95000"/>
              <a:buFont typeface="Wingdings" panose="05000000000000000000" pitchFamily="2" charset="2"/>
              <a:buChar char="n"/>
              <a:defRPr/>
            </a:pPr>
            <a:r>
              <a:rPr lang="zh-CN" altLang="en-US" sz="2400" b="1" dirty="0">
                <a:solidFill>
                  <a:schemeClr val="tx1"/>
                </a:solidFill>
                <a:effectLst/>
                <a:latin typeface="微软雅黑" panose="020B0503020204020204" pitchFamily="34" charset="-122"/>
                <a:ea typeface="微软雅黑" panose="020B0503020204020204" pitchFamily="34" charset="-122"/>
              </a:rPr>
              <a:t>操作系统的并发控制机制（掌握）</a:t>
            </a:r>
          </a:p>
          <a:p>
            <a:pPr marL="812800" lvl="1" indent="-355600" algn="just">
              <a:lnSpc>
                <a:spcPct val="100000"/>
              </a:lnSpc>
              <a:spcBef>
                <a:spcPts val="500"/>
              </a:spcBef>
              <a:buClr>
                <a:srgbClr val="FFC000"/>
              </a:buClr>
              <a:buSzPct val="95000"/>
              <a:buFont typeface="Wingdings" panose="05000000000000000000" pitchFamily="2" charset="2"/>
              <a:buChar char="p"/>
              <a:defRPr/>
            </a:pPr>
            <a:r>
              <a:rPr lang="zh-CN" altLang="en-US" sz="2000" dirty="0">
                <a:solidFill>
                  <a:srgbClr val="1387B7"/>
                </a:solidFill>
                <a:effectLst/>
                <a:latin typeface="微软雅黑" panose="020B0503020204020204" pitchFamily="34" charset="-122"/>
                <a:ea typeface="微软雅黑" panose="020B0503020204020204" pitchFamily="34" charset="-122"/>
              </a:rPr>
              <a:t>创建进程、创建线程及其使用</a:t>
            </a:r>
          </a:p>
          <a:p>
            <a:pPr marL="812800" lvl="1" indent="-355600" algn="just">
              <a:lnSpc>
                <a:spcPct val="100000"/>
              </a:lnSpc>
              <a:spcBef>
                <a:spcPts val="500"/>
              </a:spcBef>
              <a:buClr>
                <a:srgbClr val="FFC000"/>
              </a:buClr>
              <a:buSzPct val="95000"/>
              <a:buFont typeface="Wingdings" panose="05000000000000000000" pitchFamily="2" charset="2"/>
              <a:buChar char="p"/>
              <a:defRPr/>
            </a:pPr>
            <a:r>
              <a:rPr lang="zh-CN" altLang="en-US" sz="2000" dirty="0">
                <a:solidFill>
                  <a:srgbClr val="1387B7"/>
                </a:solidFill>
                <a:effectLst/>
                <a:latin typeface="微软雅黑" panose="020B0503020204020204" pitchFamily="34" charset="-122"/>
                <a:ea typeface="微软雅黑" panose="020B0503020204020204" pitchFamily="34" charset="-122"/>
              </a:rPr>
              <a:t>等待进程、线程的终止及其使用 </a:t>
            </a:r>
          </a:p>
          <a:p>
            <a:pPr marL="812800" lvl="1" indent="-355600" algn="just">
              <a:lnSpc>
                <a:spcPct val="100000"/>
              </a:lnSpc>
              <a:spcBef>
                <a:spcPts val="500"/>
              </a:spcBef>
              <a:buClr>
                <a:srgbClr val="FFC000"/>
              </a:buClr>
              <a:buSzPct val="95000"/>
              <a:buFont typeface="Wingdings" panose="05000000000000000000" pitchFamily="2" charset="2"/>
              <a:buChar char="p"/>
              <a:defRPr/>
            </a:pPr>
            <a:r>
              <a:rPr lang="zh-CN" altLang="en-US" sz="2000" dirty="0">
                <a:solidFill>
                  <a:srgbClr val="1387B7"/>
                </a:solidFill>
                <a:effectLst/>
                <a:latin typeface="微软雅黑" panose="020B0503020204020204" pitchFamily="34" charset="-122"/>
                <a:ea typeface="微软雅黑" panose="020B0503020204020204" pitchFamily="34" charset="-122"/>
              </a:rPr>
              <a:t>信号量与使用方法</a:t>
            </a:r>
          </a:p>
          <a:p>
            <a:pPr marL="812800" lvl="1" indent="-355600" algn="just">
              <a:lnSpc>
                <a:spcPct val="100000"/>
              </a:lnSpc>
              <a:spcBef>
                <a:spcPts val="500"/>
              </a:spcBef>
              <a:buClr>
                <a:srgbClr val="FFC000"/>
              </a:buClr>
              <a:buSzPct val="95000"/>
              <a:buFont typeface="Wingdings" panose="05000000000000000000" pitchFamily="2" charset="2"/>
              <a:buChar char="p"/>
              <a:defRPr/>
            </a:pPr>
            <a:r>
              <a:rPr lang="zh-CN" altLang="en-US" sz="2000" dirty="0">
                <a:solidFill>
                  <a:srgbClr val="1387B7"/>
                </a:solidFill>
                <a:effectLst/>
                <a:latin typeface="微软雅黑" panose="020B0503020204020204" pitchFamily="34" charset="-122"/>
                <a:ea typeface="微软雅黑" panose="020B0503020204020204" pitchFamily="34" charset="-122"/>
              </a:rPr>
              <a:t>共享内存与使用方法</a:t>
            </a:r>
          </a:p>
        </p:txBody>
      </p:sp>
      <p:sp>
        <p:nvSpPr>
          <p:cNvPr id="4" name="Rectangle 8">
            <a:extLst>
              <a:ext uri="{FF2B5EF4-FFF2-40B4-BE49-F238E27FC236}">
                <a16:creationId xmlns:a16="http://schemas.microsoft.com/office/drawing/2014/main" id="{0A8A626A-E769-5FC9-9808-7B25A77194EE}"/>
              </a:ext>
            </a:extLst>
          </p:cNvPr>
          <p:cNvSpPr>
            <a:spLocks noChangeArrowheads="1"/>
          </p:cNvSpPr>
          <p:nvPr/>
        </p:nvSpPr>
        <p:spPr bwMode="auto">
          <a:xfrm>
            <a:off x="487822" y="3429000"/>
            <a:ext cx="8262938" cy="1949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342900" indent="-342900" algn="just">
              <a:lnSpc>
                <a:spcPct val="100000"/>
              </a:lnSpc>
              <a:spcBef>
                <a:spcPts val="1000"/>
              </a:spcBef>
              <a:buClr>
                <a:srgbClr val="FFC000"/>
              </a:buClr>
              <a:buSzPct val="95000"/>
              <a:buFont typeface="Wingdings" panose="05000000000000000000" pitchFamily="2" charset="2"/>
              <a:buChar char="n"/>
              <a:defRPr/>
            </a:pPr>
            <a:r>
              <a:rPr lang="zh-CN" altLang="en-US" sz="2400" b="1" dirty="0">
                <a:solidFill>
                  <a:schemeClr val="tx1"/>
                </a:solidFill>
                <a:effectLst/>
                <a:latin typeface="微软雅黑" panose="020B0503020204020204" pitchFamily="34" charset="-122"/>
                <a:ea typeface="微软雅黑" panose="020B0503020204020204" pitchFamily="34" charset="-122"/>
              </a:rPr>
              <a:t>进程调度（掌握）</a:t>
            </a:r>
          </a:p>
          <a:p>
            <a:pPr marL="812800" lvl="1" indent="-355600" algn="just">
              <a:lnSpc>
                <a:spcPct val="100000"/>
              </a:lnSpc>
              <a:spcBef>
                <a:spcPts val="500"/>
              </a:spcBef>
              <a:buClr>
                <a:srgbClr val="FFC000"/>
              </a:buClr>
              <a:buSzPct val="95000"/>
              <a:buFont typeface="Wingdings" panose="05000000000000000000" pitchFamily="2" charset="2"/>
              <a:buChar char="p"/>
              <a:defRPr/>
            </a:pPr>
            <a:r>
              <a:rPr lang="zh-CN" altLang="en-US" sz="2000" dirty="0">
                <a:solidFill>
                  <a:srgbClr val="1387B7"/>
                </a:solidFill>
                <a:effectLst/>
                <a:latin typeface="微软雅黑" panose="020B0503020204020204" pitchFamily="34" charset="-122"/>
                <a:ea typeface="微软雅黑" panose="020B0503020204020204" pitchFamily="34" charset="-122"/>
              </a:rPr>
              <a:t>进程调度的功能</a:t>
            </a:r>
          </a:p>
          <a:p>
            <a:pPr marL="812800" lvl="1" indent="-355600" algn="just">
              <a:lnSpc>
                <a:spcPct val="100000"/>
              </a:lnSpc>
              <a:spcBef>
                <a:spcPts val="500"/>
              </a:spcBef>
              <a:buClr>
                <a:srgbClr val="FFC000"/>
              </a:buClr>
              <a:buSzPct val="95000"/>
              <a:buFont typeface="Wingdings" panose="05000000000000000000" pitchFamily="2" charset="2"/>
              <a:buChar char="p"/>
              <a:defRPr/>
            </a:pPr>
            <a:r>
              <a:rPr lang="zh-CN" altLang="en-US" sz="2000" dirty="0">
                <a:solidFill>
                  <a:srgbClr val="1387B7"/>
                </a:solidFill>
                <a:effectLst/>
                <a:latin typeface="微软雅黑" panose="020B0503020204020204" pitchFamily="34" charset="-122"/>
                <a:ea typeface="微软雅黑" panose="020B0503020204020204" pitchFamily="34" charset="-122"/>
              </a:rPr>
              <a:t>调度方式   非剥夺方式   剥夺方式</a:t>
            </a:r>
          </a:p>
          <a:p>
            <a:pPr marL="812800" lvl="1" indent="-355600" algn="just">
              <a:lnSpc>
                <a:spcPct val="100000"/>
              </a:lnSpc>
              <a:spcBef>
                <a:spcPts val="500"/>
              </a:spcBef>
              <a:buClr>
                <a:srgbClr val="FFC000"/>
              </a:buClr>
              <a:buSzPct val="95000"/>
              <a:buFont typeface="Wingdings" panose="05000000000000000000" pitchFamily="2" charset="2"/>
              <a:buChar char="p"/>
              <a:defRPr/>
            </a:pPr>
            <a:r>
              <a:rPr lang="zh-CN" altLang="en-US" sz="2000" dirty="0">
                <a:solidFill>
                  <a:srgbClr val="1387B7"/>
                </a:solidFill>
                <a:effectLst/>
                <a:latin typeface="微软雅黑" panose="020B0503020204020204" pitchFamily="34" charset="-122"/>
                <a:ea typeface="微软雅黑" panose="020B0503020204020204" pitchFamily="34" charset="-122"/>
              </a:rPr>
              <a:t>常用的进程调度算法</a:t>
            </a:r>
          </a:p>
          <a:p>
            <a:pPr marL="812800" lvl="1" indent="-355600" algn="just">
              <a:lnSpc>
                <a:spcPct val="100000"/>
              </a:lnSpc>
              <a:spcBef>
                <a:spcPts val="500"/>
              </a:spcBef>
              <a:buClr>
                <a:srgbClr val="FFC000"/>
              </a:buClr>
              <a:buSzPct val="95000"/>
              <a:buFont typeface="Wingdings" panose="05000000000000000000" pitchFamily="2" charset="2"/>
              <a:buChar char="p"/>
              <a:defRPr/>
            </a:pPr>
            <a:r>
              <a:rPr lang="zh-CN" altLang="en-US" sz="2000" dirty="0">
                <a:solidFill>
                  <a:srgbClr val="1387B7"/>
                </a:solidFill>
                <a:effectLst/>
                <a:latin typeface="微软雅黑" panose="020B0503020204020204" pitchFamily="34" charset="-122"/>
                <a:ea typeface="微软雅黑" panose="020B0503020204020204" pitchFamily="34" charset="-122"/>
              </a:rPr>
              <a:t>调度用的进程状态变迁图的分析</a:t>
            </a:r>
          </a:p>
        </p:txBody>
      </p:sp>
    </p:spTree>
    <p:extLst>
      <p:ext uri="{BB962C8B-B14F-4D97-AF65-F5344CB8AC3E}">
        <p14:creationId xmlns:p14="http://schemas.microsoft.com/office/powerpoint/2010/main" val="350003254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正常&quot;,&quot;HeaderHeight&quot;:15.0,&quot;FooterHeight&quot;:9.0,&quot;SideMargin&quot;:5.5,&quot;TopMargin&quot;:0.0,&quot;BottomMargin&quot;:0.0,&quot;IntervalMargin&quot;:1.5,&quot;SettingType&quot;:&quot;System&quot;}"/>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5">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279">
      <a:dk1>
        <a:sysClr val="windowText" lastClr="000000"/>
      </a:dk1>
      <a:lt1>
        <a:sysClr val="window" lastClr="FFFFFF"/>
      </a:lt1>
      <a:dk2>
        <a:srgbClr val="44546A"/>
      </a:dk2>
      <a:lt2>
        <a:srgbClr val="E7E6E6"/>
      </a:lt2>
      <a:accent1>
        <a:srgbClr val="335F90"/>
      </a:accent1>
      <a:accent2>
        <a:srgbClr val="0099C5"/>
      </a:accent2>
      <a:accent3>
        <a:srgbClr val="E1CEAB"/>
      </a:accent3>
      <a:accent4>
        <a:srgbClr val="C7A25F"/>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13039</TotalTime>
  <Words>8105</Words>
  <Application>Microsoft Office PowerPoint</Application>
  <PresentationFormat>宽屏</PresentationFormat>
  <Paragraphs>1205</Paragraphs>
  <Slides>97</Slides>
  <Notes>0</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97</vt:i4>
      </vt:variant>
    </vt:vector>
  </HeadingPairs>
  <TitlesOfParts>
    <vt:vector size="112" baseType="lpstr">
      <vt:lpstr>Courier New</vt:lpstr>
      <vt:lpstr>等线</vt:lpstr>
      <vt:lpstr>Lucida Console</vt:lpstr>
      <vt:lpstr>等线 Light</vt:lpstr>
      <vt:lpstr>Wingdings</vt:lpstr>
      <vt:lpstr>Symbol</vt:lpstr>
      <vt:lpstr>微软雅黑</vt:lpstr>
      <vt:lpstr>Segoe UI</vt:lpstr>
      <vt:lpstr>义启小楷书</vt:lpstr>
      <vt:lpstr>Arial</vt:lpstr>
      <vt:lpstr>MT Extra</vt:lpstr>
      <vt:lpstr>宋体</vt:lpstr>
      <vt:lpstr>Times New Roman</vt:lpstr>
      <vt:lpstr>Office 主题​​</vt:lpstr>
      <vt:lpstr>1_Office 主题​​</vt:lpstr>
      <vt:lpstr>PowerPoint 演示文稿</vt:lpstr>
      <vt:lpstr>提纲</vt:lpstr>
      <vt:lpstr>进程及进程管理——进程的引入</vt:lpstr>
      <vt:lpstr>进程及进程管理——进程的引入</vt:lpstr>
      <vt:lpstr>进程及进程管理——进程的引入</vt:lpstr>
      <vt:lpstr>进程及进程管理——进程的引入</vt:lpstr>
      <vt:lpstr>进程及进程管理——进程的引入</vt:lpstr>
      <vt:lpstr>进程及进程管理——进程的引入</vt:lpstr>
      <vt:lpstr>进程及进程管理——进程的引入</vt:lpstr>
      <vt:lpstr>进程及进程管理——进程的引入</vt:lpstr>
      <vt:lpstr>进程及进程管理——进程的引入</vt:lpstr>
      <vt:lpstr>提纲</vt:lpstr>
      <vt:lpstr>进程及进程管理——进程概念</vt:lpstr>
      <vt:lpstr>进程及进程管理——进程概念</vt:lpstr>
      <vt:lpstr>进程及进程管理——进程概念</vt:lpstr>
      <vt:lpstr>进程及进程管理——进程概念</vt:lpstr>
      <vt:lpstr>进程及进程管理——进程概念</vt:lpstr>
      <vt:lpstr>进程及进程管理——进程概念</vt:lpstr>
      <vt:lpstr>进程及进程管理——进程概念</vt:lpstr>
      <vt:lpstr>进程及进程管理——进程概念</vt:lpstr>
      <vt:lpstr>进程及进程管理——进程概念</vt:lpstr>
      <vt:lpstr>进程及进程管理——进程概念</vt:lpstr>
      <vt:lpstr>进程及进程管理——进程概念</vt:lpstr>
      <vt:lpstr>进程及进程管理——进程概念</vt:lpstr>
      <vt:lpstr>提纲</vt:lpstr>
      <vt:lpstr>进程及进程管理——进程控制</vt:lpstr>
      <vt:lpstr>进程及进程管理——进程控制</vt:lpstr>
      <vt:lpstr>进程及进程管理——进程控制</vt:lpstr>
      <vt:lpstr>进程及进程管理——进程控制</vt:lpstr>
      <vt:lpstr>进程及进程管理——进程控制</vt:lpstr>
      <vt:lpstr>进程及进程管理——进程控制</vt:lpstr>
      <vt:lpstr>进程及进程管理——进程控制</vt:lpstr>
      <vt:lpstr>进程及进程管理——进程控制</vt:lpstr>
      <vt:lpstr>进程及进程管理——进程控制</vt:lpstr>
      <vt:lpstr>提纲</vt:lpstr>
      <vt:lpstr>进程及进程管理——进程之间的相互制约关系</vt:lpstr>
      <vt:lpstr>进程及进程管理——进程之间的相互制约关系</vt:lpstr>
      <vt:lpstr>进程及进程管理——进程之间的相互制约关系</vt:lpstr>
      <vt:lpstr>进程及进程管理——进程之间的相互制约关系</vt:lpstr>
      <vt:lpstr>进程及进程管理——进程之间的相互制约关系</vt:lpstr>
      <vt:lpstr>进程及进程管理——进程之间的相互制约关系</vt:lpstr>
      <vt:lpstr>提纲</vt:lpstr>
      <vt:lpstr>进程及进程管理——进程同步机构</vt:lpstr>
      <vt:lpstr>进程及进程管理——进程同步机构</vt:lpstr>
      <vt:lpstr>进程及进程管理——进程同步机构</vt:lpstr>
      <vt:lpstr>进程及进程管理——进程同步机构</vt:lpstr>
      <vt:lpstr>进程及进程管理——进程同步机构</vt:lpstr>
      <vt:lpstr>进程及进程管理——进程同步机构</vt:lpstr>
      <vt:lpstr>提纲</vt:lpstr>
      <vt:lpstr>进程及进程管理——进程互斥与同步的实现</vt:lpstr>
      <vt:lpstr>进程及进程管理——进程互斥与同步的实现</vt:lpstr>
      <vt:lpstr>进程及进程管理——进程互斥与同步的实现</vt:lpstr>
      <vt:lpstr>进程及进程管理——进程互斥与同步的实现</vt:lpstr>
      <vt:lpstr>进程及进程管理——进程互斥与同步的实现</vt:lpstr>
      <vt:lpstr>进程及进程管理——进程互斥与同步的实现</vt:lpstr>
      <vt:lpstr>进程及进程管理——进程互斥与同步的实现</vt:lpstr>
      <vt:lpstr>进程及进程管理——进程互斥与同步的实现</vt:lpstr>
      <vt:lpstr>进程及进程管理——进程互斥与同步的实现</vt:lpstr>
      <vt:lpstr>进程及进程管理——进程互斥与同步的实现</vt:lpstr>
      <vt:lpstr>进程及进程管理——进程互斥与同步的实现</vt:lpstr>
      <vt:lpstr>进程及进程管理——进程互斥与同步的实现</vt:lpstr>
      <vt:lpstr>思考</vt:lpstr>
      <vt:lpstr>进程及进程管理——进程互斥与同步的实现</vt:lpstr>
      <vt:lpstr>进程及进程管理——进程互斥与同步的实现</vt:lpstr>
      <vt:lpstr>进程及进程管理——进程互斥与同步的实现</vt:lpstr>
      <vt:lpstr>进程及进程管理——进程互斥与同步的实现</vt:lpstr>
      <vt:lpstr>进程及进程管理——进程互斥与同步的实现</vt:lpstr>
      <vt:lpstr>思考</vt:lpstr>
      <vt:lpstr>进程及进程管理——进程互斥与同步的实现</vt:lpstr>
      <vt:lpstr>进程及进程管理——进程互斥与同步的实现</vt:lpstr>
      <vt:lpstr>进程及进程管理——进程互斥与同步的实现</vt:lpstr>
      <vt:lpstr>进程及进程管理——进程互斥与同步的实现</vt:lpstr>
      <vt:lpstr>进程及进程管理——进程互斥与同步的实现</vt:lpstr>
      <vt:lpstr>进程及进程管理——进程通信</vt:lpstr>
      <vt:lpstr>进程及进程管理——进程通信</vt:lpstr>
      <vt:lpstr>提纲</vt:lpstr>
      <vt:lpstr>进程及进程管理——线程概念及特点</vt:lpstr>
      <vt:lpstr>进程及进程管理——线程概念及特点</vt:lpstr>
      <vt:lpstr>进程及进程管理——线程概念及特点</vt:lpstr>
      <vt:lpstr>提纲</vt:lpstr>
      <vt:lpstr>进程及进程管理——进程调度</vt:lpstr>
      <vt:lpstr>进程及进程管理——进程调度</vt:lpstr>
      <vt:lpstr>进程及进程管理——进程调度</vt:lpstr>
      <vt:lpstr>进程及进程管理——进程调度</vt:lpstr>
      <vt:lpstr>进程及进程管理——进程调度</vt:lpstr>
      <vt:lpstr>进程及进程管理——进程调度</vt:lpstr>
      <vt:lpstr>进程及进程管理——进程调度</vt:lpstr>
      <vt:lpstr>进程及进程管理——进程调度</vt:lpstr>
      <vt:lpstr>进程及进程管理——进程调度</vt:lpstr>
      <vt:lpstr>进程及进程管理——进程调度</vt:lpstr>
      <vt:lpstr>进程及进程管理——进程调度</vt:lpstr>
      <vt:lpstr>进程及进程管理——进程调度</vt:lpstr>
      <vt:lpstr>进程及进程管理——进程调度</vt:lpstr>
      <vt:lpstr>进程及进程管理——小结</vt:lpstr>
      <vt:lpstr>进程及进程管理——小结</vt:lpstr>
      <vt:lpstr>进程及进程管理——小结</vt:lpstr>
      <vt:lpstr>进程及进程管理——小结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tanzhihu</dc:creator>
  <cp:lastModifiedBy>Zhiyuan Shao</cp:lastModifiedBy>
  <cp:revision>2267</cp:revision>
  <cp:lastPrinted>2019-09-24T12:30:12Z</cp:lastPrinted>
  <dcterms:created xsi:type="dcterms:W3CDTF">2018-05-09T10:41:00Z</dcterms:created>
  <dcterms:modified xsi:type="dcterms:W3CDTF">2024-10-22T00:10:53Z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2052-11.1.0.8214</vt:lpwstr>
  </property>
</Properties>
</file>